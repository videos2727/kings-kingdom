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9"/>
  </p:notesMasterIdLst>
  <p:sldIdLst>
    <p:sldId id="257" r:id="rId2"/>
    <p:sldId id="256" r:id="rId3"/>
    <p:sldId id="275" r:id="rId4"/>
    <p:sldId id="285" r:id="rId5"/>
    <p:sldId id="261" r:id="rId6"/>
    <p:sldId id="286" r:id="rId7"/>
    <p:sldId id="287" r:id="rId8"/>
    <p:sldId id="262" r:id="rId9"/>
    <p:sldId id="263" r:id="rId10"/>
    <p:sldId id="264" r:id="rId11"/>
    <p:sldId id="288" r:id="rId12"/>
    <p:sldId id="277" r:id="rId13"/>
    <p:sldId id="265" r:id="rId14"/>
    <p:sldId id="279" r:id="rId15"/>
    <p:sldId id="280" r:id="rId16"/>
    <p:sldId id="281" r:id="rId17"/>
    <p:sldId id="282" r:id="rId18"/>
    <p:sldId id="266" r:id="rId19"/>
    <p:sldId id="283" r:id="rId20"/>
    <p:sldId id="267" r:id="rId21"/>
    <p:sldId id="284" r:id="rId22"/>
    <p:sldId id="290" r:id="rId23"/>
    <p:sldId id="291" r:id="rId24"/>
    <p:sldId id="292" r:id="rId25"/>
    <p:sldId id="293" r:id="rId26"/>
    <p:sldId id="294" r:id="rId27"/>
    <p:sldId id="295" r:id="rId28"/>
    <p:sldId id="296" r:id="rId29"/>
    <p:sldId id="289" r:id="rId30"/>
    <p:sldId id="297" r:id="rId31"/>
    <p:sldId id="298" r:id="rId32"/>
    <p:sldId id="299" r:id="rId33"/>
    <p:sldId id="268" r:id="rId34"/>
    <p:sldId id="269" r:id="rId35"/>
    <p:sldId id="270" r:id="rId36"/>
    <p:sldId id="271" r:id="rId37"/>
    <p:sldId id="272" r:id="rId38"/>
    <p:sldId id="300" r:id="rId39"/>
    <p:sldId id="301" r:id="rId40"/>
    <p:sldId id="302" r:id="rId41"/>
    <p:sldId id="303" r:id="rId42"/>
    <p:sldId id="304" r:id="rId43"/>
    <p:sldId id="305" r:id="rId44"/>
    <p:sldId id="307" r:id="rId45"/>
    <p:sldId id="308" r:id="rId46"/>
    <p:sldId id="310" r:id="rId47"/>
    <p:sldId id="311" r:id="rId48"/>
  </p:sldIdLst>
  <p:sldSz cx="9144000" cy="6858000" type="screen4x3"/>
  <p:notesSz cx="6858000" cy="9144000"/>
  <p:embeddedFontLst>
    <p:embeddedFont>
      <p:font typeface="Georgia" panose="02040502050405020303" pitchFamily="18" charset="0"/>
      <p:regular r:id="rId50"/>
      <p:bold r:id="rId51"/>
      <p:italic r:id="rId52"/>
      <p:boldItalic r:id="rId53"/>
    </p:embeddedFont>
    <p:embeddedFont>
      <p:font typeface="Trebuchet MS" panose="020B0603020202020204" pitchFamily="34" charset="0"/>
      <p:regular r:id="rId54"/>
      <p:bold r:id="rId55"/>
      <p:italic r:id="rId56"/>
      <p:boldItalic r:id="rId57"/>
    </p:embeddedFont>
    <p:embeddedFont>
      <p:font typeface="Calibri" panose="020F0502020204030204" pitchFamily="34" charset="0"/>
      <p:regular r:id="rId58"/>
      <p:bold r:id="rId59"/>
      <p:italic r:id="rId60"/>
      <p:boldItalic r:id="rId6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6" d="100"/>
          <a:sy n="86" d="100"/>
        </p:scale>
        <p:origin x="930" y="30"/>
      </p:cViewPr>
      <p:guideLst/>
    </p:cSldViewPr>
  </p:slideViewPr>
  <p:notesTextViewPr>
    <p:cViewPr>
      <p:scale>
        <a:sx n="1" d="1"/>
        <a:sy n="1" d="1"/>
      </p:scale>
      <p:origin x="0" y="0"/>
    </p:cViewPr>
  </p:notesTextViewPr>
  <p:sorterViewPr>
    <p:cViewPr>
      <p:scale>
        <a:sx n="100" d="100"/>
        <a:sy n="100" d="100"/>
      </p:scale>
      <p:origin x="0" y="-7263"/>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1.fntdata"/><Relationship Id="rId55" Type="http://schemas.openxmlformats.org/officeDocument/2006/relationships/font" Target="fonts/font6.fntdata"/><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font" Target="fonts/font5.fntdata"/><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font" Target="fonts/font8.fntdata"/><Relationship Id="rId61"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60" Type="http://schemas.openxmlformats.org/officeDocument/2006/relationships/font" Target="fonts/font11.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7.fntdata"/><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800" cy="457200"/>
          </a:xfrm>
          <a:prstGeom prst="rect">
            <a:avLst/>
          </a:prstGeom>
          <a:noFill/>
          <a:ln>
            <a:noFill/>
          </a:ln>
        </p:spPr>
        <p:txBody>
          <a:bodyPr spcFirstLastPara="1" wrap="square" lIns="91425" tIns="91425" rIns="91425" bIns="91425" anchor="t"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4" name="Shape 4"/>
          <p:cNvSpPr txBox="1">
            <a:spLocks noGrp="1"/>
          </p:cNvSpPr>
          <p:nvPr>
            <p:ph type="dt" idx="10"/>
          </p:nvPr>
        </p:nvSpPr>
        <p:spPr>
          <a:xfrm>
            <a:off x="3884613" y="0"/>
            <a:ext cx="2971800" cy="457200"/>
          </a:xfrm>
          <a:prstGeom prst="rect">
            <a:avLst/>
          </a:prstGeom>
          <a:noFill/>
          <a:ln>
            <a:noFill/>
          </a:ln>
        </p:spPr>
        <p:txBody>
          <a:bodyPr spcFirstLastPara="1" wrap="square" lIns="91425" tIns="91425" rIns="91425" bIns="91425" anchor="t" anchorCtr="0"/>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Shape 6"/>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marR="0" lvl="0" indent="-317500" algn="l" rtl="0">
              <a:spcBef>
                <a:spcPts val="0"/>
              </a:spcBef>
              <a:spcAft>
                <a:spcPts val="0"/>
              </a:spcAft>
              <a:buSzPts val="1400"/>
              <a:buChar char="●"/>
              <a:defRPr/>
            </a:lvl1pPr>
            <a:lvl2pPr marL="914400" marR="0" lvl="1" indent="-317500" algn="l" rtl="0">
              <a:spcBef>
                <a:spcPts val="0"/>
              </a:spcBef>
              <a:spcAft>
                <a:spcPts val="0"/>
              </a:spcAft>
              <a:buSzPts val="1400"/>
              <a:buChar char="○"/>
              <a:defRPr/>
            </a:lvl2pPr>
            <a:lvl3pPr marL="1371600" marR="0" lvl="2" indent="-317500" algn="l" rtl="0">
              <a:spcBef>
                <a:spcPts val="0"/>
              </a:spcBef>
              <a:spcAft>
                <a:spcPts val="0"/>
              </a:spcAft>
              <a:buSzPts val="1400"/>
              <a:buChar char="■"/>
              <a:defRPr/>
            </a:lvl3pPr>
            <a:lvl4pPr marL="1828800" marR="0" lvl="3" indent="-317500" algn="l" rtl="0">
              <a:spcBef>
                <a:spcPts val="0"/>
              </a:spcBef>
              <a:spcAft>
                <a:spcPts val="0"/>
              </a:spcAft>
              <a:buSzPts val="1400"/>
              <a:buChar char="●"/>
              <a:defRPr/>
            </a:lvl4pPr>
            <a:lvl5pPr marL="2286000" marR="0" lvl="4" indent="-317500" algn="l" rtl="0">
              <a:spcBef>
                <a:spcPts val="0"/>
              </a:spcBef>
              <a:spcAft>
                <a:spcPts val="0"/>
              </a:spcAft>
              <a:buSzPts val="1400"/>
              <a:buChar char="○"/>
              <a:defRPr/>
            </a:lvl5pPr>
            <a:lvl6pPr marL="2743200" marR="0" lvl="5" indent="-317500" algn="l" rtl="0">
              <a:spcBef>
                <a:spcPts val="0"/>
              </a:spcBef>
              <a:spcAft>
                <a:spcPts val="0"/>
              </a:spcAft>
              <a:buSzPts val="1400"/>
              <a:buChar char="■"/>
              <a:defRPr/>
            </a:lvl6pPr>
            <a:lvl7pPr marL="3200400" marR="0" lvl="6" indent="-317500" algn="l" rtl="0">
              <a:spcBef>
                <a:spcPts val="0"/>
              </a:spcBef>
              <a:spcAft>
                <a:spcPts val="0"/>
              </a:spcAft>
              <a:buSzPts val="1400"/>
              <a:buChar char="●"/>
              <a:defRPr/>
            </a:lvl7pPr>
            <a:lvl8pPr marL="3657600" marR="0" lvl="7" indent="-317500" algn="l" rtl="0">
              <a:spcBef>
                <a:spcPts val="0"/>
              </a:spcBef>
              <a:spcAft>
                <a:spcPts val="0"/>
              </a:spcAft>
              <a:buSzPts val="1400"/>
              <a:buChar char="○"/>
              <a:defRPr/>
            </a:lvl8pPr>
            <a:lvl9pPr marL="4114800" marR="0" lvl="8" indent="-317500" algn="l" rtl="0">
              <a:spcBef>
                <a:spcPts val="0"/>
              </a:spcBef>
              <a:spcAft>
                <a:spcPts val="0"/>
              </a:spcAft>
              <a:buSzPts val="1400"/>
              <a:buChar char="■"/>
              <a:defRPr/>
            </a:lvl9pPr>
          </a:lstStyle>
          <a:p>
            <a:endParaRPr/>
          </a:p>
        </p:txBody>
      </p:sp>
      <p:sp>
        <p:nvSpPr>
          <p:cNvPr id="7" name="Shape 7"/>
          <p:cNvSpPr txBox="1">
            <a:spLocks noGrp="1"/>
          </p:cNvSpPr>
          <p:nvPr>
            <p:ph type="ftr" idx="11"/>
          </p:nvPr>
        </p:nvSpPr>
        <p:spPr>
          <a:xfrm>
            <a:off x="0" y="8685213"/>
            <a:ext cx="2971800" cy="457200"/>
          </a:xfrm>
          <a:prstGeom prst="rect">
            <a:avLst/>
          </a:prstGeom>
          <a:noFill/>
          <a:ln>
            <a:noFill/>
          </a:ln>
        </p:spPr>
        <p:txBody>
          <a:bodyPr spcFirstLastPara="1" wrap="square" lIns="91425" tIns="91425" rIns="91425" bIns="91425" anchor="b"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8" name="Shape 8"/>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AU"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Shape 110"/>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11" name="Shape 11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Shape 101"/>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02" name="Shape 102"/>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Shape 81"/>
          <p:cNvSpPr txBox="1">
            <a:spLocks noGrp="1"/>
          </p:cNvSpPr>
          <p:nvPr>
            <p:ph type="body" idx="1"/>
          </p:nvPr>
        </p:nvSpPr>
        <p:spPr>
          <a:xfrm>
            <a:off x="685783" y="4715126"/>
            <a:ext cx="5486385" cy="4466975"/>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2" name="Shape 82"/>
          <p:cNvSpPr>
            <a:spLocks noGrp="1" noRot="1" noChangeAspect="1"/>
          </p:cNvSpPr>
          <p:nvPr>
            <p:ph type="sldImg" idx="2"/>
          </p:nvPr>
        </p:nvSpPr>
        <p:spPr>
          <a:xfrm>
            <a:off x="947738" y="744538"/>
            <a:ext cx="4964112" cy="3722687"/>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45688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Shape 135"/>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36" name="Shape 13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Shape 141"/>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42" name="Shape 142"/>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Shape 147"/>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48" name="Shape 14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Shape 153"/>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54" name="Shape 15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Shape 162"/>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63" name="Shape 163"/>
          <p:cNvSpPr>
            <a:spLocks noGrp="1" noRot="1" noChangeAspect="1"/>
          </p:cNvSpPr>
          <p:nvPr>
            <p:ph type="sldImg" idx="2"/>
          </p:nvPr>
        </p:nvSpPr>
        <p:spPr>
          <a:xfrm>
            <a:off x="1371600" y="1143000"/>
            <a:ext cx="4114800" cy="30861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799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Shape 159"/>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AU" sz="1200" b="0" i="0" u="none" strike="noStrike" cap="none">
                <a:solidFill>
                  <a:schemeClr val="dk1"/>
                </a:solidFill>
                <a:latin typeface="Calibri"/>
                <a:ea typeface="Calibri"/>
                <a:cs typeface="Calibri"/>
                <a:sym typeface="Calibri"/>
              </a:rPr>
              <a:t>13</a:t>
            </a:fld>
            <a:endParaRPr sz="1200" b="0" i="0" u="none" strike="noStrike" cap="none">
              <a:solidFill>
                <a:schemeClr val="dk1"/>
              </a:solidFill>
              <a:latin typeface="Calibri"/>
              <a:ea typeface="Calibri"/>
              <a:cs typeface="Calibri"/>
              <a:sym typeface="Calibri"/>
            </a:endParaRPr>
          </a:p>
        </p:txBody>
      </p:sp>
      <p:sp>
        <p:nvSpPr>
          <p:cNvPr id="160" name="Shape 160"/>
          <p:cNvSpPr txBox="1"/>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AU" sz="1200" b="0" i="0" u="none" strike="noStrike" cap="none">
                <a:solidFill>
                  <a:schemeClr val="dk1"/>
                </a:solidFill>
                <a:latin typeface="Arial"/>
                <a:ea typeface="Arial"/>
                <a:cs typeface="Arial"/>
                <a:sym typeface="Arial"/>
              </a:rPr>
              <a:t>13</a:t>
            </a:fld>
            <a:endParaRPr sz="1200" b="0" i="0" u="none" strike="noStrike" cap="none">
              <a:solidFill>
                <a:schemeClr val="dk1"/>
              </a:solidFill>
              <a:latin typeface="Arial"/>
              <a:ea typeface="Arial"/>
              <a:cs typeface="Arial"/>
              <a:sym typeface="Arial"/>
            </a:endParaRPr>
          </a:p>
        </p:txBody>
      </p:sp>
      <p:sp>
        <p:nvSpPr>
          <p:cNvPr id="161" name="Shape 16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62" name="Shape 162"/>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Shape 199"/>
          <p:cNvSpPr>
            <a:spLocks noGrp="1" noRot="1" noChangeAspect="1"/>
          </p:cNvSpPr>
          <p:nvPr>
            <p:ph type="sldImg" idx="2"/>
          </p:nvPr>
        </p:nvSpPr>
        <p:spPr>
          <a:xfrm>
            <a:off x="1371600" y="1143000"/>
            <a:ext cx="4114800" cy="30861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sp>
      <p:sp>
        <p:nvSpPr>
          <p:cNvPr id="200" name="Shape 200"/>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
        <p:nvSpPr>
          <p:cNvPr id="201" name="Shape 201"/>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AU" sz="1200" b="0" i="0" u="none" strike="noStrike" cap="none">
                <a:solidFill>
                  <a:schemeClr val="dk1"/>
                </a:solidFill>
                <a:latin typeface="Arial"/>
                <a:ea typeface="Arial"/>
                <a:cs typeface="Arial"/>
                <a:sym typeface="Arial"/>
              </a:rPr>
              <a:t>14</a:t>
            </a:fld>
            <a:endParaRPr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47693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Shape 206"/>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AU" sz="1200" b="0" i="0" u="none" strike="noStrike" cap="none">
                <a:solidFill>
                  <a:schemeClr val="dk1"/>
                </a:solidFill>
                <a:latin typeface="Arial"/>
                <a:ea typeface="Arial"/>
                <a:cs typeface="Arial"/>
                <a:sym typeface="Arial"/>
              </a:rPr>
              <a:t>15</a:t>
            </a:fld>
            <a:endParaRPr sz="1200" b="0" i="0" u="none" strike="noStrike" cap="none">
              <a:solidFill>
                <a:schemeClr val="dk1"/>
              </a:solidFill>
              <a:latin typeface="Arial"/>
              <a:ea typeface="Arial"/>
              <a:cs typeface="Arial"/>
              <a:sym typeface="Arial"/>
            </a:endParaRPr>
          </a:p>
        </p:txBody>
      </p:sp>
      <p:sp>
        <p:nvSpPr>
          <p:cNvPr id="207" name="Shape 207"/>
          <p:cNvSpPr>
            <a:spLocks noGrp="1" noRot="1" noChangeAspect="1"/>
          </p:cNvSpPr>
          <p:nvPr>
            <p:ph type="sldImg" idx="2"/>
          </p:nvPr>
        </p:nvSpPr>
        <p:spPr>
          <a:xfrm>
            <a:off x="1371600" y="1143000"/>
            <a:ext cx="4114800" cy="30861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sp>
      <p:sp>
        <p:nvSpPr>
          <p:cNvPr id="208" name="Shape 208"/>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686242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Shape 214"/>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AU" sz="1200" b="0" i="0" u="none" strike="noStrike" cap="none">
                <a:solidFill>
                  <a:schemeClr val="dk1"/>
                </a:solidFill>
                <a:latin typeface="Arial"/>
                <a:ea typeface="Arial"/>
                <a:cs typeface="Arial"/>
                <a:sym typeface="Arial"/>
              </a:rPr>
              <a:t>16</a:t>
            </a:fld>
            <a:endParaRPr sz="1200" b="0" i="0" u="none" strike="noStrike" cap="none">
              <a:solidFill>
                <a:schemeClr val="dk1"/>
              </a:solidFill>
              <a:latin typeface="Arial"/>
              <a:ea typeface="Arial"/>
              <a:cs typeface="Arial"/>
              <a:sym typeface="Arial"/>
            </a:endParaRPr>
          </a:p>
        </p:txBody>
      </p:sp>
      <p:sp>
        <p:nvSpPr>
          <p:cNvPr id="215" name="Shape 215"/>
          <p:cNvSpPr>
            <a:spLocks noGrp="1" noRot="1" noChangeAspect="1"/>
          </p:cNvSpPr>
          <p:nvPr>
            <p:ph type="sldImg" idx="2"/>
          </p:nvPr>
        </p:nvSpPr>
        <p:spPr>
          <a:xfrm>
            <a:off x="1371600" y="1143000"/>
            <a:ext cx="4114800" cy="30861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sp>
      <p:sp>
        <p:nvSpPr>
          <p:cNvPr id="216" name="Shape 216"/>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893548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Shape 222"/>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AU" sz="1200" b="0" i="0" u="none" strike="noStrike" cap="none">
                <a:solidFill>
                  <a:schemeClr val="dk1"/>
                </a:solidFill>
                <a:latin typeface="Arial"/>
                <a:ea typeface="Arial"/>
                <a:cs typeface="Arial"/>
                <a:sym typeface="Arial"/>
              </a:rPr>
              <a:t>17</a:t>
            </a:fld>
            <a:endParaRPr sz="1200" b="0" i="0" u="none" strike="noStrike" cap="none">
              <a:solidFill>
                <a:schemeClr val="dk1"/>
              </a:solidFill>
              <a:latin typeface="Arial"/>
              <a:ea typeface="Arial"/>
              <a:cs typeface="Arial"/>
              <a:sym typeface="Arial"/>
            </a:endParaRPr>
          </a:p>
        </p:txBody>
      </p:sp>
      <p:sp>
        <p:nvSpPr>
          <p:cNvPr id="223" name="Shape 223"/>
          <p:cNvSpPr>
            <a:spLocks noGrp="1" noRot="1" noChangeAspect="1"/>
          </p:cNvSpPr>
          <p:nvPr>
            <p:ph type="sldImg" idx="2"/>
          </p:nvPr>
        </p:nvSpPr>
        <p:spPr>
          <a:xfrm>
            <a:off x="1371600" y="1143000"/>
            <a:ext cx="4114800" cy="30861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sp>
      <p:sp>
        <p:nvSpPr>
          <p:cNvPr id="224" name="Shape 224"/>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952822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Shape 166"/>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67" name="Shape 16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Shape 256"/>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257" name="Shape 257"/>
          <p:cNvSpPr>
            <a:spLocks noGrp="1" noRot="1" noChangeAspect="1"/>
          </p:cNvSpPr>
          <p:nvPr>
            <p:ph type="sldImg" idx="2"/>
          </p:nvPr>
        </p:nvSpPr>
        <p:spPr>
          <a:xfrm>
            <a:off x="1371600" y="1143000"/>
            <a:ext cx="4114800" cy="30861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01937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Shape 172"/>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73" name="Shape 17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Shape 237"/>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AU" sz="1200" b="0" i="0" u="none" strike="noStrike" cap="none">
                <a:solidFill>
                  <a:schemeClr val="dk1"/>
                </a:solidFill>
                <a:latin typeface="Arial"/>
                <a:ea typeface="Arial"/>
                <a:cs typeface="Arial"/>
                <a:sym typeface="Arial"/>
              </a:rPr>
              <a:t>21</a:t>
            </a:fld>
            <a:endParaRPr sz="1200" b="0" i="0" u="none" strike="noStrike" cap="none">
              <a:solidFill>
                <a:schemeClr val="dk1"/>
              </a:solidFill>
              <a:latin typeface="Arial"/>
              <a:ea typeface="Arial"/>
              <a:cs typeface="Arial"/>
              <a:sym typeface="Arial"/>
            </a:endParaRPr>
          </a:p>
        </p:txBody>
      </p:sp>
      <p:sp>
        <p:nvSpPr>
          <p:cNvPr id="238" name="Shape 238"/>
          <p:cNvSpPr>
            <a:spLocks noGrp="1" noRot="1" noChangeAspect="1"/>
          </p:cNvSpPr>
          <p:nvPr>
            <p:ph type="sldImg" idx="2"/>
          </p:nvPr>
        </p:nvSpPr>
        <p:spPr>
          <a:xfrm>
            <a:off x="1371600" y="1143000"/>
            <a:ext cx="4114800" cy="30861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sp>
      <p:sp>
        <p:nvSpPr>
          <p:cNvPr id="239" name="Shape 239"/>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405207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Shape 17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79" name="Shape 17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Shape 184"/>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85" name="Shape 18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Shape 190"/>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91" name="Shape 19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Shape 196"/>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97" name="Shape 19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Shape 202"/>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203" name="Shape 20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9"/>
        <p:cNvGrpSpPr/>
        <p:nvPr/>
      </p:nvGrpSpPr>
      <p:grpSpPr>
        <a:xfrm>
          <a:off x="0" y="0"/>
          <a:ext cx="0" cy="0"/>
          <a:chOff x="0" y="0"/>
          <a:chExt cx="0" cy="0"/>
        </a:xfrm>
      </p:grpSpPr>
      <p:sp>
        <p:nvSpPr>
          <p:cNvPr id="20" name="Shape 20"/>
          <p:cNvSpPr txBox="1">
            <a:spLocks noGrp="1"/>
          </p:cNvSpPr>
          <p:nvPr>
            <p:ph type="body" idx="1"/>
          </p:nvPr>
        </p:nvSpPr>
        <p:spPr>
          <a:xfrm>
            <a:off x="1143000" y="731520"/>
            <a:ext cx="3346704" cy="639762"/>
          </a:xfrm>
          <a:prstGeom prst="rect">
            <a:avLst/>
          </a:prstGeom>
          <a:noFill/>
          <a:ln>
            <a:noFill/>
          </a:ln>
        </p:spPr>
        <p:txBody>
          <a:bodyPr spcFirstLastPara="1" wrap="square" lIns="91425" tIns="91425" rIns="91425" bIns="91425" anchor="b" anchorCtr="0"/>
          <a:lstStyle>
            <a:lvl1pPr marL="457200" lvl="0" indent="-228600" algn="ctr" rtl="0">
              <a:spcBef>
                <a:spcPts val="440"/>
              </a:spcBef>
              <a:spcAft>
                <a:spcPts val="0"/>
              </a:spcAft>
              <a:buClr>
                <a:schemeClr val="dk1"/>
              </a:buClr>
              <a:buSzPts val="1400"/>
              <a:buFont typeface="Trebuchet MS"/>
              <a:buNone/>
              <a:defRPr/>
            </a:lvl1pPr>
            <a:lvl2pPr marL="914400" lvl="1" indent="-228600" rtl="0">
              <a:spcBef>
                <a:spcPts val="400"/>
              </a:spcBef>
              <a:spcAft>
                <a:spcPts val="0"/>
              </a:spcAft>
              <a:buSzPts val="1400"/>
              <a:buFont typeface="Trebuchet MS"/>
              <a:buNone/>
              <a:defRPr/>
            </a:lvl2pPr>
            <a:lvl3pPr marL="1371600" lvl="2" indent="-228600" rtl="0">
              <a:spcBef>
                <a:spcPts val="360"/>
              </a:spcBef>
              <a:spcAft>
                <a:spcPts val="0"/>
              </a:spcAft>
              <a:buSzPts val="1400"/>
              <a:buFont typeface="Trebuchet MS"/>
              <a:buNone/>
              <a:defRPr/>
            </a:lvl3pPr>
            <a:lvl4pPr marL="1828800" lvl="3" indent="-228600" rtl="0">
              <a:spcBef>
                <a:spcPts val="320"/>
              </a:spcBef>
              <a:spcAft>
                <a:spcPts val="0"/>
              </a:spcAft>
              <a:buSzPts val="1400"/>
              <a:buFont typeface="Trebuchet MS"/>
              <a:buNone/>
              <a:defRPr/>
            </a:lvl4pPr>
            <a:lvl5pPr marL="2286000" lvl="4" indent="-228600" rtl="0">
              <a:spcBef>
                <a:spcPts val="300"/>
              </a:spcBef>
              <a:spcAft>
                <a:spcPts val="0"/>
              </a:spcAft>
              <a:buSzPts val="1400"/>
              <a:buFont typeface="Trebuchet MS"/>
              <a:buNone/>
              <a:defRPr/>
            </a:lvl5pPr>
            <a:lvl6pPr marL="2743200" lvl="5" indent="-228600" rtl="0">
              <a:spcBef>
                <a:spcPts val="300"/>
              </a:spcBef>
              <a:spcAft>
                <a:spcPts val="0"/>
              </a:spcAft>
              <a:buSzPts val="1400"/>
              <a:buFont typeface="Trebuchet MS"/>
              <a:buNone/>
              <a:defRPr/>
            </a:lvl6pPr>
            <a:lvl7pPr marL="3200400" lvl="6" indent="-228600" rtl="0">
              <a:spcBef>
                <a:spcPts val="300"/>
              </a:spcBef>
              <a:spcAft>
                <a:spcPts val="0"/>
              </a:spcAft>
              <a:buSzPts val="1400"/>
              <a:buFont typeface="Trebuchet MS"/>
              <a:buNone/>
              <a:defRPr/>
            </a:lvl7pPr>
            <a:lvl8pPr marL="3657600" lvl="7" indent="-228600" rtl="0">
              <a:spcBef>
                <a:spcPts val="300"/>
              </a:spcBef>
              <a:spcAft>
                <a:spcPts val="0"/>
              </a:spcAft>
              <a:buSzPts val="1400"/>
              <a:buFont typeface="Trebuchet MS"/>
              <a:buNone/>
              <a:defRPr/>
            </a:lvl8pPr>
            <a:lvl9pPr marL="4114800" lvl="8" indent="-228600" rtl="0">
              <a:spcBef>
                <a:spcPts val="300"/>
              </a:spcBef>
              <a:spcAft>
                <a:spcPts val="300"/>
              </a:spcAft>
              <a:buSzPts val="1400"/>
              <a:buFont typeface="Trebuchet MS"/>
              <a:buNone/>
              <a:defRPr/>
            </a:lvl9pPr>
          </a:lstStyle>
          <a:p>
            <a:endParaRPr/>
          </a:p>
        </p:txBody>
      </p:sp>
      <p:sp>
        <p:nvSpPr>
          <p:cNvPr id="21" name="Shape 21"/>
          <p:cNvSpPr txBox="1">
            <a:spLocks noGrp="1"/>
          </p:cNvSpPr>
          <p:nvPr>
            <p:ph type="body" idx="2"/>
          </p:nvPr>
        </p:nvSpPr>
        <p:spPr>
          <a:xfrm>
            <a:off x="1156447" y="1400327"/>
            <a:ext cx="3346704" cy="2743200"/>
          </a:xfrm>
          <a:prstGeom prst="rect">
            <a:avLst/>
          </a:prstGeom>
          <a:noFill/>
          <a:ln>
            <a:noFill/>
          </a:ln>
        </p:spPr>
        <p:txBody>
          <a:bodyPr spcFirstLastPara="1" wrap="square" lIns="91425" tIns="91425" rIns="91425" bIns="91425" anchor="t" anchorCtr="0"/>
          <a:lstStyle>
            <a:lvl1pPr marL="457200" lvl="0" indent="-317500" rtl="0">
              <a:spcBef>
                <a:spcPts val="440"/>
              </a:spcBef>
              <a:spcAft>
                <a:spcPts val="0"/>
              </a:spcAft>
              <a:buSzPts val="1400"/>
              <a:buChar char="*"/>
              <a:defRPr/>
            </a:lvl1pPr>
            <a:lvl2pPr marL="914400" lvl="1" indent="-317500" rtl="0">
              <a:spcBef>
                <a:spcPts val="400"/>
              </a:spcBef>
              <a:spcAft>
                <a:spcPts val="0"/>
              </a:spcAft>
              <a:buSzPts val="1400"/>
              <a:buChar char="*"/>
              <a:defRPr/>
            </a:lvl2pPr>
            <a:lvl3pPr marL="1371600" lvl="2" indent="-317500" rtl="0">
              <a:spcBef>
                <a:spcPts val="360"/>
              </a:spcBef>
              <a:spcAft>
                <a:spcPts val="0"/>
              </a:spcAft>
              <a:buSzPts val="1400"/>
              <a:buChar char="*"/>
              <a:defRPr/>
            </a:lvl3pPr>
            <a:lvl4pPr marL="1828800" lvl="3" indent="-317500" rtl="0">
              <a:spcBef>
                <a:spcPts val="320"/>
              </a:spcBef>
              <a:spcAft>
                <a:spcPts val="0"/>
              </a:spcAft>
              <a:buSzPts val="1400"/>
              <a:buChar char="*"/>
              <a:defRPr/>
            </a:lvl4pPr>
            <a:lvl5pPr marL="2286000" lvl="4" indent="-317500" rtl="0">
              <a:spcBef>
                <a:spcPts val="300"/>
              </a:spcBef>
              <a:spcAft>
                <a:spcPts val="0"/>
              </a:spcAft>
              <a:buSzPts val="1400"/>
              <a:buChar char="*"/>
              <a:defRPr/>
            </a:lvl5pPr>
            <a:lvl6pPr marL="2743200" lvl="5" indent="-317500" rtl="0">
              <a:spcBef>
                <a:spcPts val="300"/>
              </a:spcBef>
              <a:spcAft>
                <a:spcPts val="0"/>
              </a:spcAft>
              <a:buSzPts val="1400"/>
              <a:buChar char="*"/>
              <a:defRPr/>
            </a:lvl6pPr>
            <a:lvl7pPr marL="3200400" lvl="6" indent="-317500" rtl="0">
              <a:spcBef>
                <a:spcPts val="300"/>
              </a:spcBef>
              <a:spcAft>
                <a:spcPts val="0"/>
              </a:spcAft>
              <a:buSzPts val="1400"/>
              <a:buChar char="*"/>
              <a:defRPr/>
            </a:lvl7pPr>
            <a:lvl8pPr marL="3657600" lvl="7" indent="-317500" rtl="0">
              <a:spcBef>
                <a:spcPts val="300"/>
              </a:spcBef>
              <a:spcAft>
                <a:spcPts val="0"/>
              </a:spcAft>
              <a:buSzPts val="1400"/>
              <a:buChar char="*"/>
              <a:defRPr/>
            </a:lvl8pPr>
            <a:lvl9pPr marL="4114800" lvl="8" indent="-317500" rtl="0">
              <a:spcBef>
                <a:spcPts val="300"/>
              </a:spcBef>
              <a:spcAft>
                <a:spcPts val="300"/>
              </a:spcAft>
              <a:buSzPts val="1400"/>
              <a:buChar char="*"/>
              <a:defRPr/>
            </a:lvl9pPr>
          </a:lstStyle>
          <a:p>
            <a:endParaRPr/>
          </a:p>
        </p:txBody>
      </p:sp>
      <p:sp>
        <p:nvSpPr>
          <p:cNvPr id="22" name="Shape 22"/>
          <p:cNvSpPr txBox="1">
            <a:spLocks noGrp="1"/>
          </p:cNvSpPr>
          <p:nvPr>
            <p:ph type="body" idx="3"/>
          </p:nvPr>
        </p:nvSpPr>
        <p:spPr>
          <a:xfrm>
            <a:off x="4647302" y="731520"/>
            <a:ext cx="3346704" cy="639762"/>
          </a:xfrm>
          <a:prstGeom prst="rect">
            <a:avLst/>
          </a:prstGeom>
          <a:noFill/>
          <a:ln>
            <a:noFill/>
          </a:ln>
        </p:spPr>
        <p:txBody>
          <a:bodyPr spcFirstLastPara="1" wrap="square" lIns="91425" tIns="91425" rIns="91425" bIns="91425" anchor="b" anchorCtr="0"/>
          <a:lstStyle>
            <a:lvl1pPr marL="457200" lvl="0" indent="-228600" algn="ctr" rtl="0">
              <a:spcBef>
                <a:spcPts val="440"/>
              </a:spcBef>
              <a:spcAft>
                <a:spcPts val="0"/>
              </a:spcAft>
              <a:buClr>
                <a:schemeClr val="dk1"/>
              </a:buClr>
              <a:buSzPts val="1400"/>
              <a:buFont typeface="Trebuchet MS"/>
              <a:buNone/>
              <a:defRPr/>
            </a:lvl1pPr>
            <a:lvl2pPr marL="914400" lvl="1" indent="-228600" rtl="0">
              <a:spcBef>
                <a:spcPts val="400"/>
              </a:spcBef>
              <a:spcAft>
                <a:spcPts val="0"/>
              </a:spcAft>
              <a:buSzPts val="1400"/>
              <a:buFont typeface="Trebuchet MS"/>
              <a:buNone/>
              <a:defRPr/>
            </a:lvl2pPr>
            <a:lvl3pPr marL="1371600" lvl="2" indent="-228600" rtl="0">
              <a:spcBef>
                <a:spcPts val="360"/>
              </a:spcBef>
              <a:spcAft>
                <a:spcPts val="0"/>
              </a:spcAft>
              <a:buSzPts val="1400"/>
              <a:buFont typeface="Trebuchet MS"/>
              <a:buNone/>
              <a:defRPr/>
            </a:lvl3pPr>
            <a:lvl4pPr marL="1828800" lvl="3" indent="-228600" rtl="0">
              <a:spcBef>
                <a:spcPts val="320"/>
              </a:spcBef>
              <a:spcAft>
                <a:spcPts val="0"/>
              </a:spcAft>
              <a:buSzPts val="1400"/>
              <a:buFont typeface="Trebuchet MS"/>
              <a:buNone/>
              <a:defRPr/>
            </a:lvl4pPr>
            <a:lvl5pPr marL="2286000" lvl="4" indent="-228600" rtl="0">
              <a:spcBef>
                <a:spcPts val="300"/>
              </a:spcBef>
              <a:spcAft>
                <a:spcPts val="0"/>
              </a:spcAft>
              <a:buSzPts val="1400"/>
              <a:buFont typeface="Trebuchet MS"/>
              <a:buNone/>
              <a:defRPr/>
            </a:lvl5pPr>
            <a:lvl6pPr marL="2743200" lvl="5" indent="-228600" rtl="0">
              <a:spcBef>
                <a:spcPts val="300"/>
              </a:spcBef>
              <a:spcAft>
                <a:spcPts val="0"/>
              </a:spcAft>
              <a:buSzPts val="1400"/>
              <a:buFont typeface="Trebuchet MS"/>
              <a:buNone/>
              <a:defRPr/>
            </a:lvl6pPr>
            <a:lvl7pPr marL="3200400" lvl="6" indent="-228600" rtl="0">
              <a:spcBef>
                <a:spcPts val="300"/>
              </a:spcBef>
              <a:spcAft>
                <a:spcPts val="0"/>
              </a:spcAft>
              <a:buSzPts val="1400"/>
              <a:buFont typeface="Trebuchet MS"/>
              <a:buNone/>
              <a:defRPr/>
            </a:lvl7pPr>
            <a:lvl8pPr marL="3657600" lvl="7" indent="-228600" rtl="0">
              <a:spcBef>
                <a:spcPts val="300"/>
              </a:spcBef>
              <a:spcAft>
                <a:spcPts val="0"/>
              </a:spcAft>
              <a:buSzPts val="1400"/>
              <a:buFont typeface="Trebuchet MS"/>
              <a:buNone/>
              <a:defRPr/>
            </a:lvl8pPr>
            <a:lvl9pPr marL="4114800" lvl="8" indent="-228600" rtl="0">
              <a:spcBef>
                <a:spcPts val="300"/>
              </a:spcBef>
              <a:spcAft>
                <a:spcPts val="300"/>
              </a:spcAft>
              <a:buSzPts val="1400"/>
              <a:buFont typeface="Trebuchet MS"/>
              <a:buNone/>
              <a:defRPr/>
            </a:lvl9pPr>
          </a:lstStyle>
          <a:p>
            <a:endParaRPr/>
          </a:p>
        </p:txBody>
      </p:sp>
      <p:sp>
        <p:nvSpPr>
          <p:cNvPr id="23" name="Shape 23"/>
          <p:cNvSpPr txBox="1">
            <a:spLocks noGrp="1"/>
          </p:cNvSpPr>
          <p:nvPr>
            <p:ph type="body" idx="4"/>
          </p:nvPr>
        </p:nvSpPr>
        <p:spPr>
          <a:xfrm>
            <a:off x="4645025" y="1399032"/>
            <a:ext cx="3346704" cy="2743200"/>
          </a:xfrm>
          <a:prstGeom prst="rect">
            <a:avLst/>
          </a:prstGeom>
          <a:noFill/>
          <a:ln>
            <a:noFill/>
          </a:ln>
        </p:spPr>
        <p:txBody>
          <a:bodyPr spcFirstLastPara="1" wrap="square" lIns="91425" tIns="91425" rIns="91425" bIns="91425" anchor="t" anchorCtr="0"/>
          <a:lstStyle>
            <a:lvl1pPr marL="457200" lvl="0" indent="-317500" rtl="0">
              <a:spcBef>
                <a:spcPts val="440"/>
              </a:spcBef>
              <a:spcAft>
                <a:spcPts val="0"/>
              </a:spcAft>
              <a:buSzPts val="1400"/>
              <a:buChar char="*"/>
              <a:defRPr/>
            </a:lvl1pPr>
            <a:lvl2pPr marL="914400" lvl="1" indent="-317500" rtl="0">
              <a:spcBef>
                <a:spcPts val="400"/>
              </a:spcBef>
              <a:spcAft>
                <a:spcPts val="0"/>
              </a:spcAft>
              <a:buSzPts val="1400"/>
              <a:buChar char="*"/>
              <a:defRPr/>
            </a:lvl2pPr>
            <a:lvl3pPr marL="1371600" lvl="2" indent="-317500" rtl="0">
              <a:spcBef>
                <a:spcPts val="360"/>
              </a:spcBef>
              <a:spcAft>
                <a:spcPts val="0"/>
              </a:spcAft>
              <a:buSzPts val="1400"/>
              <a:buChar char="*"/>
              <a:defRPr/>
            </a:lvl3pPr>
            <a:lvl4pPr marL="1828800" lvl="3" indent="-317500" rtl="0">
              <a:spcBef>
                <a:spcPts val="320"/>
              </a:spcBef>
              <a:spcAft>
                <a:spcPts val="0"/>
              </a:spcAft>
              <a:buSzPts val="1400"/>
              <a:buChar char="*"/>
              <a:defRPr/>
            </a:lvl4pPr>
            <a:lvl5pPr marL="2286000" lvl="4" indent="-317500" rtl="0">
              <a:spcBef>
                <a:spcPts val="300"/>
              </a:spcBef>
              <a:spcAft>
                <a:spcPts val="0"/>
              </a:spcAft>
              <a:buSzPts val="1400"/>
              <a:buChar char="*"/>
              <a:defRPr/>
            </a:lvl5pPr>
            <a:lvl6pPr marL="2743200" lvl="5" indent="-317500" rtl="0">
              <a:spcBef>
                <a:spcPts val="300"/>
              </a:spcBef>
              <a:spcAft>
                <a:spcPts val="0"/>
              </a:spcAft>
              <a:buSzPts val="1400"/>
              <a:buChar char="*"/>
              <a:defRPr/>
            </a:lvl6pPr>
            <a:lvl7pPr marL="3200400" lvl="6" indent="-317500" rtl="0">
              <a:spcBef>
                <a:spcPts val="300"/>
              </a:spcBef>
              <a:spcAft>
                <a:spcPts val="0"/>
              </a:spcAft>
              <a:buSzPts val="1400"/>
              <a:buChar char="*"/>
              <a:defRPr/>
            </a:lvl7pPr>
            <a:lvl8pPr marL="3657600" lvl="7" indent="-317500" rtl="0">
              <a:spcBef>
                <a:spcPts val="300"/>
              </a:spcBef>
              <a:spcAft>
                <a:spcPts val="0"/>
              </a:spcAft>
              <a:buSzPts val="1400"/>
              <a:buChar char="*"/>
              <a:defRPr/>
            </a:lvl8pPr>
            <a:lvl9pPr marL="4114800" lvl="8" indent="-317500" rtl="0">
              <a:spcBef>
                <a:spcPts val="300"/>
              </a:spcBef>
              <a:spcAft>
                <a:spcPts val="300"/>
              </a:spcAft>
              <a:buSzPts val="1400"/>
              <a:buChar char="*"/>
              <a:defRPr/>
            </a:lvl9pPr>
          </a:lstStyle>
          <a:p>
            <a:endParaRPr/>
          </a:p>
        </p:txBody>
      </p:sp>
      <p:sp>
        <p:nvSpPr>
          <p:cNvPr id="24" name="Shape 24"/>
          <p:cNvSpPr txBox="1">
            <a:spLocks noGrp="1"/>
          </p:cNvSpPr>
          <p:nvPr>
            <p:ph type="dt" idx="10"/>
          </p:nvPr>
        </p:nvSpPr>
        <p:spPr>
          <a:xfrm>
            <a:off x="6172200" y="6172200"/>
            <a:ext cx="2514600" cy="365125"/>
          </a:xfrm>
          <a:prstGeom prst="rect">
            <a:avLst/>
          </a:prstGeom>
          <a:noFill/>
          <a:ln>
            <a:noFill/>
          </a:ln>
        </p:spPr>
        <p:txBody>
          <a:bodyPr spcFirstLastPara="1" wrap="square" lIns="91425" tIns="91425" rIns="91425" bIns="91425" anchor="ctr" anchorCtr="0"/>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25" name="Shape 25"/>
          <p:cNvSpPr txBox="1">
            <a:spLocks noGrp="1"/>
          </p:cNvSpPr>
          <p:nvPr>
            <p:ph type="ftr" idx="11"/>
          </p:nvPr>
        </p:nvSpPr>
        <p:spPr>
          <a:xfrm>
            <a:off x="457199" y="6172200"/>
            <a:ext cx="3352801" cy="365125"/>
          </a:xfrm>
          <a:prstGeom prst="rect">
            <a:avLst/>
          </a:prstGeom>
          <a:noFill/>
          <a:ln>
            <a:noFill/>
          </a:ln>
        </p:spPr>
        <p:txBody>
          <a:bodyPr spcFirstLastPara="1" wrap="square" lIns="91425" tIns="91425" rIns="91425" bIns="91425" anchor="ctr"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26" name="Shape 26"/>
          <p:cNvSpPr txBox="1">
            <a:spLocks noGrp="1"/>
          </p:cNvSpPr>
          <p:nvPr>
            <p:ph type="sldNum" idx="12"/>
          </p:nvPr>
        </p:nvSpPr>
        <p:spPr>
          <a:xfrm>
            <a:off x="3810000" y="6172200"/>
            <a:ext cx="1828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1" i="0" u="none" strike="noStrike" cap="none">
                <a:solidFill>
                  <a:srgbClr val="7F7F7F"/>
                </a:solidFill>
                <a:latin typeface="Trebuchet MS"/>
                <a:ea typeface="Trebuchet MS"/>
                <a:cs typeface="Trebuchet MS"/>
                <a:sym typeface="Trebuchet MS"/>
              </a:defRPr>
            </a:lvl1pPr>
            <a:lvl2pPr marL="0" marR="0" lvl="1" indent="0" algn="ctr" rtl="0">
              <a:spcBef>
                <a:spcPts val="0"/>
              </a:spcBef>
              <a:buNone/>
              <a:defRPr sz="1200" b="1" i="0" u="none" strike="noStrike" cap="none">
                <a:solidFill>
                  <a:srgbClr val="7F7F7F"/>
                </a:solidFill>
                <a:latin typeface="Trebuchet MS"/>
                <a:ea typeface="Trebuchet MS"/>
                <a:cs typeface="Trebuchet MS"/>
                <a:sym typeface="Trebuchet MS"/>
              </a:defRPr>
            </a:lvl2pPr>
            <a:lvl3pPr marL="0" marR="0" lvl="2" indent="0" algn="ctr" rtl="0">
              <a:spcBef>
                <a:spcPts val="0"/>
              </a:spcBef>
              <a:buNone/>
              <a:defRPr sz="1200" b="1" i="0" u="none" strike="noStrike" cap="none">
                <a:solidFill>
                  <a:srgbClr val="7F7F7F"/>
                </a:solidFill>
                <a:latin typeface="Trebuchet MS"/>
                <a:ea typeface="Trebuchet MS"/>
                <a:cs typeface="Trebuchet MS"/>
                <a:sym typeface="Trebuchet MS"/>
              </a:defRPr>
            </a:lvl3pPr>
            <a:lvl4pPr marL="0" marR="0" lvl="3" indent="0" algn="ctr" rtl="0">
              <a:spcBef>
                <a:spcPts val="0"/>
              </a:spcBef>
              <a:buNone/>
              <a:defRPr sz="1200" b="1" i="0" u="none" strike="noStrike" cap="none">
                <a:solidFill>
                  <a:srgbClr val="7F7F7F"/>
                </a:solidFill>
                <a:latin typeface="Trebuchet MS"/>
                <a:ea typeface="Trebuchet MS"/>
                <a:cs typeface="Trebuchet MS"/>
                <a:sym typeface="Trebuchet MS"/>
              </a:defRPr>
            </a:lvl4pPr>
            <a:lvl5pPr marL="0" marR="0" lvl="4" indent="0" algn="ctr" rtl="0">
              <a:spcBef>
                <a:spcPts val="0"/>
              </a:spcBef>
              <a:buNone/>
              <a:defRPr sz="1200" b="1" i="0" u="none" strike="noStrike" cap="none">
                <a:solidFill>
                  <a:srgbClr val="7F7F7F"/>
                </a:solidFill>
                <a:latin typeface="Trebuchet MS"/>
                <a:ea typeface="Trebuchet MS"/>
                <a:cs typeface="Trebuchet MS"/>
                <a:sym typeface="Trebuchet MS"/>
              </a:defRPr>
            </a:lvl5pPr>
            <a:lvl6pPr marL="0" marR="0" lvl="5" indent="0" algn="ctr" rtl="0">
              <a:spcBef>
                <a:spcPts val="0"/>
              </a:spcBef>
              <a:buNone/>
              <a:defRPr sz="1200" b="1" i="0" u="none" strike="noStrike" cap="none">
                <a:solidFill>
                  <a:srgbClr val="7F7F7F"/>
                </a:solidFill>
                <a:latin typeface="Trebuchet MS"/>
                <a:ea typeface="Trebuchet MS"/>
                <a:cs typeface="Trebuchet MS"/>
                <a:sym typeface="Trebuchet MS"/>
              </a:defRPr>
            </a:lvl6pPr>
            <a:lvl7pPr marL="0" marR="0" lvl="6" indent="0" algn="ctr" rtl="0">
              <a:spcBef>
                <a:spcPts val="0"/>
              </a:spcBef>
              <a:buNone/>
              <a:defRPr sz="1200" b="1" i="0" u="none" strike="noStrike" cap="none">
                <a:solidFill>
                  <a:srgbClr val="7F7F7F"/>
                </a:solidFill>
                <a:latin typeface="Trebuchet MS"/>
                <a:ea typeface="Trebuchet MS"/>
                <a:cs typeface="Trebuchet MS"/>
                <a:sym typeface="Trebuchet MS"/>
              </a:defRPr>
            </a:lvl7pPr>
            <a:lvl8pPr marL="0" marR="0" lvl="7" indent="0" algn="ctr" rtl="0">
              <a:spcBef>
                <a:spcPts val="0"/>
              </a:spcBef>
              <a:buNone/>
              <a:defRPr sz="1200" b="1" i="0" u="none" strike="noStrike" cap="none">
                <a:solidFill>
                  <a:srgbClr val="7F7F7F"/>
                </a:solidFill>
                <a:latin typeface="Trebuchet MS"/>
                <a:ea typeface="Trebuchet MS"/>
                <a:cs typeface="Trebuchet MS"/>
                <a:sym typeface="Trebuchet MS"/>
              </a:defRPr>
            </a:lvl8pPr>
            <a:lvl9pPr marL="0" marR="0" lvl="8" indent="0" algn="ctr" rtl="0">
              <a:spcBef>
                <a:spcPts val="0"/>
              </a:spcBef>
              <a:buNone/>
              <a:defRPr sz="1200" b="1" i="0" u="none" strike="noStrike" cap="none">
                <a:solidFill>
                  <a:srgbClr val="7F7F7F"/>
                </a:solidFill>
                <a:latin typeface="Trebuchet MS"/>
                <a:ea typeface="Trebuchet MS"/>
                <a:cs typeface="Trebuchet MS"/>
                <a:sym typeface="Trebuchet MS"/>
              </a:defRPr>
            </a:lvl9pPr>
          </a:lstStyle>
          <a:p>
            <a:pPr marL="0" lvl="0" indent="0">
              <a:spcBef>
                <a:spcPts val="0"/>
              </a:spcBef>
              <a:spcAft>
                <a:spcPts val="0"/>
              </a:spcAft>
              <a:buNone/>
            </a:pPr>
            <a:fld id="{00000000-1234-1234-1234-123412341234}" type="slidenum">
              <a:rPr lang="en-AU"/>
              <a:t>‹#›</a:t>
            </a:fld>
            <a:endParaRPr/>
          </a:p>
        </p:txBody>
      </p:sp>
      <p:sp>
        <p:nvSpPr>
          <p:cNvPr id="27" name="Shape 27"/>
          <p:cNvSpPr txBox="1">
            <a:spLocks noGrp="1"/>
          </p:cNvSpPr>
          <p:nvPr>
            <p:ph type="title"/>
          </p:nvPr>
        </p:nvSpPr>
        <p:spPr>
          <a:xfrm>
            <a:off x="1793289" y="4372168"/>
            <a:ext cx="6512511" cy="1143000"/>
          </a:xfrm>
          <a:prstGeom prst="rect">
            <a:avLst/>
          </a:prstGeom>
          <a:noFill/>
          <a:ln>
            <a:noFill/>
          </a:ln>
        </p:spPr>
        <p:txBody>
          <a:bodyPr spcFirstLastPara="1" wrap="square" lIns="91425" tIns="91425" rIns="91425" bIns="91425" anchor="t" anchorCtr="0"/>
          <a:lstStyle>
            <a:lvl1pPr marL="320040" lvl="0" indent="-35052" algn="r" rtl="0">
              <a:spcBef>
                <a:spcPts val="0"/>
              </a:spcBef>
              <a:spcAft>
                <a:spcPts val="0"/>
              </a:spcAft>
              <a:buClr>
                <a:srgbClr val="C3260C"/>
              </a:buClr>
              <a:buSzPts val="1400"/>
              <a:buFont typeface="Georgia"/>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8"/>
        <p:cNvGrpSpPr/>
        <p:nvPr/>
      </p:nvGrpSpPr>
      <p:grpSpPr>
        <a:xfrm>
          <a:off x="0" y="0"/>
          <a:ext cx="0" cy="0"/>
          <a:chOff x="0" y="0"/>
          <a:chExt cx="0" cy="0"/>
        </a:xfrm>
      </p:grpSpPr>
      <p:sp>
        <p:nvSpPr>
          <p:cNvPr id="29" name="Shape 29"/>
          <p:cNvSpPr/>
          <p:nvPr/>
        </p:nvSpPr>
        <p:spPr>
          <a:xfrm>
            <a:off x="0" y="3866920"/>
            <a:ext cx="9144000" cy="2991080"/>
          </a:xfrm>
          <a:prstGeom prst="rect">
            <a:avLst/>
          </a:prstGeom>
          <a:gradFill>
            <a:gsLst>
              <a:gs pos="0">
                <a:srgbClr val="FFFFFF">
                  <a:alpha val="90980"/>
                </a:srgbClr>
              </a:gs>
              <a:gs pos="37000">
                <a:srgbClr val="FFFFFF">
                  <a:alpha val="75686"/>
                </a:srgbClr>
              </a:gs>
              <a:gs pos="100000">
                <a:srgbClr val="B4DCFA">
                  <a:alpha val="78823"/>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30" name="Shape 30"/>
          <p:cNvSpPr/>
          <p:nvPr/>
        </p:nvSpPr>
        <p:spPr>
          <a:xfrm>
            <a:off x="0" y="0"/>
            <a:ext cx="9144000" cy="3866920"/>
          </a:xfrm>
          <a:prstGeom prst="rect">
            <a:avLst/>
          </a:prstGeom>
          <a:gradFill>
            <a:gsLst>
              <a:gs pos="0">
                <a:srgbClr val="FFFFFF">
                  <a:alpha val="88627"/>
                </a:srgbClr>
              </a:gs>
              <a:gs pos="48000">
                <a:srgbClr val="FFFFFF">
                  <a:alpha val="61960"/>
                </a:srgbClr>
              </a:gs>
              <a:gs pos="100000">
                <a:srgbClr val="B4DCFA">
                  <a:alpha val="78823"/>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31" name="Shape 31"/>
          <p:cNvSpPr/>
          <p:nvPr/>
        </p:nvSpPr>
        <p:spPr>
          <a:xfrm>
            <a:off x="0" y="2652311"/>
            <a:ext cx="9144000" cy="2286000"/>
          </a:xfrm>
          <a:prstGeom prst="rect">
            <a:avLst/>
          </a:prstGeom>
          <a:gradFill>
            <a:gsLst>
              <a:gs pos="0">
                <a:srgbClr val="FFFFFF">
                  <a:alpha val="0"/>
                </a:srgbClr>
              </a:gs>
              <a:gs pos="29000">
                <a:srgbClr val="FFFFFF">
                  <a:alpha val="29803"/>
                </a:srgbClr>
              </a:gs>
              <a:gs pos="45000">
                <a:srgbClr val="B4DCFA">
                  <a:alpha val="40000"/>
                </a:srgbClr>
              </a:gs>
              <a:gs pos="55000">
                <a:srgbClr val="FFFFFF">
                  <a:alpha val="25882"/>
                </a:srgbClr>
              </a:gs>
              <a:gs pos="65000">
                <a:srgbClr val="B4DCFA">
                  <a:alpha val="60000"/>
                </a:srgbClr>
              </a:gs>
              <a:gs pos="100000">
                <a:srgbClr val="FFFFFF">
                  <a:alpha val="0"/>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32" name="Shape 32"/>
          <p:cNvSpPr/>
          <p:nvPr/>
        </p:nvSpPr>
        <p:spPr>
          <a:xfrm>
            <a:off x="0" y="1600200"/>
            <a:ext cx="9144000" cy="5105400"/>
          </a:xfrm>
          <a:prstGeom prst="ellipse">
            <a:avLst/>
          </a:prstGeom>
          <a:gradFill>
            <a:gsLst>
              <a:gs pos="0">
                <a:schemeClr val="lt1"/>
              </a:gs>
              <a:gs pos="54000">
                <a:srgbClr val="FFFFFF">
                  <a:alpha val="0"/>
                </a:srgbClr>
              </a:gs>
              <a:gs pos="100000">
                <a:srgbClr val="FFFFFF">
                  <a:alpha val="0"/>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33" name="Shape 33"/>
          <p:cNvSpPr txBox="1">
            <a:spLocks noGrp="1"/>
          </p:cNvSpPr>
          <p:nvPr>
            <p:ph type="subTitle" idx="1"/>
          </p:nvPr>
        </p:nvSpPr>
        <p:spPr>
          <a:xfrm>
            <a:off x="1473795" y="5052545"/>
            <a:ext cx="5637010" cy="882119"/>
          </a:xfrm>
          <a:prstGeom prst="rect">
            <a:avLst/>
          </a:prstGeom>
          <a:noFill/>
          <a:ln>
            <a:noFill/>
          </a:ln>
        </p:spPr>
        <p:txBody>
          <a:bodyPr spcFirstLastPara="1" wrap="square" lIns="91425" tIns="91425" rIns="91425" bIns="91425" anchor="t" anchorCtr="0"/>
          <a:lstStyle>
            <a:lvl1pPr marL="0" marR="0" lvl="0" indent="0" algn="l" rtl="0">
              <a:spcBef>
                <a:spcPts val="440"/>
              </a:spcBef>
              <a:spcAft>
                <a:spcPts val="0"/>
              </a:spcAft>
              <a:buClr>
                <a:srgbClr val="C3260C"/>
              </a:buClr>
              <a:buSzPts val="1400"/>
              <a:buFont typeface="Georgia"/>
              <a:buNone/>
              <a:defRPr/>
            </a:lvl1pPr>
            <a:lvl2pPr marL="457200" marR="0" lvl="1" indent="0" algn="ctr" rtl="0">
              <a:spcBef>
                <a:spcPts val="400"/>
              </a:spcBef>
              <a:spcAft>
                <a:spcPts val="0"/>
              </a:spcAft>
              <a:buClr>
                <a:srgbClr val="C3260C"/>
              </a:buClr>
              <a:buSzPts val="1400"/>
              <a:buFont typeface="Georgia"/>
              <a:buNone/>
              <a:defRPr/>
            </a:lvl2pPr>
            <a:lvl3pPr marL="914400" marR="0" lvl="2" indent="0" algn="ctr" rtl="0">
              <a:spcBef>
                <a:spcPts val="360"/>
              </a:spcBef>
              <a:spcAft>
                <a:spcPts val="0"/>
              </a:spcAft>
              <a:buClr>
                <a:srgbClr val="C3260C"/>
              </a:buClr>
              <a:buSzPts val="1400"/>
              <a:buFont typeface="Georgia"/>
              <a:buNone/>
              <a:defRPr/>
            </a:lvl3pPr>
            <a:lvl4pPr marL="1371600" marR="0" lvl="3" indent="0" algn="ctr" rtl="0">
              <a:spcBef>
                <a:spcPts val="320"/>
              </a:spcBef>
              <a:spcAft>
                <a:spcPts val="0"/>
              </a:spcAft>
              <a:buClr>
                <a:srgbClr val="C3260C"/>
              </a:buClr>
              <a:buSzPts val="1400"/>
              <a:buFont typeface="Georgia"/>
              <a:buNone/>
              <a:defRPr/>
            </a:lvl4pPr>
            <a:lvl5pPr marL="1828800" marR="0" lvl="4" indent="0" algn="ctr" rtl="0">
              <a:spcBef>
                <a:spcPts val="300"/>
              </a:spcBef>
              <a:spcAft>
                <a:spcPts val="0"/>
              </a:spcAft>
              <a:buClr>
                <a:srgbClr val="C3260C"/>
              </a:buClr>
              <a:buSzPts val="1400"/>
              <a:buFont typeface="Georgia"/>
              <a:buNone/>
              <a:defRPr/>
            </a:lvl5pPr>
            <a:lvl6pPr marL="2286000" marR="0" lvl="5" indent="0" algn="ctr" rtl="0">
              <a:spcBef>
                <a:spcPts val="300"/>
              </a:spcBef>
              <a:spcAft>
                <a:spcPts val="0"/>
              </a:spcAft>
              <a:buClr>
                <a:srgbClr val="C3260C"/>
              </a:buClr>
              <a:buSzPts val="1400"/>
              <a:buFont typeface="Georgia"/>
              <a:buNone/>
              <a:defRPr/>
            </a:lvl6pPr>
            <a:lvl7pPr marL="2743200" marR="0" lvl="6" indent="0" algn="ctr" rtl="0">
              <a:spcBef>
                <a:spcPts val="300"/>
              </a:spcBef>
              <a:spcAft>
                <a:spcPts val="0"/>
              </a:spcAft>
              <a:buClr>
                <a:srgbClr val="C3260C"/>
              </a:buClr>
              <a:buSzPts val="1400"/>
              <a:buFont typeface="Georgia"/>
              <a:buNone/>
              <a:defRPr/>
            </a:lvl7pPr>
            <a:lvl8pPr marL="3200400" marR="0" lvl="7" indent="0" algn="ctr" rtl="0">
              <a:spcBef>
                <a:spcPts val="300"/>
              </a:spcBef>
              <a:spcAft>
                <a:spcPts val="0"/>
              </a:spcAft>
              <a:buClr>
                <a:srgbClr val="C3260C"/>
              </a:buClr>
              <a:buSzPts val="1400"/>
              <a:buFont typeface="Georgia"/>
              <a:buNone/>
              <a:defRPr/>
            </a:lvl8pPr>
            <a:lvl9pPr marL="3657600" marR="0" lvl="8" indent="0" algn="ctr" rtl="0">
              <a:spcBef>
                <a:spcPts val="300"/>
              </a:spcBef>
              <a:spcAft>
                <a:spcPts val="300"/>
              </a:spcAft>
              <a:buClr>
                <a:srgbClr val="C3260C"/>
              </a:buClr>
              <a:buSzPts val="1400"/>
              <a:buFont typeface="Georgia"/>
              <a:buNone/>
              <a:defRPr/>
            </a:lvl9pPr>
          </a:lstStyle>
          <a:p>
            <a:endParaRPr/>
          </a:p>
        </p:txBody>
      </p:sp>
      <p:sp>
        <p:nvSpPr>
          <p:cNvPr id="34" name="Shape 34"/>
          <p:cNvSpPr txBox="1">
            <a:spLocks noGrp="1"/>
          </p:cNvSpPr>
          <p:nvPr>
            <p:ph type="dt" idx="10"/>
          </p:nvPr>
        </p:nvSpPr>
        <p:spPr>
          <a:xfrm>
            <a:off x="6172200" y="6172200"/>
            <a:ext cx="2514600" cy="365125"/>
          </a:xfrm>
          <a:prstGeom prst="rect">
            <a:avLst/>
          </a:prstGeom>
          <a:noFill/>
          <a:ln>
            <a:noFill/>
          </a:ln>
        </p:spPr>
        <p:txBody>
          <a:bodyPr spcFirstLastPara="1" wrap="square" lIns="91425" tIns="91425" rIns="91425" bIns="91425" anchor="ctr" anchorCtr="0"/>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35" name="Shape 35"/>
          <p:cNvSpPr txBox="1">
            <a:spLocks noGrp="1"/>
          </p:cNvSpPr>
          <p:nvPr>
            <p:ph type="ftr" idx="11"/>
          </p:nvPr>
        </p:nvSpPr>
        <p:spPr>
          <a:xfrm>
            <a:off x="457199" y="6172200"/>
            <a:ext cx="3352801" cy="365125"/>
          </a:xfrm>
          <a:prstGeom prst="rect">
            <a:avLst/>
          </a:prstGeom>
          <a:noFill/>
          <a:ln>
            <a:noFill/>
          </a:ln>
        </p:spPr>
        <p:txBody>
          <a:bodyPr spcFirstLastPara="1" wrap="square" lIns="91425" tIns="91425" rIns="91425" bIns="91425" anchor="ctr"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36" name="Shape 36"/>
          <p:cNvSpPr txBox="1">
            <a:spLocks noGrp="1"/>
          </p:cNvSpPr>
          <p:nvPr>
            <p:ph type="sldNum" idx="12"/>
          </p:nvPr>
        </p:nvSpPr>
        <p:spPr>
          <a:xfrm>
            <a:off x="3810000" y="6172200"/>
            <a:ext cx="1828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1" i="0" u="none" strike="noStrike" cap="none">
                <a:solidFill>
                  <a:srgbClr val="7F7F7F"/>
                </a:solidFill>
                <a:latin typeface="Trebuchet MS"/>
                <a:ea typeface="Trebuchet MS"/>
                <a:cs typeface="Trebuchet MS"/>
                <a:sym typeface="Trebuchet MS"/>
              </a:defRPr>
            </a:lvl1pPr>
            <a:lvl2pPr marL="0" marR="0" lvl="1" indent="0" algn="ctr" rtl="0">
              <a:spcBef>
                <a:spcPts val="0"/>
              </a:spcBef>
              <a:buNone/>
              <a:defRPr sz="1200" b="1" i="0" u="none" strike="noStrike" cap="none">
                <a:solidFill>
                  <a:srgbClr val="7F7F7F"/>
                </a:solidFill>
                <a:latin typeface="Trebuchet MS"/>
                <a:ea typeface="Trebuchet MS"/>
                <a:cs typeface="Trebuchet MS"/>
                <a:sym typeface="Trebuchet MS"/>
              </a:defRPr>
            </a:lvl2pPr>
            <a:lvl3pPr marL="0" marR="0" lvl="2" indent="0" algn="ctr" rtl="0">
              <a:spcBef>
                <a:spcPts val="0"/>
              </a:spcBef>
              <a:buNone/>
              <a:defRPr sz="1200" b="1" i="0" u="none" strike="noStrike" cap="none">
                <a:solidFill>
                  <a:srgbClr val="7F7F7F"/>
                </a:solidFill>
                <a:latin typeface="Trebuchet MS"/>
                <a:ea typeface="Trebuchet MS"/>
                <a:cs typeface="Trebuchet MS"/>
                <a:sym typeface="Trebuchet MS"/>
              </a:defRPr>
            </a:lvl3pPr>
            <a:lvl4pPr marL="0" marR="0" lvl="3" indent="0" algn="ctr" rtl="0">
              <a:spcBef>
                <a:spcPts val="0"/>
              </a:spcBef>
              <a:buNone/>
              <a:defRPr sz="1200" b="1" i="0" u="none" strike="noStrike" cap="none">
                <a:solidFill>
                  <a:srgbClr val="7F7F7F"/>
                </a:solidFill>
                <a:latin typeface="Trebuchet MS"/>
                <a:ea typeface="Trebuchet MS"/>
                <a:cs typeface="Trebuchet MS"/>
                <a:sym typeface="Trebuchet MS"/>
              </a:defRPr>
            </a:lvl4pPr>
            <a:lvl5pPr marL="0" marR="0" lvl="4" indent="0" algn="ctr" rtl="0">
              <a:spcBef>
                <a:spcPts val="0"/>
              </a:spcBef>
              <a:buNone/>
              <a:defRPr sz="1200" b="1" i="0" u="none" strike="noStrike" cap="none">
                <a:solidFill>
                  <a:srgbClr val="7F7F7F"/>
                </a:solidFill>
                <a:latin typeface="Trebuchet MS"/>
                <a:ea typeface="Trebuchet MS"/>
                <a:cs typeface="Trebuchet MS"/>
                <a:sym typeface="Trebuchet MS"/>
              </a:defRPr>
            </a:lvl5pPr>
            <a:lvl6pPr marL="0" marR="0" lvl="5" indent="0" algn="ctr" rtl="0">
              <a:spcBef>
                <a:spcPts val="0"/>
              </a:spcBef>
              <a:buNone/>
              <a:defRPr sz="1200" b="1" i="0" u="none" strike="noStrike" cap="none">
                <a:solidFill>
                  <a:srgbClr val="7F7F7F"/>
                </a:solidFill>
                <a:latin typeface="Trebuchet MS"/>
                <a:ea typeface="Trebuchet MS"/>
                <a:cs typeface="Trebuchet MS"/>
                <a:sym typeface="Trebuchet MS"/>
              </a:defRPr>
            </a:lvl6pPr>
            <a:lvl7pPr marL="0" marR="0" lvl="6" indent="0" algn="ctr" rtl="0">
              <a:spcBef>
                <a:spcPts val="0"/>
              </a:spcBef>
              <a:buNone/>
              <a:defRPr sz="1200" b="1" i="0" u="none" strike="noStrike" cap="none">
                <a:solidFill>
                  <a:srgbClr val="7F7F7F"/>
                </a:solidFill>
                <a:latin typeface="Trebuchet MS"/>
                <a:ea typeface="Trebuchet MS"/>
                <a:cs typeface="Trebuchet MS"/>
                <a:sym typeface="Trebuchet MS"/>
              </a:defRPr>
            </a:lvl7pPr>
            <a:lvl8pPr marL="0" marR="0" lvl="7" indent="0" algn="ctr" rtl="0">
              <a:spcBef>
                <a:spcPts val="0"/>
              </a:spcBef>
              <a:buNone/>
              <a:defRPr sz="1200" b="1" i="0" u="none" strike="noStrike" cap="none">
                <a:solidFill>
                  <a:srgbClr val="7F7F7F"/>
                </a:solidFill>
                <a:latin typeface="Trebuchet MS"/>
                <a:ea typeface="Trebuchet MS"/>
                <a:cs typeface="Trebuchet MS"/>
                <a:sym typeface="Trebuchet MS"/>
              </a:defRPr>
            </a:lvl8pPr>
            <a:lvl9pPr marL="0" marR="0" lvl="8" indent="0" algn="ctr" rtl="0">
              <a:spcBef>
                <a:spcPts val="0"/>
              </a:spcBef>
              <a:buNone/>
              <a:defRPr sz="1200" b="1" i="0" u="none" strike="noStrike" cap="none">
                <a:solidFill>
                  <a:srgbClr val="7F7F7F"/>
                </a:solidFill>
                <a:latin typeface="Trebuchet MS"/>
                <a:ea typeface="Trebuchet MS"/>
                <a:cs typeface="Trebuchet MS"/>
                <a:sym typeface="Trebuchet MS"/>
              </a:defRPr>
            </a:lvl9pPr>
          </a:lstStyle>
          <a:p>
            <a:pPr marL="0" lvl="0" indent="0">
              <a:spcBef>
                <a:spcPts val="0"/>
              </a:spcBef>
              <a:spcAft>
                <a:spcPts val="0"/>
              </a:spcAft>
              <a:buNone/>
            </a:pPr>
            <a:fld id="{00000000-1234-1234-1234-123412341234}" type="slidenum">
              <a:rPr lang="en-AU"/>
              <a:t>‹#›</a:t>
            </a:fld>
            <a:endParaRPr/>
          </a:p>
        </p:txBody>
      </p:sp>
      <p:sp>
        <p:nvSpPr>
          <p:cNvPr id="37" name="Shape 37"/>
          <p:cNvSpPr txBox="1">
            <a:spLocks noGrp="1"/>
          </p:cNvSpPr>
          <p:nvPr>
            <p:ph type="ctrTitle"/>
          </p:nvPr>
        </p:nvSpPr>
        <p:spPr>
          <a:xfrm>
            <a:off x="817581" y="3132290"/>
            <a:ext cx="7175351" cy="1793167"/>
          </a:xfrm>
          <a:prstGeom prst="rect">
            <a:avLst/>
          </a:prstGeom>
          <a:noFill/>
          <a:ln>
            <a:noFill/>
          </a:ln>
        </p:spPr>
        <p:txBody>
          <a:bodyPr spcFirstLastPara="1" wrap="square" lIns="91425" tIns="91425" rIns="91425" bIns="91425" anchor="t" anchorCtr="0"/>
          <a:lstStyle>
            <a:lvl1pPr marL="640080" marR="0" lvl="0" indent="-112268" algn="l" rtl="0">
              <a:spcBef>
                <a:spcPts val="0"/>
              </a:spcBef>
              <a:spcAft>
                <a:spcPts val="0"/>
              </a:spcAft>
              <a:buClr>
                <a:srgbClr val="C3260C"/>
              </a:buClr>
              <a:buSzPts val="1400"/>
              <a:buFont typeface="Georgia"/>
              <a:buChar char="*"/>
              <a:defRPr/>
            </a:lvl1pPr>
            <a:lvl2pPr marL="0" marR="0" lvl="1" indent="-88900" algn="l" rtl="0">
              <a:spcBef>
                <a:spcPts val="0"/>
              </a:spcBef>
              <a:spcAft>
                <a:spcPts val="0"/>
              </a:spcAft>
              <a:buSzPts val="1400"/>
              <a:buChar char="○"/>
              <a:defRPr/>
            </a:lvl2pPr>
            <a:lvl3pPr marL="0" marR="0" lvl="2" indent="-88900" algn="l" rtl="0">
              <a:spcBef>
                <a:spcPts val="0"/>
              </a:spcBef>
              <a:spcAft>
                <a:spcPts val="0"/>
              </a:spcAft>
              <a:buSzPts val="1400"/>
              <a:buChar char="■"/>
              <a:defRPr/>
            </a:lvl3pPr>
            <a:lvl4pPr marL="0" marR="0" lvl="3" indent="-88900" algn="l" rtl="0">
              <a:spcBef>
                <a:spcPts val="0"/>
              </a:spcBef>
              <a:spcAft>
                <a:spcPts val="0"/>
              </a:spcAft>
              <a:buSzPts val="1400"/>
              <a:buChar char="●"/>
              <a:defRPr/>
            </a:lvl4pPr>
            <a:lvl5pPr marL="0" marR="0" lvl="4" indent="-88900" algn="l" rtl="0">
              <a:spcBef>
                <a:spcPts val="0"/>
              </a:spcBef>
              <a:spcAft>
                <a:spcPts val="0"/>
              </a:spcAft>
              <a:buSzPts val="1400"/>
              <a:buChar char="○"/>
              <a:defRPr/>
            </a:lvl5pPr>
            <a:lvl6pPr marL="0" marR="0" lvl="5" indent="-88900" algn="l" rtl="0">
              <a:spcBef>
                <a:spcPts val="0"/>
              </a:spcBef>
              <a:spcAft>
                <a:spcPts val="0"/>
              </a:spcAft>
              <a:buSzPts val="1400"/>
              <a:buChar char="■"/>
              <a:defRPr/>
            </a:lvl6pPr>
            <a:lvl7pPr marL="0" marR="0" lvl="6" indent="-88900" algn="l" rtl="0">
              <a:spcBef>
                <a:spcPts val="0"/>
              </a:spcBef>
              <a:spcAft>
                <a:spcPts val="0"/>
              </a:spcAft>
              <a:buSzPts val="1400"/>
              <a:buChar char="●"/>
              <a:defRPr/>
            </a:lvl7pPr>
            <a:lvl8pPr marL="0" marR="0" lvl="7" indent="-88900" algn="l" rtl="0">
              <a:spcBef>
                <a:spcPts val="0"/>
              </a:spcBef>
              <a:spcAft>
                <a:spcPts val="0"/>
              </a:spcAft>
              <a:buSzPts val="1400"/>
              <a:buChar char="○"/>
              <a:defRPr/>
            </a:lvl8pPr>
            <a:lvl9pPr marL="0" marR="0" lvl="8" indent="-88900" algn="l" rtl="0">
              <a:spcBef>
                <a:spcPts val="0"/>
              </a:spcBef>
              <a:spcAft>
                <a:spcPts val="0"/>
              </a:spcAft>
              <a:buSzPts val="14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8"/>
        <p:cNvGrpSpPr/>
        <p:nvPr/>
      </p:nvGrpSpPr>
      <p:grpSpPr>
        <a:xfrm>
          <a:off x="0" y="0"/>
          <a:ext cx="0" cy="0"/>
          <a:chOff x="0" y="0"/>
          <a:chExt cx="0" cy="0"/>
        </a:xfrm>
      </p:grpSpPr>
      <p:sp>
        <p:nvSpPr>
          <p:cNvPr id="39" name="Shape 39"/>
          <p:cNvSpPr txBox="1">
            <a:spLocks noGrp="1"/>
          </p:cNvSpPr>
          <p:nvPr>
            <p:ph type="dt" idx="10"/>
          </p:nvPr>
        </p:nvSpPr>
        <p:spPr>
          <a:xfrm>
            <a:off x="6172200" y="6172200"/>
            <a:ext cx="2514600" cy="365125"/>
          </a:xfrm>
          <a:prstGeom prst="rect">
            <a:avLst/>
          </a:prstGeom>
          <a:noFill/>
          <a:ln>
            <a:noFill/>
          </a:ln>
        </p:spPr>
        <p:txBody>
          <a:bodyPr spcFirstLastPara="1" wrap="square" lIns="91425" tIns="91425" rIns="91425" bIns="91425" anchor="ctr" anchorCtr="0"/>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40" name="Shape 40"/>
          <p:cNvSpPr txBox="1">
            <a:spLocks noGrp="1"/>
          </p:cNvSpPr>
          <p:nvPr>
            <p:ph type="ftr" idx="11"/>
          </p:nvPr>
        </p:nvSpPr>
        <p:spPr>
          <a:xfrm>
            <a:off x="457199" y="6172200"/>
            <a:ext cx="3352801" cy="365125"/>
          </a:xfrm>
          <a:prstGeom prst="rect">
            <a:avLst/>
          </a:prstGeom>
          <a:noFill/>
          <a:ln>
            <a:noFill/>
          </a:ln>
        </p:spPr>
        <p:txBody>
          <a:bodyPr spcFirstLastPara="1" wrap="square" lIns="91425" tIns="91425" rIns="91425" bIns="91425" anchor="ctr"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41" name="Shape 41"/>
          <p:cNvSpPr txBox="1">
            <a:spLocks noGrp="1"/>
          </p:cNvSpPr>
          <p:nvPr>
            <p:ph type="sldNum" idx="12"/>
          </p:nvPr>
        </p:nvSpPr>
        <p:spPr>
          <a:xfrm>
            <a:off x="3810000" y="6172200"/>
            <a:ext cx="1828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1" i="0" u="none" strike="noStrike" cap="none">
                <a:solidFill>
                  <a:srgbClr val="7F7F7F"/>
                </a:solidFill>
                <a:latin typeface="Trebuchet MS"/>
                <a:ea typeface="Trebuchet MS"/>
                <a:cs typeface="Trebuchet MS"/>
                <a:sym typeface="Trebuchet MS"/>
              </a:defRPr>
            </a:lvl1pPr>
            <a:lvl2pPr marL="0" marR="0" lvl="1" indent="0" algn="ctr" rtl="0">
              <a:spcBef>
                <a:spcPts val="0"/>
              </a:spcBef>
              <a:buNone/>
              <a:defRPr sz="1200" b="1" i="0" u="none" strike="noStrike" cap="none">
                <a:solidFill>
                  <a:srgbClr val="7F7F7F"/>
                </a:solidFill>
                <a:latin typeface="Trebuchet MS"/>
                <a:ea typeface="Trebuchet MS"/>
                <a:cs typeface="Trebuchet MS"/>
                <a:sym typeface="Trebuchet MS"/>
              </a:defRPr>
            </a:lvl2pPr>
            <a:lvl3pPr marL="0" marR="0" lvl="2" indent="0" algn="ctr" rtl="0">
              <a:spcBef>
                <a:spcPts val="0"/>
              </a:spcBef>
              <a:buNone/>
              <a:defRPr sz="1200" b="1" i="0" u="none" strike="noStrike" cap="none">
                <a:solidFill>
                  <a:srgbClr val="7F7F7F"/>
                </a:solidFill>
                <a:latin typeface="Trebuchet MS"/>
                <a:ea typeface="Trebuchet MS"/>
                <a:cs typeface="Trebuchet MS"/>
                <a:sym typeface="Trebuchet MS"/>
              </a:defRPr>
            </a:lvl3pPr>
            <a:lvl4pPr marL="0" marR="0" lvl="3" indent="0" algn="ctr" rtl="0">
              <a:spcBef>
                <a:spcPts val="0"/>
              </a:spcBef>
              <a:buNone/>
              <a:defRPr sz="1200" b="1" i="0" u="none" strike="noStrike" cap="none">
                <a:solidFill>
                  <a:srgbClr val="7F7F7F"/>
                </a:solidFill>
                <a:latin typeface="Trebuchet MS"/>
                <a:ea typeface="Trebuchet MS"/>
                <a:cs typeface="Trebuchet MS"/>
                <a:sym typeface="Trebuchet MS"/>
              </a:defRPr>
            </a:lvl4pPr>
            <a:lvl5pPr marL="0" marR="0" lvl="4" indent="0" algn="ctr" rtl="0">
              <a:spcBef>
                <a:spcPts val="0"/>
              </a:spcBef>
              <a:buNone/>
              <a:defRPr sz="1200" b="1" i="0" u="none" strike="noStrike" cap="none">
                <a:solidFill>
                  <a:srgbClr val="7F7F7F"/>
                </a:solidFill>
                <a:latin typeface="Trebuchet MS"/>
                <a:ea typeface="Trebuchet MS"/>
                <a:cs typeface="Trebuchet MS"/>
                <a:sym typeface="Trebuchet MS"/>
              </a:defRPr>
            </a:lvl5pPr>
            <a:lvl6pPr marL="0" marR="0" lvl="5" indent="0" algn="ctr" rtl="0">
              <a:spcBef>
                <a:spcPts val="0"/>
              </a:spcBef>
              <a:buNone/>
              <a:defRPr sz="1200" b="1" i="0" u="none" strike="noStrike" cap="none">
                <a:solidFill>
                  <a:srgbClr val="7F7F7F"/>
                </a:solidFill>
                <a:latin typeface="Trebuchet MS"/>
                <a:ea typeface="Trebuchet MS"/>
                <a:cs typeface="Trebuchet MS"/>
                <a:sym typeface="Trebuchet MS"/>
              </a:defRPr>
            </a:lvl6pPr>
            <a:lvl7pPr marL="0" marR="0" lvl="6" indent="0" algn="ctr" rtl="0">
              <a:spcBef>
                <a:spcPts val="0"/>
              </a:spcBef>
              <a:buNone/>
              <a:defRPr sz="1200" b="1" i="0" u="none" strike="noStrike" cap="none">
                <a:solidFill>
                  <a:srgbClr val="7F7F7F"/>
                </a:solidFill>
                <a:latin typeface="Trebuchet MS"/>
                <a:ea typeface="Trebuchet MS"/>
                <a:cs typeface="Trebuchet MS"/>
                <a:sym typeface="Trebuchet MS"/>
              </a:defRPr>
            </a:lvl7pPr>
            <a:lvl8pPr marL="0" marR="0" lvl="7" indent="0" algn="ctr" rtl="0">
              <a:spcBef>
                <a:spcPts val="0"/>
              </a:spcBef>
              <a:buNone/>
              <a:defRPr sz="1200" b="1" i="0" u="none" strike="noStrike" cap="none">
                <a:solidFill>
                  <a:srgbClr val="7F7F7F"/>
                </a:solidFill>
                <a:latin typeface="Trebuchet MS"/>
                <a:ea typeface="Trebuchet MS"/>
                <a:cs typeface="Trebuchet MS"/>
                <a:sym typeface="Trebuchet MS"/>
              </a:defRPr>
            </a:lvl8pPr>
            <a:lvl9pPr marL="0" marR="0" lvl="8" indent="0" algn="ctr" rtl="0">
              <a:spcBef>
                <a:spcPts val="0"/>
              </a:spcBef>
              <a:buNone/>
              <a:defRPr sz="1200" b="1" i="0" u="none" strike="noStrike" cap="none">
                <a:solidFill>
                  <a:srgbClr val="7F7F7F"/>
                </a:solidFill>
                <a:latin typeface="Trebuchet MS"/>
                <a:ea typeface="Trebuchet MS"/>
                <a:cs typeface="Trebuchet MS"/>
                <a:sym typeface="Trebuchet MS"/>
              </a:defRPr>
            </a:lvl9pPr>
          </a:lstStyle>
          <a:p>
            <a:pPr marL="0" lvl="0" indent="0">
              <a:spcBef>
                <a:spcPts val="0"/>
              </a:spcBef>
              <a:spcAft>
                <a:spcPts val="0"/>
              </a:spcAft>
              <a:buNone/>
            </a:pPr>
            <a:fld id="{00000000-1234-1234-1234-123412341234}" type="slidenum">
              <a:rPr lang="en-AU"/>
              <a:t>‹#›</a:t>
            </a:fld>
            <a:endParaRPr/>
          </a:p>
        </p:txBody>
      </p:sp>
      <p:sp>
        <p:nvSpPr>
          <p:cNvPr id="42" name="Shape 42"/>
          <p:cNvSpPr txBox="1">
            <a:spLocks noGrp="1"/>
          </p:cNvSpPr>
          <p:nvPr>
            <p:ph type="title"/>
          </p:nvPr>
        </p:nvSpPr>
        <p:spPr>
          <a:xfrm>
            <a:off x="1793289" y="4372168"/>
            <a:ext cx="6512511" cy="1143000"/>
          </a:xfrm>
          <a:prstGeom prst="rect">
            <a:avLst/>
          </a:prstGeom>
          <a:noFill/>
          <a:ln>
            <a:noFill/>
          </a:ln>
        </p:spPr>
        <p:txBody>
          <a:bodyPr spcFirstLastPara="1" wrap="square" lIns="91425" tIns="91425" rIns="91425" bIns="91425" anchor="t" anchorCtr="0"/>
          <a:lstStyle>
            <a:lvl1pPr marL="320040" lvl="0" indent="-35052" algn="r" rtl="0">
              <a:spcBef>
                <a:spcPts val="0"/>
              </a:spcBef>
              <a:spcAft>
                <a:spcPts val="0"/>
              </a:spcAft>
              <a:buClr>
                <a:srgbClr val="C3260C"/>
              </a:buClr>
              <a:buSzPts val="1400"/>
              <a:buFont typeface="Georgia"/>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43" name="Shape 43"/>
          <p:cNvSpPr txBox="1">
            <a:spLocks noGrp="1"/>
          </p:cNvSpPr>
          <p:nvPr>
            <p:ph type="body" idx="1"/>
          </p:nvPr>
        </p:nvSpPr>
        <p:spPr>
          <a:xfrm>
            <a:off x="1143000" y="731520"/>
            <a:ext cx="6400800" cy="3474720"/>
          </a:xfrm>
          <a:prstGeom prst="rect">
            <a:avLst/>
          </a:prstGeom>
          <a:noFill/>
          <a:ln>
            <a:noFill/>
          </a:ln>
        </p:spPr>
        <p:txBody>
          <a:bodyPr spcFirstLastPara="1" wrap="square" lIns="91425" tIns="91425" rIns="91425" bIns="91425" anchor="t" anchorCtr="0"/>
          <a:lstStyle>
            <a:lvl1pPr marL="457200" lvl="0" indent="-317500" algn="l" rtl="0">
              <a:spcBef>
                <a:spcPts val="440"/>
              </a:spcBef>
              <a:spcAft>
                <a:spcPts val="0"/>
              </a:spcAft>
              <a:buClr>
                <a:srgbClr val="C3260C"/>
              </a:buClr>
              <a:buSzPts val="1400"/>
              <a:buFont typeface="Georgia"/>
              <a:buChar char="*"/>
              <a:defRPr/>
            </a:lvl1pPr>
            <a:lvl2pPr marL="914400" lvl="1" indent="-317500" algn="l" rtl="0">
              <a:spcBef>
                <a:spcPts val="400"/>
              </a:spcBef>
              <a:spcAft>
                <a:spcPts val="0"/>
              </a:spcAft>
              <a:buClr>
                <a:srgbClr val="C3260C"/>
              </a:buClr>
              <a:buSzPts val="1400"/>
              <a:buFont typeface="Georgia"/>
              <a:buChar char="*"/>
              <a:defRPr/>
            </a:lvl2pPr>
            <a:lvl3pPr marL="1371600" lvl="2" indent="-317500" algn="l" rtl="0">
              <a:spcBef>
                <a:spcPts val="360"/>
              </a:spcBef>
              <a:spcAft>
                <a:spcPts val="0"/>
              </a:spcAft>
              <a:buClr>
                <a:srgbClr val="C3260C"/>
              </a:buClr>
              <a:buSzPts val="1400"/>
              <a:buFont typeface="Georgia"/>
              <a:buChar char="*"/>
              <a:defRPr/>
            </a:lvl3pPr>
            <a:lvl4pPr marL="1828800" lvl="3" indent="-317500" algn="l" rtl="0">
              <a:spcBef>
                <a:spcPts val="320"/>
              </a:spcBef>
              <a:spcAft>
                <a:spcPts val="0"/>
              </a:spcAft>
              <a:buClr>
                <a:srgbClr val="C3260C"/>
              </a:buClr>
              <a:buSzPts val="1400"/>
              <a:buFont typeface="Georgia"/>
              <a:buChar char="*"/>
              <a:defRPr/>
            </a:lvl4pPr>
            <a:lvl5pPr marL="2286000" lvl="4" indent="-317500" algn="l" rtl="0">
              <a:spcBef>
                <a:spcPts val="300"/>
              </a:spcBef>
              <a:spcAft>
                <a:spcPts val="0"/>
              </a:spcAft>
              <a:buClr>
                <a:srgbClr val="C3260C"/>
              </a:buClr>
              <a:buSzPts val="1400"/>
              <a:buFont typeface="Georgia"/>
              <a:buChar char="*"/>
              <a:defRPr/>
            </a:lvl5pPr>
            <a:lvl6pPr marL="2743200" lvl="5" indent="-317500" algn="l" rtl="0">
              <a:spcBef>
                <a:spcPts val="300"/>
              </a:spcBef>
              <a:spcAft>
                <a:spcPts val="0"/>
              </a:spcAft>
              <a:buClr>
                <a:srgbClr val="C3260C"/>
              </a:buClr>
              <a:buSzPts val="1400"/>
              <a:buFont typeface="Georgia"/>
              <a:buChar char="*"/>
              <a:defRPr/>
            </a:lvl6pPr>
            <a:lvl7pPr marL="3200400" lvl="6" indent="-317500" algn="l" rtl="0">
              <a:spcBef>
                <a:spcPts val="300"/>
              </a:spcBef>
              <a:spcAft>
                <a:spcPts val="0"/>
              </a:spcAft>
              <a:buClr>
                <a:srgbClr val="C3260C"/>
              </a:buClr>
              <a:buSzPts val="1400"/>
              <a:buFont typeface="Georgia"/>
              <a:buChar char="*"/>
              <a:defRPr/>
            </a:lvl7pPr>
            <a:lvl8pPr marL="3657600" lvl="7" indent="-317500" algn="l" rtl="0">
              <a:spcBef>
                <a:spcPts val="300"/>
              </a:spcBef>
              <a:spcAft>
                <a:spcPts val="0"/>
              </a:spcAft>
              <a:buClr>
                <a:srgbClr val="C3260C"/>
              </a:buClr>
              <a:buSzPts val="1400"/>
              <a:buFont typeface="Georgia"/>
              <a:buChar char="*"/>
              <a:defRPr/>
            </a:lvl8pPr>
            <a:lvl9pPr marL="4114800" lvl="8" indent="-317500" algn="l" rtl="0">
              <a:spcBef>
                <a:spcPts val="300"/>
              </a:spcBef>
              <a:spcAft>
                <a:spcPts val="300"/>
              </a:spcAft>
              <a:buClr>
                <a:srgbClr val="C3260C"/>
              </a:buClr>
              <a:buSzPts val="1400"/>
              <a:buFont typeface="Georgia"/>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1"/>
        <p:cNvGrpSpPr/>
        <p:nvPr/>
      </p:nvGrpSpPr>
      <p:grpSpPr>
        <a:xfrm>
          <a:off x="0" y="0"/>
          <a:ext cx="0" cy="0"/>
          <a:chOff x="0" y="0"/>
          <a:chExt cx="0" cy="0"/>
        </a:xfrm>
      </p:grpSpPr>
      <p:sp>
        <p:nvSpPr>
          <p:cNvPr id="52" name="Shape 52"/>
          <p:cNvSpPr txBox="1">
            <a:spLocks noGrp="1"/>
          </p:cNvSpPr>
          <p:nvPr>
            <p:ph type="dt" idx="10"/>
          </p:nvPr>
        </p:nvSpPr>
        <p:spPr>
          <a:xfrm>
            <a:off x="6172200" y="6172200"/>
            <a:ext cx="2514600" cy="365125"/>
          </a:xfrm>
          <a:prstGeom prst="rect">
            <a:avLst/>
          </a:prstGeom>
          <a:noFill/>
          <a:ln>
            <a:noFill/>
          </a:ln>
        </p:spPr>
        <p:txBody>
          <a:bodyPr spcFirstLastPara="1" wrap="square" lIns="91425" tIns="91425" rIns="91425" bIns="91425" anchor="ctr" anchorCtr="0"/>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53" name="Shape 53"/>
          <p:cNvSpPr txBox="1">
            <a:spLocks noGrp="1"/>
          </p:cNvSpPr>
          <p:nvPr>
            <p:ph type="ftr" idx="11"/>
          </p:nvPr>
        </p:nvSpPr>
        <p:spPr>
          <a:xfrm>
            <a:off x="457199" y="6172200"/>
            <a:ext cx="3352801" cy="365125"/>
          </a:xfrm>
          <a:prstGeom prst="rect">
            <a:avLst/>
          </a:prstGeom>
          <a:noFill/>
          <a:ln>
            <a:noFill/>
          </a:ln>
        </p:spPr>
        <p:txBody>
          <a:bodyPr spcFirstLastPara="1" wrap="square" lIns="91425" tIns="91425" rIns="91425" bIns="91425" anchor="ctr"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54" name="Shape 54"/>
          <p:cNvSpPr txBox="1">
            <a:spLocks noGrp="1"/>
          </p:cNvSpPr>
          <p:nvPr>
            <p:ph type="sldNum" idx="12"/>
          </p:nvPr>
        </p:nvSpPr>
        <p:spPr>
          <a:xfrm>
            <a:off x="3810000" y="6172200"/>
            <a:ext cx="1828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1" i="0" u="none" strike="noStrike" cap="none">
                <a:solidFill>
                  <a:srgbClr val="7F7F7F"/>
                </a:solidFill>
                <a:latin typeface="Trebuchet MS"/>
                <a:ea typeface="Trebuchet MS"/>
                <a:cs typeface="Trebuchet MS"/>
                <a:sym typeface="Trebuchet MS"/>
              </a:defRPr>
            </a:lvl1pPr>
            <a:lvl2pPr marL="0" marR="0" lvl="1" indent="0" algn="ctr" rtl="0">
              <a:spcBef>
                <a:spcPts val="0"/>
              </a:spcBef>
              <a:buNone/>
              <a:defRPr sz="1200" b="1" i="0" u="none" strike="noStrike" cap="none">
                <a:solidFill>
                  <a:srgbClr val="7F7F7F"/>
                </a:solidFill>
                <a:latin typeface="Trebuchet MS"/>
                <a:ea typeface="Trebuchet MS"/>
                <a:cs typeface="Trebuchet MS"/>
                <a:sym typeface="Trebuchet MS"/>
              </a:defRPr>
            </a:lvl2pPr>
            <a:lvl3pPr marL="0" marR="0" lvl="2" indent="0" algn="ctr" rtl="0">
              <a:spcBef>
                <a:spcPts val="0"/>
              </a:spcBef>
              <a:buNone/>
              <a:defRPr sz="1200" b="1" i="0" u="none" strike="noStrike" cap="none">
                <a:solidFill>
                  <a:srgbClr val="7F7F7F"/>
                </a:solidFill>
                <a:latin typeface="Trebuchet MS"/>
                <a:ea typeface="Trebuchet MS"/>
                <a:cs typeface="Trebuchet MS"/>
                <a:sym typeface="Trebuchet MS"/>
              </a:defRPr>
            </a:lvl3pPr>
            <a:lvl4pPr marL="0" marR="0" lvl="3" indent="0" algn="ctr" rtl="0">
              <a:spcBef>
                <a:spcPts val="0"/>
              </a:spcBef>
              <a:buNone/>
              <a:defRPr sz="1200" b="1" i="0" u="none" strike="noStrike" cap="none">
                <a:solidFill>
                  <a:srgbClr val="7F7F7F"/>
                </a:solidFill>
                <a:latin typeface="Trebuchet MS"/>
                <a:ea typeface="Trebuchet MS"/>
                <a:cs typeface="Trebuchet MS"/>
                <a:sym typeface="Trebuchet MS"/>
              </a:defRPr>
            </a:lvl4pPr>
            <a:lvl5pPr marL="0" marR="0" lvl="4" indent="0" algn="ctr" rtl="0">
              <a:spcBef>
                <a:spcPts val="0"/>
              </a:spcBef>
              <a:buNone/>
              <a:defRPr sz="1200" b="1" i="0" u="none" strike="noStrike" cap="none">
                <a:solidFill>
                  <a:srgbClr val="7F7F7F"/>
                </a:solidFill>
                <a:latin typeface="Trebuchet MS"/>
                <a:ea typeface="Trebuchet MS"/>
                <a:cs typeface="Trebuchet MS"/>
                <a:sym typeface="Trebuchet MS"/>
              </a:defRPr>
            </a:lvl5pPr>
            <a:lvl6pPr marL="0" marR="0" lvl="5" indent="0" algn="ctr" rtl="0">
              <a:spcBef>
                <a:spcPts val="0"/>
              </a:spcBef>
              <a:buNone/>
              <a:defRPr sz="1200" b="1" i="0" u="none" strike="noStrike" cap="none">
                <a:solidFill>
                  <a:srgbClr val="7F7F7F"/>
                </a:solidFill>
                <a:latin typeface="Trebuchet MS"/>
                <a:ea typeface="Trebuchet MS"/>
                <a:cs typeface="Trebuchet MS"/>
                <a:sym typeface="Trebuchet MS"/>
              </a:defRPr>
            </a:lvl6pPr>
            <a:lvl7pPr marL="0" marR="0" lvl="6" indent="0" algn="ctr" rtl="0">
              <a:spcBef>
                <a:spcPts val="0"/>
              </a:spcBef>
              <a:buNone/>
              <a:defRPr sz="1200" b="1" i="0" u="none" strike="noStrike" cap="none">
                <a:solidFill>
                  <a:srgbClr val="7F7F7F"/>
                </a:solidFill>
                <a:latin typeface="Trebuchet MS"/>
                <a:ea typeface="Trebuchet MS"/>
                <a:cs typeface="Trebuchet MS"/>
                <a:sym typeface="Trebuchet MS"/>
              </a:defRPr>
            </a:lvl7pPr>
            <a:lvl8pPr marL="0" marR="0" lvl="7" indent="0" algn="ctr" rtl="0">
              <a:spcBef>
                <a:spcPts val="0"/>
              </a:spcBef>
              <a:buNone/>
              <a:defRPr sz="1200" b="1" i="0" u="none" strike="noStrike" cap="none">
                <a:solidFill>
                  <a:srgbClr val="7F7F7F"/>
                </a:solidFill>
                <a:latin typeface="Trebuchet MS"/>
                <a:ea typeface="Trebuchet MS"/>
                <a:cs typeface="Trebuchet MS"/>
                <a:sym typeface="Trebuchet MS"/>
              </a:defRPr>
            </a:lvl8pPr>
            <a:lvl9pPr marL="0" marR="0" lvl="8" indent="0" algn="ctr" rtl="0">
              <a:spcBef>
                <a:spcPts val="0"/>
              </a:spcBef>
              <a:buNone/>
              <a:defRPr sz="1200" b="1" i="0" u="none" strike="noStrike" cap="none">
                <a:solidFill>
                  <a:srgbClr val="7F7F7F"/>
                </a:solidFill>
                <a:latin typeface="Trebuchet MS"/>
                <a:ea typeface="Trebuchet MS"/>
                <a:cs typeface="Trebuchet MS"/>
                <a:sym typeface="Trebuchet MS"/>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5"/>
        <p:cNvGrpSpPr/>
        <p:nvPr/>
      </p:nvGrpSpPr>
      <p:grpSpPr>
        <a:xfrm>
          <a:off x="0" y="0"/>
          <a:ext cx="0" cy="0"/>
          <a:chOff x="0" y="0"/>
          <a:chExt cx="0" cy="0"/>
        </a:xfrm>
      </p:grpSpPr>
      <p:sp>
        <p:nvSpPr>
          <p:cNvPr id="56" name="Shape 56"/>
          <p:cNvSpPr/>
          <p:nvPr/>
        </p:nvSpPr>
        <p:spPr>
          <a:xfrm>
            <a:off x="0" y="3866920"/>
            <a:ext cx="9144000" cy="2991080"/>
          </a:xfrm>
          <a:prstGeom prst="rect">
            <a:avLst/>
          </a:prstGeom>
          <a:gradFill>
            <a:gsLst>
              <a:gs pos="0">
                <a:srgbClr val="FFFFFF">
                  <a:alpha val="91764"/>
                </a:srgbClr>
              </a:gs>
              <a:gs pos="37000">
                <a:srgbClr val="FFFFFF">
                  <a:alpha val="76862"/>
                </a:srgbClr>
              </a:gs>
              <a:gs pos="100000">
                <a:srgbClr val="B4DCFA">
                  <a:alpha val="80000"/>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57" name="Shape 57"/>
          <p:cNvSpPr/>
          <p:nvPr/>
        </p:nvSpPr>
        <p:spPr>
          <a:xfrm>
            <a:off x="0" y="0"/>
            <a:ext cx="9144000" cy="3866920"/>
          </a:xfrm>
          <a:prstGeom prst="rect">
            <a:avLst/>
          </a:prstGeom>
          <a:gradFill>
            <a:gsLst>
              <a:gs pos="0">
                <a:srgbClr val="FFFFFF">
                  <a:alpha val="89803"/>
                </a:srgbClr>
              </a:gs>
              <a:gs pos="48000">
                <a:srgbClr val="FFFFFF">
                  <a:alpha val="62745"/>
                </a:srgbClr>
              </a:gs>
              <a:gs pos="100000">
                <a:srgbClr val="B4DCFA">
                  <a:alpha val="80000"/>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58" name="Shape 58"/>
          <p:cNvSpPr/>
          <p:nvPr/>
        </p:nvSpPr>
        <p:spPr>
          <a:xfrm>
            <a:off x="0" y="2652311"/>
            <a:ext cx="9144000" cy="2286000"/>
          </a:xfrm>
          <a:prstGeom prst="rect">
            <a:avLst/>
          </a:prstGeom>
          <a:gradFill>
            <a:gsLst>
              <a:gs pos="0">
                <a:srgbClr val="FFFFFF">
                  <a:alpha val="0"/>
                </a:srgbClr>
              </a:gs>
              <a:gs pos="29000">
                <a:srgbClr val="FFFFFF">
                  <a:alpha val="29803"/>
                </a:srgbClr>
              </a:gs>
              <a:gs pos="45000">
                <a:srgbClr val="B4DCFA">
                  <a:alpha val="40000"/>
                </a:srgbClr>
              </a:gs>
              <a:gs pos="55000">
                <a:srgbClr val="FFFFFF">
                  <a:alpha val="25882"/>
                </a:srgbClr>
              </a:gs>
              <a:gs pos="65000">
                <a:srgbClr val="B4DCFA">
                  <a:alpha val="60000"/>
                </a:srgbClr>
              </a:gs>
              <a:gs pos="100000">
                <a:srgbClr val="FFFFFF">
                  <a:alpha val="0"/>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59" name="Shape 59"/>
          <p:cNvSpPr/>
          <p:nvPr/>
        </p:nvSpPr>
        <p:spPr>
          <a:xfrm>
            <a:off x="0" y="1600200"/>
            <a:ext cx="9144000" cy="5105400"/>
          </a:xfrm>
          <a:prstGeom prst="ellipse">
            <a:avLst/>
          </a:prstGeom>
          <a:gradFill>
            <a:gsLst>
              <a:gs pos="0">
                <a:schemeClr val="lt1"/>
              </a:gs>
              <a:gs pos="54000">
                <a:srgbClr val="FFFFFF">
                  <a:alpha val="0"/>
                </a:srgbClr>
              </a:gs>
              <a:gs pos="100000">
                <a:srgbClr val="FFFFFF">
                  <a:alpha val="0"/>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60" name="Shape 60"/>
          <p:cNvSpPr txBox="1">
            <a:spLocks noGrp="1"/>
          </p:cNvSpPr>
          <p:nvPr>
            <p:ph type="title"/>
          </p:nvPr>
        </p:nvSpPr>
        <p:spPr>
          <a:xfrm>
            <a:off x="2033195" y="2172648"/>
            <a:ext cx="5966666" cy="2423346"/>
          </a:xfrm>
          <a:prstGeom prst="rect">
            <a:avLst/>
          </a:prstGeom>
          <a:noFill/>
          <a:ln>
            <a:noFill/>
          </a:ln>
        </p:spPr>
        <p:txBody>
          <a:bodyPr spcFirstLastPara="1" wrap="square" lIns="91425" tIns="91425" rIns="91425" bIns="91425" anchor="b" anchorCtr="0"/>
          <a:lstStyle>
            <a:lvl1pPr lvl="0" algn="r"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61" name="Shape 61"/>
          <p:cNvSpPr txBox="1">
            <a:spLocks noGrp="1"/>
          </p:cNvSpPr>
          <p:nvPr>
            <p:ph type="body" idx="1"/>
          </p:nvPr>
        </p:nvSpPr>
        <p:spPr>
          <a:xfrm>
            <a:off x="2022438" y="4607511"/>
            <a:ext cx="5970494" cy="835460"/>
          </a:xfrm>
          <a:prstGeom prst="rect">
            <a:avLst/>
          </a:prstGeom>
          <a:noFill/>
          <a:ln>
            <a:noFill/>
          </a:ln>
        </p:spPr>
        <p:txBody>
          <a:bodyPr spcFirstLastPara="1" wrap="square" lIns="91425" tIns="91425" rIns="91425" bIns="91425" anchor="t" anchorCtr="0"/>
          <a:lstStyle>
            <a:lvl1pPr marL="457200" lvl="0" indent="-228600" algn="r" rtl="0">
              <a:spcBef>
                <a:spcPts val="440"/>
              </a:spcBef>
              <a:spcAft>
                <a:spcPts val="0"/>
              </a:spcAft>
              <a:buClr>
                <a:schemeClr val="dk2"/>
              </a:buClr>
              <a:buSzPts val="1400"/>
              <a:buFont typeface="Trebuchet MS"/>
              <a:buNone/>
              <a:defRPr/>
            </a:lvl1pPr>
            <a:lvl2pPr marL="914400" lvl="1" indent="-228600" rtl="0">
              <a:spcBef>
                <a:spcPts val="400"/>
              </a:spcBef>
              <a:spcAft>
                <a:spcPts val="0"/>
              </a:spcAft>
              <a:buClr>
                <a:srgbClr val="888888"/>
              </a:buClr>
              <a:buSzPts val="1400"/>
              <a:buFont typeface="Trebuchet MS"/>
              <a:buNone/>
              <a:defRPr/>
            </a:lvl2pPr>
            <a:lvl3pPr marL="1371600" lvl="2" indent="-228600" rtl="0">
              <a:spcBef>
                <a:spcPts val="360"/>
              </a:spcBef>
              <a:spcAft>
                <a:spcPts val="0"/>
              </a:spcAft>
              <a:buClr>
                <a:srgbClr val="888888"/>
              </a:buClr>
              <a:buSzPts val="1400"/>
              <a:buFont typeface="Trebuchet MS"/>
              <a:buNone/>
              <a:defRPr/>
            </a:lvl3pPr>
            <a:lvl4pPr marL="1828800" lvl="3" indent="-228600" rtl="0">
              <a:spcBef>
                <a:spcPts val="320"/>
              </a:spcBef>
              <a:spcAft>
                <a:spcPts val="0"/>
              </a:spcAft>
              <a:buClr>
                <a:srgbClr val="888888"/>
              </a:buClr>
              <a:buSzPts val="1400"/>
              <a:buFont typeface="Trebuchet MS"/>
              <a:buNone/>
              <a:defRPr/>
            </a:lvl4pPr>
            <a:lvl5pPr marL="2286000" lvl="4" indent="-228600" rtl="0">
              <a:spcBef>
                <a:spcPts val="300"/>
              </a:spcBef>
              <a:spcAft>
                <a:spcPts val="0"/>
              </a:spcAft>
              <a:buClr>
                <a:srgbClr val="888888"/>
              </a:buClr>
              <a:buSzPts val="1400"/>
              <a:buFont typeface="Trebuchet MS"/>
              <a:buNone/>
              <a:defRPr/>
            </a:lvl5pPr>
            <a:lvl6pPr marL="2743200" lvl="5" indent="-228600" rtl="0">
              <a:spcBef>
                <a:spcPts val="300"/>
              </a:spcBef>
              <a:spcAft>
                <a:spcPts val="0"/>
              </a:spcAft>
              <a:buClr>
                <a:srgbClr val="888888"/>
              </a:buClr>
              <a:buSzPts val="1400"/>
              <a:buFont typeface="Trebuchet MS"/>
              <a:buNone/>
              <a:defRPr/>
            </a:lvl6pPr>
            <a:lvl7pPr marL="3200400" lvl="6" indent="-228600" rtl="0">
              <a:spcBef>
                <a:spcPts val="300"/>
              </a:spcBef>
              <a:spcAft>
                <a:spcPts val="0"/>
              </a:spcAft>
              <a:buClr>
                <a:srgbClr val="888888"/>
              </a:buClr>
              <a:buSzPts val="1400"/>
              <a:buFont typeface="Trebuchet MS"/>
              <a:buNone/>
              <a:defRPr/>
            </a:lvl7pPr>
            <a:lvl8pPr marL="3657600" lvl="7" indent="-228600" rtl="0">
              <a:spcBef>
                <a:spcPts val="300"/>
              </a:spcBef>
              <a:spcAft>
                <a:spcPts val="0"/>
              </a:spcAft>
              <a:buClr>
                <a:srgbClr val="888888"/>
              </a:buClr>
              <a:buSzPts val="1400"/>
              <a:buFont typeface="Trebuchet MS"/>
              <a:buNone/>
              <a:defRPr/>
            </a:lvl8pPr>
            <a:lvl9pPr marL="4114800" lvl="8" indent="-228600" rtl="0">
              <a:spcBef>
                <a:spcPts val="300"/>
              </a:spcBef>
              <a:spcAft>
                <a:spcPts val="300"/>
              </a:spcAft>
              <a:buClr>
                <a:srgbClr val="888888"/>
              </a:buClr>
              <a:buSzPts val="1400"/>
              <a:buFont typeface="Trebuchet MS"/>
              <a:buNone/>
              <a:defRPr/>
            </a:lvl9pPr>
          </a:lstStyle>
          <a:p>
            <a:endParaRPr/>
          </a:p>
        </p:txBody>
      </p:sp>
      <p:sp>
        <p:nvSpPr>
          <p:cNvPr id="62" name="Shape 62"/>
          <p:cNvSpPr txBox="1">
            <a:spLocks noGrp="1"/>
          </p:cNvSpPr>
          <p:nvPr>
            <p:ph type="dt" idx="10"/>
          </p:nvPr>
        </p:nvSpPr>
        <p:spPr>
          <a:xfrm>
            <a:off x="6172200" y="6172200"/>
            <a:ext cx="2514600" cy="365125"/>
          </a:xfrm>
          <a:prstGeom prst="rect">
            <a:avLst/>
          </a:prstGeom>
          <a:noFill/>
          <a:ln>
            <a:noFill/>
          </a:ln>
        </p:spPr>
        <p:txBody>
          <a:bodyPr spcFirstLastPara="1" wrap="square" lIns="91425" tIns="91425" rIns="91425" bIns="91425" anchor="ctr" anchorCtr="0"/>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63" name="Shape 63"/>
          <p:cNvSpPr txBox="1">
            <a:spLocks noGrp="1"/>
          </p:cNvSpPr>
          <p:nvPr>
            <p:ph type="ftr" idx="11"/>
          </p:nvPr>
        </p:nvSpPr>
        <p:spPr>
          <a:xfrm>
            <a:off x="457199" y="6172200"/>
            <a:ext cx="3352801" cy="365125"/>
          </a:xfrm>
          <a:prstGeom prst="rect">
            <a:avLst/>
          </a:prstGeom>
          <a:noFill/>
          <a:ln>
            <a:noFill/>
          </a:ln>
        </p:spPr>
        <p:txBody>
          <a:bodyPr spcFirstLastPara="1" wrap="square" lIns="91425" tIns="91425" rIns="91425" bIns="91425" anchor="ctr"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64" name="Shape 64"/>
          <p:cNvSpPr txBox="1">
            <a:spLocks noGrp="1"/>
          </p:cNvSpPr>
          <p:nvPr>
            <p:ph type="sldNum" idx="12"/>
          </p:nvPr>
        </p:nvSpPr>
        <p:spPr>
          <a:xfrm>
            <a:off x="3810000" y="6172200"/>
            <a:ext cx="1828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1" i="0" u="none" strike="noStrike" cap="none">
                <a:solidFill>
                  <a:srgbClr val="7F7F7F"/>
                </a:solidFill>
                <a:latin typeface="Trebuchet MS"/>
                <a:ea typeface="Trebuchet MS"/>
                <a:cs typeface="Trebuchet MS"/>
                <a:sym typeface="Trebuchet MS"/>
              </a:defRPr>
            </a:lvl1pPr>
            <a:lvl2pPr marL="0" marR="0" lvl="1" indent="0" algn="ctr" rtl="0">
              <a:spcBef>
                <a:spcPts val="0"/>
              </a:spcBef>
              <a:buNone/>
              <a:defRPr sz="1200" b="1" i="0" u="none" strike="noStrike" cap="none">
                <a:solidFill>
                  <a:srgbClr val="7F7F7F"/>
                </a:solidFill>
                <a:latin typeface="Trebuchet MS"/>
                <a:ea typeface="Trebuchet MS"/>
                <a:cs typeface="Trebuchet MS"/>
                <a:sym typeface="Trebuchet MS"/>
              </a:defRPr>
            </a:lvl2pPr>
            <a:lvl3pPr marL="0" marR="0" lvl="2" indent="0" algn="ctr" rtl="0">
              <a:spcBef>
                <a:spcPts val="0"/>
              </a:spcBef>
              <a:buNone/>
              <a:defRPr sz="1200" b="1" i="0" u="none" strike="noStrike" cap="none">
                <a:solidFill>
                  <a:srgbClr val="7F7F7F"/>
                </a:solidFill>
                <a:latin typeface="Trebuchet MS"/>
                <a:ea typeface="Trebuchet MS"/>
                <a:cs typeface="Trebuchet MS"/>
                <a:sym typeface="Trebuchet MS"/>
              </a:defRPr>
            </a:lvl3pPr>
            <a:lvl4pPr marL="0" marR="0" lvl="3" indent="0" algn="ctr" rtl="0">
              <a:spcBef>
                <a:spcPts val="0"/>
              </a:spcBef>
              <a:buNone/>
              <a:defRPr sz="1200" b="1" i="0" u="none" strike="noStrike" cap="none">
                <a:solidFill>
                  <a:srgbClr val="7F7F7F"/>
                </a:solidFill>
                <a:latin typeface="Trebuchet MS"/>
                <a:ea typeface="Trebuchet MS"/>
                <a:cs typeface="Trebuchet MS"/>
                <a:sym typeface="Trebuchet MS"/>
              </a:defRPr>
            </a:lvl4pPr>
            <a:lvl5pPr marL="0" marR="0" lvl="4" indent="0" algn="ctr" rtl="0">
              <a:spcBef>
                <a:spcPts val="0"/>
              </a:spcBef>
              <a:buNone/>
              <a:defRPr sz="1200" b="1" i="0" u="none" strike="noStrike" cap="none">
                <a:solidFill>
                  <a:srgbClr val="7F7F7F"/>
                </a:solidFill>
                <a:latin typeface="Trebuchet MS"/>
                <a:ea typeface="Trebuchet MS"/>
                <a:cs typeface="Trebuchet MS"/>
                <a:sym typeface="Trebuchet MS"/>
              </a:defRPr>
            </a:lvl5pPr>
            <a:lvl6pPr marL="0" marR="0" lvl="5" indent="0" algn="ctr" rtl="0">
              <a:spcBef>
                <a:spcPts val="0"/>
              </a:spcBef>
              <a:buNone/>
              <a:defRPr sz="1200" b="1" i="0" u="none" strike="noStrike" cap="none">
                <a:solidFill>
                  <a:srgbClr val="7F7F7F"/>
                </a:solidFill>
                <a:latin typeface="Trebuchet MS"/>
                <a:ea typeface="Trebuchet MS"/>
                <a:cs typeface="Trebuchet MS"/>
                <a:sym typeface="Trebuchet MS"/>
              </a:defRPr>
            </a:lvl6pPr>
            <a:lvl7pPr marL="0" marR="0" lvl="6" indent="0" algn="ctr" rtl="0">
              <a:spcBef>
                <a:spcPts val="0"/>
              </a:spcBef>
              <a:buNone/>
              <a:defRPr sz="1200" b="1" i="0" u="none" strike="noStrike" cap="none">
                <a:solidFill>
                  <a:srgbClr val="7F7F7F"/>
                </a:solidFill>
                <a:latin typeface="Trebuchet MS"/>
                <a:ea typeface="Trebuchet MS"/>
                <a:cs typeface="Trebuchet MS"/>
                <a:sym typeface="Trebuchet MS"/>
              </a:defRPr>
            </a:lvl7pPr>
            <a:lvl8pPr marL="0" marR="0" lvl="7" indent="0" algn="ctr" rtl="0">
              <a:spcBef>
                <a:spcPts val="0"/>
              </a:spcBef>
              <a:buNone/>
              <a:defRPr sz="1200" b="1" i="0" u="none" strike="noStrike" cap="none">
                <a:solidFill>
                  <a:srgbClr val="7F7F7F"/>
                </a:solidFill>
                <a:latin typeface="Trebuchet MS"/>
                <a:ea typeface="Trebuchet MS"/>
                <a:cs typeface="Trebuchet MS"/>
                <a:sym typeface="Trebuchet MS"/>
              </a:defRPr>
            </a:lvl8pPr>
            <a:lvl9pPr marL="0" marR="0" lvl="8" indent="0" algn="ctr" rtl="0">
              <a:spcBef>
                <a:spcPts val="0"/>
              </a:spcBef>
              <a:buNone/>
              <a:defRPr sz="1200" b="1" i="0" u="none" strike="noStrike" cap="none">
                <a:solidFill>
                  <a:srgbClr val="7F7F7F"/>
                </a:solidFill>
                <a:latin typeface="Trebuchet MS"/>
                <a:ea typeface="Trebuchet MS"/>
                <a:cs typeface="Trebuchet MS"/>
                <a:sym typeface="Trebuchet MS"/>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5"/>
        <p:cNvGrpSpPr/>
        <p:nvPr/>
      </p:nvGrpSpPr>
      <p:grpSpPr>
        <a:xfrm>
          <a:off x="0" y="0"/>
          <a:ext cx="0" cy="0"/>
          <a:chOff x="0" y="0"/>
          <a:chExt cx="0" cy="0"/>
        </a:xfrm>
      </p:grpSpPr>
      <p:sp>
        <p:nvSpPr>
          <p:cNvPr id="66" name="Shape 66"/>
          <p:cNvSpPr txBox="1">
            <a:spLocks noGrp="1"/>
          </p:cNvSpPr>
          <p:nvPr>
            <p:ph type="title"/>
          </p:nvPr>
        </p:nvSpPr>
        <p:spPr>
          <a:xfrm>
            <a:off x="1793289" y="4372168"/>
            <a:ext cx="6512511" cy="1143000"/>
          </a:xfrm>
          <a:prstGeom prst="rect">
            <a:avLst/>
          </a:prstGeom>
          <a:noFill/>
          <a:ln>
            <a:noFill/>
          </a:ln>
        </p:spPr>
        <p:txBody>
          <a:bodyPr spcFirstLastPara="1" wrap="square" lIns="91425" tIns="91425" rIns="91425" bIns="91425" anchor="t" anchorCtr="0"/>
          <a:lstStyle>
            <a:lvl1pPr marL="320040" lvl="0" indent="-35052" algn="r" rtl="0">
              <a:spcBef>
                <a:spcPts val="0"/>
              </a:spcBef>
              <a:spcAft>
                <a:spcPts val="0"/>
              </a:spcAft>
              <a:buClr>
                <a:srgbClr val="C3260C"/>
              </a:buClr>
              <a:buSzPts val="1400"/>
              <a:buFont typeface="Georgia"/>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67" name="Shape 67"/>
          <p:cNvSpPr txBox="1">
            <a:spLocks noGrp="1"/>
          </p:cNvSpPr>
          <p:nvPr>
            <p:ph type="dt" idx="10"/>
          </p:nvPr>
        </p:nvSpPr>
        <p:spPr>
          <a:xfrm>
            <a:off x="6172200" y="6172200"/>
            <a:ext cx="2514600" cy="365125"/>
          </a:xfrm>
          <a:prstGeom prst="rect">
            <a:avLst/>
          </a:prstGeom>
          <a:noFill/>
          <a:ln>
            <a:noFill/>
          </a:ln>
        </p:spPr>
        <p:txBody>
          <a:bodyPr spcFirstLastPara="1" wrap="square" lIns="91425" tIns="91425" rIns="91425" bIns="91425" anchor="ctr" anchorCtr="0"/>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68" name="Shape 68"/>
          <p:cNvSpPr txBox="1">
            <a:spLocks noGrp="1"/>
          </p:cNvSpPr>
          <p:nvPr>
            <p:ph type="ftr" idx="11"/>
          </p:nvPr>
        </p:nvSpPr>
        <p:spPr>
          <a:xfrm>
            <a:off x="457199" y="6172200"/>
            <a:ext cx="3352801" cy="365125"/>
          </a:xfrm>
          <a:prstGeom prst="rect">
            <a:avLst/>
          </a:prstGeom>
          <a:noFill/>
          <a:ln>
            <a:noFill/>
          </a:ln>
        </p:spPr>
        <p:txBody>
          <a:bodyPr spcFirstLastPara="1" wrap="square" lIns="91425" tIns="91425" rIns="91425" bIns="91425" anchor="ctr"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69" name="Shape 69"/>
          <p:cNvSpPr txBox="1">
            <a:spLocks noGrp="1"/>
          </p:cNvSpPr>
          <p:nvPr>
            <p:ph type="sldNum" idx="12"/>
          </p:nvPr>
        </p:nvSpPr>
        <p:spPr>
          <a:xfrm>
            <a:off x="3810000" y="6172200"/>
            <a:ext cx="1828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1" i="0" u="none" strike="noStrike" cap="none">
                <a:solidFill>
                  <a:srgbClr val="7F7F7F"/>
                </a:solidFill>
                <a:latin typeface="Trebuchet MS"/>
                <a:ea typeface="Trebuchet MS"/>
                <a:cs typeface="Trebuchet MS"/>
                <a:sym typeface="Trebuchet MS"/>
              </a:defRPr>
            </a:lvl1pPr>
            <a:lvl2pPr marL="0" marR="0" lvl="1" indent="0" algn="ctr" rtl="0">
              <a:spcBef>
                <a:spcPts val="0"/>
              </a:spcBef>
              <a:buNone/>
              <a:defRPr sz="1200" b="1" i="0" u="none" strike="noStrike" cap="none">
                <a:solidFill>
                  <a:srgbClr val="7F7F7F"/>
                </a:solidFill>
                <a:latin typeface="Trebuchet MS"/>
                <a:ea typeface="Trebuchet MS"/>
                <a:cs typeface="Trebuchet MS"/>
                <a:sym typeface="Trebuchet MS"/>
              </a:defRPr>
            </a:lvl2pPr>
            <a:lvl3pPr marL="0" marR="0" lvl="2" indent="0" algn="ctr" rtl="0">
              <a:spcBef>
                <a:spcPts val="0"/>
              </a:spcBef>
              <a:buNone/>
              <a:defRPr sz="1200" b="1" i="0" u="none" strike="noStrike" cap="none">
                <a:solidFill>
                  <a:srgbClr val="7F7F7F"/>
                </a:solidFill>
                <a:latin typeface="Trebuchet MS"/>
                <a:ea typeface="Trebuchet MS"/>
                <a:cs typeface="Trebuchet MS"/>
                <a:sym typeface="Trebuchet MS"/>
              </a:defRPr>
            </a:lvl3pPr>
            <a:lvl4pPr marL="0" marR="0" lvl="3" indent="0" algn="ctr" rtl="0">
              <a:spcBef>
                <a:spcPts val="0"/>
              </a:spcBef>
              <a:buNone/>
              <a:defRPr sz="1200" b="1" i="0" u="none" strike="noStrike" cap="none">
                <a:solidFill>
                  <a:srgbClr val="7F7F7F"/>
                </a:solidFill>
                <a:latin typeface="Trebuchet MS"/>
                <a:ea typeface="Trebuchet MS"/>
                <a:cs typeface="Trebuchet MS"/>
                <a:sym typeface="Trebuchet MS"/>
              </a:defRPr>
            </a:lvl4pPr>
            <a:lvl5pPr marL="0" marR="0" lvl="4" indent="0" algn="ctr" rtl="0">
              <a:spcBef>
                <a:spcPts val="0"/>
              </a:spcBef>
              <a:buNone/>
              <a:defRPr sz="1200" b="1" i="0" u="none" strike="noStrike" cap="none">
                <a:solidFill>
                  <a:srgbClr val="7F7F7F"/>
                </a:solidFill>
                <a:latin typeface="Trebuchet MS"/>
                <a:ea typeface="Trebuchet MS"/>
                <a:cs typeface="Trebuchet MS"/>
                <a:sym typeface="Trebuchet MS"/>
              </a:defRPr>
            </a:lvl5pPr>
            <a:lvl6pPr marL="0" marR="0" lvl="5" indent="0" algn="ctr" rtl="0">
              <a:spcBef>
                <a:spcPts val="0"/>
              </a:spcBef>
              <a:buNone/>
              <a:defRPr sz="1200" b="1" i="0" u="none" strike="noStrike" cap="none">
                <a:solidFill>
                  <a:srgbClr val="7F7F7F"/>
                </a:solidFill>
                <a:latin typeface="Trebuchet MS"/>
                <a:ea typeface="Trebuchet MS"/>
                <a:cs typeface="Trebuchet MS"/>
                <a:sym typeface="Trebuchet MS"/>
              </a:defRPr>
            </a:lvl6pPr>
            <a:lvl7pPr marL="0" marR="0" lvl="6" indent="0" algn="ctr" rtl="0">
              <a:spcBef>
                <a:spcPts val="0"/>
              </a:spcBef>
              <a:buNone/>
              <a:defRPr sz="1200" b="1" i="0" u="none" strike="noStrike" cap="none">
                <a:solidFill>
                  <a:srgbClr val="7F7F7F"/>
                </a:solidFill>
                <a:latin typeface="Trebuchet MS"/>
                <a:ea typeface="Trebuchet MS"/>
                <a:cs typeface="Trebuchet MS"/>
                <a:sym typeface="Trebuchet MS"/>
              </a:defRPr>
            </a:lvl7pPr>
            <a:lvl8pPr marL="0" marR="0" lvl="7" indent="0" algn="ctr" rtl="0">
              <a:spcBef>
                <a:spcPts val="0"/>
              </a:spcBef>
              <a:buNone/>
              <a:defRPr sz="1200" b="1" i="0" u="none" strike="noStrike" cap="none">
                <a:solidFill>
                  <a:srgbClr val="7F7F7F"/>
                </a:solidFill>
                <a:latin typeface="Trebuchet MS"/>
                <a:ea typeface="Trebuchet MS"/>
                <a:cs typeface="Trebuchet MS"/>
                <a:sym typeface="Trebuchet MS"/>
              </a:defRPr>
            </a:lvl8pPr>
            <a:lvl9pPr marL="0" marR="0" lvl="8" indent="0" algn="ctr" rtl="0">
              <a:spcBef>
                <a:spcPts val="0"/>
              </a:spcBef>
              <a:buNone/>
              <a:defRPr sz="1200" b="1" i="0" u="none" strike="noStrike" cap="none">
                <a:solidFill>
                  <a:srgbClr val="7F7F7F"/>
                </a:solidFill>
                <a:latin typeface="Trebuchet MS"/>
                <a:ea typeface="Trebuchet MS"/>
                <a:cs typeface="Trebuchet MS"/>
                <a:sym typeface="Trebuchet MS"/>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0"/>
        <p:cNvGrpSpPr/>
        <p:nvPr/>
      </p:nvGrpSpPr>
      <p:grpSpPr>
        <a:xfrm>
          <a:off x="0" y="0"/>
          <a:ext cx="0" cy="0"/>
          <a:chOff x="0" y="0"/>
          <a:chExt cx="0" cy="0"/>
        </a:xfrm>
      </p:grpSpPr>
      <p:sp>
        <p:nvSpPr>
          <p:cNvPr id="71" name="Shape 71"/>
          <p:cNvSpPr txBox="1">
            <a:spLocks noGrp="1"/>
          </p:cNvSpPr>
          <p:nvPr>
            <p:ph type="title"/>
          </p:nvPr>
        </p:nvSpPr>
        <p:spPr>
          <a:xfrm>
            <a:off x="839095" y="2209800"/>
            <a:ext cx="3636085" cy="1258493"/>
          </a:xfrm>
          <a:prstGeom prst="rect">
            <a:avLst/>
          </a:prstGeom>
          <a:noFill/>
          <a:ln>
            <a:noFill/>
          </a:ln>
        </p:spPr>
        <p:txBody>
          <a:bodyPr spcFirstLastPara="1" wrap="square" lIns="91425" tIns="91425" rIns="91425" bIns="91425" anchor="b" anchorCtr="0"/>
          <a:lstStyle>
            <a:lvl1pPr marL="228600" lvl="0" indent="-317500" algn="l"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72" name="Shape 72"/>
          <p:cNvSpPr txBox="1">
            <a:spLocks noGrp="1"/>
          </p:cNvSpPr>
          <p:nvPr>
            <p:ph type="body" idx="1"/>
          </p:nvPr>
        </p:nvSpPr>
        <p:spPr>
          <a:xfrm>
            <a:off x="4593515" y="731520"/>
            <a:ext cx="4017085" cy="4894730"/>
          </a:xfrm>
          <a:prstGeom prst="rect">
            <a:avLst/>
          </a:prstGeom>
          <a:noFill/>
          <a:ln>
            <a:noFill/>
          </a:ln>
        </p:spPr>
        <p:txBody>
          <a:bodyPr spcFirstLastPara="1" wrap="square" lIns="91425" tIns="91425" rIns="91425" bIns="91425" anchor="ctr" anchorCtr="0"/>
          <a:lstStyle>
            <a:lvl1pPr marL="457200" lvl="0" indent="-317500" rtl="0">
              <a:spcBef>
                <a:spcPts val="440"/>
              </a:spcBef>
              <a:spcAft>
                <a:spcPts val="0"/>
              </a:spcAft>
              <a:buSzPts val="1400"/>
              <a:buChar char="*"/>
              <a:defRPr/>
            </a:lvl1pPr>
            <a:lvl2pPr marL="914400" lvl="1" indent="-317500" rtl="0">
              <a:spcBef>
                <a:spcPts val="400"/>
              </a:spcBef>
              <a:spcAft>
                <a:spcPts val="0"/>
              </a:spcAft>
              <a:buSzPts val="1400"/>
              <a:buChar char="*"/>
              <a:defRPr/>
            </a:lvl2pPr>
            <a:lvl3pPr marL="1371600" lvl="2" indent="-317500" rtl="0">
              <a:spcBef>
                <a:spcPts val="360"/>
              </a:spcBef>
              <a:spcAft>
                <a:spcPts val="0"/>
              </a:spcAft>
              <a:buSzPts val="1400"/>
              <a:buChar char="*"/>
              <a:defRPr/>
            </a:lvl3pPr>
            <a:lvl4pPr marL="1828800" lvl="3" indent="-317500" rtl="0">
              <a:spcBef>
                <a:spcPts val="320"/>
              </a:spcBef>
              <a:spcAft>
                <a:spcPts val="0"/>
              </a:spcAft>
              <a:buSzPts val="1400"/>
              <a:buChar char="*"/>
              <a:defRPr/>
            </a:lvl4pPr>
            <a:lvl5pPr marL="2286000" lvl="4" indent="-317500" rtl="0">
              <a:spcBef>
                <a:spcPts val="300"/>
              </a:spcBef>
              <a:spcAft>
                <a:spcPts val="0"/>
              </a:spcAft>
              <a:buSzPts val="1400"/>
              <a:buChar char="*"/>
              <a:defRPr/>
            </a:lvl5pPr>
            <a:lvl6pPr marL="2743200" lvl="5" indent="-317500" rtl="0">
              <a:spcBef>
                <a:spcPts val="300"/>
              </a:spcBef>
              <a:spcAft>
                <a:spcPts val="0"/>
              </a:spcAft>
              <a:buSzPts val="1400"/>
              <a:buChar char="*"/>
              <a:defRPr/>
            </a:lvl6pPr>
            <a:lvl7pPr marL="3200400" lvl="6" indent="-317500" rtl="0">
              <a:spcBef>
                <a:spcPts val="300"/>
              </a:spcBef>
              <a:spcAft>
                <a:spcPts val="0"/>
              </a:spcAft>
              <a:buSzPts val="1400"/>
              <a:buChar char="*"/>
              <a:defRPr/>
            </a:lvl7pPr>
            <a:lvl8pPr marL="3657600" lvl="7" indent="-317500" rtl="0">
              <a:spcBef>
                <a:spcPts val="300"/>
              </a:spcBef>
              <a:spcAft>
                <a:spcPts val="0"/>
              </a:spcAft>
              <a:buSzPts val="1400"/>
              <a:buChar char="*"/>
              <a:defRPr/>
            </a:lvl8pPr>
            <a:lvl9pPr marL="4114800" lvl="8" indent="-317500" rtl="0">
              <a:spcBef>
                <a:spcPts val="300"/>
              </a:spcBef>
              <a:spcAft>
                <a:spcPts val="300"/>
              </a:spcAft>
              <a:buSzPts val="1400"/>
              <a:buChar char="*"/>
              <a:defRPr/>
            </a:lvl9pPr>
          </a:lstStyle>
          <a:p>
            <a:endParaRPr/>
          </a:p>
        </p:txBody>
      </p:sp>
      <p:sp>
        <p:nvSpPr>
          <p:cNvPr id="73" name="Shape 73"/>
          <p:cNvSpPr txBox="1">
            <a:spLocks noGrp="1"/>
          </p:cNvSpPr>
          <p:nvPr>
            <p:ph type="body" idx="2"/>
          </p:nvPr>
        </p:nvSpPr>
        <p:spPr>
          <a:xfrm>
            <a:off x="1075765" y="3497802"/>
            <a:ext cx="3388660" cy="2139518"/>
          </a:xfrm>
          <a:prstGeom prst="rect">
            <a:avLst/>
          </a:prstGeom>
          <a:noFill/>
          <a:ln>
            <a:noFill/>
          </a:ln>
        </p:spPr>
        <p:txBody>
          <a:bodyPr spcFirstLastPara="1" wrap="square" lIns="91425" tIns="91425" rIns="91425" bIns="91425" anchor="t" anchorCtr="0"/>
          <a:lstStyle>
            <a:lvl1pPr marL="457200" lvl="0" indent="-228600" rtl="0">
              <a:spcBef>
                <a:spcPts val="440"/>
              </a:spcBef>
              <a:spcAft>
                <a:spcPts val="0"/>
              </a:spcAft>
              <a:buSzPts val="1400"/>
              <a:buFont typeface="Trebuchet MS"/>
              <a:buNone/>
              <a:defRPr/>
            </a:lvl1pPr>
            <a:lvl2pPr marL="914400" lvl="1" indent="-228600" rtl="0">
              <a:spcBef>
                <a:spcPts val="400"/>
              </a:spcBef>
              <a:spcAft>
                <a:spcPts val="0"/>
              </a:spcAft>
              <a:buSzPts val="1400"/>
              <a:buFont typeface="Trebuchet MS"/>
              <a:buNone/>
              <a:defRPr/>
            </a:lvl2pPr>
            <a:lvl3pPr marL="1371600" lvl="2" indent="-228600" rtl="0">
              <a:spcBef>
                <a:spcPts val="360"/>
              </a:spcBef>
              <a:spcAft>
                <a:spcPts val="0"/>
              </a:spcAft>
              <a:buSzPts val="1400"/>
              <a:buFont typeface="Trebuchet MS"/>
              <a:buNone/>
              <a:defRPr/>
            </a:lvl3pPr>
            <a:lvl4pPr marL="1828800" lvl="3" indent="-228600" rtl="0">
              <a:spcBef>
                <a:spcPts val="320"/>
              </a:spcBef>
              <a:spcAft>
                <a:spcPts val="0"/>
              </a:spcAft>
              <a:buSzPts val="1400"/>
              <a:buFont typeface="Trebuchet MS"/>
              <a:buNone/>
              <a:defRPr/>
            </a:lvl4pPr>
            <a:lvl5pPr marL="2286000" lvl="4" indent="-228600" rtl="0">
              <a:spcBef>
                <a:spcPts val="300"/>
              </a:spcBef>
              <a:spcAft>
                <a:spcPts val="0"/>
              </a:spcAft>
              <a:buSzPts val="1400"/>
              <a:buFont typeface="Trebuchet MS"/>
              <a:buNone/>
              <a:defRPr/>
            </a:lvl5pPr>
            <a:lvl6pPr marL="2743200" lvl="5" indent="-228600" rtl="0">
              <a:spcBef>
                <a:spcPts val="300"/>
              </a:spcBef>
              <a:spcAft>
                <a:spcPts val="0"/>
              </a:spcAft>
              <a:buSzPts val="1400"/>
              <a:buFont typeface="Trebuchet MS"/>
              <a:buNone/>
              <a:defRPr/>
            </a:lvl6pPr>
            <a:lvl7pPr marL="3200400" lvl="6" indent="-228600" rtl="0">
              <a:spcBef>
                <a:spcPts val="300"/>
              </a:spcBef>
              <a:spcAft>
                <a:spcPts val="0"/>
              </a:spcAft>
              <a:buSzPts val="1400"/>
              <a:buFont typeface="Trebuchet MS"/>
              <a:buNone/>
              <a:defRPr/>
            </a:lvl7pPr>
            <a:lvl8pPr marL="3657600" lvl="7" indent="-228600" rtl="0">
              <a:spcBef>
                <a:spcPts val="300"/>
              </a:spcBef>
              <a:spcAft>
                <a:spcPts val="0"/>
              </a:spcAft>
              <a:buSzPts val="1400"/>
              <a:buFont typeface="Trebuchet MS"/>
              <a:buNone/>
              <a:defRPr/>
            </a:lvl8pPr>
            <a:lvl9pPr marL="4114800" lvl="8" indent="-228600" rtl="0">
              <a:spcBef>
                <a:spcPts val="300"/>
              </a:spcBef>
              <a:spcAft>
                <a:spcPts val="300"/>
              </a:spcAft>
              <a:buSzPts val="1400"/>
              <a:buFont typeface="Trebuchet MS"/>
              <a:buNone/>
              <a:defRPr/>
            </a:lvl9pPr>
          </a:lstStyle>
          <a:p>
            <a:endParaRPr/>
          </a:p>
        </p:txBody>
      </p:sp>
      <p:sp>
        <p:nvSpPr>
          <p:cNvPr id="74" name="Shape 74"/>
          <p:cNvSpPr txBox="1">
            <a:spLocks noGrp="1"/>
          </p:cNvSpPr>
          <p:nvPr>
            <p:ph type="dt" idx="10"/>
          </p:nvPr>
        </p:nvSpPr>
        <p:spPr>
          <a:xfrm>
            <a:off x="6172200" y="6172200"/>
            <a:ext cx="2514600" cy="365125"/>
          </a:xfrm>
          <a:prstGeom prst="rect">
            <a:avLst/>
          </a:prstGeom>
          <a:noFill/>
          <a:ln>
            <a:noFill/>
          </a:ln>
        </p:spPr>
        <p:txBody>
          <a:bodyPr spcFirstLastPara="1" wrap="square" lIns="91425" tIns="91425" rIns="91425" bIns="91425" anchor="ctr" anchorCtr="0"/>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75" name="Shape 75"/>
          <p:cNvSpPr txBox="1">
            <a:spLocks noGrp="1"/>
          </p:cNvSpPr>
          <p:nvPr>
            <p:ph type="ftr" idx="11"/>
          </p:nvPr>
        </p:nvSpPr>
        <p:spPr>
          <a:xfrm>
            <a:off x="457199" y="6172200"/>
            <a:ext cx="3352801" cy="365125"/>
          </a:xfrm>
          <a:prstGeom prst="rect">
            <a:avLst/>
          </a:prstGeom>
          <a:noFill/>
          <a:ln>
            <a:noFill/>
          </a:ln>
        </p:spPr>
        <p:txBody>
          <a:bodyPr spcFirstLastPara="1" wrap="square" lIns="91425" tIns="91425" rIns="91425" bIns="91425" anchor="ctr"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76" name="Shape 76"/>
          <p:cNvSpPr txBox="1">
            <a:spLocks noGrp="1"/>
          </p:cNvSpPr>
          <p:nvPr>
            <p:ph type="sldNum" idx="12"/>
          </p:nvPr>
        </p:nvSpPr>
        <p:spPr>
          <a:xfrm>
            <a:off x="3810000" y="6172200"/>
            <a:ext cx="1828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1" i="0" u="none" strike="noStrike" cap="none">
                <a:solidFill>
                  <a:srgbClr val="7F7F7F"/>
                </a:solidFill>
                <a:latin typeface="Trebuchet MS"/>
                <a:ea typeface="Trebuchet MS"/>
                <a:cs typeface="Trebuchet MS"/>
                <a:sym typeface="Trebuchet MS"/>
              </a:defRPr>
            </a:lvl1pPr>
            <a:lvl2pPr marL="0" marR="0" lvl="1" indent="0" algn="ctr" rtl="0">
              <a:spcBef>
                <a:spcPts val="0"/>
              </a:spcBef>
              <a:buNone/>
              <a:defRPr sz="1200" b="1" i="0" u="none" strike="noStrike" cap="none">
                <a:solidFill>
                  <a:srgbClr val="7F7F7F"/>
                </a:solidFill>
                <a:latin typeface="Trebuchet MS"/>
                <a:ea typeface="Trebuchet MS"/>
                <a:cs typeface="Trebuchet MS"/>
                <a:sym typeface="Trebuchet MS"/>
              </a:defRPr>
            </a:lvl2pPr>
            <a:lvl3pPr marL="0" marR="0" lvl="2" indent="0" algn="ctr" rtl="0">
              <a:spcBef>
                <a:spcPts val="0"/>
              </a:spcBef>
              <a:buNone/>
              <a:defRPr sz="1200" b="1" i="0" u="none" strike="noStrike" cap="none">
                <a:solidFill>
                  <a:srgbClr val="7F7F7F"/>
                </a:solidFill>
                <a:latin typeface="Trebuchet MS"/>
                <a:ea typeface="Trebuchet MS"/>
                <a:cs typeface="Trebuchet MS"/>
                <a:sym typeface="Trebuchet MS"/>
              </a:defRPr>
            </a:lvl3pPr>
            <a:lvl4pPr marL="0" marR="0" lvl="3" indent="0" algn="ctr" rtl="0">
              <a:spcBef>
                <a:spcPts val="0"/>
              </a:spcBef>
              <a:buNone/>
              <a:defRPr sz="1200" b="1" i="0" u="none" strike="noStrike" cap="none">
                <a:solidFill>
                  <a:srgbClr val="7F7F7F"/>
                </a:solidFill>
                <a:latin typeface="Trebuchet MS"/>
                <a:ea typeface="Trebuchet MS"/>
                <a:cs typeface="Trebuchet MS"/>
                <a:sym typeface="Trebuchet MS"/>
              </a:defRPr>
            </a:lvl4pPr>
            <a:lvl5pPr marL="0" marR="0" lvl="4" indent="0" algn="ctr" rtl="0">
              <a:spcBef>
                <a:spcPts val="0"/>
              </a:spcBef>
              <a:buNone/>
              <a:defRPr sz="1200" b="1" i="0" u="none" strike="noStrike" cap="none">
                <a:solidFill>
                  <a:srgbClr val="7F7F7F"/>
                </a:solidFill>
                <a:latin typeface="Trebuchet MS"/>
                <a:ea typeface="Trebuchet MS"/>
                <a:cs typeface="Trebuchet MS"/>
                <a:sym typeface="Trebuchet MS"/>
              </a:defRPr>
            </a:lvl5pPr>
            <a:lvl6pPr marL="0" marR="0" lvl="5" indent="0" algn="ctr" rtl="0">
              <a:spcBef>
                <a:spcPts val="0"/>
              </a:spcBef>
              <a:buNone/>
              <a:defRPr sz="1200" b="1" i="0" u="none" strike="noStrike" cap="none">
                <a:solidFill>
                  <a:srgbClr val="7F7F7F"/>
                </a:solidFill>
                <a:latin typeface="Trebuchet MS"/>
                <a:ea typeface="Trebuchet MS"/>
                <a:cs typeface="Trebuchet MS"/>
                <a:sym typeface="Trebuchet MS"/>
              </a:defRPr>
            </a:lvl6pPr>
            <a:lvl7pPr marL="0" marR="0" lvl="6" indent="0" algn="ctr" rtl="0">
              <a:spcBef>
                <a:spcPts val="0"/>
              </a:spcBef>
              <a:buNone/>
              <a:defRPr sz="1200" b="1" i="0" u="none" strike="noStrike" cap="none">
                <a:solidFill>
                  <a:srgbClr val="7F7F7F"/>
                </a:solidFill>
                <a:latin typeface="Trebuchet MS"/>
                <a:ea typeface="Trebuchet MS"/>
                <a:cs typeface="Trebuchet MS"/>
                <a:sym typeface="Trebuchet MS"/>
              </a:defRPr>
            </a:lvl7pPr>
            <a:lvl8pPr marL="0" marR="0" lvl="7" indent="0" algn="ctr" rtl="0">
              <a:spcBef>
                <a:spcPts val="0"/>
              </a:spcBef>
              <a:buNone/>
              <a:defRPr sz="1200" b="1" i="0" u="none" strike="noStrike" cap="none">
                <a:solidFill>
                  <a:srgbClr val="7F7F7F"/>
                </a:solidFill>
                <a:latin typeface="Trebuchet MS"/>
                <a:ea typeface="Trebuchet MS"/>
                <a:cs typeface="Trebuchet MS"/>
                <a:sym typeface="Trebuchet MS"/>
              </a:defRPr>
            </a:lvl8pPr>
            <a:lvl9pPr marL="0" marR="0" lvl="8" indent="0" algn="ctr" rtl="0">
              <a:spcBef>
                <a:spcPts val="0"/>
              </a:spcBef>
              <a:buNone/>
              <a:defRPr sz="1200" b="1" i="0" u="none" strike="noStrike" cap="none">
                <a:solidFill>
                  <a:srgbClr val="7F7F7F"/>
                </a:solidFill>
                <a:latin typeface="Trebuchet MS"/>
                <a:ea typeface="Trebuchet MS"/>
                <a:cs typeface="Trebuchet MS"/>
                <a:sym typeface="Trebuchet MS"/>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7"/>
        <p:cNvGrpSpPr/>
        <p:nvPr/>
      </p:nvGrpSpPr>
      <p:grpSpPr>
        <a:xfrm>
          <a:off x="0" y="0"/>
          <a:ext cx="0" cy="0"/>
          <a:chOff x="0" y="0"/>
          <a:chExt cx="0" cy="0"/>
        </a:xfrm>
      </p:grpSpPr>
      <p:sp>
        <p:nvSpPr>
          <p:cNvPr id="78" name="Shape 78"/>
          <p:cNvSpPr/>
          <p:nvPr/>
        </p:nvSpPr>
        <p:spPr>
          <a:xfrm>
            <a:off x="0" y="3866920"/>
            <a:ext cx="9144000" cy="2991080"/>
          </a:xfrm>
          <a:prstGeom prst="rect">
            <a:avLst/>
          </a:prstGeom>
          <a:gradFill>
            <a:gsLst>
              <a:gs pos="0">
                <a:srgbClr val="FFFFFF">
                  <a:alpha val="91764"/>
                </a:srgbClr>
              </a:gs>
              <a:gs pos="37000">
                <a:srgbClr val="FFFFFF">
                  <a:alpha val="76862"/>
                </a:srgbClr>
              </a:gs>
              <a:gs pos="100000">
                <a:srgbClr val="B4DCFA">
                  <a:alpha val="80000"/>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79" name="Shape 79"/>
          <p:cNvSpPr/>
          <p:nvPr/>
        </p:nvSpPr>
        <p:spPr>
          <a:xfrm>
            <a:off x="0" y="0"/>
            <a:ext cx="9144000" cy="3866920"/>
          </a:xfrm>
          <a:prstGeom prst="rect">
            <a:avLst/>
          </a:prstGeom>
          <a:gradFill>
            <a:gsLst>
              <a:gs pos="0">
                <a:srgbClr val="FFFFFF">
                  <a:alpha val="89803"/>
                </a:srgbClr>
              </a:gs>
              <a:gs pos="48000">
                <a:srgbClr val="FFFFFF">
                  <a:alpha val="62745"/>
                </a:srgbClr>
              </a:gs>
              <a:gs pos="100000">
                <a:srgbClr val="B4DCFA">
                  <a:alpha val="80000"/>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80" name="Shape 80"/>
          <p:cNvSpPr/>
          <p:nvPr/>
        </p:nvSpPr>
        <p:spPr>
          <a:xfrm>
            <a:off x="0" y="2652311"/>
            <a:ext cx="9144000" cy="2286000"/>
          </a:xfrm>
          <a:prstGeom prst="rect">
            <a:avLst/>
          </a:prstGeom>
          <a:gradFill>
            <a:gsLst>
              <a:gs pos="0">
                <a:srgbClr val="FFFFFF">
                  <a:alpha val="0"/>
                </a:srgbClr>
              </a:gs>
              <a:gs pos="29000">
                <a:srgbClr val="FFFFFF">
                  <a:alpha val="29803"/>
                </a:srgbClr>
              </a:gs>
              <a:gs pos="45000">
                <a:srgbClr val="B4DCFA">
                  <a:alpha val="40000"/>
                </a:srgbClr>
              </a:gs>
              <a:gs pos="55000">
                <a:srgbClr val="FFFFFF">
                  <a:alpha val="25882"/>
                </a:srgbClr>
              </a:gs>
              <a:gs pos="65000">
                <a:srgbClr val="B4DCFA">
                  <a:alpha val="60000"/>
                </a:srgbClr>
              </a:gs>
              <a:gs pos="100000">
                <a:srgbClr val="FFFFFF">
                  <a:alpha val="0"/>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81" name="Shape 81"/>
          <p:cNvSpPr/>
          <p:nvPr/>
        </p:nvSpPr>
        <p:spPr>
          <a:xfrm>
            <a:off x="0" y="1600200"/>
            <a:ext cx="9144000" cy="5105400"/>
          </a:xfrm>
          <a:prstGeom prst="ellipse">
            <a:avLst/>
          </a:prstGeom>
          <a:gradFill>
            <a:gsLst>
              <a:gs pos="0">
                <a:schemeClr val="lt1"/>
              </a:gs>
              <a:gs pos="54000">
                <a:srgbClr val="FFFFFF">
                  <a:alpha val="0"/>
                </a:srgbClr>
              </a:gs>
              <a:gs pos="100000">
                <a:srgbClr val="FFFFFF">
                  <a:alpha val="0"/>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82" name="Shape 82"/>
          <p:cNvSpPr>
            <a:spLocks noGrp="1"/>
          </p:cNvSpPr>
          <p:nvPr>
            <p:ph type="pic" idx="2"/>
          </p:nvPr>
        </p:nvSpPr>
        <p:spPr>
          <a:xfrm>
            <a:off x="4475175" y="1143000"/>
            <a:ext cx="4114800" cy="3127806"/>
          </a:xfrm>
          <a:prstGeom prst="roundRect">
            <a:avLst>
              <a:gd name="adj" fmla="val 4230"/>
            </a:avLst>
          </a:prstGeom>
          <a:solidFill>
            <a:srgbClr val="8BC9F7"/>
          </a:solidFill>
          <a:ln>
            <a:noFill/>
          </a:ln>
          <a:effectLst>
            <a:reflection stA="23000" endA="300" endPos="28000" sy="-100000" algn="bl" rotWithShape="0"/>
          </a:effectLst>
        </p:spPr>
        <p:txBody>
          <a:bodyPr spcFirstLastPara="1" wrap="square" lIns="91425" tIns="91425" rIns="91425" bIns="91425" anchor="ctr" anchorCtr="0"/>
          <a:lstStyle>
            <a:lvl1pPr marL="0" marR="0" lvl="0" indent="0" algn="ctr" rtl="0">
              <a:spcBef>
                <a:spcPts val="0"/>
              </a:spcBef>
              <a:spcAft>
                <a:spcPts val="0"/>
              </a:spcAft>
              <a:buClr>
                <a:srgbClr val="7F7F7F"/>
              </a:buClr>
              <a:buSzPts val="1400"/>
              <a:buFont typeface="Trebuchet MS"/>
              <a:buNone/>
              <a:defRPr/>
            </a:lvl1pPr>
            <a:lvl2pPr marL="457200" marR="0" lvl="1" indent="0" algn="l" rtl="0">
              <a:spcBef>
                <a:spcPts val="0"/>
              </a:spcBef>
              <a:spcAft>
                <a:spcPts val="0"/>
              </a:spcAft>
              <a:buClr>
                <a:schemeClr val="dk1"/>
              </a:buClr>
              <a:buSzPts val="1400"/>
              <a:buFont typeface="Trebuchet MS"/>
              <a:buNone/>
              <a:defRPr/>
            </a:lvl2pPr>
            <a:lvl3pPr marL="914400" marR="0" lvl="2" indent="0" algn="l" rtl="0">
              <a:spcBef>
                <a:spcPts val="0"/>
              </a:spcBef>
              <a:spcAft>
                <a:spcPts val="0"/>
              </a:spcAft>
              <a:buClr>
                <a:schemeClr val="dk1"/>
              </a:buClr>
              <a:buSzPts val="1400"/>
              <a:buFont typeface="Trebuchet MS"/>
              <a:buNone/>
              <a:defRPr/>
            </a:lvl3pPr>
            <a:lvl4pPr marL="1371600" marR="0" lvl="3" indent="0" algn="l" rtl="0">
              <a:spcBef>
                <a:spcPts val="0"/>
              </a:spcBef>
              <a:spcAft>
                <a:spcPts val="0"/>
              </a:spcAft>
              <a:buClr>
                <a:schemeClr val="dk1"/>
              </a:buClr>
              <a:buSzPts val="1400"/>
              <a:buFont typeface="Trebuchet MS"/>
              <a:buNone/>
              <a:defRPr/>
            </a:lvl4pPr>
            <a:lvl5pPr marL="1828800" marR="0" lvl="4" indent="0" algn="l" rtl="0">
              <a:spcBef>
                <a:spcPts val="0"/>
              </a:spcBef>
              <a:spcAft>
                <a:spcPts val="0"/>
              </a:spcAft>
              <a:buClr>
                <a:schemeClr val="dk1"/>
              </a:buClr>
              <a:buSzPts val="1400"/>
              <a:buFont typeface="Trebuchet MS"/>
              <a:buNone/>
              <a:defRPr/>
            </a:lvl5pPr>
            <a:lvl6pPr marL="2286000" marR="0" lvl="5" indent="0" algn="l" rtl="0">
              <a:spcBef>
                <a:spcPts val="0"/>
              </a:spcBef>
              <a:spcAft>
                <a:spcPts val="0"/>
              </a:spcAft>
              <a:buClr>
                <a:schemeClr val="dk1"/>
              </a:buClr>
              <a:buSzPts val="1400"/>
              <a:buFont typeface="Trebuchet MS"/>
              <a:buNone/>
              <a:defRPr/>
            </a:lvl6pPr>
            <a:lvl7pPr marL="2743200" marR="0" lvl="6" indent="0" algn="l" rtl="0">
              <a:spcBef>
                <a:spcPts val="0"/>
              </a:spcBef>
              <a:spcAft>
                <a:spcPts val="0"/>
              </a:spcAft>
              <a:buClr>
                <a:schemeClr val="dk1"/>
              </a:buClr>
              <a:buSzPts val="1400"/>
              <a:buFont typeface="Trebuchet MS"/>
              <a:buNone/>
              <a:defRPr/>
            </a:lvl7pPr>
            <a:lvl8pPr marL="3200400" marR="0" lvl="7" indent="0" algn="l" rtl="0">
              <a:spcBef>
                <a:spcPts val="0"/>
              </a:spcBef>
              <a:spcAft>
                <a:spcPts val="0"/>
              </a:spcAft>
              <a:buClr>
                <a:schemeClr val="dk1"/>
              </a:buClr>
              <a:buSzPts val="1400"/>
              <a:buFont typeface="Trebuchet MS"/>
              <a:buNone/>
              <a:defRPr/>
            </a:lvl8pPr>
            <a:lvl9pPr marL="3657600" marR="0" lvl="8" indent="0" algn="l" rtl="0">
              <a:spcBef>
                <a:spcPts val="0"/>
              </a:spcBef>
              <a:spcAft>
                <a:spcPts val="0"/>
              </a:spcAft>
              <a:buClr>
                <a:schemeClr val="dk1"/>
              </a:buClr>
              <a:buSzPts val="1400"/>
              <a:buFont typeface="Trebuchet MS"/>
              <a:buNone/>
              <a:defRPr/>
            </a:lvl9pPr>
          </a:lstStyle>
          <a:p>
            <a:endParaRPr/>
          </a:p>
        </p:txBody>
      </p:sp>
      <p:sp>
        <p:nvSpPr>
          <p:cNvPr id="83" name="Shape 83"/>
          <p:cNvSpPr txBox="1">
            <a:spLocks noGrp="1"/>
          </p:cNvSpPr>
          <p:nvPr>
            <p:ph type="body" idx="1"/>
          </p:nvPr>
        </p:nvSpPr>
        <p:spPr>
          <a:xfrm>
            <a:off x="877887" y="1010486"/>
            <a:ext cx="3694114" cy="2163020"/>
          </a:xfrm>
          <a:prstGeom prst="rect">
            <a:avLst/>
          </a:prstGeom>
          <a:noFill/>
          <a:ln>
            <a:noFill/>
          </a:ln>
        </p:spPr>
        <p:txBody>
          <a:bodyPr spcFirstLastPara="1" wrap="square" lIns="91425" tIns="91425" rIns="91425" bIns="91425" anchor="b" anchorCtr="0"/>
          <a:lstStyle>
            <a:lvl1pPr marL="457200" lvl="0" indent="-317500" rtl="0">
              <a:spcBef>
                <a:spcPts val="440"/>
              </a:spcBef>
              <a:spcAft>
                <a:spcPts val="0"/>
              </a:spcAft>
              <a:buSzPts val="1400"/>
              <a:buFont typeface="Georgia"/>
              <a:buChar char="*"/>
              <a:defRPr/>
            </a:lvl1pPr>
            <a:lvl2pPr marL="914400" lvl="1" indent="-228600" rtl="0">
              <a:spcBef>
                <a:spcPts val="400"/>
              </a:spcBef>
              <a:spcAft>
                <a:spcPts val="0"/>
              </a:spcAft>
              <a:buSzPts val="1400"/>
              <a:buFont typeface="Trebuchet MS"/>
              <a:buNone/>
              <a:defRPr/>
            </a:lvl2pPr>
            <a:lvl3pPr marL="1371600" lvl="2" indent="-228600" rtl="0">
              <a:spcBef>
                <a:spcPts val="360"/>
              </a:spcBef>
              <a:spcAft>
                <a:spcPts val="0"/>
              </a:spcAft>
              <a:buSzPts val="1400"/>
              <a:buFont typeface="Trebuchet MS"/>
              <a:buNone/>
              <a:defRPr/>
            </a:lvl3pPr>
            <a:lvl4pPr marL="1828800" lvl="3" indent="-228600" rtl="0">
              <a:spcBef>
                <a:spcPts val="320"/>
              </a:spcBef>
              <a:spcAft>
                <a:spcPts val="0"/>
              </a:spcAft>
              <a:buSzPts val="1400"/>
              <a:buFont typeface="Trebuchet MS"/>
              <a:buNone/>
              <a:defRPr/>
            </a:lvl4pPr>
            <a:lvl5pPr marL="2286000" lvl="4" indent="-228600" rtl="0">
              <a:spcBef>
                <a:spcPts val="300"/>
              </a:spcBef>
              <a:spcAft>
                <a:spcPts val="0"/>
              </a:spcAft>
              <a:buSzPts val="1400"/>
              <a:buFont typeface="Trebuchet MS"/>
              <a:buNone/>
              <a:defRPr/>
            </a:lvl5pPr>
            <a:lvl6pPr marL="2743200" lvl="5" indent="-228600" rtl="0">
              <a:spcBef>
                <a:spcPts val="300"/>
              </a:spcBef>
              <a:spcAft>
                <a:spcPts val="0"/>
              </a:spcAft>
              <a:buSzPts val="1400"/>
              <a:buFont typeface="Trebuchet MS"/>
              <a:buNone/>
              <a:defRPr/>
            </a:lvl6pPr>
            <a:lvl7pPr marL="3200400" lvl="6" indent="-228600" rtl="0">
              <a:spcBef>
                <a:spcPts val="300"/>
              </a:spcBef>
              <a:spcAft>
                <a:spcPts val="0"/>
              </a:spcAft>
              <a:buSzPts val="1400"/>
              <a:buFont typeface="Trebuchet MS"/>
              <a:buNone/>
              <a:defRPr/>
            </a:lvl7pPr>
            <a:lvl8pPr marL="3657600" lvl="7" indent="-228600" rtl="0">
              <a:spcBef>
                <a:spcPts val="300"/>
              </a:spcBef>
              <a:spcAft>
                <a:spcPts val="0"/>
              </a:spcAft>
              <a:buSzPts val="1400"/>
              <a:buFont typeface="Trebuchet MS"/>
              <a:buNone/>
              <a:defRPr/>
            </a:lvl8pPr>
            <a:lvl9pPr marL="4114800" lvl="8" indent="-228600" rtl="0">
              <a:spcBef>
                <a:spcPts val="300"/>
              </a:spcBef>
              <a:spcAft>
                <a:spcPts val="300"/>
              </a:spcAft>
              <a:buSzPts val="1400"/>
              <a:buFont typeface="Trebuchet MS"/>
              <a:buNone/>
              <a:defRPr/>
            </a:lvl9pPr>
          </a:lstStyle>
          <a:p>
            <a:endParaRPr/>
          </a:p>
        </p:txBody>
      </p:sp>
      <p:sp>
        <p:nvSpPr>
          <p:cNvPr id="84" name="Shape 84"/>
          <p:cNvSpPr txBox="1">
            <a:spLocks noGrp="1"/>
          </p:cNvSpPr>
          <p:nvPr>
            <p:ph type="dt" idx="10"/>
          </p:nvPr>
        </p:nvSpPr>
        <p:spPr>
          <a:xfrm>
            <a:off x="6172200" y="6172200"/>
            <a:ext cx="2514600" cy="365125"/>
          </a:xfrm>
          <a:prstGeom prst="rect">
            <a:avLst/>
          </a:prstGeom>
          <a:noFill/>
          <a:ln>
            <a:noFill/>
          </a:ln>
        </p:spPr>
        <p:txBody>
          <a:bodyPr spcFirstLastPara="1" wrap="square" lIns="91425" tIns="91425" rIns="91425" bIns="91425" anchor="ctr" anchorCtr="0"/>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85" name="Shape 85"/>
          <p:cNvSpPr txBox="1">
            <a:spLocks noGrp="1"/>
          </p:cNvSpPr>
          <p:nvPr>
            <p:ph type="ftr" idx="11"/>
          </p:nvPr>
        </p:nvSpPr>
        <p:spPr>
          <a:xfrm>
            <a:off x="457199" y="6172200"/>
            <a:ext cx="3352801" cy="365125"/>
          </a:xfrm>
          <a:prstGeom prst="rect">
            <a:avLst/>
          </a:prstGeom>
          <a:noFill/>
          <a:ln>
            <a:noFill/>
          </a:ln>
        </p:spPr>
        <p:txBody>
          <a:bodyPr spcFirstLastPara="1" wrap="square" lIns="91425" tIns="91425" rIns="91425" bIns="91425" anchor="ctr"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86" name="Shape 86"/>
          <p:cNvSpPr txBox="1">
            <a:spLocks noGrp="1"/>
          </p:cNvSpPr>
          <p:nvPr>
            <p:ph type="sldNum" idx="12"/>
          </p:nvPr>
        </p:nvSpPr>
        <p:spPr>
          <a:xfrm>
            <a:off x="3810000" y="6172200"/>
            <a:ext cx="1828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1" i="0" u="none" strike="noStrike" cap="none">
                <a:solidFill>
                  <a:srgbClr val="7F7F7F"/>
                </a:solidFill>
                <a:latin typeface="Trebuchet MS"/>
                <a:ea typeface="Trebuchet MS"/>
                <a:cs typeface="Trebuchet MS"/>
                <a:sym typeface="Trebuchet MS"/>
              </a:defRPr>
            </a:lvl1pPr>
            <a:lvl2pPr marL="0" marR="0" lvl="1" indent="0" algn="ctr" rtl="0">
              <a:spcBef>
                <a:spcPts val="0"/>
              </a:spcBef>
              <a:buNone/>
              <a:defRPr sz="1200" b="1" i="0" u="none" strike="noStrike" cap="none">
                <a:solidFill>
                  <a:srgbClr val="7F7F7F"/>
                </a:solidFill>
                <a:latin typeface="Trebuchet MS"/>
                <a:ea typeface="Trebuchet MS"/>
                <a:cs typeface="Trebuchet MS"/>
                <a:sym typeface="Trebuchet MS"/>
              </a:defRPr>
            </a:lvl2pPr>
            <a:lvl3pPr marL="0" marR="0" lvl="2" indent="0" algn="ctr" rtl="0">
              <a:spcBef>
                <a:spcPts val="0"/>
              </a:spcBef>
              <a:buNone/>
              <a:defRPr sz="1200" b="1" i="0" u="none" strike="noStrike" cap="none">
                <a:solidFill>
                  <a:srgbClr val="7F7F7F"/>
                </a:solidFill>
                <a:latin typeface="Trebuchet MS"/>
                <a:ea typeface="Trebuchet MS"/>
                <a:cs typeface="Trebuchet MS"/>
                <a:sym typeface="Trebuchet MS"/>
              </a:defRPr>
            </a:lvl3pPr>
            <a:lvl4pPr marL="0" marR="0" lvl="3" indent="0" algn="ctr" rtl="0">
              <a:spcBef>
                <a:spcPts val="0"/>
              </a:spcBef>
              <a:buNone/>
              <a:defRPr sz="1200" b="1" i="0" u="none" strike="noStrike" cap="none">
                <a:solidFill>
                  <a:srgbClr val="7F7F7F"/>
                </a:solidFill>
                <a:latin typeface="Trebuchet MS"/>
                <a:ea typeface="Trebuchet MS"/>
                <a:cs typeface="Trebuchet MS"/>
                <a:sym typeface="Trebuchet MS"/>
              </a:defRPr>
            </a:lvl4pPr>
            <a:lvl5pPr marL="0" marR="0" lvl="4" indent="0" algn="ctr" rtl="0">
              <a:spcBef>
                <a:spcPts val="0"/>
              </a:spcBef>
              <a:buNone/>
              <a:defRPr sz="1200" b="1" i="0" u="none" strike="noStrike" cap="none">
                <a:solidFill>
                  <a:srgbClr val="7F7F7F"/>
                </a:solidFill>
                <a:latin typeface="Trebuchet MS"/>
                <a:ea typeface="Trebuchet MS"/>
                <a:cs typeface="Trebuchet MS"/>
                <a:sym typeface="Trebuchet MS"/>
              </a:defRPr>
            </a:lvl5pPr>
            <a:lvl6pPr marL="0" marR="0" lvl="5" indent="0" algn="ctr" rtl="0">
              <a:spcBef>
                <a:spcPts val="0"/>
              </a:spcBef>
              <a:buNone/>
              <a:defRPr sz="1200" b="1" i="0" u="none" strike="noStrike" cap="none">
                <a:solidFill>
                  <a:srgbClr val="7F7F7F"/>
                </a:solidFill>
                <a:latin typeface="Trebuchet MS"/>
                <a:ea typeface="Trebuchet MS"/>
                <a:cs typeface="Trebuchet MS"/>
                <a:sym typeface="Trebuchet MS"/>
              </a:defRPr>
            </a:lvl6pPr>
            <a:lvl7pPr marL="0" marR="0" lvl="6" indent="0" algn="ctr" rtl="0">
              <a:spcBef>
                <a:spcPts val="0"/>
              </a:spcBef>
              <a:buNone/>
              <a:defRPr sz="1200" b="1" i="0" u="none" strike="noStrike" cap="none">
                <a:solidFill>
                  <a:srgbClr val="7F7F7F"/>
                </a:solidFill>
                <a:latin typeface="Trebuchet MS"/>
                <a:ea typeface="Trebuchet MS"/>
                <a:cs typeface="Trebuchet MS"/>
                <a:sym typeface="Trebuchet MS"/>
              </a:defRPr>
            </a:lvl7pPr>
            <a:lvl8pPr marL="0" marR="0" lvl="7" indent="0" algn="ctr" rtl="0">
              <a:spcBef>
                <a:spcPts val="0"/>
              </a:spcBef>
              <a:buNone/>
              <a:defRPr sz="1200" b="1" i="0" u="none" strike="noStrike" cap="none">
                <a:solidFill>
                  <a:srgbClr val="7F7F7F"/>
                </a:solidFill>
                <a:latin typeface="Trebuchet MS"/>
                <a:ea typeface="Trebuchet MS"/>
                <a:cs typeface="Trebuchet MS"/>
                <a:sym typeface="Trebuchet MS"/>
              </a:defRPr>
            </a:lvl8pPr>
            <a:lvl9pPr marL="0" marR="0" lvl="8" indent="0" algn="ctr" rtl="0">
              <a:spcBef>
                <a:spcPts val="0"/>
              </a:spcBef>
              <a:buNone/>
              <a:defRPr sz="1200" b="1" i="0" u="none" strike="noStrike" cap="none">
                <a:solidFill>
                  <a:srgbClr val="7F7F7F"/>
                </a:solidFill>
                <a:latin typeface="Trebuchet MS"/>
                <a:ea typeface="Trebuchet MS"/>
                <a:cs typeface="Trebuchet MS"/>
                <a:sym typeface="Trebuchet MS"/>
              </a:defRPr>
            </a:lvl9pPr>
          </a:lstStyle>
          <a:p>
            <a:pPr marL="0" lvl="0" indent="0">
              <a:spcBef>
                <a:spcPts val="0"/>
              </a:spcBef>
              <a:spcAft>
                <a:spcPts val="0"/>
              </a:spcAft>
              <a:buNone/>
            </a:pPr>
            <a:fld id="{00000000-1234-1234-1234-123412341234}" type="slidenum">
              <a:rPr lang="en-AU"/>
              <a:t>‹#›</a:t>
            </a:fld>
            <a:endParaRPr/>
          </a:p>
        </p:txBody>
      </p:sp>
      <p:sp>
        <p:nvSpPr>
          <p:cNvPr id="87" name="Shape 87"/>
          <p:cNvSpPr txBox="1">
            <a:spLocks noGrp="1"/>
          </p:cNvSpPr>
          <p:nvPr>
            <p:ph type="title"/>
          </p:nvPr>
        </p:nvSpPr>
        <p:spPr>
          <a:xfrm>
            <a:off x="727268" y="4464421"/>
            <a:ext cx="6383538" cy="1143000"/>
          </a:xfrm>
          <a:prstGeom prst="rect">
            <a:avLst/>
          </a:prstGeom>
          <a:noFill/>
          <a:ln>
            <a:noFill/>
          </a:ln>
        </p:spPr>
        <p:txBody>
          <a:bodyPr spcFirstLastPara="1" wrap="square" lIns="91425" tIns="91425" rIns="91425" bIns="91425" anchor="b" anchorCtr="0"/>
          <a:lstStyle>
            <a:lvl1pPr lvl="0" algn="l"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8"/>
        <p:cNvGrpSpPr/>
        <p:nvPr/>
      </p:nvGrpSpPr>
      <p:grpSpPr>
        <a:xfrm>
          <a:off x="0" y="0"/>
          <a:ext cx="0" cy="0"/>
          <a:chOff x="0" y="0"/>
          <a:chExt cx="0" cy="0"/>
        </a:xfrm>
      </p:grpSpPr>
      <p:sp>
        <p:nvSpPr>
          <p:cNvPr id="89" name="Shape 89"/>
          <p:cNvSpPr txBox="1">
            <a:spLocks noGrp="1"/>
          </p:cNvSpPr>
          <p:nvPr>
            <p:ph type="title"/>
          </p:nvPr>
        </p:nvSpPr>
        <p:spPr>
          <a:xfrm>
            <a:off x="1793289" y="4372168"/>
            <a:ext cx="6512511" cy="1143000"/>
          </a:xfrm>
          <a:prstGeom prst="rect">
            <a:avLst/>
          </a:prstGeom>
          <a:noFill/>
          <a:ln>
            <a:noFill/>
          </a:ln>
        </p:spPr>
        <p:txBody>
          <a:bodyPr spcFirstLastPara="1" wrap="square" lIns="91425" tIns="91425" rIns="91425" bIns="91425" anchor="t" anchorCtr="0"/>
          <a:lstStyle>
            <a:lvl1pPr marL="320040" lvl="0" indent="-35052" algn="r" rtl="0">
              <a:spcBef>
                <a:spcPts val="0"/>
              </a:spcBef>
              <a:spcAft>
                <a:spcPts val="0"/>
              </a:spcAft>
              <a:buClr>
                <a:srgbClr val="C3260C"/>
              </a:buClr>
              <a:buSzPts val="1400"/>
              <a:buFont typeface="Georgia"/>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90" name="Shape 90"/>
          <p:cNvSpPr txBox="1">
            <a:spLocks noGrp="1"/>
          </p:cNvSpPr>
          <p:nvPr>
            <p:ph type="body" idx="1"/>
          </p:nvPr>
        </p:nvSpPr>
        <p:spPr>
          <a:xfrm rot="5400000">
            <a:off x="3368040" y="-731521"/>
            <a:ext cx="3474720" cy="6400800"/>
          </a:xfrm>
          <a:prstGeom prst="rect">
            <a:avLst/>
          </a:prstGeom>
          <a:noFill/>
          <a:ln>
            <a:noFill/>
          </a:ln>
        </p:spPr>
        <p:txBody>
          <a:bodyPr spcFirstLastPara="1" wrap="square" lIns="91425" tIns="91425" rIns="91425" bIns="91425" anchor="t" anchorCtr="0"/>
          <a:lstStyle>
            <a:lvl1pPr marL="457200" lvl="0" indent="-317500" algn="l" rtl="0">
              <a:spcBef>
                <a:spcPts val="440"/>
              </a:spcBef>
              <a:spcAft>
                <a:spcPts val="0"/>
              </a:spcAft>
              <a:buClr>
                <a:srgbClr val="C3260C"/>
              </a:buClr>
              <a:buSzPts val="1400"/>
              <a:buFont typeface="Georgia"/>
              <a:buChar char="*"/>
              <a:defRPr/>
            </a:lvl1pPr>
            <a:lvl2pPr marL="914400" lvl="1" indent="-317500" algn="l" rtl="0">
              <a:spcBef>
                <a:spcPts val="400"/>
              </a:spcBef>
              <a:spcAft>
                <a:spcPts val="0"/>
              </a:spcAft>
              <a:buClr>
                <a:srgbClr val="C3260C"/>
              </a:buClr>
              <a:buSzPts val="1400"/>
              <a:buFont typeface="Georgia"/>
              <a:buChar char="*"/>
              <a:defRPr/>
            </a:lvl2pPr>
            <a:lvl3pPr marL="1371600" lvl="2" indent="-317500" algn="l" rtl="0">
              <a:spcBef>
                <a:spcPts val="360"/>
              </a:spcBef>
              <a:spcAft>
                <a:spcPts val="0"/>
              </a:spcAft>
              <a:buClr>
                <a:srgbClr val="C3260C"/>
              </a:buClr>
              <a:buSzPts val="1400"/>
              <a:buFont typeface="Georgia"/>
              <a:buChar char="*"/>
              <a:defRPr/>
            </a:lvl3pPr>
            <a:lvl4pPr marL="1828800" lvl="3" indent="-317500" algn="l" rtl="0">
              <a:spcBef>
                <a:spcPts val="320"/>
              </a:spcBef>
              <a:spcAft>
                <a:spcPts val="0"/>
              </a:spcAft>
              <a:buClr>
                <a:srgbClr val="C3260C"/>
              </a:buClr>
              <a:buSzPts val="1400"/>
              <a:buFont typeface="Georgia"/>
              <a:buChar char="*"/>
              <a:defRPr/>
            </a:lvl4pPr>
            <a:lvl5pPr marL="2286000" lvl="4" indent="-317500" algn="l" rtl="0">
              <a:spcBef>
                <a:spcPts val="300"/>
              </a:spcBef>
              <a:spcAft>
                <a:spcPts val="0"/>
              </a:spcAft>
              <a:buClr>
                <a:srgbClr val="C3260C"/>
              </a:buClr>
              <a:buSzPts val="1400"/>
              <a:buFont typeface="Georgia"/>
              <a:buChar char="*"/>
              <a:defRPr/>
            </a:lvl5pPr>
            <a:lvl6pPr marL="2743200" lvl="5" indent="-317500" algn="l" rtl="0">
              <a:spcBef>
                <a:spcPts val="300"/>
              </a:spcBef>
              <a:spcAft>
                <a:spcPts val="0"/>
              </a:spcAft>
              <a:buClr>
                <a:srgbClr val="C3260C"/>
              </a:buClr>
              <a:buSzPts val="1400"/>
              <a:buFont typeface="Georgia"/>
              <a:buChar char="*"/>
              <a:defRPr/>
            </a:lvl6pPr>
            <a:lvl7pPr marL="3200400" lvl="6" indent="-317500" algn="l" rtl="0">
              <a:spcBef>
                <a:spcPts val="300"/>
              </a:spcBef>
              <a:spcAft>
                <a:spcPts val="0"/>
              </a:spcAft>
              <a:buClr>
                <a:srgbClr val="C3260C"/>
              </a:buClr>
              <a:buSzPts val="1400"/>
              <a:buFont typeface="Georgia"/>
              <a:buChar char="*"/>
              <a:defRPr/>
            </a:lvl7pPr>
            <a:lvl8pPr marL="3657600" lvl="7" indent="-317500" algn="l" rtl="0">
              <a:spcBef>
                <a:spcPts val="300"/>
              </a:spcBef>
              <a:spcAft>
                <a:spcPts val="0"/>
              </a:spcAft>
              <a:buClr>
                <a:srgbClr val="C3260C"/>
              </a:buClr>
              <a:buSzPts val="1400"/>
              <a:buFont typeface="Georgia"/>
              <a:buChar char="*"/>
              <a:defRPr/>
            </a:lvl8pPr>
            <a:lvl9pPr marL="4114800" lvl="8" indent="-317500" algn="l" rtl="0">
              <a:spcBef>
                <a:spcPts val="300"/>
              </a:spcBef>
              <a:spcAft>
                <a:spcPts val="300"/>
              </a:spcAft>
              <a:buClr>
                <a:srgbClr val="C3260C"/>
              </a:buClr>
              <a:buSzPts val="1400"/>
              <a:buFont typeface="Georgia"/>
              <a:buChar char="*"/>
              <a:defRPr/>
            </a:lvl9pPr>
          </a:lstStyle>
          <a:p>
            <a:endParaRPr/>
          </a:p>
        </p:txBody>
      </p:sp>
      <p:sp>
        <p:nvSpPr>
          <p:cNvPr id="91" name="Shape 91"/>
          <p:cNvSpPr txBox="1">
            <a:spLocks noGrp="1"/>
          </p:cNvSpPr>
          <p:nvPr>
            <p:ph type="dt" idx="10"/>
          </p:nvPr>
        </p:nvSpPr>
        <p:spPr>
          <a:xfrm>
            <a:off x="6172200" y="6172200"/>
            <a:ext cx="2514600" cy="365125"/>
          </a:xfrm>
          <a:prstGeom prst="rect">
            <a:avLst/>
          </a:prstGeom>
          <a:noFill/>
          <a:ln>
            <a:noFill/>
          </a:ln>
        </p:spPr>
        <p:txBody>
          <a:bodyPr spcFirstLastPara="1" wrap="square" lIns="91425" tIns="91425" rIns="91425" bIns="91425" anchor="ctr" anchorCtr="0"/>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92" name="Shape 92"/>
          <p:cNvSpPr txBox="1">
            <a:spLocks noGrp="1"/>
          </p:cNvSpPr>
          <p:nvPr>
            <p:ph type="ftr" idx="11"/>
          </p:nvPr>
        </p:nvSpPr>
        <p:spPr>
          <a:xfrm>
            <a:off x="457199" y="6172200"/>
            <a:ext cx="3352801" cy="365125"/>
          </a:xfrm>
          <a:prstGeom prst="rect">
            <a:avLst/>
          </a:prstGeom>
          <a:noFill/>
          <a:ln>
            <a:noFill/>
          </a:ln>
        </p:spPr>
        <p:txBody>
          <a:bodyPr spcFirstLastPara="1" wrap="square" lIns="91425" tIns="91425" rIns="91425" bIns="91425" anchor="ctr"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93" name="Shape 93"/>
          <p:cNvSpPr txBox="1">
            <a:spLocks noGrp="1"/>
          </p:cNvSpPr>
          <p:nvPr>
            <p:ph type="sldNum" idx="12"/>
          </p:nvPr>
        </p:nvSpPr>
        <p:spPr>
          <a:xfrm>
            <a:off x="3810000" y="6172200"/>
            <a:ext cx="1828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1" i="0" u="none" strike="noStrike" cap="none">
                <a:solidFill>
                  <a:srgbClr val="7F7F7F"/>
                </a:solidFill>
                <a:latin typeface="Trebuchet MS"/>
                <a:ea typeface="Trebuchet MS"/>
                <a:cs typeface="Trebuchet MS"/>
                <a:sym typeface="Trebuchet MS"/>
              </a:defRPr>
            </a:lvl1pPr>
            <a:lvl2pPr marL="0" marR="0" lvl="1" indent="0" algn="ctr" rtl="0">
              <a:spcBef>
                <a:spcPts val="0"/>
              </a:spcBef>
              <a:buNone/>
              <a:defRPr sz="1200" b="1" i="0" u="none" strike="noStrike" cap="none">
                <a:solidFill>
                  <a:srgbClr val="7F7F7F"/>
                </a:solidFill>
                <a:latin typeface="Trebuchet MS"/>
                <a:ea typeface="Trebuchet MS"/>
                <a:cs typeface="Trebuchet MS"/>
                <a:sym typeface="Trebuchet MS"/>
              </a:defRPr>
            </a:lvl2pPr>
            <a:lvl3pPr marL="0" marR="0" lvl="2" indent="0" algn="ctr" rtl="0">
              <a:spcBef>
                <a:spcPts val="0"/>
              </a:spcBef>
              <a:buNone/>
              <a:defRPr sz="1200" b="1" i="0" u="none" strike="noStrike" cap="none">
                <a:solidFill>
                  <a:srgbClr val="7F7F7F"/>
                </a:solidFill>
                <a:latin typeface="Trebuchet MS"/>
                <a:ea typeface="Trebuchet MS"/>
                <a:cs typeface="Trebuchet MS"/>
                <a:sym typeface="Trebuchet MS"/>
              </a:defRPr>
            </a:lvl3pPr>
            <a:lvl4pPr marL="0" marR="0" lvl="3" indent="0" algn="ctr" rtl="0">
              <a:spcBef>
                <a:spcPts val="0"/>
              </a:spcBef>
              <a:buNone/>
              <a:defRPr sz="1200" b="1" i="0" u="none" strike="noStrike" cap="none">
                <a:solidFill>
                  <a:srgbClr val="7F7F7F"/>
                </a:solidFill>
                <a:latin typeface="Trebuchet MS"/>
                <a:ea typeface="Trebuchet MS"/>
                <a:cs typeface="Trebuchet MS"/>
                <a:sym typeface="Trebuchet MS"/>
              </a:defRPr>
            </a:lvl4pPr>
            <a:lvl5pPr marL="0" marR="0" lvl="4" indent="0" algn="ctr" rtl="0">
              <a:spcBef>
                <a:spcPts val="0"/>
              </a:spcBef>
              <a:buNone/>
              <a:defRPr sz="1200" b="1" i="0" u="none" strike="noStrike" cap="none">
                <a:solidFill>
                  <a:srgbClr val="7F7F7F"/>
                </a:solidFill>
                <a:latin typeface="Trebuchet MS"/>
                <a:ea typeface="Trebuchet MS"/>
                <a:cs typeface="Trebuchet MS"/>
                <a:sym typeface="Trebuchet MS"/>
              </a:defRPr>
            </a:lvl5pPr>
            <a:lvl6pPr marL="0" marR="0" lvl="5" indent="0" algn="ctr" rtl="0">
              <a:spcBef>
                <a:spcPts val="0"/>
              </a:spcBef>
              <a:buNone/>
              <a:defRPr sz="1200" b="1" i="0" u="none" strike="noStrike" cap="none">
                <a:solidFill>
                  <a:srgbClr val="7F7F7F"/>
                </a:solidFill>
                <a:latin typeface="Trebuchet MS"/>
                <a:ea typeface="Trebuchet MS"/>
                <a:cs typeface="Trebuchet MS"/>
                <a:sym typeface="Trebuchet MS"/>
              </a:defRPr>
            </a:lvl6pPr>
            <a:lvl7pPr marL="0" marR="0" lvl="6" indent="0" algn="ctr" rtl="0">
              <a:spcBef>
                <a:spcPts val="0"/>
              </a:spcBef>
              <a:buNone/>
              <a:defRPr sz="1200" b="1" i="0" u="none" strike="noStrike" cap="none">
                <a:solidFill>
                  <a:srgbClr val="7F7F7F"/>
                </a:solidFill>
                <a:latin typeface="Trebuchet MS"/>
                <a:ea typeface="Trebuchet MS"/>
                <a:cs typeface="Trebuchet MS"/>
                <a:sym typeface="Trebuchet MS"/>
              </a:defRPr>
            </a:lvl7pPr>
            <a:lvl8pPr marL="0" marR="0" lvl="7" indent="0" algn="ctr" rtl="0">
              <a:spcBef>
                <a:spcPts val="0"/>
              </a:spcBef>
              <a:buNone/>
              <a:defRPr sz="1200" b="1" i="0" u="none" strike="noStrike" cap="none">
                <a:solidFill>
                  <a:srgbClr val="7F7F7F"/>
                </a:solidFill>
                <a:latin typeface="Trebuchet MS"/>
                <a:ea typeface="Trebuchet MS"/>
                <a:cs typeface="Trebuchet MS"/>
                <a:sym typeface="Trebuchet MS"/>
              </a:defRPr>
            </a:lvl8pPr>
            <a:lvl9pPr marL="0" marR="0" lvl="8" indent="0" algn="ctr" rtl="0">
              <a:spcBef>
                <a:spcPts val="0"/>
              </a:spcBef>
              <a:buNone/>
              <a:defRPr sz="1200" b="1" i="0" u="none" strike="noStrike" cap="none">
                <a:solidFill>
                  <a:srgbClr val="7F7F7F"/>
                </a:solidFill>
                <a:latin typeface="Trebuchet MS"/>
                <a:ea typeface="Trebuchet MS"/>
                <a:cs typeface="Trebuchet MS"/>
                <a:sym typeface="Trebuchet MS"/>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4"/>
        <p:cNvGrpSpPr/>
        <p:nvPr/>
      </p:nvGrpSpPr>
      <p:grpSpPr>
        <a:xfrm>
          <a:off x="0" y="0"/>
          <a:ext cx="0" cy="0"/>
          <a:chOff x="0" y="0"/>
          <a:chExt cx="0" cy="0"/>
        </a:xfrm>
      </p:grpSpPr>
      <p:sp>
        <p:nvSpPr>
          <p:cNvPr id="95" name="Shape 95"/>
          <p:cNvSpPr txBox="1">
            <a:spLocks noGrp="1"/>
          </p:cNvSpPr>
          <p:nvPr>
            <p:ph type="title"/>
          </p:nvPr>
        </p:nvSpPr>
        <p:spPr>
          <a:xfrm rot="5400000">
            <a:off x="-436711" y="1966986"/>
            <a:ext cx="5238339" cy="2057400"/>
          </a:xfrm>
          <a:prstGeom prst="rect">
            <a:avLst/>
          </a:prstGeom>
          <a:noFill/>
          <a:ln>
            <a:noFill/>
          </a:ln>
        </p:spPr>
        <p:txBody>
          <a:bodyPr spcFirstLastPara="1" wrap="square" lIns="91425" tIns="91425" rIns="91425" bIns="91425" anchor="t" anchorCtr="0"/>
          <a:lstStyle>
            <a:lvl1pPr lvl="0" algn="l"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96" name="Shape 96"/>
          <p:cNvSpPr txBox="1">
            <a:spLocks noGrp="1"/>
          </p:cNvSpPr>
          <p:nvPr>
            <p:ph type="body" idx="1"/>
          </p:nvPr>
        </p:nvSpPr>
        <p:spPr>
          <a:xfrm rot="5400000">
            <a:off x="3291392" y="764240"/>
            <a:ext cx="4894729" cy="4829287"/>
          </a:xfrm>
          <a:prstGeom prst="rect">
            <a:avLst/>
          </a:prstGeom>
          <a:noFill/>
          <a:ln>
            <a:noFill/>
          </a:ln>
        </p:spPr>
        <p:txBody>
          <a:bodyPr spcFirstLastPara="1" wrap="square" lIns="91425" tIns="91425" rIns="91425" bIns="91425" anchor="t" anchorCtr="0"/>
          <a:lstStyle>
            <a:lvl1pPr marL="457200" lvl="0" indent="-317500" algn="l" rtl="0">
              <a:spcBef>
                <a:spcPts val="440"/>
              </a:spcBef>
              <a:spcAft>
                <a:spcPts val="0"/>
              </a:spcAft>
              <a:buClr>
                <a:srgbClr val="C3260C"/>
              </a:buClr>
              <a:buSzPts val="1400"/>
              <a:buFont typeface="Georgia"/>
              <a:buChar char="*"/>
              <a:defRPr/>
            </a:lvl1pPr>
            <a:lvl2pPr marL="914400" lvl="1" indent="-317500" algn="l" rtl="0">
              <a:spcBef>
                <a:spcPts val="400"/>
              </a:spcBef>
              <a:spcAft>
                <a:spcPts val="0"/>
              </a:spcAft>
              <a:buClr>
                <a:srgbClr val="C3260C"/>
              </a:buClr>
              <a:buSzPts val="1400"/>
              <a:buFont typeface="Georgia"/>
              <a:buChar char="*"/>
              <a:defRPr/>
            </a:lvl2pPr>
            <a:lvl3pPr marL="1371600" lvl="2" indent="-317500" algn="l" rtl="0">
              <a:spcBef>
                <a:spcPts val="360"/>
              </a:spcBef>
              <a:spcAft>
                <a:spcPts val="0"/>
              </a:spcAft>
              <a:buClr>
                <a:srgbClr val="C3260C"/>
              </a:buClr>
              <a:buSzPts val="1400"/>
              <a:buFont typeface="Georgia"/>
              <a:buChar char="*"/>
              <a:defRPr/>
            </a:lvl3pPr>
            <a:lvl4pPr marL="1828800" lvl="3" indent="-317500" algn="l" rtl="0">
              <a:spcBef>
                <a:spcPts val="320"/>
              </a:spcBef>
              <a:spcAft>
                <a:spcPts val="0"/>
              </a:spcAft>
              <a:buClr>
                <a:srgbClr val="C3260C"/>
              </a:buClr>
              <a:buSzPts val="1400"/>
              <a:buFont typeface="Georgia"/>
              <a:buChar char="*"/>
              <a:defRPr/>
            </a:lvl4pPr>
            <a:lvl5pPr marL="2286000" lvl="4" indent="-317500" algn="l" rtl="0">
              <a:spcBef>
                <a:spcPts val="300"/>
              </a:spcBef>
              <a:spcAft>
                <a:spcPts val="0"/>
              </a:spcAft>
              <a:buClr>
                <a:srgbClr val="C3260C"/>
              </a:buClr>
              <a:buSzPts val="1400"/>
              <a:buFont typeface="Georgia"/>
              <a:buChar char="*"/>
              <a:defRPr/>
            </a:lvl5pPr>
            <a:lvl6pPr marL="2743200" lvl="5" indent="-317500" algn="l" rtl="0">
              <a:spcBef>
                <a:spcPts val="300"/>
              </a:spcBef>
              <a:spcAft>
                <a:spcPts val="0"/>
              </a:spcAft>
              <a:buClr>
                <a:srgbClr val="C3260C"/>
              </a:buClr>
              <a:buSzPts val="1400"/>
              <a:buFont typeface="Georgia"/>
              <a:buChar char="*"/>
              <a:defRPr/>
            </a:lvl6pPr>
            <a:lvl7pPr marL="3200400" lvl="6" indent="-317500" algn="l" rtl="0">
              <a:spcBef>
                <a:spcPts val="300"/>
              </a:spcBef>
              <a:spcAft>
                <a:spcPts val="0"/>
              </a:spcAft>
              <a:buClr>
                <a:srgbClr val="C3260C"/>
              </a:buClr>
              <a:buSzPts val="1400"/>
              <a:buFont typeface="Georgia"/>
              <a:buChar char="*"/>
              <a:defRPr/>
            </a:lvl7pPr>
            <a:lvl8pPr marL="3657600" lvl="7" indent="-317500" algn="l" rtl="0">
              <a:spcBef>
                <a:spcPts val="300"/>
              </a:spcBef>
              <a:spcAft>
                <a:spcPts val="0"/>
              </a:spcAft>
              <a:buClr>
                <a:srgbClr val="C3260C"/>
              </a:buClr>
              <a:buSzPts val="1400"/>
              <a:buFont typeface="Georgia"/>
              <a:buChar char="*"/>
              <a:defRPr/>
            </a:lvl8pPr>
            <a:lvl9pPr marL="4114800" lvl="8" indent="-317500" algn="l" rtl="0">
              <a:spcBef>
                <a:spcPts val="300"/>
              </a:spcBef>
              <a:spcAft>
                <a:spcPts val="300"/>
              </a:spcAft>
              <a:buClr>
                <a:srgbClr val="C3260C"/>
              </a:buClr>
              <a:buSzPts val="1400"/>
              <a:buFont typeface="Georgia"/>
              <a:buChar char="*"/>
              <a:defRPr/>
            </a:lvl9pPr>
          </a:lstStyle>
          <a:p>
            <a:endParaRPr/>
          </a:p>
        </p:txBody>
      </p:sp>
      <p:sp>
        <p:nvSpPr>
          <p:cNvPr id="97" name="Shape 97"/>
          <p:cNvSpPr txBox="1">
            <a:spLocks noGrp="1"/>
          </p:cNvSpPr>
          <p:nvPr>
            <p:ph type="dt" idx="10"/>
          </p:nvPr>
        </p:nvSpPr>
        <p:spPr>
          <a:xfrm>
            <a:off x="6172200" y="6172200"/>
            <a:ext cx="2514600" cy="365125"/>
          </a:xfrm>
          <a:prstGeom prst="rect">
            <a:avLst/>
          </a:prstGeom>
          <a:noFill/>
          <a:ln>
            <a:noFill/>
          </a:ln>
        </p:spPr>
        <p:txBody>
          <a:bodyPr spcFirstLastPara="1" wrap="square" lIns="91425" tIns="91425" rIns="91425" bIns="91425" anchor="ctr" anchorCtr="0"/>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98" name="Shape 98"/>
          <p:cNvSpPr txBox="1">
            <a:spLocks noGrp="1"/>
          </p:cNvSpPr>
          <p:nvPr>
            <p:ph type="ftr" idx="11"/>
          </p:nvPr>
        </p:nvSpPr>
        <p:spPr>
          <a:xfrm>
            <a:off x="457199" y="6172200"/>
            <a:ext cx="3352801" cy="365125"/>
          </a:xfrm>
          <a:prstGeom prst="rect">
            <a:avLst/>
          </a:prstGeom>
          <a:noFill/>
          <a:ln>
            <a:noFill/>
          </a:ln>
        </p:spPr>
        <p:txBody>
          <a:bodyPr spcFirstLastPara="1" wrap="square" lIns="91425" tIns="91425" rIns="91425" bIns="91425" anchor="ctr"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99" name="Shape 99"/>
          <p:cNvSpPr txBox="1">
            <a:spLocks noGrp="1"/>
          </p:cNvSpPr>
          <p:nvPr>
            <p:ph type="sldNum" idx="12"/>
          </p:nvPr>
        </p:nvSpPr>
        <p:spPr>
          <a:xfrm>
            <a:off x="3810000" y="6172200"/>
            <a:ext cx="1828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1" i="0" u="none" strike="noStrike" cap="none">
                <a:solidFill>
                  <a:srgbClr val="7F7F7F"/>
                </a:solidFill>
                <a:latin typeface="Trebuchet MS"/>
                <a:ea typeface="Trebuchet MS"/>
                <a:cs typeface="Trebuchet MS"/>
                <a:sym typeface="Trebuchet MS"/>
              </a:defRPr>
            </a:lvl1pPr>
            <a:lvl2pPr marL="0" marR="0" lvl="1" indent="0" algn="ctr" rtl="0">
              <a:spcBef>
                <a:spcPts val="0"/>
              </a:spcBef>
              <a:buNone/>
              <a:defRPr sz="1200" b="1" i="0" u="none" strike="noStrike" cap="none">
                <a:solidFill>
                  <a:srgbClr val="7F7F7F"/>
                </a:solidFill>
                <a:latin typeface="Trebuchet MS"/>
                <a:ea typeface="Trebuchet MS"/>
                <a:cs typeface="Trebuchet MS"/>
                <a:sym typeface="Trebuchet MS"/>
              </a:defRPr>
            </a:lvl2pPr>
            <a:lvl3pPr marL="0" marR="0" lvl="2" indent="0" algn="ctr" rtl="0">
              <a:spcBef>
                <a:spcPts val="0"/>
              </a:spcBef>
              <a:buNone/>
              <a:defRPr sz="1200" b="1" i="0" u="none" strike="noStrike" cap="none">
                <a:solidFill>
                  <a:srgbClr val="7F7F7F"/>
                </a:solidFill>
                <a:latin typeface="Trebuchet MS"/>
                <a:ea typeface="Trebuchet MS"/>
                <a:cs typeface="Trebuchet MS"/>
                <a:sym typeface="Trebuchet MS"/>
              </a:defRPr>
            </a:lvl3pPr>
            <a:lvl4pPr marL="0" marR="0" lvl="3" indent="0" algn="ctr" rtl="0">
              <a:spcBef>
                <a:spcPts val="0"/>
              </a:spcBef>
              <a:buNone/>
              <a:defRPr sz="1200" b="1" i="0" u="none" strike="noStrike" cap="none">
                <a:solidFill>
                  <a:srgbClr val="7F7F7F"/>
                </a:solidFill>
                <a:latin typeface="Trebuchet MS"/>
                <a:ea typeface="Trebuchet MS"/>
                <a:cs typeface="Trebuchet MS"/>
                <a:sym typeface="Trebuchet MS"/>
              </a:defRPr>
            </a:lvl4pPr>
            <a:lvl5pPr marL="0" marR="0" lvl="4" indent="0" algn="ctr" rtl="0">
              <a:spcBef>
                <a:spcPts val="0"/>
              </a:spcBef>
              <a:buNone/>
              <a:defRPr sz="1200" b="1" i="0" u="none" strike="noStrike" cap="none">
                <a:solidFill>
                  <a:srgbClr val="7F7F7F"/>
                </a:solidFill>
                <a:latin typeface="Trebuchet MS"/>
                <a:ea typeface="Trebuchet MS"/>
                <a:cs typeface="Trebuchet MS"/>
                <a:sym typeface="Trebuchet MS"/>
              </a:defRPr>
            </a:lvl5pPr>
            <a:lvl6pPr marL="0" marR="0" lvl="5" indent="0" algn="ctr" rtl="0">
              <a:spcBef>
                <a:spcPts val="0"/>
              </a:spcBef>
              <a:buNone/>
              <a:defRPr sz="1200" b="1" i="0" u="none" strike="noStrike" cap="none">
                <a:solidFill>
                  <a:srgbClr val="7F7F7F"/>
                </a:solidFill>
                <a:latin typeface="Trebuchet MS"/>
                <a:ea typeface="Trebuchet MS"/>
                <a:cs typeface="Trebuchet MS"/>
                <a:sym typeface="Trebuchet MS"/>
              </a:defRPr>
            </a:lvl6pPr>
            <a:lvl7pPr marL="0" marR="0" lvl="6" indent="0" algn="ctr" rtl="0">
              <a:spcBef>
                <a:spcPts val="0"/>
              </a:spcBef>
              <a:buNone/>
              <a:defRPr sz="1200" b="1" i="0" u="none" strike="noStrike" cap="none">
                <a:solidFill>
                  <a:srgbClr val="7F7F7F"/>
                </a:solidFill>
                <a:latin typeface="Trebuchet MS"/>
                <a:ea typeface="Trebuchet MS"/>
                <a:cs typeface="Trebuchet MS"/>
                <a:sym typeface="Trebuchet MS"/>
              </a:defRPr>
            </a:lvl7pPr>
            <a:lvl8pPr marL="0" marR="0" lvl="7" indent="0" algn="ctr" rtl="0">
              <a:spcBef>
                <a:spcPts val="0"/>
              </a:spcBef>
              <a:buNone/>
              <a:defRPr sz="1200" b="1" i="0" u="none" strike="noStrike" cap="none">
                <a:solidFill>
                  <a:srgbClr val="7F7F7F"/>
                </a:solidFill>
                <a:latin typeface="Trebuchet MS"/>
                <a:ea typeface="Trebuchet MS"/>
                <a:cs typeface="Trebuchet MS"/>
                <a:sym typeface="Trebuchet MS"/>
              </a:defRPr>
            </a:lvl8pPr>
            <a:lvl9pPr marL="0" marR="0" lvl="8" indent="0" algn="ctr" rtl="0">
              <a:spcBef>
                <a:spcPts val="0"/>
              </a:spcBef>
              <a:buNone/>
              <a:defRPr sz="1200" b="1" i="0" u="none" strike="noStrike" cap="none">
                <a:solidFill>
                  <a:srgbClr val="7F7F7F"/>
                </a:solidFill>
                <a:latin typeface="Trebuchet MS"/>
                <a:ea typeface="Trebuchet MS"/>
                <a:cs typeface="Trebuchet MS"/>
                <a:sym typeface="Trebuchet MS"/>
              </a:defRPr>
            </a:lvl9pPr>
          </a:lstStyle>
          <a:p>
            <a:pPr marL="0" lvl="0" indent="0">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9"/>
        <p:cNvGrpSpPr/>
        <p:nvPr/>
      </p:nvGrpSpPr>
      <p:grpSpPr>
        <a:xfrm>
          <a:off x="0" y="0"/>
          <a:ext cx="0" cy="0"/>
          <a:chOff x="0" y="0"/>
          <a:chExt cx="0" cy="0"/>
        </a:xfrm>
      </p:grpSpPr>
      <p:pic>
        <p:nvPicPr>
          <p:cNvPr id="30" name="Shape 30" descr="Celestia-R1---OverlayContentHD.png"/>
          <p:cNvPicPr preferRelativeResize="0"/>
          <p:nvPr/>
        </p:nvPicPr>
        <p:blipFill rotWithShape="1">
          <a:blip r:embed="rId2">
            <a:alphaModFix/>
          </a:blip>
          <a:srcRect/>
          <a:stretch/>
        </p:blipFill>
        <p:spPr>
          <a:xfrm>
            <a:off x="0" y="0"/>
            <a:ext cx="9141619" cy="6856214"/>
          </a:xfrm>
          <a:prstGeom prst="rect">
            <a:avLst/>
          </a:prstGeom>
          <a:noFill/>
          <a:ln>
            <a:noFill/>
          </a:ln>
        </p:spPr>
      </p:pic>
      <p:sp>
        <p:nvSpPr>
          <p:cNvPr id="31" name="Shape 31"/>
          <p:cNvSpPr txBox="1">
            <a:spLocks noGrp="1"/>
          </p:cNvSpPr>
          <p:nvPr>
            <p:ph type="title"/>
          </p:nvPr>
        </p:nvSpPr>
        <p:spPr>
          <a:xfrm>
            <a:off x="514351" y="609601"/>
            <a:ext cx="7598569" cy="1456267"/>
          </a:xfrm>
          <a:prstGeom prst="rect">
            <a:avLst/>
          </a:prstGeom>
          <a:noFill/>
          <a:ln>
            <a:noFill/>
          </a:ln>
        </p:spPr>
        <p:txBody>
          <a:bodyPr spcFirstLastPara="1" wrap="square" lIns="91425" tIns="91425" rIns="91425" bIns="91425" anchor="ctr" anchorCtr="0"/>
          <a:lstStyle>
            <a:lvl1pPr marL="0" marR="0" lvl="0" indent="0" algn="l" rtl="0">
              <a:spcBef>
                <a:spcPts val="0"/>
              </a:spcBef>
              <a:spcAft>
                <a:spcPts val="0"/>
              </a:spcAft>
              <a:buClr>
                <a:schemeClr val="lt1"/>
              </a:buClr>
              <a:buSzPts val="1400"/>
              <a:buFont typeface="Calibri"/>
              <a:buNone/>
              <a:defRPr sz="2700" b="0" i="0" u="none" strike="noStrike" cap="none">
                <a:solidFill>
                  <a:schemeClr val="lt1"/>
                </a:solidFill>
                <a:latin typeface="Calibri"/>
                <a:ea typeface="Calibri"/>
                <a:cs typeface="Calibri"/>
                <a:sym typeface="Calibri"/>
              </a:defRPr>
            </a:lvl1pPr>
            <a:lvl2pPr marL="0" marR="0" lvl="1" indent="0" algn="l" rtl="0">
              <a:spcBef>
                <a:spcPts val="0"/>
              </a:spcBef>
              <a:spcAft>
                <a:spcPts val="0"/>
              </a:spcAft>
              <a:buSzPts val="1400"/>
              <a:buNone/>
              <a:defRPr sz="1350" b="0" i="0" u="none" strike="noStrike" cap="none">
                <a:solidFill>
                  <a:schemeClr val="lt2"/>
                </a:solidFill>
              </a:defRPr>
            </a:lvl2pPr>
            <a:lvl3pPr marL="0" marR="0" lvl="2" indent="0" algn="l" rtl="0">
              <a:spcBef>
                <a:spcPts val="0"/>
              </a:spcBef>
              <a:spcAft>
                <a:spcPts val="0"/>
              </a:spcAft>
              <a:buSzPts val="1400"/>
              <a:buNone/>
              <a:defRPr sz="1350" b="0" i="0" u="none" strike="noStrike" cap="none">
                <a:solidFill>
                  <a:schemeClr val="lt2"/>
                </a:solidFill>
              </a:defRPr>
            </a:lvl3pPr>
            <a:lvl4pPr marL="0" marR="0" lvl="3" indent="0" algn="l" rtl="0">
              <a:spcBef>
                <a:spcPts val="0"/>
              </a:spcBef>
              <a:spcAft>
                <a:spcPts val="0"/>
              </a:spcAft>
              <a:buSzPts val="1400"/>
              <a:buNone/>
              <a:defRPr sz="1350" b="0" i="0" u="none" strike="noStrike" cap="none">
                <a:solidFill>
                  <a:schemeClr val="lt2"/>
                </a:solidFill>
              </a:defRPr>
            </a:lvl4pPr>
            <a:lvl5pPr marL="0" marR="0" lvl="4" indent="0" algn="l" rtl="0">
              <a:spcBef>
                <a:spcPts val="0"/>
              </a:spcBef>
              <a:spcAft>
                <a:spcPts val="0"/>
              </a:spcAft>
              <a:buSzPts val="1400"/>
              <a:buNone/>
              <a:defRPr sz="1350" b="0" i="0" u="none" strike="noStrike" cap="none">
                <a:solidFill>
                  <a:schemeClr val="lt2"/>
                </a:solidFill>
              </a:defRPr>
            </a:lvl5pPr>
            <a:lvl6pPr marL="0" marR="0" lvl="5" indent="0" algn="l" rtl="0">
              <a:spcBef>
                <a:spcPts val="0"/>
              </a:spcBef>
              <a:spcAft>
                <a:spcPts val="0"/>
              </a:spcAft>
              <a:buSzPts val="1400"/>
              <a:buNone/>
              <a:defRPr sz="1350" b="0" i="0" u="none" strike="noStrike" cap="none">
                <a:solidFill>
                  <a:schemeClr val="lt2"/>
                </a:solidFill>
              </a:defRPr>
            </a:lvl6pPr>
            <a:lvl7pPr marL="0" marR="0" lvl="6" indent="0" algn="l" rtl="0">
              <a:spcBef>
                <a:spcPts val="0"/>
              </a:spcBef>
              <a:spcAft>
                <a:spcPts val="0"/>
              </a:spcAft>
              <a:buSzPts val="1400"/>
              <a:buNone/>
              <a:defRPr sz="1350" b="0" i="0" u="none" strike="noStrike" cap="none">
                <a:solidFill>
                  <a:schemeClr val="lt2"/>
                </a:solidFill>
              </a:defRPr>
            </a:lvl7pPr>
            <a:lvl8pPr marL="0" marR="0" lvl="7" indent="0" algn="l" rtl="0">
              <a:spcBef>
                <a:spcPts val="0"/>
              </a:spcBef>
              <a:spcAft>
                <a:spcPts val="0"/>
              </a:spcAft>
              <a:buSzPts val="1400"/>
              <a:buNone/>
              <a:defRPr sz="1350" b="0" i="0" u="none" strike="noStrike" cap="none">
                <a:solidFill>
                  <a:schemeClr val="lt2"/>
                </a:solidFill>
              </a:defRPr>
            </a:lvl8pPr>
            <a:lvl9pPr marL="0" marR="0" lvl="8" indent="0" algn="l" rtl="0">
              <a:spcBef>
                <a:spcPts val="0"/>
              </a:spcBef>
              <a:spcAft>
                <a:spcPts val="0"/>
              </a:spcAft>
              <a:buSzPts val="1400"/>
              <a:buNone/>
              <a:defRPr sz="1350" b="0" i="0" u="none" strike="noStrike" cap="none">
                <a:solidFill>
                  <a:schemeClr val="lt2"/>
                </a:solidFill>
              </a:defRPr>
            </a:lvl9pPr>
          </a:lstStyle>
          <a:p>
            <a:endParaRPr/>
          </a:p>
        </p:txBody>
      </p:sp>
      <p:sp>
        <p:nvSpPr>
          <p:cNvPr id="32" name="Shape 32"/>
          <p:cNvSpPr txBox="1">
            <a:spLocks noGrp="1"/>
          </p:cNvSpPr>
          <p:nvPr>
            <p:ph type="body" idx="1"/>
          </p:nvPr>
        </p:nvSpPr>
        <p:spPr>
          <a:xfrm>
            <a:off x="514351" y="2142067"/>
            <a:ext cx="3746501" cy="3649134"/>
          </a:xfrm>
          <a:prstGeom prst="rect">
            <a:avLst/>
          </a:prstGeom>
          <a:noFill/>
          <a:ln>
            <a:noFill/>
          </a:ln>
        </p:spPr>
        <p:txBody>
          <a:bodyPr spcFirstLastPara="1" wrap="square" lIns="91425" tIns="91425" rIns="91425" bIns="91425" anchor="ctr" anchorCtr="0"/>
          <a:lstStyle>
            <a:lvl1pPr marL="342900" marR="0" lvl="0" indent="-257175" algn="l" rtl="0">
              <a:spcBef>
                <a:spcPts val="0"/>
              </a:spcBef>
              <a:spcAft>
                <a:spcPts val="0"/>
              </a:spcAft>
              <a:buClr>
                <a:schemeClr val="lt1"/>
              </a:buClr>
              <a:buSzPts val="1800"/>
              <a:buFont typeface="Arial"/>
              <a:buChar char="•"/>
              <a:defRPr sz="1350" b="0" i="0" u="none" strike="noStrike" cap="none">
                <a:solidFill>
                  <a:schemeClr val="lt1"/>
                </a:solidFill>
                <a:latin typeface="Calibri"/>
                <a:ea typeface="Calibri"/>
                <a:cs typeface="Calibri"/>
                <a:sym typeface="Calibri"/>
              </a:defRPr>
            </a:lvl1pPr>
            <a:lvl2pPr marL="685800" marR="0" lvl="1" indent="-247650" algn="l" rtl="0">
              <a:spcBef>
                <a:spcPts val="750"/>
              </a:spcBef>
              <a:spcAft>
                <a:spcPts val="0"/>
              </a:spcAft>
              <a:buClr>
                <a:schemeClr val="lt1"/>
              </a:buClr>
              <a:buSzPts val="1600"/>
              <a:buFont typeface="Arial"/>
              <a:buChar char="•"/>
              <a:defRPr sz="1200" b="0" i="0" u="none" strike="noStrike" cap="none">
                <a:solidFill>
                  <a:schemeClr val="lt1"/>
                </a:solidFill>
                <a:latin typeface="Calibri"/>
                <a:ea typeface="Calibri"/>
                <a:cs typeface="Calibri"/>
                <a:sym typeface="Calibri"/>
              </a:defRPr>
            </a:lvl2pPr>
            <a:lvl3pPr marL="1028700" marR="0" lvl="2" indent="-238125" algn="l" rtl="0">
              <a:spcBef>
                <a:spcPts val="750"/>
              </a:spcBef>
              <a:spcAft>
                <a:spcPts val="0"/>
              </a:spcAft>
              <a:buClr>
                <a:schemeClr val="lt1"/>
              </a:buClr>
              <a:buSzPts val="1400"/>
              <a:buFont typeface="Arial"/>
              <a:buChar char="•"/>
              <a:defRPr sz="1050" b="0" i="0" u="none" strike="noStrike" cap="none">
                <a:solidFill>
                  <a:schemeClr val="lt1"/>
                </a:solidFill>
                <a:latin typeface="Calibri"/>
                <a:ea typeface="Calibri"/>
                <a:cs typeface="Calibri"/>
                <a:sym typeface="Calibri"/>
              </a:defRPr>
            </a:lvl3pPr>
            <a:lvl4pPr marL="1371600" marR="0" lvl="3" indent="-228600" algn="l" rtl="0">
              <a:spcBef>
                <a:spcPts val="750"/>
              </a:spcBef>
              <a:spcAft>
                <a:spcPts val="0"/>
              </a:spcAft>
              <a:buClr>
                <a:schemeClr val="lt1"/>
              </a:buClr>
              <a:buSzPts val="1200"/>
              <a:buFont typeface="Arial"/>
              <a:buChar char="•"/>
              <a:defRPr sz="900" b="0" i="0" u="none" strike="noStrike" cap="none">
                <a:solidFill>
                  <a:schemeClr val="lt1"/>
                </a:solidFill>
                <a:latin typeface="Calibri"/>
                <a:ea typeface="Calibri"/>
                <a:cs typeface="Calibri"/>
                <a:sym typeface="Calibri"/>
              </a:defRPr>
            </a:lvl4pPr>
            <a:lvl5pPr marL="1714500" marR="0" lvl="4" indent="-228600" algn="l" rtl="0">
              <a:spcBef>
                <a:spcPts val="750"/>
              </a:spcBef>
              <a:spcAft>
                <a:spcPts val="0"/>
              </a:spcAft>
              <a:buClr>
                <a:schemeClr val="lt1"/>
              </a:buClr>
              <a:buSzPts val="1200"/>
              <a:buFont typeface="Arial"/>
              <a:buChar char="•"/>
              <a:defRPr sz="900" b="0" i="0" u="none" strike="noStrike" cap="none">
                <a:solidFill>
                  <a:schemeClr val="lt1"/>
                </a:solidFill>
                <a:latin typeface="Calibri"/>
                <a:ea typeface="Calibri"/>
                <a:cs typeface="Calibri"/>
                <a:sym typeface="Calibri"/>
              </a:defRPr>
            </a:lvl5pPr>
            <a:lvl6pPr marL="2057400" marR="0" lvl="5" indent="-228600" algn="l" rtl="0">
              <a:spcBef>
                <a:spcPts val="750"/>
              </a:spcBef>
              <a:spcAft>
                <a:spcPts val="0"/>
              </a:spcAft>
              <a:buClr>
                <a:schemeClr val="lt1"/>
              </a:buClr>
              <a:buSzPts val="1200"/>
              <a:buFont typeface="Arial"/>
              <a:buChar char="•"/>
              <a:defRPr sz="900" b="0" i="0" u="none" strike="noStrike" cap="none">
                <a:solidFill>
                  <a:schemeClr val="lt1"/>
                </a:solidFill>
                <a:latin typeface="Calibri"/>
                <a:ea typeface="Calibri"/>
                <a:cs typeface="Calibri"/>
                <a:sym typeface="Calibri"/>
              </a:defRPr>
            </a:lvl6pPr>
            <a:lvl7pPr marL="2400300" marR="0" lvl="6" indent="-228600" algn="l" rtl="0">
              <a:spcBef>
                <a:spcPts val="750"/>
              </a:spcBef>
              <a:spcAft>
                <a:spcPts val="0"/>
              </a:spcAft>
              <a:buClr>
                <a:schemeClr val="lt1"/>
              </a:buClr>
              <a:buSzPts val="1200"/>
              <a:buFont typeface="Arial"/>
              <a:buChar char="•"/>
              <a:defRPr sz="900" b="0" i="0" u="none" strike="noStrike" cap="none">
                <a:solidFill>
                  <a:schemeClr val="lt1"/>
                </a:solidFill>
                <a:latin typeface="Calibri"/>
                <a:ea typeface="Calibri"/>
                <a:cs typeface="Calibri"/>
                <a:sym typeface="Calibri"/>
              </a:defRPr>
            </a:lvl7pPr>
            <a:lvl8pPr marL="2743200" marR="0" lvl="7" indent="-228600" algn="l" rtl="0">
              <a:spcBef>
                <a:spcPts val="750"/>
              </a:spcBef>
              <a:spcAft>
                <a:spcPts val="0"/>
              </a:spcAft>
              <a:buClr>
                <a:schemeClr val="lt1"/>
              </a:buClr>
              <a:buSzPts val="1200"/>
              <a:buFont typeface="Arial"/>
              <a:buChar char="•"/>
              <a:defRPr sz="900" b="0" i="0" u="none" strike="noStrike" cap="none">
                <a:solidFill>
                  <a:schemeClr val="lt1"/>
                </a:solidFill>
                <a:latin typeface="Calibri"/>
                <a:ea typeface="Calibri"/>
                <a:cs typeface="Calibri"/>
                <a:sym typeface="Calibri"/>
              </a:defRPr>
            </a:lvl8pPr>
            <a:lvl9pPr marL="3086100" marR="0" lvl="8" indent="-228600" algn="l" rtl="0">
              <a:spcBef>
                <a:spcPts val="750"/>
              </a:spcBef>
              <a:spcAft>
                <a:spcPts val="750"/>
              </a:spcAft>
              <a:buClr>
                <a:schemeClr val="lt1"/>
              </a:buClr>
              <a:buSzPts val="1200"/>
              <a:buFont typeface="Arial"/>
              <a:buChar char="•"/>
              <a:defRPr sz="900" b="0" i="0" u="none" strike="noStrike" cap="none">
                <a:solidFill>
                  <a:schemeClr val="lt1"/>
                </a:solidFill>
                <a:latin typeface="Calibri"/>
                <a:ea typeface="Calibri"/>
                <a:cs typeface="Calibri"/>
                <a:sym typeface="Calibri"/>
              </a:defRPr>
            </a:lvl9pPr>
          </a:lstStyle>
          <a:p>
            <a:endParaRPr/>
          </a:p>
        </p:txBody>
      </p:sp>
      <p:sp>
        <p:nvSpPr>
          <p:cNvPr id="33" name="Shape 33"/>
          <p:cNvSpPr txBox="1">
            <a:spLocks noGrp="1"/>
          </p:cNvSpPr>
          <p:nvPr>
            <p:ph type="body" idx="2"/>
          </p:nvPr>
        </p:nvSpPr>
        <p:spPr>
          <a:xfrm>
            <a:off x="4366421" y="2142068"/>
            <a:ext cx="3746499" cy="3649133"/>
          </a:xfrm>
          <a:prstGeom prst="rect">
            <a:avLst/>
          </a:prstGeom>
          <a:noFill/>
          <a:ln>
            <a:noFill/>
          </a:ln>
        </p:spPr>
        <p:txBody>
          <a:bodyPr spcFirstLastPara="1" wrap="square" lIns="91425" tIns="91425" rIns="91425" bIns="91425" anchor="ctr" anchorCtr="0"/>
          <a:lstStyle>
            <a:lvl1pPr marL="342900" marR="0" lvl="0" indent="-257175" algn="l" rtl="0">
              <a:spcBef>
                <a:spcPts val="0"/>
              </a:spcBef>
              <a:spcAft>
                <a:spcPts val="0"/>
              </a:spcAft>
              <a:buClr>
                <a:schemeClr val="lt1"/>
              </a:buClr>
              <a:buSzPts val="1800"/>
              <a:buFont typeface="Arial"/>
              <a:buChar char="•"/>
              <a:defRPr sz="1350" b="0" i="0" u="none" strike="noStrike" cap="none">
                <a:solidFill>
                  <a:schemeClr val="lt1"/>
                </a:solidFill>
                <a:latin typeface="Calibri"/>
                <a:ea typeface="Calibri"/>
                <a:cs typeface="Calibri"/>
                <a:sym typeface="Calibri"/>
              </a:defRPr>
            </a:lvl1pPr>
            <a:lvl2pPr marL="685800" marR="0" lvl="1" indent="-247650" algn="l" rtl="0">
              <a:spcBef>
                <a:spcPts val="750"/>
              </a:spcBef>
              <a:spcAft>
                <a:spcPts val="0"/>
              </a:spcAft>
              <a:buClr>
                <a:schemeClr val="lt1"/>
              </a:buClr>
              <a:buSzPts val="1600"/>
              <a:buFont typeface="Arial"/>
              <a:buChar char="•"/>
              <a:defRPr sz="1200" b="0" i="0" u="none" strike="noStrike" cap="none">
                <a:solidFill>
                  <a:schemeClr val="lt1"/>
                </a:solidFill>
                <a:latin typeface="Calibri"/>
                <a:ea typeface="Calibri"/>
                <a:cs typeface="Calibri"/>
                <a:sym typeface="Calibri"/>
              </a:defRPr>
            </a:lvl2pPr>
            <a:lvl3pPr marL="1028700" marR="0" lvl="2" indent="-238125" algn="l" rtl="0">
              <a:spcBef>
                <a:spcPts val="750"/>
              </a:spcBef>
              <a:spcAft>
                <a:spcPts val="0"/>
              </a:spcAft>
              <a:buClr>
                <a:schemeClr val="lt1"/>
              </a:buClr>
              <a:buSzPts val="1400"/>
              <a:buFont typeface="Arial"/>
              <a:buChar char="•"/>
              <a:defRPr sz="1050" b="0" i="0" u="none" strike="noStrike" cap="none">
                <a:solidFill>
                  <a:schemeClr val="lt1"/>
                </a:solidFill>
                <a:latin typeface="Calibri"/>
                <a:ea typeface="Calibri"/>
                <a:cs typeface="Calibri"/>
                <a:sym typeface="Calibri"/>
              </a:defRPr>
            </a:lvl3pPr>
            <a:lvl4pPr marL="1371600" marR="0" lvl="3" indent="-228600" algn="l" rtl="0">
              <a:spcBef>
                <a:spcPts val="750"/>
              </a:spcBef>
              <a:spcAft>
                <a:spcPts val="0"/>
              </a:spcAft>
              <a:buClr>
                <a:schemeClr val="lt1"/>
              </a:buClr>
              <a:buSzPts val="1200"/>
              <a:buFont typeface="Arial"/>
              <a:buChar char="•"/>
              <a:defRPr sz="900" b="0" i="0" u="none" strike="noStrike" cap="none">
                <a:solidFill>
                  <a:schemeClr val="lt1"/>
                </a:solidFill>
                <a:latin typeface="Calibri"/>
                <a:ea typeface="Calibri"/>
                <a:cs typeface="Calibri"/>
                <a:sym typeface="Calibri"/>
              </a:defRPr>
            </a:lvl4pPr>
            <a:lvl5pPr marL="1714500" marR="0" lvl="4" indent="-228600" algn="l" rtl="0">
              <a:spcBef>
                <a:spcPts val="750"/>
              </a:spcBef>
              <a:spcAft>
                <a:spcPts val="0"/>
              </a:spcAft>
              <a:buClr>
                <a:schemeClr val="lt1"/>
              </a:buClr>
              <a:buSzPts val="1200"/>
              <a:buFont typeface="Arial"/>
              <a:buChar char="•"/>
              <a:defRPr sz="900" b="0" i="0" u="none" strike="noStrike" cap="none">
                <a:solidFill>
                  <a:schemeClr val="lt1"/>
                </a:solidFill>
                <a:latin typeface="Calibri"/>
                <a:ea typeface="Calibri"/>
                <a:cs typeface="Calibri"/>
                <a:sym typeface="Calibri"/>
              </a:defRPr>
            </a:lvl5pPr>
            <a:lvl6pPr marL="2057400" marR="0" lvl="5" indent="-228600" algn="l" rtl="0">
              <a:spcBef>
                <a:spcPts val="750"/>
              </a:spcBef>
              <a:spcAft>
                <a:spcPts val="0"/>
              </a:spcAft>
              <a:buClr>
                <a:schemeClr val="lt1"/>
              </a:buClr>
              <a:buSzPts val="1200"/>
              <a:buFont typeface="Arial"/>
              <a:buChar char="•"/>
              <a:defRPr sz="900" b="0" i="0" u="none" strike="noStrike" cap="none">
                <a:solidFill>
                  <a:schemeClr val="lt1"/>
                </a:solidFill>
                <a:latin typeface="Calibri"/>
                <a:ea typeface="Calibri"/>
                <a:cs typeface="Calibri"/>
                <a:sym typeface="Calibri"/>
              </a:defRPr>
            </a:lvl6pPr>
            <a:lvl7pPr marL="2400300" marR="0" lvl="6" indent="-228600" algn="l" rtl="0">
              <a:spcBef>
                <a:spcPts val="750"/>
              </a:spcBef>
              <a:spcAft>
                <a:spcPts val="0"/>
              </a:spcAft>
              <a:buClr>
                <a:schemeClr val="lt1"/>
              </a:buClr>
              <a:buSzPts val="1200"/>
              <a:buFont typeface="Arial"/>
              <a:buChar char="•"/>
              <a:defRPr sz="900" b="0" i="0" u="none" strike="noStrike" cap="none">
                <a:solidFill>
                  <a:schemeClr val="lt1"/>
                </a:solidFill>
                <a:latin typeface="Calibri"/>
                <a:ea typeface="Calibri"/>
                <a:cs typeface="Calibri"/>
                <a:sym typeface="Calibri"/>
              </a:defRPr>
            </a:lvl7pPr>
            <a:lvl8pPr marL="2743200" marR="0" lvl="7" indent="-228600" algn="l" rtl="0">
              <a:spcBef>
                <a:spcPts val="750"/>
              </a:spcBef>
              <a:spcAft>
                <a:spcPts val="0"/>
              </a:spcAft>
              <a:buClr>
                <a:schemeClr val="lt1"/>
              </a:buClr>
              <a:buSzPts val="1200"/>
              <a:buFont typeface="Arial"/>
              <a:buChar char="•"/>
              <a:defRPr sz="900" b="0" i="0" u="none" strike="noStrike" cap="none">
                <a:solidFill>
                  <a:schemeClr val="lt1"/>
                </a:solidFill>
                <a:latin typeface="Calibri"/>
                <a:ea typeface="Calibri"/>
                <a:cs typeface="Calibri"/>
                <a:sym typeface="Calibri"/>
              </a:defRPr>
            </a:lvl8pPr>
            <a:lvl9pPr marL="3086100" marR="0" lvl="8" indent="-228600" algn="l" rtl="0">
              <a:spcBef>
                <a:spcPts val="750"/>
              </a:spcBef>
              <a:spcAft>
                <a:spcPts val="750"/>
              </a:spcAft>
              <a:buClr>
                <a:schemeClr val="lt1"/>
              </a:buClr>
              <a:buSzPts val="1200"/>
              <a:buFont typeface="Arial"/>
              <a:buChar char="•"/>
              <a:defRPr sz="900" b="0" i="0" u="none" strike="noStrike" cap="none">
                <a:solidFill>
                  <a:schemeClr val="lt1"/>
                </a:solidFill>
                <a:latin typeface="Calibri"/>
                <a:ea typeface="Calibri"/>
                <a:cs typeface="Calibri"/>
                <a:sym typeface="Calibri"/>
              </a:defRPr>
            </a:lvl9pPr>
          </a:lstStyle>
          <a:p>
            <a:endParaRPr/>
          </a:p>
        </p:txBody>
      </p:sp>
      <p:sp>
        <p:nvSpPr>
          <p:cNvPr id="34" name="Shape 34"/>
          <p:cNvSpPr txBox="1">
            <a:spLocks noGrp="1"/>
          </p:cNvSpPr>
          <p:nvPr>
            <p:ph type="dt" idx="10"/>
          </p:nvPr>
        </p:nvSpPr>
        <p:spPr>
          <a:xfrm>
            <a:off x="6442245" y="5870576"/>
            <a:ext cx="1200150" cy="377825"/>
          </a:xfrm>
          <a:prstGeom prst="rect">
            <a:avLst/>
          </a:prstGeom>
          <a:noFill/>
          <a:ln>
            <a:noFill/>
          </a:ln>
        </p:spPr>
        <p:txBody>
          <a:bodyPr spcFirstLastPara="1" wrap="square" lIns="91425" tIns="91425" rIns="91425" bIns="91425" anchor="ctr" anchorCtr="0"/>
          <a:lstStyle>
            <a:lvl1pPr marL="0" marR="0" lvl="0" indent="0" algn="r" rtl="0">
              <a:spcBef>
                <a:spcPts val="0"/>
              </a:spcBef>
              <a:spcAft>
                <a:spcPts val="0"/>
              </a:spcAft>
              <a:buSzPts val="1400"/>
              <a:buNone/>
              <a:defRPr sz="750" b="0" i="0" u="none" strike="noStrike" cap="none">
                <a:solidFill>
                  <a:schemeClr val="lt1"/>
                </a:solidFill>
                <a:latin typeface="Calibri"/>
                <a:ea typeface="Calibri"/>
                <a:cs typeface="Calibri"/>
                <a:sym typeface="Calibri"/>
              </a:defRPr>
            </a:lvl1pPr>
            <a:lvl2pPr marL="342900" marR="0" lvl="1" indent="0" algn="l" rtl="0">
              <a:spcBef>
                <a:spcPts val="0"/>
              </a:spcBef>
              <a:spcAft>
                <a:spcPts val="0"/>
              </a:spcAft>
              <a:buSzPts val="1400"/>
              <a:buNone/>
              <a:defRPr sz="1350" b="0" i="0" u="none" strike="noStrike" cap="none">
                <a:solidFill>
                  <a:schemeClr val="lt1"/>
                </a:solidFill>
                <a:latin typeface="Calibri"/>
                <a:ea typeface="Calibri"/>
                <a:cs typeface="Calibri"/>
                <a:sym typeface="Calibri"/>
              </a:defRPr>
            </a:lvl2pPr>
            <a:lvl3pPr marL="685800" marR="0" lvl="2" indent="0" algn="l" rtl="0">
              <a:spcBef>
                <a:spcPts val="0"/>
              </a:spcBef>
              <a:spcAft>
                <a:spcPts val="0"/>
              </a:spcAft>
              <a:buSzPts val="1400"/>
              <a:buNone/>
              <a:defRPr sz="1350" b="0" i="0" u="none" strike="noStrike" cap="none">
                <a:solidFill>
                  <a:schemeClr val="lt1"/>
                </a:solidFill>
                <a:latin typeface="Calibri"/>
                <a:ea typeface="Calibri"/>
                <a:cs typeface="Calibri"/>
                <a:sym typeface="Calibri"/>
              </a:defRPr>
            </a:lvl3pPr>
            <a:lvl4pPr marL="1028700" marR="0" lvl="3" indent="0" algn="l" rtl="0">
              <a:spcBef>
                <a:spcPts val="0"/>
              </a:spcBef>
              <a:spcAft>
                <a:spcPts val="0"/>
              </a:spcAft>
              <a:buSzPts val="1400"/>
              <a:buNone/>
              <a:defRPr sz="1350" b="0" i="0" u="none" strike="noStrike" cap="none">
                <a:solidFill>
                  <a:schemeClr val="lt1"/>
                </a:solidFill>
                <a:latin typeface="Calibri"/>
                <a:ea typeface="Calibri"/>
                <a:cs typeface="Calibri"/>
                <a:sym typeface="Calibri"/>
              </a:defRPr>
            </a:lvl4pPr>
            <a:lvl5pPr marL="1371600" marR="0" lvl="4" indent="0" algn="l" rtl="0">
              <a:spcBef>
                <a:spcPts val="0"/>
              </a:spcBef>
              <a:spcAft>
                <a:spcPts val="0"/>
              </a:spcAft>
              <a:buSzPts val="1400"/>
              <a:buNone/>
              <a:defRPr sz="1350" b="0" i="0" u="none" strike="noStrike" cap="none">
                <a:solidFill>
                  <a:schemeClr val="lt1"/>
                </a:solidFill>
                <a:latin typeface="Calibri"/>
                <a:ea typeface="Calibri"/>
                <a:cs typeface="Calibri"/>
                <a:sym typeface="Calibri"/>
              </a:defRPr>
            </a:lvl5pPr>
            <a:lvl6pPr marL="1714500" marR="0" lvl="5" indent="0" algn="l" rtl="0">
              <a:spcBef>
                <a:spcPts val="0"/>
              </a:spcBef>
              <a:spcAft>
                <a:spcPts val="0"/>
              </a:spcAft>
              <a:buSzPts val="1400"/>
              <a:buNone/>
              <a:defRPr sz="1350" b="0" i="0" u="none" strike="noStrike" cap="none">
                <a:solidFill>
                  <a:schemeClr val="lt1"/>
                </a:solidFill>
                <a:latin typeface="Calibri"/>
                <a:ea typeface="Calibri"/>
                <a:cs typeface="Calibri"/>
                <a:sym typeface="Calibri"/>
              </a:defRPr>
            </a:lvl6pPr>
            <a:lvl7pPr marL="2057400" marR="0" lvl="6" indent="0" algn="l" rtl="0">
              <a:spcBef>
                <a:spcPts val="0"/>
              </a:spcBef>
              <a:spcAft>
                <a:spcPts val="0"/>
              </a:spcAft>
              <a:buSzPts val="1400"/>
              <a:buNone/>
              <a:defRPr sz="1350" b="0" i="0" u="none" strike="noStrike" cap="none">
                <a:solidFill>
                  <a:schemeClr val="lt1"/>
                </a:solidFill>
                <a:latin typeface="Calibri"/>
                <a:ea typeface="Calibri"/>
                <a:cs typeface="Calibri"/>
                <a:sym typeface="Calibri"/>
              </a:defRPr>
            </a:lvl7pPr>
            <a:lvl8pPr marL="2400300" marR="0" lvl="7" indent="0" algn="l" rtl="0">
              <a:spcBef>
                <a:spcPts val="0"/>
              </a:spcBef>
              <a:spcAft>
                <a:spcPts val="0"/>
              </a:spcAft>
              <a:buSzPts val="1400"/>
              <a:buNone/>
              <a:defRPr sz="1350" b="0" i="0" u="none" strike="noStrike" cap="none">
                <a:solidFill>
                  <a:schemeClr val="lt1"/>
                </a:solidFill>
                <a:latin typeface="Calibri"/>
                <a:ea typeface="Calibri"/>
                <a:cs typeface="Calibri"/>
                <a:sym typeface="Calibri"/>
              </a:defRPr>
            </a:lvl8pPr>
            <a:lvl9pPr marL="2743200" marR="0" lvl="8" indent="0" algn="l" rtl="0">
              <a:spcBef>
                <a:spcPts val="0"/>
              </a:spcBef>
              <a:spcAft>
                <a:spcPts val="0"/>
              </a:spcAft>
              <a:buSzPts val="1400"/>
              <a:buNone/>
              <a:defRPr sz="1350" b="0" i="0" u="none" strike="noStrike" cap="none">
                <a:solidFill>
                  <a:schemeClr val="lt1"/>
                </a:solidFill>
                <a:latin typeface="Calibri"/>
                <a:ea typeface="Calibri"/>
                <a:cs typeface="Calibri"/>
                <a:sym typeface="Calibri"/>
              </a:defRPr>
            </a:lvl9pPr>
          </a:lstStyle>
          <a:p>
            <a:endParaRPr/>
          </a:p>
        </p:txBody>
      </p:sp>
      <p:sp>
        <p:nvSpPr>
          <p:cNvPr id="35" name="Shape 35"/>
          <p:cNvSpPr txBox="1">
            <a:spLocks noGrp="1"/>
          </p:cNvSpPr>
          <p:nvPr>
            <p:ph type="ftr" idx="11"/>
          </p:nvPr>
        </p:nvSpPr>
        <p:spPr>
          <a:xfrm>
            <a:off x="514351" y="5870576"/>
            <a:ext cx="5870744" cy="377825"/>
          </a:xfrm>
          <a:prstGeom prst="rect">
            <a:avLst/>
          </a:prstGeom>
          <a:noFill/>
          <a:ln>
            <a:noFill/>
          </a:ln>
        </p:spPr>
        <p:txBody>
          <a:bodyPr spcFirstLastPara="1" wrap="square" lIns="91425" tIns="91425" rIns="91425" bIns="91425" anchor="ctr" anchorCtr="0"/>
          <a:lstStyle>
            <a:lvl1pPr marL="0" marR="0" lvl="0" indent="0" algn="l" rtl="0">
              <a:spcBef>
                <a:spcPts val="0"/>
              </a:spcBef>
              <a:spcAft>
                <a:spcPts val="0"/>
              </a:spcAft>
              <a:buSzPts val="1400"/>
              <a:buNone/>
              <a:defRPr sz="750" b="0" i="0" u="none" strike="noStrike" cap="none">
                <a:solidFill>
                  <a:schemeClr val="lt1"/>
                </a:solidFill>
                <a:latin typeface="Calibri"/>
                <a:ea typeface="Calibri"/>
                <a:cs typeface="Calibri"/>
                <a:sym typeface="Calibri"/>
              </a:defRPr>
            </a:lvl1pPr>
            <a:lvl2pPr marL="342900" marR="0" lvl="1" indent="0" algn="l" rtl="0">
              <a:spcBef>
                <a:spcPts val="0"/>
              </a:spcBef>
              <a:spcAft>
                <a:spcPts val="0"/>
              </a:spcAft>
              <a:buSzPts val="1400"/>
              <a:buNone/>
              <a:defRPr sz="1350" b="0" i="0" u="none" strike="noStrike" cap="none">
                <a:solidFill>
                  <a:schemeClr val="lt1"/>
                </a:solidFill>
                <a:latin typeface="Calibri"/>
                <a:ea typeface="Calibri"/>
                <a:cs typeface="Calibri"/>
                <a:sym typeface="Calibri"/>
              </a:defRPr>
            </a:lvl2pPr>
            <a:lvl3pPr marL="685800" marR="0" lvl="2" indent="0" algn="l" rtl="0">
              <a:spcBef>
                <a:spcPts val="0"/>
              </a:spcBef>
              <a:spcAft>
                <a:spcPts val="0"/>
              </a:spcAft>
              <a:buSzPts val="1400"/>
              <a:buNone/>
              <a:defRPr sz="1350" b="0" i="0" u="none" strike="noStrike" cap="none">
                <a:solidFill>
                  <a:schemeClr val="lt1"/>
                </a:solidFill>
                <a:latin typeface="Calibri"/>
                <a:ea typeface="Calibri"/>
                <a:cs typeface="Calibri"/>
                <a:sym typeface="Calibri"/>
              </a:defRPr>
            </a:lvl3pPr>
            <a:lvl4pPr marL="1028700" marR="0" lvl="3" indent="0" algn="l" rtl="0">
              <a:spcBef>
                <a:spcPts val="0"/>
              </a:spcBef>
              <a:spcAft>
                <a:spcPts val="0"/>
              </a:spcAft>
              <a:buSzPts val="1400"/>
              <a:buNone/>
              <a:defRPr sz="1350" b="0" i="0" u="none" strike="noStrike" cap="none">
                <a:solidFill>
                  <a:schemeClr val="lt1"/>
                </a:solidFill>
                <a:latin typeface="Calibri"/>
                <a:ea typeface="Calibri"/>
                <a:cs typeface="Calibri"/>
                <a:sym typeface="Calibri"/>
              </a:defRPr>
            </a:lvl4pPr>
            <a:lvl5pPr marL="1371600" marR="0" lvl="4" indent="0" algn="l" rtl="0">
              <a:spcBef>
                <a:spcPts val="0"/>
              </a:spcBef>
              <a:spcAft>
                <a:spcPts val="0"/>
              </a:spcAft>
              <a:buSzPts val="1400"/>
              <a:buNone/>
              <a:defRPr sz="1350" b="0" i="0" u="none" strike="noStrike" cap="none">
                <a:solidFill>
                  <a:schemeClr val="lt1"/>
                </a:solidFill>
                <a:latin typeface="Calibri"/>
                <a:ea typeface="Calibri"/>
                <a:cs typeface="Calibri"/>
                <a:sym typeface="Calibri"/>
              </a:defRPr>
            </a:lvl5pPr>
            <a:lvl6pPr marL="1714500" marR="0" lvl="5" indent="0" algn="l" rtl="0">
              <a:spcBef>
                <a:spcPts val="0"/>
              </a:spcBef>
              <a:spcAft>
                <a:spcPts val="0"/>
              </a:spcAft>
              <a:buSzPts val="1400"/>
              <a:buNone/>
              <a:defRPr sz="1350" b="0" i="0" u="none" strike="noStrike" cap="none">
                <a:solidFill>
                  <a:schemeClr val="lt1"/>
                </a:solidFill>
                <a:latin typeface="Calibri"/>
                <a:ea typeface="Calibri"/>
                <a:cs typeface="Calibri"/>
                <a:sym typeface="Calibri"/>
              </a:defRPr>
            </a:lvl6pPr>
            <a:lvl7pPr marL="2057400" marR="0" lvl="6" indent="0" algn="l" rtl="0">
              <a:spcBef>
                <a:spcPts val="0"/>
              </a:spcBef>
              <a:spcAft>
                <a:spcPts val="0"/>
              </a:spcAft>
              <a:buSzPts val="1400"/>
              <a:buNone/>
              <a:defRPr sz="1350" b="0" i="0" u="none" strike="noStrike" cap="none">
                <a:solidFill>
                  <a:schemeClr val="lt1"/>
                </a:solidFill>
                <a:latin typeface="Calibri"/>
                <a:ea typeface="Calibri"/>
                <a:cs typeface="Calibri"/>
                <a:sym typeface="Calibri"/>
              </a:defRPr>
            </a:lvl7pPr>
            <a:lvl8pPr marL="2400300" marR="0" lvl="7" indent="0" algn="l" rtl="0">
              <a:spcBef>
                <a:spcPts val="0"/>
              </a:spcBef>
              <a:spcAft>
                <a:spcPts val="0"/>
              </a:spcAft>
              <a:buSzPts val="1400"/>
              <a:buNone/>
              <a:defRPr sz="1350" b="0" i="0" u="none" strike="noStrike" cap="none">
                <a:solidFill>
                  <a:schemeClr val="lt1"/>
                </a:solidFill>
                <a:latin typeface="Calibri"/>
                <a:ea typeface="Calibri"/>
                <a:cs typeface="Calibri"/>
                <a:sym typeface="Calibri"/>
              </a:defRPr>
            </a:lvl8pPr>
            <a:lvl9pPr marL="2743200" marR="0" lvl="8" indent="0" algn="l" rtl="0">
              <a:spcBef>
                <a:spcPts val="0"/>
              </a:spcBef>
              <a:spcAft>
                <a:spcPts val="0"/>
              </a:spcAft>
              <a:buSzPts val="1400"/>
              <a:buNone/>
              <a:defRPr sz="1350" b="0" i="0" u="none" strike="noStrike" cap="none">
                <a:solidFill>
                  <a:schemeClr val="lt1"/>
                </a:solidFill>
                <a:latin typeface="Calibri"/>
                <a:ea typeface="Calibri"/>
                <a:cs typeface="Calibri"/>
                <a:sym typeface="Calibri"/>
              </a:defRPr>
            </a:lvl9pPr>
          </a:lstStyle>
          <a:p>
            <a:endParaRPr/>
          </a:p>
        </p:txBody>
      </p:sp>
      <p:sp>
        <p:nvSpPr>
          <p:cNvPr id="36" name="Shape 36"/>
          <p:cNvSpPr txBox="1">
            <a:spLocks noGrp="1"/>
          </p:cNvSpPr>
          <p:nvPr>
            <p:ph type="sldNum" idx="12"/>
          </p:nvPr>
        </p:nvSpPr>
        <p:spPr>
          <a:xfrm>
            <a:off x="7699546" y="5870576"/>
            <a:ext cx="413375" cy="3778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750" b="0" i="0" u="none" strike="noStrike" cap="none">
                <a:solidFill>
                  <a:schemeClr val="lt1"/>
                </a:solidFill>
                <a:latin typeface="Calibri"/>
                <a:ea typeface="Calibri"/>
                <a:cs typeface="Calibri"/>
                <a:sym typeface="Calibri"/>
              </a:defRPr>
            </a:lvl1pPr>
            <a:lvl2pPr marL="0" marR="0" lvl="1" indent="0" algn="r" rtl="0">
              <a:spcBef>
                <a:spcPts val="0"/>
              </a:spcBef>
              <a:buNone/>
              <a:defRPr sz="750" b="0" i="0" u="none" strike="noStrike" cap="none">
                <a:solidFill>
                  <a:schemeClr val="lt1"/>
                </a:solidFill>
                <a:latin typeface="Calibri"/>
                <a:ea typeface="Calibri"/>
                <a:cs typeface="Calibri"/>
                <a:sym typeface="Calibri"/>
              </a:defRPr>
            </a:lvl2pPr>
            <a:lvl3pPr marL="0" marR="0" lvl="2" indent="0" algn="r" rtl="0">
              <a:spcBef>
                <a:spcPts val="0"/>
              </a:spcBef>
              <a:buNone/>
              <a:defRPr sz="750" b="0" i="0" u="none" strike="noStrike" cap="none">
                <a:solidFill>
                  <a:schemeClr val="lt1"/>
                </a:solidFill>
                <a:latin typeface="Calibri"/>
                <a:ea typeface="Calibri"/>
                <a:cs typeface="Calibri"/>
                <a:sym typeface="Calibri"/>
              </a:defRPr>
            </a:lvl3pPr>
            <a:lvl4pPr marL="0" marR="0" lvl="3" indent="0" algn="r" rtl="0">
              <a:spcBef>
                <a:spcPts val="0"/>
              </a:spcBef>
              <a:buNone/>
              <a:defRPr sz="750" b="0" i="0" u="none" strike="noStrike" cap="none">
                <a:solidFill>
                  <a:schemeClr val="lt1"/>
                </a:solidFill>
                <a:latin typeface="Calibri"/>
                <a:ea typeface="Calibri"/>
                <a:cs typeface="Calibri"/>
                <a:sym typeface="Calibri"/>
              </a:defRPr>
            </a:lvl4pPr>
            <a:lvl5pPr marL="0" marR="0" lvl="4" indent="0" algn="r" rtl="0">
              <a:spcBef>
                <a:spcPts val="0"/>
              </a:spcBef>
              <a:buNone/>
              <a:defRPr sz="750" b="0" i="0" u="none" strike="noStrike" cap="none">
                <a:solidFill>
                  <a:schemeClr val="lt1"/>
                </a:solidFill>
                <a:latin typeface="Calibri"/>
                <a:ea typeface="Calibri"/>
                <a:cs typeface="Calibri"/>
                <a:sym typeface="Calibri"/>
              </a:defRPr>
            </a:lvl5pPr>
            <a:lvl6pPr marL="0" marR="0" lvl="5" indent="0" algn="r" rtl="0">
              <a:spcBef>
                <a:spcPts val="0"/>
              </a:spcBef>
              <a:buNone/>
              <a:defRPr sz="750" b="0" i="0" u="none" strike="noStrike" cap="none">
                <a:solidFill>
                  <a:schemeClr val="lt1"/>
                </a:solidFill>
                <a:latin typeface="Calibri"/>
                <a:ea typeface="Calibri"/>
                <a:cs typeface="Calibri"/>
                <a:sym typeface="Calibri"/>
              </a:defRPr>
            </a:lvl6pPr>
            <a:lvl7pPr marL="0" marR="0" lvl="6" indent="0" algn="r" rtl="0">
              <a:spcBef>
                <a:spcPts val="0"/>
              </a:spcBef>
              <a:buNone/>
              <a:defRPr sz="750" b="0" i="0" u="none" strike="noStrike" cap="none">
                <a:solidFill>
                  <a:schemeClr val="lt1"/>
                </a:solidFill>
                <a:latin typeface="Calibri"/>
                <a:ea typeface="Calibri"/>
                <a:cs typeface="Calibri"/>
                <a:sym typeface="Calibri"/>
              </a:defRPr>
            </a:lvl7pPr>
            <a:lvl8pPr marL="0" marR="0" lvl="7" indent="0" algn="r" rtl="0">
              <a:spcBef>
                <a:spcPts val="0"/>
              </a:spcBef>
              <a:buNone/>
              <a:defRPr sz="750" b="0" i="0" u="none" strike="noStrike" cap="none">
                <a:solidFill>
                  <a:schemeClr val="lt1"/>
                </a:solidFill>
                <a:latin typeface="Calibri"/>
                <a:ea typeface="Calibri"/>
                <a:cs typeface="Calibri"/>
                <a:sym typeface="Calibri"/>
              </a:defRPr>
            </a:lvl8pPr>
            <a:lvl9pPr marL="0" marR="0" lvl="8" indent="0" algn="r" rtl="0">
              <a:spcBef>
                <a:spcPts val="0"/>
              </a:spcBef>
              <a:buNone/>
              <a:defRPr sz="750" b="0" i="0" u="none" strike="noStrike" cap="none">
                <a:solidFill>
                  <a:schemeClr val="lt1"/>
                </a:solidFill>
                <a:latin typeface="Calibri"/>
                <a:ea typeface="Calibri"/>
                <a:cs typeface="Calibri"/>
                <a:sym typeface="Calibri"/>
              </a:defRPr>
            </a:lvl9pPr>
          </a:lstStyle>
          <a:p>
            <a:fld id="{00000000-1234-1234-1234-123412341234}" type="slidenum">
              <a:rPr lang="en-AU" smtClean="0"/>
              <a:pPr/>
              <a:t>‹#›</a:t>
            </a:fld>
            <a:endParaRPr lang="en-AU"/>
          </a:p>
        </p:txBody>
      </p:sp>
    </p:spTree>
    <p:extLst>
      <p:ext uri="{BB962C8B-B14F-4D97-AF65-F5344CB8AC3E}">
        <p14:creationId xmlns:p14="http://schemas.microsoft.com/office/powerpoint/2010/main" val="33418837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A7D9FF"/>
            </a:gs>
            <a:gs pos="60000">
              <a:srgbClr val="FFFFFF"/>
            </a:gs>
            <a:gs pos="100000">
              <a:srgbClr val="69BDFC"/>
            </a:gs>
          </a:gsLst>
          <a:path path="circle">
            <a:fillToRect l="50000" t="50000" r="50000" b="50000"/>
          </a:path>
          <a:tileRect/>
        </a:gradFill>
        <a:effectLst/>
      </p:bgPr>
    </p:bg>
    <p:spTree>
      <p:nvGrpSpPr>
        <p:cNvPr id="1" name="Shape 9"/>
        <p:cNvGrpSpPr/>
        <p:nvPr/>
      </p:nvGrpSpPr>
      <p:grpSpPr>
        <a:xfrm>
          <a:off x="0" y="0"/>
          <a:ext cx="0" cy="0"/>
          <a:chOff x="0" y="0"/>
          <a:chExt cx="0" cy="0"/>
        </a:xfrm>
      </p:grpSpPr>
      <p:sp>
        <p:nvSpPr>
          <p:cNvPr id="10" name="Shape 10"/>
          <p:cNvSpPr/>
          <p:nvPr/>
        </p:nvSpPr>
        <p:spPr>
          <a:xfrm>
            <a:off x="0" y="5105400"/>
            <a:ext cx="9144000" cy="1752600"/>
          </a:xfrm>
          <a:prstGeom prst="rect">
            <a:avLst/>
          </a:prstGeom>
          <a:gradFill>
            <a:gsLst>
              <a:gs pos="0">
                <a:srgbClr val="FFFFFF">
                  <a:alpha val="90980"/>
                </a:srgbClr>
              </a:gs>
              <a:gs pos="37000">
                <a:srgbClr val="FFFFFF">
                  <a:alpha val="75686"/>
                </a:srgbClr>
              </a:gs>
              <a:gs pos="100000">
                <a:srgbClr val="B4DCFA">
                  <a:alpha val="78823"/>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11" name="Shape 11"/>
          <p:cNvSpPr/>
          <p:nvPr/>
        </p:nvSpPr>
        <p:spPr>
          <a:xfrm>
            <a:off x="0" y="0"/>
            <a:ext cx="9144000" cy="5105400"/>
          </a:xfrm>
          <a:prstGeom prst="rect">
            <a:avLst/>
          </a:prstGeom>
          <a:gradFill>
            <a:gsLst>
              <a:gs pos="0">
                <a:srgbClr val="FFFFFF">
                  <a:alpha val="88627"/>
                </a:srgbClr>
              </a:gs>
              <a:gs pos="48000">
                <a:srgbClr val="FFFFFF">
                  <a:alpha val="61960"/>
                </a:srgbClr>
              </a:gs>
              <a:gs pos="100000">
                <a:srgbClr val="B4DCFA">
                  <a:alpha val="78823"/>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12" name="Shape 12"/>
          <p:cNvSpPr/>
          <p:nvPr/>
        </p:nvSpPr>
        <p:spPr>
          <a:xfrm>
            <a:off x="0" y="3768304"/>
            <a:ext cx="9144000" cy="2286000"/>
          </a:xfrm>
          <a:prstGeom prst="rect">
            <a:avLst/>
          </a:prstGeom>
          <a:gradFill>
            <a:gsLst>
              <a:gs pos="0">
                <a:srgbClr val="FFFFFF">
                  <a:alpha val="0"/>
                </a:srgbClr>
              </a:gs>
              <a:gs pos="29000">
                <a:srgbClr val="FFFFFF">
                  <a:alpha val="29803"/>
                </a:srgbClr>
              </a:gs>
              <a:gs pos="45000">
                <a:srgbClr val="B4DCFA">
                  <a:alpha val="40000"/>
                </a:srgbClr>
              </a:gs>
              <a:gs pos="55000">
                <a:srgbClr val="FFFFFF">
                  <a:alpha val="25882"/>
                </a:srgbClr>
              </a:gs>
              <a:gs pos="65000">
                <a:srgbClr val="B4DCFA">
                  <a:alpha val="60000"/>
                </a:srgbClr>
              </a:gs>
              <a:gs pos="100000">
                <a:srgbClr val="FFFFFF">
                  <a:alpha val="0"/>
                </a:srgbClr>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13" name="Shape 13"/>
          <p:cNvSpPr/>
          <p:nvPr/>
        </p:nvSpPr>
        <p:spPr>
          <a:xfrm>
            <a:off x="0" y="1600200"/>
            <a:ext cx="9144000" cy="5105400"/>
          </a:xfrm>
          <a:prstGeom prst="ellipse">
            <a:avLst/>
          </a:prstGeom>
          <a:gradFill>
            <a:gsLst>
              <a:gs pos="0">
                <a:schemeClr val="lt1"/>
              </a:gs>
              <a:gs pos="56000">
                <a:srgbClr val="FFFFFF">
                  <a:alpha val="0"/>
                </a:srgbClr>
              </a:gs>
              <a:gs pos="100000">
                <a:srgbClr val="FFFFFF">
                  <a:alpha val="0"/>
                </a:srgbClr>
              </a:gs>
            </a:gsLst>
            <a:path path="circle">
              <a:fillToRect l="50000" t="50000" r="50000" b="50000"/>
            </a:path>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14" name="Shape 14"/>
          <p:cNvSpPr txBox="1">
            <a:spLocks noGrp="1"/>
          </p:cNvSpPr>
          <p:nvPr>
            <p:ph type="title"/>
          </p:nvPr>
        </p:nvSpPr>
        <p:spPr>
          <a:xfrm>
            <a:off x="1793289" y="4372168"/>
            <a:ext cx="6512511" cy="1143000"/>
          </a:xfrm>
          <a:prstGeom prst="rect">
            <a:avLst/>
          </a:prstGeom>
          <a:noFill/>
          <a:ln>
            <a:noFill/>
          </a:ln>
        </p:spPr>
        <p:txBody>
          <a:bodyPr spcFirstLastPara="1" wrap="square" lIns="91425" tIns="91425" rIns="91425" bIns="91425" anchor="t" anchorCtr="0"/>
          <a:lstStyle>
            <a:lvl1pPr marL="320040" marR="0" lvl="0" indent="-35052" algn="r" rtl="0">
              <a:spcBef>
                <a:spcPts val="0"/>
              </a:spcBef>
              <a:spcAft>
                <a:spcPts val="0"/>
              </a:spcAft>
              <a:buClr>
                <a:srgbClr val="C3260C"/>
              </a:buClr>
              <a:buSzPts val="1400"/>
              <a:buFont typeface="Georgia"/>
              <a:buChar char="*"/>
              <a:defRPr/>
            </a:lvl1pPr>
            <a:lvl2pPr marL="0" marR="0" lvl="1" indent="-88900" algn="l" rtl="0">
              <a:spcBef>
                <a:spcPts val="0"/>
              </a:spcBef>
              <a:spcAft>
                <a:spcPts val="0"/>
              </a:spcAft>
              <a:buSzPts val="1400"/>
              <a:buChar char="○"/>
              <a:defRPr/>
            </a:lvl2pPr>
            <a:lvl3pPr marL="0" marR="0" lvl="2" indent="-88900" algn="l" rtl="0">
              <a:spcBef>
                <a:spcPts val="0"/>
              </a:spcBef>
              <a:spcAft>
                <a:spcPts val="0"/>
              </a:spcAft>
              <a:buSzPts val="1400"/>
              <a:buChar char="■"/>
              <a:defRPr/>
            </a:lvl3pPr>
            <a:lvl4pPr marL="0" marR="0" lvl="3" indent="-88900" algn="l" rtl="0">
              <a:spcBef>
                <a:spcPts val="0"/>
              </a:spcBef>
              <a:spcAft>
                <a:spcPts val="0"/>
              </a:spcAft>
              <a:buSzPts val="1400"/>
              <a:buChar char="●"/>
              <a:defRPr/>
            </a:lvl4pPr>
            <a:lvl5pPr marL="0" marR="0" lvl="4" indent="-88900" algn="l" rtl="0">
              <a:spcBef>
                <a:spcPts val="0"/>
              </a:spcBef>
              <a:spcAft>
                <a:spcPts val="0"/>
              </a:spcAft>
              <a:buSzPts val="1400"/>
              <a:buChar char="○"/>
              <a:defRPr/>
            </a:lvl5pPr>
            <a:lvl6pPr marL="0" marR="0" lvl="5" indent="-88900" algn="l" rtl="0">
              <a:spcBef>
                <a:spcPts val="0"/>
              </a:spcBef>
              <a:spcAft>
                <a:spcPts val="0"/>
              </a:spcAft>
              <a:buSzPts val="1400"/>
              <a:buChar char="■"/>
              <a:defRPr/>
            </a:lvl6pPr>
            <a:lvl7pPr marL="0" marR="0" lvl="6" indent="-88900" algn="l" rtl="0">
              <a:spcBef>
                <a:spcPts val="0"/>
              </a:spcBef>
              <a:spcAft>
                <a:spcPts val="0"/>
              </a:spcAft>
              <a:buSzPts val="1400"/>
              <a:buChar char="●"/>
              <a:defRPr/>
            </a:lvl7pPr>
            <a:lvl8pPr marL="0" marR="0" lvl="7" indent="-88900" algn="l" rtl="0">
              <a:spcBef>
                <a:spcPts val="0"/>
              </a:spcBef>
              <a:spcAft>
                <a:spcPts val="0"/>
              </a:spcAft>
              <a:buSzPts val="1400"/>
              <a:buChar char="○"/>
              <a:defRPr/>
            </a:lvl8pPr>
            <a:lvl9pPr marL="0" marR="0" lvl="8" indent="-88900" algn="l" rtl="0">
              <a:spcBef>
                <a:spcPts val="0"/>
              </a:spcBef>
              <a:spcAft>
                <a:spcPts val="0"/>
              </a:spcAft>
              <a:buSzPts val="1400"/>
              <a:buChar char="■"/>
              <a:defRPr/>
            </a:lvl9pPr>
          </a:lstStyle>
          <a:p>
            <a:endParaRPr/>
          </a:p>
        </p:txBody>
      </p:sp>
      <p:sp>
        <p:nvSpPr>
          <p:cNvPr id="15" name="Shape 15"/>
          <p:cNvSpPr txBox="1">
            <a:spLocks noGrp="1"/>
          </p:cNvSpPr>
          <p:nvPr>
            <p:ph type="body" idx="1"/>
          </p:nvPr>
        </p:nvSpPr>
        <p:spPr>
          <a:xfrm>
            <a:off x="1143000" y="732260"/>
            <a:ext cx="6400800" cy="3474720"/>
          </a:xfrm>
          <a:prstGeom prst="rect">
            <a:avLst/>
          </a:prstGeom>
          <a:noFill/>
          <a:ln>
            <a:noFill/>
          </a:ln>
        </p:spPr>
        <p:txBody>
          <a:bodyPr spcFirstLastPara="1" wrap="square" lIns="91425" tIns="91425" rIns="91425" bIns="91425" anchor="t" anchorCtr="0"/>
          <a:lstStyle>
            <a:lvl1pPr marL="457200" marR="0" lvl="0" indent="-317500" algn="l" rtl="0">
              <a:spcBef>
                <a:spcPts val="440"/>
              </a:spcBef>
              <a:spcAft>
                <a:spcPts val="0"/>
              </a:spcAft>
              <a:buClr>
                <a:srgbClr val="C3260C"/>
              </a:buClr>
              <a:buSzPts val="1400"/>
              <a:buFont typeface="Georgia"/>
              <a:buChar char="*"/>
              <a:defRPr/>
            </a:lvl1pPr>
            <a:lvl2pPr marL="914400" marR="0" lvl="1" indent="-317500" algn="l" rtl="0">
              <a:spcBef>
                <a:spcPts val="400"/>
              </a:spcBef>
              <a:spcAft>
                <a:spcPts val="0"/>
              </a:spcAft>
              <a:buClr>
                <a:srgbClr val="C3260C"/>
              </a:buClr>
              <a:buSzPts val="1400"/>
              <a:buFont typeface="Georgia"/>
              <a:buChar char="*"/>
              <a:defRPr/>
            </a:lvl2pPr>
            <a:lvl3pPr marL="1371600" marR="0" lvl="2" indent="-317500" algn="l" rtl="0">
              <a:spcBef>
                <a:spcPts val="360"/>
              </a:spcBef>
              <a:spcAft>
                <a:spcPts val="0"/>
              </a:spcAft>
              <a:buClr>
                <a:srgbClr val="C3260C"/>
              </a:buClr>
              <a:buSzPts val="1400"/>
              <a:buFont typeface="Georgia"/>
              <a:buChar char="*"/>
              <a:defRPr/>
            </a:lvl3pPr>
            <a:lvl4pPr marL="1828800" marR="0" lvl="3" indent="-317500" algn="l" rtl="0">
              <a:spcBef>
                <a:spcPts val="320"/>
              </a:spcBef>
              <a:spcAft>
                <a:spcPts val="0"/>
              </a:spcAft>
              <a:buClr>
                <a:srgbClr val="C3260C"/>
              </a:buClr>
              <a:buSzPts val="1400"/>
              <a:buFont typeface="Georgia"/>
              <a:buChar char="*"/>
              <a:defRPr/>
            </a:lvl4pPr>
            <a:lvl5pPr marL="2286000" marR="0" lvl="4" indent="-317500" algn="l" rtl="0">
              <a:spcBef>
                <a:spcPts val="300"/>
              </a:spcBef>
              <a:spcAft>
                <a:spcPts val="0"/>
              </a:spcAft>
              <a:buClr>
                <a:srgbClr val="C3260C"/>
              </a:buClr>
              <a:buSzPts val="1400"/>
              <a:buFont typeface="Georgia"/>
              <a:buChar char="*"/>
              <a:defRPr/>
            </a:lvl5pPr>
            <a:lvl6pPr marL="2743200" marR="0" lvl="5" indent="-317500" algn="l" rtl="0">
              <a:spcBef>
                <a:spcPts val="300"/>
              </a:spcBef>
              <a:spcAft>
                <a:spcPts val="0"/>
              </a:spcAft>
              <a:buClr>
                <a:srgbClr val="C3260C"/>
              </a:buClr>
              <a:buSzPts val="1400"/>
              <a:buFont typeface="Georgia"/>
              <a:buChar char="*"/>
              <a:defRPr/>
            </a:lvl6pPr>
            <a:lvl7pPr marL="3200400" marR="0" lvl="6" indent="-317500" algn="l" rtl="0">
              <a:spcBef>
                <a:spcPts val="300"/>
              </a:spcBef>
              <a:spcAft>
                <a:spcPts val="0"/>
              </a:spcAft>
              <a:buClr>
                <a:srgbClr val="C3260C"/>
              </a:buClr>
              <a:buSzPts val="1400"/>
              <a:buFont typeface="Georgia"/>
              <a:buChar char="*"/>
              <a:defRPr/>
            </a:lvl7pPr>
            <a:lvl8pPr marL="3657600" marR="0" lvl="7" indent="-317500" algn="l" rtl="0">
              <a:spcBef>
                <a:spcPts val="300"/>
              </a:spcBef>
              <a:spcAft>
                <a:spcPts val="0"/>
              </a:spcAft>
              <a:buClr>
                <a:srgbClr val="C3260C"/>
              </a:buClr>
              <a:buSzPts val="1400"/>
              <a:buFont typeface="Georgia"/>
              <a:buChar char="*"/>
              <a:defRPr/>
            </a:lvl8pPr>
            <a:lvl9pPr marL="4114800" marR="0" lvl="8" indent="-317500" algn="l" rtl="0">
              <a:spcBef>
                <a:spcPts val="300"/>
              </a:spcBef>
              <a:spcAft>
                <a:spcPts val="300"/>
              </a:spcAft>
              <a:buClr>
                <a:srgbClr val="C3260C"/>
              </a:buClr>
              <a:buSzPts val="1400"/>
              <a:buFont typeface="Georgia"/>
              <a:buChar char="*"/>
              <a:defRPr/>
            </a:lvl9pPr>
          </a:lstStyle>
          <a:p>
            <a:endParaRPr/>
          </a:p>
        </p:txBody>
      </p:sp>
      <p:sp>
        <p:nvSpPr>
          <p:cNvPr id="16" name="Shape 16"/>
          <p:cNvSpPr txBox="1">
            <a:spLocks noGrp="1"/>
          </p:cNvSpPr>
          <p:nvPr>
            <p:ph type="dt" idx="10"/>
          </p:nvPr>
        </p:nvSpPr>
        <p:spPr>
          <a:xfrm>
            <a:off x="6172200" y="6172200"/>
            <a:ext cx="2514600" cy="365125"/>
          </a:xfrm>
          <a:prstGeom prst="rect">
            <a:avLst/>
          </a:prstGeom>
          <a:noFill/>
          <a:ln>
            <a:noFill/>
          </a:ln>
        </p:spPr>
        <p:txBody>
          <a:bodyPr spcFirstLastPara="1" wrap="square" lIns="91425" tIns="91425" rIns="91425" bIns="91425" anchor="ctr" anchorCtr="0"/>
          <a:lstStyle>
            <a:lvl1pPr marL="0" marR="0" lvl="0" indent="-88900" algn="r"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17" name="Shape 17"/>
          <p:cNvSpPr txBox="1">
            <a:spLocks noGrp="1"/>
          </p:cNvSpPr>
          <p:nvPr>
            <p:ph type="ftr" idx="11"/>
          </p:nvPr>
        </p:nvSpPr>
        <p:spPr>
          <a:xfrm>
            <a:off x="457199" y="6172200"/>
            <a:ext cx="3352801" cy="365125"/>
          </a:xfrm>
          <a:prstGeom prst="rect">
            <a:avLst/>
          </a:prstGeom>
          <a:noFill/>
          <a:ln>
            <a:noFill/>
          </a:ln>
        </p:spPr>
        <p:txBody>
          <a:bodyPr spcFirstLastPara="1" wrap="square" lIns="91425" tIns="91425" rIns="91425" bIns="91425" anchor="ctr" anchorCtr="0"/>
          <a:lstStyle>
            <a:lvl1pPr marL="0" marR="0" lvl="0" indent="-88900" algn="l" rtl="0">
              <a:spcBef>
                <a:spcPts val="0"/>
              </a:spcBef>
              <a:spcAft>
                <a:spcPts val="0"/>
              </a:spcAft>
              <a:buSzPts val="1400"/>
              <a:buChar char="●"/>
              <a:defRPr/>
            </a:lvl1pPr>
            <a:lvl2pPr marL="457200" marR="0" lvl="1" indent="-88900" algn="l" rtl="0">
              <a:spcBef>
                <a:spcPts val="0"/>
              </a:spcBef>
              <a:spcAft>
                <a:spcPts val="0"/>
              </a:spcAft>
              <a:buSzPts val="1400"/>
              <a:buChar char="○"/>
              <a:defRPr/>
            </a:lvl2pPr>
            <a:lvl3pPr marL="914400" marR="0" lvl="2" indent="-88900" algn="l" rtl="0">
              <a:spcBef>
                <a:spcPts val="0"/>
              </a:spcBef>
              <a:spcAft>
                <a:spcPts val="0"/>
              </a:spcAft>
              <a:buSzPts val="1400"/>
              <a:buChar char="■"/>
              <a:defRPr/>
            </a:lvl3pPr>
            <a:lvl4pPr marL="1371600" marR="0" lvl="3" indent="-88900" algn="l" rtl="0">
              <a:spcBef>
                <a:spcPts val="0"/>
              </a:spcBef>
              <a:spcAft>
                <a:spcPts val="0"/>
              </a:spcAft>
              <a:buSzPts val="1400"/>
              <a:buChar char="●"/>
              <a:defRPr/>
            </a:lvl4pPr>
            <a:lvl5pPr marL="1828800" marR="0" lvl="4" indent="-88900" algn="l" rtl="0">
              <a:spcBef>
                <a:spcPts val="0"/>
              </a:spcBef>
              <a:spcAft>
                <a:spcPts val="0"/>
              </a:spcAft>
              <a:buSzPts val="1400"/>
              <a:buChar char="○"/>
              <a:defRPr/>
            </a:lvl5pPr>
            <a:lvl6pPr marL="2286000" marR="0" lvl="5" indent="-88900" algn="l" rtl="0">
              <a:spcBef>
                <a:spcPts val="0"/>
              </a:spcBef>
              <a:spcAft>
                <a:spcPts val="0"/>
              </a:spcAft>
              <a:buSzPts val="1400"/>
              <a:buChar char="■"/>
              <a:defRPr/>
            </a:lvl6pPr>
            <a:lvl7pPr marL="2743200" marR="0" lvl="6" indent="-88900" algn="l" rtl="0">
              <a:spcBef>
                <a:spcPts val="0"/>
              </a:spcBef>
              <a:spcAft>
                <a:spcPts val="0"/>
              </a:spcAft>
              <a:buSzPts val="1400"/>
              <a:buChar char="●"/>
              <a:defRPr/>
            </a:lvl7pPr>
            <a:lvl8pPr marL="3200400" marR="0" lvl="7" indent="-88900" algn="l" rtl="0">
              <a:spcBef>
                <a:spcPts val="0"/>
              </a:spcBef>
              <a:spcAft>
                <a:spcPts val="0"/>
              </a:spcAft>
              <a:buSzPts val="1400"/>
              <a:buChar char="○"/>
              <a:defRPr/>
            </a:lvl8pPr>
            <a:lvl9pPr marL="3657600" marR="0" lvl="8" indent="-88900" algn="l" rtl="0">
              <a:spcBef>
                <a:spcPts val="0"/>
              </a:spcBef>
              <a:spcAft>
                <a:spcPts val="0"/>
              </a:spcAft>
              <a:buSzPts val="1400"/>
              <a:buChar char="■"/>
              <a:defRPr/>
            </a:lvl9pPr>
          </a:lstStyle>
          <a:p>
            <a:endParaRPr/>
          </a:p>
        </p:txBody>
      </p:sp>
      <p:sp>
        <p:nvSpPr>
          <p:cNvPr id="18" name="Shape 18"/>
          <p:cNvSpPr txBox="1">
            <a:spLocks noGrp="1"/>
          </p:cNvSpPr>
          <p:nvPr>
            <p:ph type="sldNum" idx="12"/>
          </p:nvPr>
        </p:nvSpPr>
        <p:spPr>
          <a:xfrm>
            <a:off x="3810000" y="6172200"/>
            <a:ext cx="1828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1" i="0" u="none" strike="noStrike" cap="none">
                <a:solidFill>
                  <a:srgbClr val="7F7F7F"/>
                </a:solidFill>
                <a:latin typeface="Trebuchet MS"/>
                <a:ea typeface="Trebuchet MS"/>
                <a:cs typeface="Trebuchet MS"/>
                <a:sym typeface="Trebuchet MS"/>
              </a:defRPr>
            </a:lvl1pPr>
            <a:lvl2pPr marL="0" marR="0" lvl="1" indent="0" algn="ctr" rtl="0">
              <a:spcBef>
                <a:spcPts val="0"/>
              </a:spcBef>
              <a:buNone/>
              <a:defRPr sz="1200" b="1" i="0" u="none" strike="noStrike" cap="none">
                <a:solidFill>
                  <a:srgbClr val="7F7F7F"/>
                </a:solidFill>
                <a:latin typeface="Trebuchet MS"/>
                <a:ea typeface="Trebuchet MS"/>
                <a:cs typeface="Trebuchet MS"/>
                <a:sym typeface="Trebuchet MS"/>
              </a:defRPr>
            </a:lvl2pPr>
            <a:lvl3pPr marL="0" marR="0" lvl="2" indent="0" algn="ctr" rtl="0">
              <a:spcBef>
                <a:spcPts val="0"/>
              </a:spcBef>
              <a:buNone/>
              <a:defRPr sz="1200" b="1" i="0" u="none" strike="noStrike" cap="none">
                <a:solidFill>
                  <a:srgbClr val="7F7F7F"/>
                </a:solidFill>
                <a:latin typeface="Trebuchet MS"/>
                <a:ea typeface="Trebuchet MS"/>
                <a:cs typeface="Trebuchet MS"/>
                <a:sym typeface="Trebuchet MS"/>
              </a:defRPr>
            </a:lvl3pPr>
            <a:lvl4pPr marL="0" marR="0" lvl="3" indent="0" algn="ctr" rtl="0">
              <a:spcBef>
                <a:spcPts val="0"/>
              </a:spcBef>
              <a:buNone/>
              <a:defRPr sz="1200" b="1" i="0" u="none" strike="noStrike" cap="none">
                <a:solidFill>
                  <a:srgbClr val="7F7F7F"/>
                </a:solidFill>
                <a:latin typeface="Trebuchet MS"/>
                <a:ea typeface="Trebuchet MS"/>
                <a:cs typeface="Trebuchet MS"/>
                <a:sym typeface="Trebuchet MS"/>
              </a:defRPr>
            </a:lvl4pPr>
            <a:lvl5pPr marL="0" marR="0" lvl="4" indent="0" algn="ctr" rtl="0">
              <a:spcBef>
                <a:spcPts val="0"/>
              </a:spcBef>
              <a:buNone/>
              <a:defRPr sz="1200" b="1" i="0" u="none" strike="noStrike" cap="none">
                <a:solidFill>
                  <a:srgbClr val="7F7F7F"/>
                </a:solidFill>
                <a:latin typeface="Trebuchet MS"/>
                <a:ea typeface="Trebuchet MS"/>
                <a:cs typeface="Trebuchet MS"/>
                <a:sym typeface="Trebuchet MS"/>
              </a:defRPr>
            </a:lvl5pPr>
            <a:lvl6pPr marL="0" marR="0" lvl="5" indent="0" algn="ctr" rtl="0">
              <a:spcBef>
                <a:spcPts val="0"/>
              </a:spcBef>
              <a:buNone/>
              <a:defRPr sz="1200" b="1" i="0" u="none" strike="noStrike" cap="none">
                <a:solidFill>
                  <a:srgbClr val="7F7F7F"/>
                </a:solidFill>
                <a:latin typeface="Trebuchet MS"/>
                <a:ea typeface="Trebuchet MS"/>
                <a:cs typeface="Trebuchet MS"/>
                <a:sym typeface="Trebuchet MS"/>
              </a:defRPr>
            </a:lvl6pPr>
            <a:lvl7pPr marL="0" marR="0" lvl="6" indent="0" algn="ctr" rtl="0">
              <a:spcBef>
                <a:spcPts val="0"/>
              </a:spcBef>
              <a:buNone/>
              <a:defRPr sz="1200" b="1" i="0" u="none" strike="noStrike" cap="none">
                <a:solidFill>
                  <a:srgbClr val="7F7F7F"/>
                </a:solidFill>
                <a:latin typeface="Trebuchet MS"/>
                <a:ea typeface="Trebuchet MS"/>
                <a:cs typeface="Trebuchet MS"/>
                <a:sym typeface="Trebuchet MS"/>
              </a:defRPr>
            </a:lvl7pPr>
            <a:lvl8pPr marL="0" marR="0" lvl="7" indent="0" algn="ctr" rtl="0">
              <a:spcBef>
                <a:spcPts val="0"/>
              </a:spcBef>
              <a:buNone/>
              <a:defRPr sz="1200" b="1" i="0" u="none" strike="noStrike" cap="none">
                <a:solidFill>
                  <a:srgbClr val="7F7F7F"/>
                </a:solidFill>
                <a:latin typeface="Trebuchet MS"/>
                <a:ea typeface="Trebuchet MS"/>
                <a:cs typeface="Trebuchet MS"/>
                <a:sym typeface="Trebuchet MS"/>
              </a:defRPr>
            </a:lvl8pPr>
            <a:lvl9pPr marL="0" marR="0" lvl="8" indent="0" algn="ctr" rtl="0">
              <a:spcBef>
                <a:spcPts val="0"/>
              </a:spcBef>
              <a:buNone/>
              <a:defRPr sz="1200" b="1" i="0" u="none" strike="noStrike" cap="none">
                <a:solidFill>
                  <a:srgbClr val="7F7F7F"/>
                </a:solidFill>
                <a:latin typeface="Trebuchet MS"/>
                <a:ea typeface="Trebuchet MS"/>
                <a:cs typeface="Trebuchet MS"/>
                <a:sym typeface="Trebuchet MS"/>
              </a:defRPr>
            </a:lvl9pPr>
          </a:lstStyle>
          <a:p>
            <a:pPr marL="0" lvl="0" indent="0">
              <a:spcBef>
                <a:spcPts val="0"/>
              </a:spcBef>
              <a:spcAft>
                <a:spcPts val="0"/>
              </a:spcAft>
              <a:buNone/>
            </a:pPr>
            <a:fld id="{00000000-1234-1234-1234-123412341234}" type="slidenum">
              <a:rPr lang="en-AU"/>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5" r:id="rId7"/>
    <p:sldLayoutId id="2147483656" r:id="rId8"/>
    <p:sldLayoutId id="2147483657" r:id="rId9"/>
    <p:sldLayoutId id="2147483658"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Shape 113"/>
          <p:cNvSpPr txBox="1">
            <a:spLocks noGrp="1"/>
          </p:cNvSpPr>
          <p:nvPr>
            <p:ph type="subTitle" idx="1"/>
          </p:nvPr>
        </p:nvSpPr>
        <p:spPr>
          <a:xfrm>
            <a:off x="179512" y="1484784"/>
            <a:ext cx="8208912" cy="5112568"/>
          </a:xfrm>
          <a:prstGeom prst="rect">
            <a:avLst/>
          </a:prstGeom>
          <a:noFill/>
          <a:ln>
            <a:noFill/>
          </a:ln>
        </p:spPr>
        <p:txBody>
          <a:bodyPr spcFirstLastPara="1" wrap="square" lIns="91425" tIns="45700" rIns="91425" bIns="45700" anchor="t" anchorCtr="0">
            <a:noAutofit/>
          </a:bodyPr>
          <a:lstStyle/>
          <a:p>
            <a:pPr marL="914400" marR="0" lvl="2" indent="0" algn="l" rtl="0">
              <a:lnSpc>
                <a:spcPct val="80000"/>
              </a:lnSpc>
              <a:spcBef>
                <a:spcPts val="0"/>
              </a:spcBef>
              <a:spcAft>
                <a:spcPts val="0"/>
              </a:spcAft>
              <a:buClr>
                <a:srgbClr val="C3260C"/>
              </a:buClr>
              <a:buFont typeface="Georgia"/>
              <a:buNone/>
            </a:pPr>
            <a:r>
              <a:rPr lang="en-AU" sz="3200" b="0" i="0" u="none" strike="noStrike" cap="none" dirty="0">
                <a:solidFill>
                  <a:srgbClr val="002060"/>
                </a:solidFill>
                <a:latin typeface="Arial"/>
                <a:ea typeface="Arial"/>
                <a:cs typeface="Arial"/>
                <a:sym typeface="Arial"/>
              </a:rPr>
              <a:t>Psychologists generally define </a:t>
            </a:r>
            <a:r>
              <a:rPr lang="en-AU" sz="3200" b="0" i="0" u="none" strike="noStrike" cap="none" dirty="0" smtClean="0">
                <a:solidFill>
                  <a:srgbClr val="002060"/>
                </a:solidFill>
                <a:latin typeface="Arial"/>
                <a:ea typeface="Arial"/>
                <a:cs typeface="Arial"/>
                <a:sym typeface="Arial"/>
              </a:rPr>
              <a:t>Personality as:</a:t>
            </a:r>
          </a:p>
          <a:p>
            <a:pPr marL="914400" marR="0" lvl="2" indent="0" algn="l" rtl="0">
              <a:lnSpc>
                <a:spcPct val="80000"/>
              </a:lnSpc>
              <a:spcBef>
                <a:spcPts val="0"/>
              </a:spcBef>
              <a:spcAft>
                <a:spcPts val="0"/>
              </a:spcAft>
              <a:buClr>
                <a:srgbClr val="C3260C"/>
              </a:buClr>
              <a:buFont typeface="Georgia"/>
              <a:buNone/>
            </a:pPr>
            <a:endParaRPr lang="en-AU" sz="3200" dirty="0">
              <a:solidFill>
                <a:srgbClr val="002060"/>
              </a:solidFill>
            </a:endParaRPr>
          </a:p>
          <a:p>
            <a:pPr marL="914400" marR="0" lvl="2" indent="0" algn="l" rtl="0">
              <a:lnSpc>
                <a:spcPct val="80000"/>
              </a:lnSpc>
              <a:spcBef>
                <a:spcPts val="0"/>
              </a:spcBef>
              <a:spcAft>
                <a:spcPts val="0"/>
              </a:spcAft>
              <a:buClr>
                <a:srgbClr val="C3260C"/>
              </a:buClr>
              <a:buFont typeface="Georgia"/>
              <a:buNone/>
            </a:pPr>
            <a:endParaRPr dirty="0"/>
          </a:p>
          <a:p>
            <a:pPr marL="2057400" marR="0" lvl="2" indent="-1143000" algn="l" rtl="0">
              <a:lnSpc>
                <a:spcPct val="80000"/>
              </a:lnSpc>
              <a:spcBef>
                <a:spcPts val="1100"/>
              </a:spcBef>
              <a:spcAft>
                <a:spcPts val="0"/>
              </a:spcAft>
              <a:buClr>
                <a:srgbClr val="C3260C"/>
              </a:buClr>
              <a:buSzPts val="5200"/>
              <a:buFont typeface="Arial"/>
              <a:buChar char="•"/>
            </a:pPr>
            <a:r>
              <a:rPr lang="en-AU" sz="3200" b="0" i="0" u="none" strike="noStrike" cap="none" dirty="0">
                <a:solidFill>
                  <a:srgbClr val="002060"/>
                </a:solidFill>
                <a:latin typeface="Arial"/>
                <a:ea typeface="Arial"/>
                <a:cs typeface="Arial"/>
                <a:sym typeface="Arial"/>
              </a:rPr>
              <a:t> “the </a:t>
            </a:r>
            <a:r>
              <a:rPr lang="en-AU" sz="3200" b="1" i="1" u="none" strike="noStrike" cap="none" dirty="0">
                <a:solidFill>
                  <a:srgbClr val="0070C0"/>
                </a:solidFill>
                <a:latin typeface="Arial"/>
                <a:ea typeface="Arial"/>
                <a:cs typeface="Arial"/>
                <a:sym typeface="Arial"/>
              </a:rPr>
              <a:t>characteristic</a:t>
            </a:r>
            <a:r>
              <a:rPr lang="en-AU" sz="3200" b="1" i="1" u="none" strike="noStrike" cap="none" dirty="0">
                <a:solidFill>
                  <a:srgbClr val="888888"/>
                </a:solidFill>
                <a:latin typeface="Arial"/>
                <a:ea typeface="Arial"/>
                <a:cs typeface="Arial"/>
                <a:sym typeface="Arial"/>
              </a:rPr>
              <a:t>  </a:t>
            </a:r>
            <a:r>
              <a:rPr lang="en-AU" sz="3200" b="0" i="0" u="none" strike="noStrike" cap="none" dirty="0">
                <a:solidFill>
                  <a:srgbClr val="002060"/>
                </a:solidFill>
                <a:latin typeface="Arial"/>
                <a:ea typeface="Arial"/>
                <a:cs typeface="Arial"/>
                <a:sym typeface="Arial"/>
              </a:rPr>
              <a:t>ways of </a:t>
            </a:r>
            <a:r>
              <a:rPr lang="en-AU" sz="3200" b="0" i="0" u="none" strike="noStrike" cap="none" dirty="0">
                <a:solidFill>
                  <a:srgbClr val="FF0000"/>
                </a:solidFill>
                <a:latin typeface="Arial"/>
                <a:ea typeface="Arial"/>
                <a:cs typeface="Arial"/>
                <a:sym typeface="Arial"/>
              </a:rPr>
              <a:t>F</a:t>
            </a:r>
            <a:r>
              <a:rPr lang="en-AU" sz="3200" b="0" i="0" u="none" strike="noStrike" cap="none" dirty="0">
                <a:solidFill>
                  <a:srgbClr val="002060"/>
                </a:solidFill>
                <a:latin typeface="Arial"/>
                <a:ea typeface="Arial"/>
                <a:cs typeface="Arial"/>
                <a:sym typeface="Arial"/>
              </a:rPr>
              <a:t>eeling,</a:t>
            </a:r>
            <a:r>
              <a:rPr lang="en-AU" sz="3200" b="0" i="0" u="none" strike="noStrike" cap="none" dirty="0">
                <a:solidFill>
                  <a:srgbClr val="888888"/>
                </a:solidFill>
                <a:latin typeface="Arial"/>
                <a:ea typeface="Arial"/>
                <a:cs typeface="Arial"/>
                <a:sym typeface="Arial"/>
              </a:rPr>
              <a:t> </a:t>
            </a:r>
            <a:r>
              <a:rPr lang="en-AU" sz="3200" b="0" i="0" u="none" strike="noStrike" cap="none" dirty="0">
                <a:solidFill>
                  <a:srgbClr val="FF0000"/>
                </a:solidFill>
                <a:latin typeface="Arial"/>
                <a:ea typeface="Arial"/>
                <a:cs typeface="Arial"/>
                <a:sym typeface="Arial"/>
              </a:rPr>
              <a:t>A</a:t>
            </a:r>
            <a:r>
              <a:rPr lang="en-AU" sz="3200" b="0" i="0" u="none" strike="noStrike" cap="none" dirty="0">
                <a:solidFill>
                  <a:srgbClr val="002060"/>
                </a:solidFill>
                <a:latin typeface="Arial"/>
                <a:ea typeface="Arial"/>
                <a:cs typeface="Arial"/>
                <a:sym typeface="Arial"/>
              </a:rPr>
              <a:t>cting and </a:t>
            </a:r>
            <a:r>
              <a:rPr lang="en-AU" sz="3200" b="0" i="0" u="none" strike="noStrike" cap="none" dirty="0">
                <a:solidFill>
                  <a:srgbClr val="888888"/>
                </a:solidFill>
                <a:latin typeface="Arial"/>
                <a:ea typeface="Arial"/>
                <a:cs typeface="Arial"/>
                <a:sym typeface="Arial"/>
              </a:rPr>
              <a:t> </a:t>
            </a:r>
            <a:r>
              <a:rPr lang="en-AU" sz="3200" b="0" i="0" u="none" strike="noStrike" cap="none" dirty="0">
                <a:solidFill>
                  <a:srgbClr val="FF0000"/>
                </a:solidFill>
                <a:latin typeface="Arial"/>
                <a:ea typeface="Arial"/>
                <a:cs typeface="Arial"/>
                <a:sym typeface="Arial"/>
              </a:rPr>
              <a:t>T</a:t>
            </a:r>
            <a:r>
              <a:rPr lang="en-AU" sz="3200" b="0" i="0" u="none" strike="noStrike" cap="none" dirty="0">
                <a:solidFill>
                  <a:srgbClr val="002060"/>
                </a:solidFill>
                <a:latin typeface="Arial"/>
                <a:ea typeface="Arial"/>
                <a:cs typeface="Arial"/>
                <a:sym typeface="Arial"/>
              </a:rPr>
              <a:t>hinking, that make a person </a:t>
            </a:r>
            <a:r>
              <a:rPr lang="en-AU" sz="4000" b="0" i="1" u="none" strike="noStrike" cap="none" dirty="0">
                <a:solidFill>
                  <a:srgbClr val="FF0000"/>
                </a:solidFill>
                <a:latin typeface="Arial"/>
                <a:ea typeface="Arial"/>
                <a:cs typeface="Arial"/>
                <a:sym typeface="Arial"/>
              </a:rPr>
              <a:t>“an individual”</a:t>
            </a:r>
            <a:r>
              <a:rPr lang="en-AU" sz="4000" b="0" i="1" u="none" strike="noStrike" cap="none" dirty="0">
                <a:solidFill>
                  <a:srgbClr val="34AC8B"/>
                </a:solidFill>
                <a:latin typeface="Arial"/>
                <a:ea typeface="Arial"/>
                <a:cs typeface="Arial"/>
                <a:sym typeface="Arial"/>
              </a:rPr>
              <a:t> </a:t>
            </a:r>
            <a:r>
              <a:rPr lang="en-AU" sz="3200" b="0" i="0" u="none" strike="noStrike" cap="none" dirty="0">
                <a:solidFill>
                  <a:srgbClr val="34AC8B"/>
                </a:solidFill>
                <a:latin typeface="Arial"/>
                <a:ea typeface="Arial"/>
                <a:cs typeface="Arial"/>
                <a:sym typeface="Arial"/>
              </a:rPr>
              <a:t> </a:t>
            </a:r>
            <a:endParaRPr dirty="0"/>
          </a:p>
          <a:p>
            <a:pPr marL="0" marR="0" lvl="0" indent="0" algn="l" rtl="0">
              <a:lnSpc>
                <a:spcPct val="80000"/>
              </a:lnSpc>
              <a:spcBef>
                <a:spcPts val="860"/>
              </a:spcBef>
              <a:spcAft>
                <a:spcPts val="300"/>
              </a:spcAft>
              <a:buClr>
                <a:srgbClr val="C3260C"/>
              </a:buClr>
              <a:buFont typeface="Georgia"/>
              <a:buNone/>
            </a:pPr>
            <a:endParaRPr sz="2800" b="1" i="0" u="none" strike="noStrike" cap="none" dirty="0">
              <a:solidFill>
                <a:srgbClr val="002060"/>
              </a:solidFill>
              <a:latin typeface="Trebuchet MS"/>
              <a:ea typeface="Trebuchet MS"/>
              <a:cs typeface="Trebuchet MS"/>
              <a:sym typeface="Trebuchet MS"/>
            </a:endParaRPr>
          </a:p>
        </p:txBody>
      </p:sp>
      <p:sp>
        <p:nvSpPr>
          <p:cNvPr id="114" name="Shape 114"/>
          <p:cNvSpPr txBox="1">
            <a:spLocks noGrp="1"/>
          </p:cNvSpPr>
          <p:nvPr>
            <p:ph type="ctrTitle"/>
          </p:nvPr>
        </p:nvSpPr>
        <p:spPr>
          <a:xfrm>
            <a:off x="251520" y="476672"/>
            <a:ext cx="8640960" cy="936104"/>
          </a:xfrm>
          <a:prstGeom prst="rect">
            <a:avLst/>
          </a:prstGeom>
          <a:noFill/>
          <a:ln>
            <a:noFill/>
          </a:ln>
        </p:spPr>
        <p:txBody>
          <a:bodyPr spcFirstLastPara="1" wrap="square" lIns="91425" tIns="45700" rIns="91425" bIns="45700" anchor="t" anchorCtr="0">
            <a:noAutofit/>
          </a:bodyPr>
          <a:lstStyle/>
          <a:p>
            <a:pPr marL="640080" marR="0" lvl="0" indent="-462280" algn="ctr" rtl="0">
              <a:spcBef>
                <a:spcPts val="0"/>
              </a:spcBef>
              <a:spcAft>
                <a:spcPts val="0"/>
              </a:spcAft>
              <a:buClr>
                <a:srgbClr val="C3260C"/>
              </a:buClr>
              <a:buSzPts val="3712"/>
              <a:buFont typeface="Georgia"/>
              <a:buChar char="*"/>
            </a:pPr>
            <a:r>
              <a:rPr lang="en-AU" sz="2900" b="1" i="0" u="none" strike="noStrike" cap="none" dirty="0" smtClean="0">
                <a:solidFill>
                  <a:schemeClr val="dk1"/>
                </a:solidFill>
                <a:latin typeface="Trebuchet MS"/>
                <a:ea typeface="Trebuchet MS"/>
                <a:cs typeface="Trebuchet MS"/>
                <a:sym typeface="Trebuchet MS"/>
              </a:rPr>
              <a:t>PSYCHOLOGY </a:t>
            </a:r>
            <a:r>
              <a:rPr lang="en-AU" sz="2900" b="1" i="0" u="none" strike="noStrike" cap="none" dirty="0">
                <a:solidFill>
                  <a:schemeClr val="dk1"/>
                </a:solidFill>
                <a:latin typeface="Trebuchet MS"/>
                <a:ea typeface="Trebuchet MS"/>
                <a:cs typeface="Trebuchet MS"/>
                <a:sym typeface="Trebuchet MS"/>
              </a:rPr>
              <a:t>OF PERSONALITY</a:t>
            </a:r>
            <a:br>
              <a:rPr lang="en-AU" sz="2900" b="1" i="0" u="none" strike="noStrike" cap="none" dirty="0">
                <a:solidFill>
                  <a:schemeClr val="dk1"/>
                </a:solidFill>
                <a:latin typeface="Trebuchet MS"/>
                <a:ea typeface="Trebuchet MS"/>
                <a:cs typeface="Trebuchet MS"/>
                <a:sym typeface="Trebuchet MS"/>
              </a:rPr>
            </a:br>
            <a:endParaRPr sz="2900" b="1" i="0" u="none" strike="noStrike" cap="none" dirty="0">
              <a:solidFill>
                <a:schemeClr val="dk1"/>
              </a:solidFill>
              <a:latin typeface="Trebuchet MS"/>
              <a:ea typeface="Trebuchet MS"/>
              <a:cs typeface="Trebuchet MS"/>
              <a:sym typeface="Trebuchet M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4"/>
                                        </p:tgtEl>
                                        <p:attrNameLst>
                                          <p:attrName>style.visibility</p:attrName>
                                        </p:attrNameLst>
                                      </p:cBhvr>
                                      <p:to>
                                        <p:strVal val="visible"/>
                                      </p:to>
                                    </p:set>
                                    <p:anim calcmode="lin" valueType="num">
                                      <p:cBhvr additive="base">
                                        <p:cTn id="7" dur="500"/>
                                        <p:tgtEl>
                                          <p:spTgt spid="114"/>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113">
                                            <p:txEl>
                                              <p:pRg st="0" end="0"/>
                                            </p:txEl>
                                          </p:spTgt>
                                        </p:tgtEl>
                                        <p:attrNameLst>
                                          <p:attrName>style.visibility</p:attrName>
                                        </p:attrNameLst>
                                      </p:cBhvr>
                                      <p:to>
                                        <p:strVal val="visible"/>
                                      </p:to>
                                    </p:set>
                                    <p:anim calcmode="lin" valueType="num">
                                      <p:cBhvr additive="base">
                                        <p:cTn id="12" dur="500"/>
                                        <p:tgtEl>
                                          <p:spTgt spid="113">
                                            <p:txEl>
                                              <p:pRg st="0" end="0"/>
                                            </p:txEl>
                                          </p:spTgt>
                                        </p:tgtEl>
                                        <p:attrNameLst>
                                          <p:attrName>ppt_w</p:attrName>
                                        </p:attrNameLst>
                                      </p:cBhvr>
                                      <p:tavLst>
                                        <p:tav tm="0">
                                          <p:val>
                                            <p:strVal val="0"/>
                                          </p:val>
                                        </p:tav>
                                        <p:tav tm="100000">
                                          <p:val>
                                            <p:strVal val="#ppt_w"/>
                                          </p:val>
                                        </p:tav>
                                      </p:tavLst>
                                    </p:anim>
                                    <p:anim calcmode="lin" valueType="num">
                                      <p:cBhvr additive="base">
                                        <p:cTn id="13" dur="500"/>
                                        <p:tgtEl>
                                          <p:spTgt spid="113">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113">
                                            <p:txEl>
                                              <p:pRg st="3" end="3"/>
                                            </p:txEl>
                                          </p:spTgt>
                                        </p:tgtEl>
                                        <p:attrNameLst>
                                          <p:attrName>style.visibility</p:attrName>
                                        </p:attrNameLst>
                                      </p:cBhvr>
                                      <p:to>
                                        <p:strVal val="visible"/>
                                      </p:to>
                                    </p:set>
                                    <p:anim calcmode="lin" valueType="num">
                                      <p:cBhvr additive="base">
                                        <p:cTn id="18" dur="500"/>
                                        <p:tgtEl>
                                          <p:spTgt spid="113">
                                            <p:txEl>
                                              <p:pRg st="3" end="3"/>
                                            </p:txEl>
                                          </p:spTgt>
                                        </p:tgtEl>
                                        <p:attrNameLst>
                                          <p:attrName>ppt_w</p:attrName>
                                        </p:attrNameLst>
                                      </p:cBhvr>
                                      <p:tavLst>
                                        <p:tav tm="0">
                                          <p:val>
                                            <p:strVal val="0"/>
                                          </p:val>
                                        </p:tav>
                                        <p:tav tm="100000">
                                          <p:val>
                                            <p:strVal val="#ppt_w"/>
                                          </p:val>
                                        </p:tav>
                                      </p:tavLst>
                                    </p:anim>
                                    <p:anim calcmode="lin" valueType="num">
                                      <p:cBhvr additive="base">
                                        <p:cTn id="19" dur="500"/>
                                        <p:tgtEl>
                                          <p:spTgt spid="113">
                                            <p:txEl>
                                              <p:pRg st="3" end="3"/>
                                            </p:txEl>
                                          </p:spTgt>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Shape 104"/>
          <p:cNvSpPr txBox="1">
            <a:spLocks noGrp="1"/>
          </p:cNvSpPr>
          <p:nvPr>
            <p:ph type="body" idx="1"/>
          </p:nvPr>
        </p:nvSpPr>
        <p:spPr>
          <a:xfrm>
            <a:off x="281444" y="188640"/>
            <a:ext cx="4290556" cy="720080"/>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300"/>
              </a:spcAft>
              <a:buClr>
                <a:srgbClr val="C3260C"/>
              </a:buClr>
              <a:buFont typeface="Georgia"/>
              <a:buNone/>
            </a:pPr>
            <a:r>
              <a:rPr lang="en-AU" sz="3200" b="1" i="0" u="none" strike="noStrike" cap="none" dirty="0" smtClean="0">
                <a:solidFill>
                  <a:schemeClr val="dk1"/>
                </a:solidFill>
                <a:latin typeface="Trebuchet MS"/>
                <a:ea typeface="Trebuchet MS"/>
                <a:cs typeface="Trebuchet MS"/>
                <a:sym typeface="Trebuchet MS"/>
              </a:rPr>
              <a:t>Personality</a:t>
            </a:r>
            <a:endParaRPr sz="3200" b="1" i="0" u="none" strike="noStrike" cap="none" dirty="0">
              <a:solidFill>
                <a:schemeClr val="dk1"/>
              </a:solidFill>
              <a:latin typeface="Trebuchet MS"/>
              <a:ea typeface="Trebuchet MS"/>
              <a:cs typeface="Trebuchet MS"/>
              <a:sym typeface="Trebuchet MS"/>
            </a:endParaRPr>
          </a:p>
        </p:txBody>
      </p:sp>
      <p:sp>
        <p:nvSpPr>
          <p:cNvPr id="105" name="Shape 105"/>
          <p:cNvSpPr txBox="1">
            <a:spLocks noGrp="1"/>
          </p:cNvSpPr>
          <p:nvPr>
            <p:ph type="body" idx="2"/>
          </p:nvPr>
        </p:nvSpPr>
        <p:spPr>
          <a:xfrm>
            <a:off x="0" y="1052737"/>
            <a:ext cx="4572000" cy="4608512"/>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C3260C"/>
              </a:buClr>
              <a:buFont typeface="Georgia"/>
              <a:buNone/>
            </a:pPr>
            <a:r>
              <a:rPr lang="en-AU" sz="2400" b="1" i="0" u="sng" strike="noStrike" cap="none" dirty="0">
                <a:solidFill>
                  <a:srgbClr val="3F3F3F"/>
                </a:solidFill>
                <a:latin typeface="Trebuchet MS"/>
                <a:ea typeface="Trebuchet MS"/>
                <a:cs typeface="Trebuchet MS"/>
                <a:sym typeface="Trebuchet MS"/>
              </a:rPr>
              <a:t>The Psychology of Personality</a:t>
            </a:r>
            <a:endParaRPr sz="2400" b="0" i="0" u="sng" strike="noStrike" cap="none" dirty="0">
              <a:solidFill>
                <a:srgbClr val="3F3F3F"/>
              </a:solidFill>
              <a:latin typeface="Trebuchet MS"/>
              <a:ea typeface="Trebuchet MS"/>
              <a:cs typeface="Trebuchet MS"/>
              <a:sym typeface="Trebuchet MS"/>
            </a:endParaRPr>
          </a:p>
          <a:p>
            <a:pPr marL="0" marR="0" lvl="0" indent="0" algn="l" rtl="0">
              <a:spcBef>
                <a:spcPts val="630"/>
              </a:spcBef>
              <a:spcAft>
                <a:spcPts val="0"/>
              </a:spcAft>
              <a:buClr>
                <a:srgbClr val="C3260C"/>
              </a:buClr>
              <a:buFont typeface="Georgia"/>
              <a:buNone/>
            </a:pPr>
            <a:r>
              <a:rPr lang="en-AU" sz="1650" b="1" i="0" u="sng" strike="noStrike" cap="none" dirty="0">
                <a:solidFill>
                  <a:srgbClr val="3F3F3F"/>
                </a:solidFill>
                <a:latin typeface="Trebuchet MS"/>
                <a:ea typeface="Trebuchet MS"/>
                <a:cs typeface="Trebuchet MS"/>
                <a:sym typeface="Trebuchet MS"/>
              </a:rPr>
              <a:t>Personality theories:</a:t>
            </a:r>
            <a:endParaRPr sz="1650" b="1" i="0" u="sng" strike="noStrike" cap="none" dirty="0">
              <a:solidFill>
                <a:srgbClr val="3F3F3F"/>
              </a:solidFill>
              <a:latin typeface="Trebuchet MS"/>
              <a:ea typeface="Trebuchet MS"/>
              <a:cs typeface="Trebuchet MS"/>
              <a:sym typeface="Trebuchet MS"/>
            </a:endParaRPr>
          </a:p>
          <a:p>
            <a:pPr marL="228600" marR="0" lvl="0" indent="-190500" algn="l" rtl="0">
              <a:spcBef>
                <a:spcPts val="670"/>
              </a:spcBef>
              <a:spcAft>
                <a:spcPts val="0"/>
              </a:spcAft>
              <a:buClr>
                <a:srgbClr val="C3260C"/>
              </a:buClr>
              <a:buSzPts val="2405"/>
              <a:buFont typeface="Georgia"/>
              <a:buChar char="*"/>
            </a:pPr>
            <a:r>
              <a:rPr lang="en-AU" sz="1850" b="1" i="0" u="none" strike="noStrike" cap="none" dirty="0" smtClean="0">
                <a:solidFill>
                  <a:srgbClr val="3F3F3F"/>
                </a:solidFill>
                <a:latin typeface="Trebuchet MS"/>
                <a:ea typeface="Trebuchet MS"/>
                <a:cs typeface="Trebuchet MS"/>
                <a:sym typeface="Trebuchet MS"/>
              </a:rPr>
              <a:t>trait theories—McCrae </a:t>
            </a:r>
            <a:r>
              <a:rPr lang="en-AU" sz="1850" b="1" i="0" u="none" strike="noStrike" cap="none" dirty="0">
                <a:solidFill>
                  <a:srgbClr val="3F3F3F"/>
                </a:solidFill>
                <a:latin typeface="Trebuchet MS"/>
                <a:ea typeface="Trebuchet MS"/>
                <a:cs typeface="Trebuchet MS"/>
                <a:sym typeface="Trebuchet MS"/>
              </a:rPr>
              <a:t>and Costa (</a:t>
            </a:r>
            <a:r>
              <a:rPr lang="en-AU" sz="1850" b="1" i="0" u="none" strike="noStrike" cap="none" dirty="0" smtClean="0">
                <a:solidFill>
                  <a:srgbClr val="3F3F3F"/>
                </a:solidFill>
                <a:latin typeface="Trebuchet MS"/>
                <a:ea typeface="Trebuchet MS"/>
                <a:cs typeface="Trebuchet MS"/>
                <a:sym typeface="Trebuchet MS"/>
              </a:rPr>
              <a:t>p.237) </a:t>
            </a:r>
          </a:p>
          <a:p>
            <a:pPr marL="228600" marR="0" lvl="0" indent="-190500" algn="l" rtl="0">
              <a:spcBef>
                <a:spcPts val="670"/>
              </a:spcBef>
              <a:spcAft>
                <a:spcPts val="0"/>
              </a:spcAft>
              <a:buClr>
                <a:srgbClr val="C3260C"/>
              </a:buClr>
              <a:buSzPts val="2405"/>
              <a:buFont typeface="Georgia"/>
              <a:buChar char="*"/>
            </a:pPr>
            <a:r>
              <a:rPr lang="en-AU" sz="1850" b="1" i="0" u="none" strike="noStrike" cap="none" dirty="0" smtClean="0">
                <a:solidFill>
                  <a:srgbClr val="3F3F3F"/>
                </a:solidFill>
                <a:latin typeface="Trebuchet MS"/>
                <a:ea typeface="Trebuchet MS"/>
                <a:cs typeface="Trebuchet MS"/>
                <a:sym typeface="Trebuchet MS"/>
              </a:rPr>
              <a:t>humanistic </a:t>
            </a:r>
            <a:r>
              <a:rPr lang="en-AU" sz="1850" b="1" i="0" u="none" strike="noStrike" cap="none" dirty="0">
                <a:solidFill>
                  <a:srgbClr val="3F3F3F"/>
                </a:solidFill>
                <a:latin typeface="Trebuchet MS"/>
                <a:ea typeface="Trebuchet MS"/>
                <a:cs typeface="Trebuchet MS"/>
                <a:sym typeface="Trebuchet MS"/>
              </a:rPr>
              <a:t>theories—Rogers, Maslow (</a:t>
            </a:r>
            <a:r>
              <a:rPr lang="en-AU" sz="1850" b="1" i="0" u="none" strike="noStrike" cap="none" dirty="0" smtClean="0">
                <a:solidFill>
                  <a:srgbClr val="3F3F3F"/>
                </a:solidFill>
                <a:latin typeface="Trebuchet MS"/>
                <a:ea typeface="Trebuchet MS"/>
                <a:cs typeface="Trebuchet MS"/>
                <a:sym typeface="Trebuchet MS"/>
              </a:rPr>
              <a:t>p.239 - 240)</a:t>
            </a:r>
            <a:endParaRPr sz="1850" b="1" i="0" u="none" strike="noStrike" cap="none" dirty="0">
              <a:solidFill>
                <a:srgbClr val="3F3F3F"/>
              </a:solidFill>
              <a:latin typeface="Trebuchet MS"/>
              <a:ea typeface="Trebuchet MS"/>
              <a:cs typeface="Trebuchet MS"/>
              <a:sym typeface="Trebuchet MS"/>
            </a:endParaRPr>
          </a:p>
          <a:p>
            <a:pPr marL="0" marR="0" lvl="0" indent="0" algn="l" rtl="0">
              <a:spcBef>
                <a:spcPts val="670"/>
              </a:spcBef>
              <a:spcAft>
                <a:spcPts val="0"/>
              </a:spcAft>
              <a:buClr>
                <a:srgbClr val="C3260C"/>
              </a:buClr>
              <a:buFont typeface="Georgia"/>
              <a:buNone/>
            </a:pPr>
            <a:r>
              <a:rPr lang="en-AU" sz="1650" b="1" i="0" u="sng" strike="noStrike" cap="none" dirty="0">
                <a:solidFill>
                  <a:srgbClr val="3F3F3F"/>
                </a:solidFill>
                <a:latin typeface="Trebuchet MS"/>
                <a:ea typeface="Trebuchet MS"/>
                <a:cs typeface="Trebuchet MS"/>
                <a:sym typeface="Trebuchet MS"/>
              </a:rPr>
              <a:t>Personality:</a:t>
            </a:r>
            <a:r>
              <a:rPr lang="en-AU" sz="1650" b="1" i="0" u="none" strike="noStrike" cap="none" dirty="0">
                <a:solidFill>
                  <a:srgbClr val="3F3F3F"/>
                </a:solidFill>
                <a:latin typeface="Trebuchet MS"/>
                <a:ea typeface="Trebuchet MS"/>
                <a:cs typeface="Trebuchet MS"/>
                <a:sym typeface="Trebuchet MS"/>
              </a:rPr>
              <a:t>  </a:t>
            </a:r>
            <a:r>
              <a:rPr lang="en-AU" sz="1850" b="1" i="0" u="none" strike="noStrike" cap="none" dirty="0">
                <a:solidFill>
                  <a:srgbClr val="3F3F3F"/>
                </a:solidFill>
                <a:latin typeface="Trebuchet MS"/>
                <a:ea typeface="Trebuchet MS"/>
                <a:cs typeface="Trebuchet MS"/>
                <a:sym typeface="Trebuchet MS"/>
              </a:rPr>
              <a:t>(p. </a:t>
            </a:r>
            <a:r>
              <a:rPr lang="en-AU" sz="1850" b="1" i="0" u="none" strike="noStrike" cap="none" dirty="0" smtClean="0">
                <a:solidFill>
                  <a:srgbClr val="3F3F3F"/>
                </a:solidFill>
                <a:latin typeface="Trebuchet MS"/>
                <a:ea typeface="Trebuchet MS"/>
                <a:cs typeface="Trebuchet MS"/>
                <a:sym typeface="Trebuchet MS"/>
              </a:rPr>
              <a:t>238-239)</a:t>
            </a:r>
            <a:endParaRPr sz="1850" b="1" i="0" u="none" strike="noStrike" cap="none" dirty="0">
              <a:solidFill>
                <a:srgbClr val="3F3F3F"/>
              </a:solidFill>
              <a:latin typeface="Trebuchet MS"/>
              <a:ea typeface="Trebuchet MS"/>
              <a:cs typeface="Trebuchet MS"/>
              <a:sym typeface="Trebuchet MS"/>
            </a:endParaRPr>
          </a:p>
          <a:p>
            <a:pPr marL="228600" marR="0" lvl="0" indent="-190500" algn="l" rtl="0">
              <a:spcBef>
                <a:spcPts val="670"/>
              </a:spcBef>
              <a:spcAft>
                <a:spcPts val="0"/>
              </a:spcAft>
              <a:buClr>
                <a:srgbClr val="C3260C"/>
              </a:buClr>
              <a:buSzPts val="2405"/>
              <a:buFont typeface="Georgia"/>
              <a:buChar char="*"/>
            </a:pPr>
            <a:r>
              <a:rPr lang="en-AU" sz="1850" b="1" i="0" u="none" strike="noStrike" cap="none" dirty="0">
                <a:solidFill>
                  <a:srgbClr val="3F3F3F"/>
                </a:solidFill>
                <a:latin typeface="Trebuchet MS"/>
                <a:ea typeface="Trebuchet MS"/>
                <a:cs typeface="Trebuchet MS"/>
                <a:sym typeface="Trebuchet MS"/>
              </a:rPr>
              <a:t>continuity over time</a:t>
            </a:r>
            <a:endParaRPr dirty="0"/>
          </a:p>
          <a:p>
            <a:pPr marL="228600" marR="0" lvl="0" indent="-190500" algn="l" rtl="0">
              <a:spcBef>
                <a:spcPts val="670"/>
              </a:spcBef>
              <a:spcAft>
                <a:spcPts val="0"/>
              </a:spcAft>
              <a:buClr>
                <a:srgbClr val="C3260C"/>
              </a:buClr>
              <a:buSzPts val="2405"/>
              <a:buFont typeface="Georgia"/>
              <a:buChar char="*"/>
            </a:pPr>
            <a:r>
              <a:rPr lang="en-AU" sz="1850" b="1" i="0" u="none" strike="noStrike" cap="none" dirty="0">
                <a:solidFill>
                  <a:srgbClr val="3F3F3F"/>
                </a:solidFill>
                <a:latin typeface="Trebuchet MS"/>
                <a:ea typeface="Trebuchet MS"/>
                <a:cs typeface="Trebuchet MS"/>
                <a:sym typeface="Trebuchet MS"/>
              </a:rPr>
              <a:t>consistency across situations</a:t>
            </a:r>
            <a:r>
              <a:rPr lang="en-AU" sz="1850" b="1" i="0" u="none" strike="noStrike" cap="none" dirty="0" smtClean="0">
                <a:solidFill>
                  <a:srgbClr val="3F3F3F"/>
                </a:solidFill>
                <a:latin typeface="Trebuchet MS"/>
                <a:ea typeface="Trebuchet MS"/>
                <a:cs typeface="Trebuchet MS"/>
                <a:sym typeface="Trebuchet MS"/>
              </a:rPr>
              <a:t>.</a:t>
            </a:r>
          </a:p>
          <a:p>
            <a:pPr marL="228600" marR="0" lvl="0" indent="-190500" algn="l" rtl="0">
              <a:spcBef>
                <a:spcPts val="670"/>
              </a:spcBef>
              <a:spcAft>
                <a:spcPts val="0"/>
              </a:spcAft>
              <a:buClr>
                <a:srgbClr val="C3260C"/>
              </a:buClr>
              <a:buSzPts val="2405"/>
              <a:buFont typeface="Georgia"/>
              <a:buChar char="*"/>
            </a:pPr>
            <a:r>
              <a:rPr lang="en-AU" sz="1850" b="1" dirty="0" smtClean="0">
                <a:solidFill>
                  <a:srgbClr val="3F3F3F"/>
                </a:solidFill>
                <a:latin typeface="Trebuchet MS"/>
                <a:sym typeface="Trebuchet MS"/>
              </a:rPr>
              <a:t>Contemporary type theories and uses – health; business (Myers-Briggs) (pp 240- 242)</a:t>
            </a:r>
            <a:endParaRPr dirty="0"/>
          </a:p>
          <a:p>
            <a:pPr marL="228600" marR="0" lvl="0" indent="-53054" algn="l" rtl="0">
              <a:spcBef>
                <a:spcPts val="633"/>
              </a:spcBef>
              <a:spcAft>
                <a:spcPts val="300"/>
              </a:spcAft>
              <a:buClr>
                <a:srgbClr val="C3260C"/>
              </a:buClr>
              <a:buSzPts val="2165"/>
              <a:buFont typeface="Georgia"/>
              <a:buNone/>
            </a:pPr>
            <a:endParaRPr sz="1650" b="0" i="0" u="none" strike="noStrike" cap="none" dirty="0">
              <a:solidFill>
                <a:srgbClr val="3F3F3F"/>
              </a:solidFill>
              <a:latin typeface="Trebuchet MS"/>
              <a:ea typeface="Trebuchet MS"/>
              <a:cs typeface="Trebuchet MS"/>
              <a:sym typeface="Trebuchet MS"/>
            </a:endParaRPr>
          </a:p>
        </p:txBody>
      </p:sp>
      <p:sp>
        <p:nvSpPr>
          <p:cNvPr id="106" name="Shape 106"/>
          <p:cNvSpPr txBox="1">
            <a:spLocks noGrp="1"/>
          </p:cNvSpPr>
          <p:nvPr>
            <p:ph type="body" idx="3"/>
          </p:nvPr>
        </p:nvSpPr>
        <p:spPr>
          <a:xfrm>
            <a:off x="4645025" y="188640"/>
            <a:ext cx="4292241" cy="720080"/>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300"/>
              </a:spcAft>
              <a:buClr>
                <a:srgbClr val="C3260C"/>
              </a:buClr>
              <a:buFont typeface="Georgia"/>
              <a:buNone/>
            </a:pPr>
            <a:endParaRPr sz="3200" b="1" i="0" u="none" strike="noStrike" cap="none" dirty="0">
              <a:solidFill>
                <a:schemeClr val="dk1"/>
              </a:solidFill>
              <a:latin typeface="Trebuchet MS"/>
              <a:ea typeface="Trebuchet MS"/>
              <a:cs typeface="Trebuchet MS"/>
              <a:sym typeface="Trebuchet MS"/>
            </a:endParaRPr>
          </a:p>
        </p:txBody>
      </p:sp>
      <p:sp>
        <p:nvSpPr>
          <p:cNvPr id="107" name="Shape 107"/>
          <p:cNvSpPr txBox="1">
            <a:spLocks noGrp="1"/>
          </p:cNvSpPr>
          <p:nvPr>
            <p:ph type="body" idx="4"/>
          </p:nvPr>
        </p:nvSpPr>
        <p:spPr>
          <a:xfrm>
            <a:off x="4648730" y="1052737"/>
            <a:ext cx="4288536" cy="460851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C3260C"/>
              </a:buClr>
              <a:buFont typeface="Georgia"/>
              <a:buNone/>
            </a:pPr>
            <a:r>
              <a:rPr lang="en-AU" sz="2000" b="1" i="0" u="sng" strike="noStrike" cap="none" dirty="0">
                <a:solidFill>
                  <a:srgbClr val="3F3F3F"/>
                </a:solidFill>
                <a:latin typeface="Trebuchet MS"/>
                <a:ea typeface="Trebuchet MS"/>
                <a:cs typeface="Trebuchet MS"/>
                <a:sym typeface="Trebuchet MS"/>
              </a:rPr>
              <a:t>The Psychology of Personality</a:t>
            </a:r>
            <a:endParaRPr sz="2000" b="0" i="0" u="sng" strike="noStrike" cap="none" dirty="0">
              <a:solidFill>
                <a:srgbClr val="3F3F3F"/>
              </a:solidFill>
              <a:latin typeface="Trebuchet MS"/>
              <a:ea typeface="Trebuchet MS"/>
              <a:cs typeface="Trebuchet MS"/>
              <a:sym typeface="Trebuchet MS"/>
            </a:endParaRPr>
          </a:p>
          <a:p>
            <a:pPr marL="0" marR="0" lvl="0" indent="0" algn="l" rtl="0">
              <a:spcBef>
                <a:spcPts val="700"/>
              </a:spcBef>
              <a:spcAft>
                <a:spcPts val="0"/>
              </a:spcAft>
              <a:buClr>
                <a:srgbClr val="C3260C"/>
              </a:buClr>
              <a:buFont typeface="Georgia"/>
              <a:buNone/>
            </a:pPr>
            <a:r>
              <a:rPr lang="en-AU" sz="2000" b="1" i="0" u="sng" strike="noStrike" cap="none" dirty="0">
                <a:solidFill>
                  <a:srgbClr val="3F3F3F"/>
                </a:solidFill>
                <a:latin typeface="Trebuchet MS"/>
                <a:ea typeface="Trebuchet MS"/>
                <a:cs typeface="Trebuchet MS"/>
                <a:sym typeface="Trebuchet MS"/>
              </a:rPr>
              <a:t>Contributions and limitations of personality theories:</a:t>
            </a:r>
            <a:endParaRPr sz="2000" b="1" i="0" u="sng" strike="noStrike" cap="none" dirty="0">
              <a:solidFill>
                <a:srgbClr val="3F3F3F"/>
              </a:solidFill>
              <a:latin typeface="Trebuchet MS"/>
              <a:ea typeface="Trebuchet MS"/>
              <a:cs typeface="Trebuchet MS"/>
              <a:sym typeface="Trebuchet MS"/>
            </a:endParaRPr>
          </a:p>
          <a:p>
            <a:pPr marL="228600" marR="0" lvl="0" indent="-190500" algn="l" rtl="0">
              <a:spcBef>
                <a:spcPts val="700"/>
              </a:spcBef>
              <a:spcAft>
                <a:spcPts val="0"/>
              </a:spcAft>
              <a:buClr>
                <a:srgbClr val="C3260C"/>
              </a:buClr>
              <a:buSzPts val="2600"/>
              <a:buFont typeface="Georgia"/>
              <a:buChar char="*"/>
            </a:pPr>
            <a:r>
              <a:rPr lang="en-AU" sz="2000" b="1" i="0" u="none" strike="noStrike" cap="none" dirty="0" smtClean="0">
                <a:solidFill>
                  <a:srgbClr val="3F3F3F"/>
                </a:solidFill>
                <a:latin typeface="Trebuchet MS"/>
                <a:ea typeface="Trebuchet MS"/>
                <a:cs typeface="Trebuchet MS"/>
                <a:sym typeface="Trebuchet MS"/>
              </a:rPr>
              <a:t>trait theories - McCrae </a:t>
            </a:r>
            <a:r>
              <a:rPr lang="en-AU" sz="2000" b="1" i="0" u="none" strike="noStrike" cap="none" dirty="0">
                <a:solidFill>
                  <a:srgbClr val="3F3F3F"/>
                </a:solidFill>
                <a:latin typeface="Trebuchet MS"/>
                <a:ea typeface="Trebuchet MS"/>
                <a:cs typeface="Trebuchet MS"/>
                <a:sym typeface="Trebuchet MS"/>
              </a:rPr>
              <a:t>and Costa (</a:t>
            </a:r>
            <a:r>
              <a:rPr lang="en-AU" sz="2000" b="1" i="0" u="none" strike="noStrike" cap="none" dirty="0" smtClean="0">
                <a:solidFill>
                  <a:srgbClr val="3F3F3F"/>
                </a:solidFill>
                <a:latin typeface="Trebuchet MS"/>
                <a:ea typeface="Trebuchet MS"/>
                <a:cs typeface="Trebuchet MS"/>
                <a:sym typeface="Trebuchet MS"/>
              </a:rPr>
              <a:t>p.237)</a:t>
            </a:r>
            <a:endParaRPr sz="2000" b="1" i="0" u="none" strike="noStrike" cap="none" dirty="0">
              <a:solidFill>
                <a:srgbClr val="3F3F3F"/>
              </a:solidFill>
              <a:latin typeface="Trebuchet MS"/>
              <a:ea typeface="Trebuchet MS"/>
              <a:cs typeface="Trebuchet MS"/>
              <a:sym typeface="Trebuchet MS"/>
            </a:endParaRPr>
          </a:p>
          <a:p>
            <a:pPr marL="228600" marR="0" lvl="0" indent="-190500" algn="l" rtl="0">
              <a:spcBef>
                <a:spcPts val="700"/>
              </a:spcBef>
              <a:spcAft>
                <a:spcPts val="0"/>
              </a:spcAft>
              <a:buClr>
                <a:srgbClr val="C3260C"/>
              </a:buClr>
              <a:buSzPts val="2600"/>
              <a:buFont typeface="Georgia"/>
              <a:buChar char="*"/>
            </a:pPr>
            <a:r>
              <a:rPr lang="en-AU" sz="2000" b="1" i="0" u="none" strike="noStrike" cap="none" dirty="0">
                <a:solidFill>
                  <a:srgbClr val="3F3F3F"/>
                </a:solidFill>
                <a:latin typeface="Trebuchet MS"/>
                <a:ea typeface="Trebuchet MS"/>
                <a:cs typeface="Trebuchet MS"/>
                <a:sym typeface="Trebuchet MS"/>
              </a:rPr>
              <a:t>humanistic theories—Rogers, Maslow. (</a:t>
            </a:r>
            <a:r>
              <a:rPr lang="en-AU" sz="2000" b="1" i="0" u="none" strike="noStrike" cap="none" dirty="0" smtClean="0">
                <a:solidFill>
                  <a:srgbClr val="3F3F3F"/>
                </a:solidFill>
                <a:latin typeface="Trebuchet MS"/>
                <a:ea typeface="Trebuchet MS"/>
                <a:cs typeface="Trebuchet MS"/>
                <a:sym typeface="Trebuchet MS"/>
              </a:rPr>
              <a:t>p.239-240)</a:t>
            </a:r>
            <a:endParaRPr sz="2000" b="1" i="0" u="none" strike="noStrike" cap="none" dirty="0">
              <a:solidFill>
                <a:srgbClr val="3F3F3F"/>
              </a:solidFill>
              <a:latin typeface="Trebuchet MS"/>
              <a:ea typeface="Trebuchet MS"/>
              <a:cs typeface="Trebuchet MS"/>
              <a:sym typeface="Trebuchet MS"/>
            </a:endParaRPr>
          </a:p>
          <a:p>
            <a:pPr marL="228600" marR="0" lvl="0" indent="-41910" algn="l" rtl="0">
              <a:spcBef>
                <a:spcPts val="660"/>
              </a:spcBef>
              <a:spcAft>
                <a:spcPts val="300"/>
              </a:spcAft>
              <a:buClr>
                <a:srgbClr val="C3260C"/>
              </a:buClr>
              <a:buSzPts val="2340"/>
              <a:buFont typeface="Georgia"/>
              <a:buNone/>
            </a:pPr>
            <a:endParaRPr sz="1800" b="1" i="0" u="none" strike="noStrike" cap="none" dirty="0">
              <a:solidFill>
                <a:srgbClr val="3F3F3F"/>
              </a:solidFill>
              <a:latin typeface="Trebuchet MS"/>
              <a:ea typeface="Trebuchet MS"/>
              <a:cs typeface="Trebuchet MS"/>
              <a:sym typeface="Trebuchet MS"/>
            </a:endParaRPr>
          </a:p>
        </p:txBody>
      </p:sp>
      <p:sp>
        <p:nvSpPr>
          <p:cNvPr id="108" name="Shape 108"/>
          <p:cNvSpPr txBox="1">
            <a:spLocks noGrp="1"/>
          </p:cNvSpPr>
          <p:nvPr>
            <p:ph type="title"/>
          </p:nvPr>
        </p:nvSpPr>
        <p:spPr>
          <a:xfrm>
            <a:off x="1793289" y="5445224"/>
            <a:ext cx="6512511" cy="69944"/>
          </a:xfrm>
          <a:prstGeom prst="rect">
            <a:avLst/>
          </a:prstGeom>
          <a:noFill/>
          <a:ln>
            <a:noFill/>
          </a:ln>
        </p:spPr>
        <p:txBody>
          <a:bodyPr spcFirstLastPara="1" wrap="square" lIns="91425" tIns="45700" rIns="91425" bIns="45700" anchor="t" anchorCtr="0">
            <a:noAutofit/>
          </a:bodyPr>
          <a:lstStyle/>
          <a:p>
            <a:pPr marL="320040" marR="0" lvl="0" indent="53847" algn="r" rtl="0">
              <a:spcBef>
                <a:spcPts val="0"/>
              </a:spcBef>
              <a:spcAft>
                <a:spcPts val="0"/>
              </a:spcAft>
              <a:buClr>
                <a:srgbClr val="C3260C"/>
              </a:buClr>
              <a:buSzPts val="5888"/>
              <a:buFont typeface="Georgia"/>
              <a:buNone/>
            </a:pPr>
            <a:endParaRPr sz="4600" b="1" i="0" u="none" strike="noStrike" cap="none">
              <a:solidFill>
                <a:schemeClr val="dk1"/>
              </a:solidFill>
              <a:latin typeface="Trebuchet MS"/>
              <a:ea typeface="Trebuchet MS"/>
              <a:cs typeface="Trebuchet MS"/>
              <a:sym typeface="Trebuchet M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5">
                                            <p:txEl>
                                              <p:pRg st="0" end="0"/>
                                            </p:txEl>
                                          </p:spTgt>
                                        </p:tgtEl>
                                        <p:attrNameLst>
                                          <p:attrName>style.visibility</p:attrName>
                                        </p:attrNameLst>
                                      </p:cBhvr>
                                      <p:to>
                                        <p:strVal val="visible"/>
                                      </p:to>
                                    </p:set>
                                    <p:anim calcmode="lin" valueType="num">
                                      <p:cBhvr additive="base">
                                        <p:cTn id="7" dur="500"/>
                                        <p:tgtEl>
                                          <p:spTgt spid="10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05">
                                            <p:txEl>
                                              <p:pRg st="1" end="1"/>
                                            </p:txEl>
                                          </p:spTgt>
                                        </p:tgtEl>
                                        <p:attrNameLst>
                                          <p:attrName>style.visibility</p:attrName>
                                        </p:attrNameLst>
                                      </p:cBhvr>
                                      <p:to>
                                        <p:strVal val="visible"/>
                                      </p:to>
                                    </p:set>
                                    <p:anim calcmode="lin" valueType="num">
                                      <p:cBhvr additive="base">
                                        <p:cTn id="12" dur="500"/>
                                        <p:tgtEl>
                                          <p:spTgt spid="10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5">
                                            <p:txEl>
                                              <p:pRg st="2" end="2"/>
                                            </p:txEl>
                                          </p:spTgt>
                                        </p:tgtEl>
                                        <p:attrNameLst>
                                          <p:attrName>style.visibility</p:attrName>
                                        </p:attrNameLst>
                                      </p:cBhvr>
                                      <p:to>
                                        <p:strVal val="visible"/>
                                      </p:to>
                                    </p:set>
                                    <p:anim calcmode="lin" valueType="num">
                                      <p:cBhvr additive="base">
                                        <p:cTn id="17" dur="500"/>
                                        <p:tgtEl>
                                          <p:spTgt spid="10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05">
                                            <p:txEl>
                                              <p:pRg st="3" end="3"/>
                                            </p:txEl>
                                          </p:spTgt>
                                        </p:tgtEl>
                                        <p:attrNameLst>
                                          <p:attrName>style.visibility</p:attrName>
                                        </p:attrNameLst>
                                      </p:cBhvr>
                                      <p:to>
                                        <p:strVal val="visible"/>
                                      </p:to>
                                    </p:set>
                                    <p:anim calcmode="lin" valueType="num">
                                      <p:cBhvr additive="base">
                                        <p:cTn id="22" dur="500"/>
                                        <p:tgtEl>
                                          <p:spTgt spid="10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05">
                                            <p:txEl>
                                              <p:pRg st="4" end="4"/>
                                            </p:txEl>
                                          </p:spTgt>
                                        </p:tgtEl>
                                        <p:attrNameLst>
                                          <p:attrName>style.visibility</p:attrName>
                                        </p:attrNameLst>
                                      </p:cBhvr>
                                      <p:to>
                                        <p:strVal val="visible"/>
                                      </p:to>
                                    </p:set>
                                    <p:anim calcmode="lin" valueType="num">
                                      <p:cBhvr additive="base">
                                        <p:cTn id="27" dur="500"/>
                                        <p:tgtEl>
                                          <p:spTgt spid="10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05">
                                            <p:txEl>
                                              <p:pRg st="5" end="5"/>
                                            </p:txEl>
                                          </p:spTgt>
                                        </p:tgtEl>
                                        <p:attrNameLst>
                                          <p:attrName>style.visibility</p:attrName>
                                        </p:attrNameLst>
                                      </p:cBhvr>
                                      <p:to>
                                        <p:strVal val="visible"/>
                                      </p:to>
                                    </p:set>
                                    <p:anim calcmode="lin" valueType="num">
                                      <p:cBhvr additive="base">
                                        <p:cTn id="32" dur="500"/>
                                        <p:tgtEl>
                                          <p:spTgt spid="10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05">
                                            <p:txEl>
                                              <p:pRg st="6" end="6"/>
                                            </p:txEl>
                                          </p:spTgt>
                                        </p:tgtEl>
                                        <p:attrNameLst>
                                          <p:attrName>style.visibility</p:attrName>
                                        </p:attrNameLst>
                                      </p:cBhvr>
                                      <p:to>
                                        <p:strVal val="visible"/>
                                      </p:to>
                                    </p:set>
                                    <p:anim calcmode="lin" valueType="num">
                                      <p:cBhvr additive="base">
                                        <p:cTn id="37" dur="500"/>
                                        <p:tgtEl>
                                          <p:spTgt spid="10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05">
                                            <p:txEl>
                                              <p:pRg st="7" end="7"/>
                                            </p:txEl>
                                          </p:spTgt>
                                        </p:tgtEl>
                                        <p:attrNameLst>
                                          <p:attrName>style.visibility</p:attrName>
                                        </p:attrNameLst>
                                      </p:cBhvr>
                                      <p:to>
                                        <p:strVal val="visible"/>
                                      </p:to>
                                    </p:set>
                                    <p:anim calcmode="lin" valueType="num">
                                      <p:cBhvr additive="base">
                                        <p:cTn id="42" dur="500"/>
                                        <p:tgtEl>
                                          <p:spTgt spid="105">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07">
                                            <p:txEl>
                                              <p:pRg st="0" end="0"/>
                                            </p:txEl>
                                          </p:spTgt>
                                        </p:tgtEl>
                                        <p:attrNameLst>
                                          <p:attrName>style.visibility</p:attrName>
                                        </p:attrNameLst>
                                      </p:cBhvr>
                                      <p:to>
                                        <p:strVal val="visible"/>
                                      </p:to>
                                    </p:set>
                                    <p:anim calcmode="lin" valueType="num">
                                      <p:cBhvr additive="base">
                                        <p:cTn id="47" dur="500"/>
                                        <p:tgtEl>
                                          <p:spTgt spid="10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107">
                                            <p:txEl>
                                              <p:pRg st="1" end="1"/>
                                            </p:txEl>
                                          </p:spTgt>
                                        </p:tgtEl>
                                        <p:attrNameLst>
                                          <p:attrName>style.visibility</p:attrName>
                                        </p:attrNameLst>
                                      </p:cBhvr>
                                      <p:to>
                                        <p:strVal val="visible"/>
                                      </p:to>
                                    </p:set>
                                    <p:anim calcmode="lin" valueType="num">
                                      <p:cBhvr additive="base">
                                        <p:cTn id="52" dur="500"/>
                                        <p:tgtEl>
                                          <p:spTgt spid="10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107">
                                            <p:txEl>
                                              <p:pRg st="2" end="2"/>
                                            </p:txEl>
                                          </p:spTgt>
                                        </p:tgtEl>
                                        <p:attrNameLst>
                                          <p:attrName>style.visibility</p:attrName>
                                        </p:attrNameLst>
                                      </p:cBhvr>
                                      <p:to>
                                        <p:strVal val="visible"/>
                                      </p:to>
                                    </p:set>
                                    <p:anim calcmode="lin" valueType="num">
                                      <p:cBhvr additive="base">
                                        <p:cTn id="57" dur="500"/>
                                        <p:tgtEl>
                                          <p:spTgt spid="10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107">
                                            <p:txEl>
                                              <p:pRg st="3" end="3"/>
                                            </p:txEl>
                                          </p:spTgt>
                                        </p:tgtEl>
                                        <p:attrNameLst>
                                          <p:attrName>style.visibility</p:attrName>
                                        </p:attrNameLst>
                                      </p:cBhvr>
                                      <p:to>
                                        <p:strVal val="visible"/>
                                      </p:to>
                                    </p:set>
                                    <p:anim calcmode="lin" valueType="num">
                                      <p:cBhvr additive="base">
                                        <p:cTn id="62" dur="500"/>
                                        <p:tgtEl>
                                          <p:spTgt spid="10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grpSp>
        <p:nvGrpSpPr>
          <p:cNvPr id="84" name="Shape 84"/>
          <p:cNvGrpSpPr/>
          <p:nvPr/>
        </p:nvGrpSpPr>
        <p:grpSpPr>
          <a:xfrm>
            <a:off x="769451" y="0"/>
            <a:ext cx="7573392" cy="6781691"/>
            <a:chOff x="453923" y="0"/>
            <a:chExt cx="7573392" cy="6781691"/>
          </a:xfrm>
        </p:grpSpPr>
        <p:sp>
          <p:nvSpPr>
            <p:cNvPr id="85" name="Shape 85"/>
            <p:cNvSpPr/>
            <p:nvPr/>
          </p:nvSpPr>
          <p:spPr>
            <a:xfrm>
              <a:off x="453923" y="0"/>
              <a:ext cx="2163826" cy="542211"/>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6" name="Shape 86"/>
            <p:cNvSpPr txBox="1"/>
            <p:nvPr/>
          </p:nvSpPr>
          <p:spPr>
            <a:xfrm>
              <a:off x="469804" y="15881"/>
              <a:ext cx="2132064" cy="510449"/>
            </a:xfrm>
            <a:prstGeom prst="rect">
              <a:avLst/>
            </a:prstGeom>
            <a:noFill/>
            <a:ln>
              <a:noFill/>
            </a:ln>
          </p:spPr>
          <p:txBody>
            <a:bodyPr spcFirstLastPara="1" wrap="square" lIns="30475" tIns="20300" rIns="30475" bIns="20300" anchor="ctr" anchorCtr="0">
              <a:noAutofit/>
            </a:bodyPr>
            <a:lstStyle/>
            <a:p>
              <a:pPr marL="0" marR="0" lvl="0" indent="0" algn="ctr" rtl="0">
                <a:lnSpc>
                  <a:spcPct val="90000"/>
                </a:lnSpc>
                <a:spcBef>
                  <a:spcPts val="0"/>
                </a:spcBef>
                <a:spcAft>
                  <a:spcPts val="0"/>
                </a:spcAft>
                <a:buNone/>
              </a:pPr>
              <a:r>
                <a:rPr lang="en-AU" sz="1600" b="1" i="0" u="none" strike="noStrike" cap="none">
                  <a:solidFill>
                    <a:schemeClr val="lt1"/>
                  </a:solidFill>
                  <a:latin typeface="Calibri"/>
                  <a:ea typeface="Calibri"/>
                  <a:cs typeface="Calibri"/>
                  <a:sym typeface="Calibri"/>
                </a:rPr>
                <a:t>Trait Approach</a:t>
              </a:r>
              <a:endParaRPr sz="1600" b="1" i="0" u="none" strike="noStrike" cap="none">
                <a:solidFill>
                  <a:schemeClr val="lt1"/>
                </a:solidFill>
                <a:latin typeface="Calibri"/>
                <a:ea typeface="Calibri"/>
                <a:cs typeface="Calibri"/>
                <a:sym typeface="Calibri"/>
              </a:endParaRPr>
            </a:p>
          </p:txBody>
        </p:sp>
        <p:sp>
          <p:nvSpPr>
            <p:cNvPr id="87" name="Shape 87"/>
            <p:cNvSpPr/>
            <p:nvPr/>
          </p:nvSpPr>
          <p:spPr>
            <a:xfrm>
              <a:off x="670305" y="542211"/>
              <a:ext cx="143015" cy="530397"/>
            </a:xfrm>
            <a:custGeom>
              <a:avLst/>
              <a:gdLst/>
              <a:ahLst/>
              <a:cxnLst/>
              <a:rect l="0" t="0" r="0" b="0"/>
              <a:pathLst>
                <a:path w="120000" h="120000" extrusionOk="0">
                  <a:moveTo>
                    <a:pt x="0" y="0"/>
                  </a:moveTo>
                  <a:lnTo>
                    <a:pt x="0" y="120000"/>
                  </a:lnTo>
                  <a:lnTo>
                    <a:pt x="120000" y="120000"/>
                  </a:lnTo>
                </a:path>
              </a:pathLst>
            </a:custGeom>
            <a:noFill/>
            <a:ln w="25400" cap="flat" cmpd="sng">
              <a:solidFill>
                <a:srgbClr val="3B6495"/>
              </a:solidFill>
              <a:prstDash val="solid"/>
              <a:round/>
              <a:headEnd type="none" w="sm" len="sm"/>
              <a:tailEnd type="none" w="sm" len="sm"/>
            </a:ln>
          </p:spPr>
        </p:sp>
        <p:sp>
          <p:nvSpPr>
            <p:cNvPr id="88" name="Shape 88"/>
            <p:cNvSpPr/>
            <p:nvPr/>
          </p:nvSpPr>
          <p:spPr>
            <a:xfrm>
              <a:off x="813321" y="578175"/>
              <a:ext cx="1731061" cy="988868"/>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9" name="Shape 89"/>
            <p:cNvSpPr txBox="1"/>
            <p:nvPr/>
          </p:nvSpPr>
          <p:spPr>
            <a:xfrm>
              <a:off x="842272" y="607150"/>
              <a:ext cx="1673100" cy="1154100"/>
            </a:xfrm>
            <a:prstGeom prst="rect">
              <a:avLst/>
            </a:prstGeom>
            <a:noFill/>
            <a:ln>
              <a:noFill/>
            </a:ln>
          </p:spPr>
          <p:txBody>
            <a:bodyPr spcFirstLastPara="1" wrap="square" lIns="19050" tIns="12700" rIns="19050" bIns="12700" anchor="t" anchorCtr="0">
              <a:noAutofit/>
            </a:bodyPr>
            <a:lstStyle/>
            <a:p>
              <a:pPr marL="0" marR="0" lvl="0" indent="0" algn="l" rtl="0">
                <a:lnSpc>
                  <a:spcPct val="90000"/>
                </a:lnSpc>
                <a:spcBef>
                  <a:spcPts val="0"/>
                </a:spcBef>
                <a:spcAft>
                  <a:spcPts val="0"/>
                </a:spcAft>
                <a:buNone/>
              </a:pPr>
              <a:r>
                <a:rPr lang="en-AU" sz="1000" b="0" i="0" u="none" strike="noStrike" cap="none">
                  <a:solidFill>
                    <a:schemeClr val="dk1"/>
                  </a:solidFill>
                  <a:latin typeface="Calibri"/>
                  <a:ea typeface="Calibri"/>
                  <a:cs typeface="Calibri"/>
                  <a:sym typeface="Calibri"/>
                </a:rPr>
                <a:t>Traits:</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3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are stable over time, </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differ among individuals </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are bipolar </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influence behavior</a:t>
              </a:r>
              <a:endParaRPr sz="1000" b="0" i="0" u="none" strike="noStrike" cap="none">
                <a:solidFill>
                  <a:schemeClr val="dk1"/>
                </a:solidFill>
                <a:latin typeface="Calibri"/>
                <a:ea typeface="Calibri"/>
                <a:cs typeface="Calibri"/>
                <a:sym typeface="Calibri"/>
              </a:endParaRPr>
            </a:p>
          </p:txBody>
        </p:sp>
        <p:sp>
          <p:nvSpPr>
            <p:cNvPr id="90" name="Shape 90"/>
            <p:cNvSpPr/>
            <p:nvPr/>
          </p:nvSpPr>
          <p:spPr>
            <a:xfrm>
              <a:off x="670305" y="542211"/>
              <a:ext cx="143015" cy="2471063"/>
            </a:xfrm>
            <a:custGeom>
              <a:avLst/>
              <a:gdLst/>
              <a:ahLst/>
              <a:cxnLst/>
              <a:rect l="0" t="0" r="0" b="0"/>
              <a:pathLst>
                <a:path w="120000" h="120000" extrusionOk="0">
                  <a:moveTo>
                    <a:pt x="0" y="0"/>
                  </a:moveTo>
                  <a:lnTo>
                    <a:pt x="0" y="120000"/>
                  </a:lnTo>
                  <a:lnTo>
                    <a:pt x="120000" y="120000"/>
                  </a:lnTo>
                </a:path>
              </a:pathLst>
            </a:custGeom>
            <a:noFill/>
            <a:ln w="25400" cap="flat" cmpd="sng">
              <a:solidFill>
                <a:srgbClr val="3B6495"/>
              </a:solidFill>
              <a:prstDash val="solid"/>
              <a:round/>
              <a:headEnd type="none" w="sm" len="sm"/>
              <a:tailEnd type="none" w="sm" len="sm"/>
            </a:ln>
          </p:spPr>
        </p:sp>
        <p:sp>
          <p:nvSpPr>
            <p:cNvPr id="91" name="Shape 91"/>
            <p:cNvSpPr/>
            <p:nvPr/>
          </p:nvSpPr>
          <p:spPr>
            <a:xfrm>
              <a:off x="813321" y="1837521"/>
              <a:ext cx="1731061" cy="2351505"/>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2" name="Shape 92"/>
            <p:cNvSpPr txBox="1"/>
            <p:nvPr/>
          </p:nvSpPr>
          <p:spPr>
            <a:xfrm>
              <a:off x="864022" y="1888222"/>
              <a:ext cx="1629659" cy="2250103"/>
            </a:xfrm>
            <a:prstGeom prst="rect">
              <a:avLst/>
            </a:prstGeom>
            <a:noFill/>
            <a:ln>
              <a:noFill/>
            </a:ln>
          </p:spPr>
          <p:txBody>
            <a:bodyPr spcFirstLastPara="1" wrap="square" lIns="19050" tIns="12700" rIns="19050" bIns="12700" anchor="t" anchorCtr="0">
              <a:noAutofit/>
            </a:bodyPr>
            <a:lstStyle/>
            <a:p>
              <a:pPr marL="0" marR="0" lvl="0" indent="0" algn="l" rtl="0">
                <a:lnSpc>
                  <a:spcPct val="90000"/>
                </a:lnSpc>
                <a:spcBef>
                  <a:spcPts val="0"/>
                </a:spcBef>
                <a:spcAft>
                  <a:spcPts val="0"/>
                </a:spcAft>
                <a:buNone/>
              </a:pPr>
              <a:r>
                <a:rPr lang="en-AU" sz="1000" b="0" i="0" u="none" strike="noStrike" cap="none">
                  <a:solidFill>
                    <a:schemeClr val="dk1"/>
                  </a:solidFill>
                  <a:latin typeface="Calibri"/>
                  <a:ea typeface="Calibri"/>
                  <a:cs typeface="Calibri"/>
                  <a:sym typeface="Calibri"/>
                </a:rPr>
                <a:t>Mcrae and Costa’s Big Five</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3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OCEAN</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Openness to experience</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Conscientiousness </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Extraversion</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Agreeableness</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Neuroticism</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Consistency and continuity of traits</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Rank order stability</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Mean level consistency</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Individual continuity</a:t>
              </a:r>
              <a:endParaRPr sz="1000" b="0" i="0" u="none" strike="noStrike" cap="none">
                <a:solidFill>
                  <a:schemeClr val="dk1"/>
                </a:solidFill>
                <a:latin typeface="Calibri"/>
                <a:ea typeface="Calibri"/>
                <a:cs typeface="Calibri"/>
                <a:sym typeface="Calibri"/>
              </a:endParaRPr>
            </a:p>
          </p:txBody>
        </p:sp>
        <p:sp>
          <p:nvSpPr>
            <p:cNvPr id="93" name="Shape 93"/>
            <p:cNvSpPr/>
            <p:nvPr/>
          </p:nvSpPr>
          <p:spPr>
            <a:xfrm>
              <a:off x="3158706" y="0"/>
              <a:ext cx="2163826" cy="542211"/>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4" name="Shape 94"/>
            <p:cNvSpPr txBox="1"/>
            <p:nvPr/>
          </p:nvSpPr>
          <p:spPr>
            <a:xfrm>
              <a:off x="3174587" y="15881"/>
              <a:ext cx="2132064" cy="510449"/>
            </a:xfrm>
            <a:prstGeom prst="rect">
              <a:avLst/>
            </a:prstGeom>
            <a:noFill/>
            <a:ln>
              <a:noFill/>
            </a:ln>
          </p:spPr>
          <p:txBody>
            <a:bodyPr spcFirstLastPara="1" wrap="square" lIns="30475" tIns="20300" rIns="30475" bIns="20300" anchor="ctr" anchorCtr="0">
              <a:noAutofit/>
            </a:bodyPr>
            <a:lstStyle/>
            <a:p>
              <a:pPr marL="0" marR="0" lvl="0" indent="0" algn="ctr" rtl="0">
                <a:lnSpc>
                  <a:spcPct val="90000"/>
                </a:lnSpc>
                <a:spcBef>
                  <a:spcPts val="0"/>
                </a:spcBef>
                <a:spcAft>
                  <a:spcPts val="0"/>
                </a:spcAft>
                <a:buNone/>
              </a:pPr>
              <a:r>
                <a:rPr lang="en-AU" sz="1600" b="1" i="0" u="none" strike="noStrike" cap="none">
                  <a:solidFill>
                    <a:schemeClr val="lt1"/>
                  </a:solidFill>
                  <a:latin typeface="Calibri"/>
                  <a:ea typeface="Calibri"/>
                  <a:cs typeface="Calibri"/>
                  <a:sym typeface="Calibri"/>
                </a:rPr>
                <a:t>Humanistic Approach</a:t>
              </a:r>
              <a:endParaRPr sz="1600" b="1" i="0" u="none" strike="noStrike" cap="none">
                <a:solidFill>
                  <a:schemeClr val="lt1"/>
                </a:solidFill>
                <a:latin typeface="Calibri"/>
                <a:ea typeface="Calibri"/>
                <a:cs typeface="Calibri"/>
                <a:sym typeface="Calibri"/>
              </a:endParaRPr>
            </a:p>
          </p:txBody>
        </p:sp>
        <p:sp>
          <p:nvSpPr>
            <p:cNvPr id="95" name="Shape 95"/>
            <p:cNvSpPr/>
            <p:nvPr/>
          </p:nvSpPr>
          <p:spPr>
            <a:xfrm>
              <a:off x="3375088" y="542211"/>
              <a:ext cx="157556" cy="558403"/>
            </a:xfrm>
            <a:custGeom>
              <a:avLst/>
              <a:gdLst/>
              <a:ahLst/>
              <a:cxnLst/>
              <a:rect l="0" t="0" r="0" b="0"/>
              <a:pathLst>
                <a:path w="120000" h="120000" extrusionOk="0">
                  <a:moveTo>
                    <a:pt x="0" y="0"/>
                  </a:moveTo>
                  <a:lnTo>
                    <a:pt x="0" y="120000"/>
                  </a:lnTo>
                  <a:lnTo>
                    <a:pt x="120000" y="120000"/>
                  </a:lnTo>
                </a:path>
              </a:pathLst>
            </a:custGeom>
            <a:noFill/>
            <a:ln w="25400" cap="flat" cmpd="sng">
              <a:solidFill>
                <a:srgbClr val="3B6495"/>
              </a:solidFill>
              <a:prstDash val="solid"/>
              <a:round/>
              <a:headEnd type="none" w="sm" len="sm"/>
              <a:tailEnd type="none" w="sm" len="sm"/>
            </a:ln>
          </p:spPr>
        </p:sp>
        <p:sp>
          <p:nvSpPr>
            <p:cNvPr id="96" name="Shape 96"/>
            <p:cNvSpPr/>
            <p:nvPr/>
          </p:nvSpPr>
          <p:spPr>
            <a:xfrm>
              <a:off x="3532645" y="681962"/>
              <a:ext cx="1731061" cy="837303"/>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7" name="Shape 97"/>
            <p:cNvSpPr txBox="1"/>
            <p:nvPr/>
          </p:nvSpPr>
          <p:spPr>
            <a:xfrm>
              <a:off x="3557169" y="706486"/>
              <a:ext cx="1682013" cy="788255"/>
            </a:xfrm>
            <a:prstGeom prst="rect">
              <a:avLst/>
            </a:prstGeom>
            <a:noFill/>
            <a:ln>
              <a:noFill/>
            </a:ln>
          </p:spPr>
          <p:txBody>
            <a:bodyPr spcFirstLastPara="1" wrap="square" lIns="19050" tIns="12700" rIns="19050" bIns="12700" anchor="t" anchorCtr="0">
              <a:noAutofit/>
            </a:bodyPr>
            <a:lstStyle/>
            <a:p>
              <a:pPr marL="0" marR="0" lvl="0" indent="0" algn="l" rtl="0">
                <a:lnSpc>
                  <a:spcPct val="90000"/>
                </a:lnSpc>
                <a:spcBef>
                  <a:spcPts val="0"/>
                </a:spcBef>
                <a:spcAft>
                  <a:spcPts val="0"/>
                </a:spcAft>
                <a:buNone/>
              </a:pPr>
              <a:r>
                <a:rPr lang="en-AU" sz="1000" b="0" i="0" u="none" strike="noStrike" cap="none">
                  <a:solidFill>
                    <a:schemeClr val="dk1"/>
                  </a:solidFill>
                  <a:latin typeface="Calibri"/>
                  <a:ea typeface="Calibri"/>
                  <a:cs typeface="Calibri"/>
                  <a:sym typeface="Calibri"/>
                </a:rPr>
                <a:t>Key aspects</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3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Free will</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Humans are innately good</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Humans are motivated to reach their full potential</a:t>
              </a:r>
              <a:endParaRPr sz="1000" b="0" i="0" u="none" strike="noStrike" cap="none">
                <a:solidFill>
                  <a:schemeClr val="dk1"/>
                </a:solidFill>
                <a:latin typeface="Calibri"/>
                <a:ea typeface="Calibri"/>
                <a:cs typeface="Calibri"/>
                <a:sym typeface="Calibri"/>
              </a:endParaRPr>
            </a:p>
          </p:txBody>
        </p:sp>
        <p:sp>
          <p:nvSpPr>
            <p:cNvPr id="98" name="Shape 98"/>
            <p:cNvSpPr/>
            <p:nvPr/>
          </p:nvSpPr>
          <p:spPr>
            <a:xfrm>
              <a:off x="3375088" y="542211"/>
              <a:ext cx="157556" cy="1860501"/>
            </a:xfrm>
            <a:custGeom>
              <a:avLst/>
              <a:gdLst/>
              <a:ahLst/>
              <a:cxnLst/>
              <a:rect l="0" t="0" r="0" b="0"/>
              <a:pathLst>
                <a:path w="120000" h="120000" extrusionOk="0">
                  <a:moveTo>
                    <a:pt x="0" y="0"/>
                  </a:moveTo>
                  <a:lnTo>
                    <a:pt x="0" y="120000"/>
                  </a:lnTo>
                  <a:lnTo>
                    <a:pt x="120000" y="120000"/>
                  </a:lnTo>
                </a:path>
              </a:pathLst>
            </a:custGeom>
            <a:noFill/>
            <a:ln w="25400" cap="flat" cmpd="sng">
              <a:solidFill>
                <a:srgbClr val="3B6495"/>
              </a:solidFill>
              <a:prstDash val="solid"/>
              <a:round/>
              <a:headEnd type="none" w="sm" len="sm"/>
              <a:tailEnd type="none" w="sm" len="sm"/>
            </a:ln>
          </p:spPr>
        </p:sp>
        <p:sp>
          <p:nvSpPr>
            <p:cNvPr id="99" name="Shape 99"/>
            <p:cNvSpPr/>
            <p:nvPr/>
          </p:nvSpPr>
          <p:spPr>
            <a:xfrm>
              <a:off x="3532645" y="1789744"/>
              <a:ext cx="1731061" cy="1225937"/>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0" name="Shape 100"/>
            <p:cNvSpPr txBox="1"/>
            <p:nvPr/>
          </p:nvSpPr>
          <p:spPr>
            <a:xfrm>
              <a:off x="3568551" y="1825650"/>
              <a:ext cx="1659249" cy="1154125"/>
            </a:xfrm>
            <a:prstGeom prst="rect">
              <a:avLst/>
            </a:prstGeom>
            <a:noFill/>
            <a:ln>
              <a:noFill/>
            </a:ln>
          </p:spPr>
          <p:txBody>
            <a:bodyPr spcFirstLastPara="1" wrap="square" lIns="19050" tIns="12700" rIns="19050" bIns="12700" anchor="t" anchorCtr="0">
              <a:noAutofit/>
            </a:bodyPr>
            <a:lstStyle/>
            <a:p>
              <a:pPr marL="0" marR="0" lvl="0" indent="0" algn="l" rtl="0">
                <a:lnSpc>
                  <a:spcPct val="90000"/>
                </a:lnSpc>
                <a:spcBef>
                  <a:spcPts val="0"/>
                </a:spcBef>
                <a:spcAft>
                  <a:spcPts val="0"/>
                </a:spcAft>
                <a:buNone/>
              </a:pPr>
              <a:r>
                <a:rPr lang="en-AU" sz="1000" b="0" i="0" u="none" strike="noStrike" cap="none">
                  <a:solidFill>
                    <a:schemeClr val="dk1"/>
                  </a:solidFill>
                  <a:latin typeface="Calibri"/>
                  <a:ea typeface="Calibri"/>
                  <a:cs typeface="Calibri"/>
                  <a:sym typeface="Calibri"/>
                </a:rPr>
                <a:t>Maslow</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3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Hierarchy of needs</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Physiological</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Safety</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Belongingness and love</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Esteem</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Self actualisation</a:t>
              </a:r>
              <a:endParaRPr sz="1000" b="0" i="0" u="none" strike="noStrike" cap="none">
                <a:solidFill>
                  <a:schemeClr val="dk1"/>
                </a:solidFill>
                <a:latin typeface="Calibri"/>
                <a:ea typeface="Calibri"/>
                <a:cs typeface="Calibri"/>
                <a:sym typeface="Calibri"/>
              </a:endParaRPr>
            </a:p>
          </p:txBody>
        </p:sp>
        <p:sp>
          <p:nvSpPr>
            <p:cNvPr id="101" name="Shape 101"/>
            <p:cNvSpPr/>
            <p:nvPr/>
          </p:nvSpPr>
          <p:spPr>
            <a:xfrm>
              <a:off x="3375088" y="542211"/>
              <a:ext cx="157556" cy="4286427"/>
            </a:xfrm>
            <a:custGeom>
              <a:avLst/>
              <a:gdLst/>
              <a:ahLst/>
              <a:cxnLst/>
              <a:rect l="0" t="0" r="0" b="0"/>
              <a:pathLst>
                <a:path w="120000" h="120000" extrusionOk="0">
                  <a:moveTo>
                    <a:pt x="0" y="0"/>
                  </a:moveTo>
                  <a:lnTo>
                    <a:pt x="0" y="120000"/>
                  </a:lnTo>
                  <a:lnTo>
                    <a:pt x="120000" y="120000"/>
                  </a:lnTo>
                </a:path>
              </a:pathLst>
            </a:custGeom>
            <a:noFill/>
            <a:ln w="25400" cap="flat" cmpd="sng">
              <a:solidFill>
                <a:srgbClr val="3B6495"/>
              </a:solidFill>
              <a:prstDash val="solid"/>
              <a:round/>
              <a:headEnd type="none" w="sm" len="sm"/>
              <a:tailEnd type="none" w="sm" len="sm"/>
            </a:ln>
          </p:spPr>
        </p:sp>
        <p:sp>
          <p:nvSpPr>
            <p:cNvPr id="102" name="Shape 102"/>
            <p:cNvSpPr/>
            <p:nvPr/>
          </p:nvSpPr>
          <p:spPr>
            <a:xfrm>
              <a:off x="3532645" y="3286160"/>
              <a:ext cx="1731061" cy="3084956"/>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3" name="Shape 103"/>
            <p:cNvSpPr txBox="1"/>
            <p:nvPr/>
          </p:nvSpPr>
          <p:spPr>
            <a:xfrm>
              <a:off x="3583346" y="3336861"/>
              <a:ext cx="1629659" cy="2983554"/>
            </a:xfrm>
            <a:prstGeom prst="rect">
              <a:avLst/>
            </a:prstGeom>
            <a:noFill/>
            <a:ln>
              <a:noFill/>
            </a:ln>
          </p:spPr>
          <p:txBody>
            <a:bodyPr spcFirstLastPara="1" wrap="square" lIns="19050" tIns="12700" rIns="19050" bIns="12700" anchor="t" anchorCtr="0">
              <a:noAutofit/>
            </a:bodyPr>
            <a:lstStyle/>
            <a:p>
              <a:pPr marL="0" marR="0" lvl="0" indent="0" algn="l" rtl="0">
                <a:lnSpc>
                  <a:spcPct val="90000"/>
                </a:lnSpc>
                <a:spcBef>
                  <a:spcPts val="0"/>
                </a:spcBef>
                <a:spcAft>
                  <a:spcPts val="0"/>
                </a:spcAft>
                <a:buNone/>
              </a:pPr>
              <a:r>
                <a:rPr lang="en-AU" sz="1000" b="0" i="0" u="none" strike="noStrike" cap="none">
                  <a:solidFill>
                    <a:schemeClr val="dk1"/>
                  </a:solidFill>
                  <a:latin typeface="Calibri"/>
                  <a:ea typeface="Calibri"/>
                  <a:cs typeface="Calibri"/>
                  <a:sym typeface="Calibri"/>
                </a:rPr>
                <a:t>Rogers</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3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When self image and ideal self match, it leads to personality congruence</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Higher congruence makes it easier to self actualise </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Incongruence leads to mental illness and low self worth</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Fully functioning people are</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Open to experience</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Live existentially</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Trust organismically</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Have experiential freedom and are creative</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Conditional and unconditional positive regard</a:t>
              </a:r>
              <a:endParaRPr sz="1000" b="0" i="0" u="none" strike="noStrike" cap="none">
                <a:solidFill>
                  <a:schemeClr val="dk1"/>
                </a:solidFill>
                <a:latin typeface="Calibri"/>
                <a:ea typeface="Calibri"/>
                <a:cs typeface="Calibri"/>
                <a:sym typeface="Calibri"/>
              </a:endParaRPr>
            </a:p>
          </p:txBody>
        </p:sp>
        <p:sp>
          <p:nvSpPr>
            <p:cNvPr id="104" name="Shape 104"/>
            <p:cNvSpPr/>
            <p:nvPr/>
          </p:nvSpPr>
          <p:spPr>
            <a:xfrm>
              <a:off x="5863489" y="0"/>
              <a:ext cx="2163826" cy="542211"/>
            </a:xfrm>
            <a:prstGeom prst="roundRect">
              <a:avLst>
                <a:gd name="adj" fmla="val 10000"/>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5" name="Shape 105"/>
            <p:cNvSpPr txBox="1"/>
            <p:nvPr/>
          </p:nvSpPr>
          <p:spPr>
            <a:xfrm>
              <a:off x="5879370" y="15881"/>
              <a:ext cx="2132064" cy="510449"/>
            </a:xfrm>
            <a:prstGeom prst="rect">
              <a:avLst/>
            </a:prstGeom>
            <a:noFill/>
            <a:ln>
              <a:noFill/>
            </a:ln>
          </p:spPr>
          <p:txBody>
            <a:bodyPr spcFirstLastPara="1" wrap="square" lIns="30475" tIns="20300" rIns="30475" bIns="20300" anchor="ctr" anchorCtr="0">
              <a:noAutofit/>
            </a:bodyPr>
            <a:lstStyle/>
            <a:p>
              <a:pPr marL="0" marR="0" lvl="0" indent="0" algn="ctr" rtl="0">
                <a:lnSpc>
                  <a:spcPct val="90000"/>
                </a:lnSpc>
                <a:spcBef>
                  <a:spcPts val="0"/>
                </a:spcBef>
                <a:spcAft>
                  <a:spcPts val="0"/>
                </a:spcAft>
                <a:buNone/>
              </a:pPr>
              <a:r>
                <a:rPr lang="en-AU" sz="1600" b="1" i="0" u="none" strike="noStrike" cap="none">
                  <a:solidFill>
                    <a:schemeClr val="lt1"/>
                  </a:solidFill>
                  <a:latin typeface="Calibri"/>
                  <a:ea typeface="Calibri"/>
                  <a:cs typeface="Calibri"/>
                  <a:sym typeface="Calibri"/>
                </a:rPr>
                <a:t>Social Cognitive approach</a:t>
              </a:r>
              <a:endParaRPr sz="1600" b="1" i="0" u="none" strike="noStrike" cap="none">
                <a:solidFill>
                  <a:schemeClr val="lt1"/>
                </a:solidFill>
                <a:latin typeface="Calibri"/>
                <a:ea typeface="Calibri"/>
                <a:cs typeface="Calibri"/>
                <a:sym typeface="Calibri"/>
              </a:endParaRPr>
            </a:p>
          </p:txBody>
        </p:sp>
        <p:sp>
          <p:nvSpPr>
            <p:cNvPr id="106" name="Shape 106"/>
            <p:cNvSpPr/>
            <p:nvPr/>
          </p:nvSpPr>
          <p:spPr>
            <a:xfrm>
              <a:off x="6079871" y="542211"/>
              <a:ext cx="213314" cy="610297"/>
            </a:xfrm>
            <a:custGeom>
              <a:avLst/>
              <a:gdLst/>
              <a:ahLst/>
              <a:cxnLst/>
              <a:rect l="0" t="0" r="0" b="0"/>
              <a:pathLst>
                <a:path w="120000" h="120000" extrusionOk="0">
                  <a:moveTo>
                    <a:pt x="0" y="0"/>
                  </a:moveTo>
                  <a:lnTo>
                    <a:pt x="0" y="120000"/>
                  </a:lnTo>
                  <a:lnTo>
                    <a:pt x="120000" y="120000"/>
                  </a:lnTo>
                </a:path>
              </a:pathLst>
            </a:custGeom>
            <a:noFill/>
            <a:ln w="25400" cap="flat" cmpd="sng">
              <a:solidFill>
                <a:srgbClr val="3B6495"/>
              </a:solidFill>
              <a:prstDash val="solid"/>
              <a:round/>
              <a:headEnd type="none" w="sm" len="sm"/>
              <a:tailEnd type="none" w="sm" len="sm"/>
            </a:ln>
          </p:spPr>
        </p:sp>
        <p:sp>
          <p:nvSpPr>
            <p:cNvPr id="107" name="Shape 107"/>
            <p:cNvSpPr/>
            <p:nvPr/>
          </p:nvSpPr>
          <p:spPr>
            <a:xfrm>
              <a:off x="6293186" y="611552"/>
              <a:ext cx="1731061" cy="1081913"/>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8" name="Shape 108"/>
            <p:cNvSpPr txBox="1"/>
            <p:nvPr/>
          </p:nvSpPr>
          <p:spPr>
            <a:xfrm>
              <a:off x="6324874" y="643240"/>
              <a:ext cx="1667685" cy="1018537"/>
            </a:xfrm>
            <a:prstGeom prst="rect">
              <a:avLst/>
            </a:prstGeom>
            <a:noFill/>
            <a:ln>
              <a:noFill/>
            </a:ln>
          </p:spPr>
          <p:txBody>
            <a:bodyPr spcFirstLastPara="1" wrap="square" lIns="19050" tIns="12700" rIns="19050" bIns="12700" anchor="t" anchorCtr="0">
              <a:noAutofit/>
            </a:bodyPr>
            <a:lstStyle/>
            <a:p>
              <a:pPr marL="0" marR="0" lvl="0" indent="0" algn="l" rtl="0">
                <a:lnSpc>
                  <a:spcPct val="90000"/>
                </a:lnSpc>
                <a:spcBef>
                  <a:spcPts val="0"/>
                </a:spcBef>
                <a:spcAft>
                  <a:spcPts val="0"/>
                </a:spcAft>
                <a:buNone/>
              </a:pPr>
              <a:r>
                <a:rPr lang="en-AU" sz="1000" b="0" i="0" u="none" strike="noStrike" cap="none">
                  <a:solidFill>
                    <a:schemeClr val="dk1"/>
                  </a:solidFill>
                  <a:latin typeface="Calibri"/>
                  <a:ea typeface="Calibri"/>
                  <a:cs typeface="Calibri"/>
                  <a:sym typeface="Calibri"/>
                </a:rPr>
                <a:t>Key aspects</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3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Critical of trait approach</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Personality is shaped by interaction of person with their environment</a:t>
              </a:r>
              <a:endParaRPr sz="1000" b="0" i="0" u="none" strike="noStrike" cap="none">
                <a:solidFill>
                  <a:schemeClr val="dk1"/>
                </a:solidFill>
                <a:latin typeface="Calibri"/>
                <a:ea typeface="Calibri"/>
                <a:cs typeface="Calibri"/>
                <a:sym typeface="Calibri"/>
              </a:endParaRPr>
            </a:p>
          </p:txBody>
        </p:sp>
        <p:sp>
          <p:nvSpPr>
            <p:cNvPr id="109" name="Shape 109"/>
            <p:cNvSpPr/>
            <p:nvPr/>
          </p:nvSpPr>
          <p:spPr>
            <a:xfrm>
              <a:off x="6079871" y="542211"/>
              <a:ext cx="213314" cy="2500794"/>
            </a:xfrm>
            <a:custGeom>
              <a:avLst/>
              <a:gdLst/>
              <a:ahLst/>
              <a:cxnLst/>
              <a:rect l="0" t="0" r="0" b="0"/>
              <a:pathLst>
                <a:path w="120000" h="120000" extrusionOk="0">
                  <a:moveTo>
                    <a:pt x="0" y="0"/>
                  </a:moveTo>
                  <a:lnTo>
                    <a:pt x="0" y="120000"/>
                  </a:lnTo>
                  <a:lnTo>
                    <a:pt x="120000" y="120000"/>
                  </a:lnTo>
                </a:path>
              </a:pathLst>
            </a:custGeom>
            <a:noFill/>
            <a:ln w="25400" cap="flat" cmpd="sng">
              <a:solidFill>
                <a:srgbClr val="3B6495"/>
              </a:solidFill>
              <a:prstDash val="solid"/>
              <a:round/>
              <a:headEnd type="none" w="sm" len="sm"/>
              <a:tailEnd type="none" w="sm" len="sm"/>
            </a:ln>
          </p:spPr>
        </p:sp>
        <p:sp>
          <p:nvSpPr>
            <p:cNvPr id="110" name="Shape 110"/>
            <p:cNvSpPr/>
            <p:nvPr/>
          </p:nvSpPr>
          <p:spPr>
            <a:xfrm>
              <a:off x="6293186" y="1881144"/>
              <a:ext cx="1731061" cy="2323722"/>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1" name="Shape 111"/>
            <p:cNvSpPr txBox="1"/>
            <p:nvPr/>
          </p:nvSpPr>
          <p:spPr>
            <a:xfrm>
              <a:off x="6343887" y="1931845"/>
              <a:ext cx="1629659" cy="2222320"/>
            </a:xfrm>
            <a:prstGeom prst="rect">
              <a:avLst/>
            </a:prstGeom>
            <a:noFill/>
            <a:ln>
              <a:noFill/>
            </a:ln>
          </p:spPr>
          <p:txBody>
            <a:bodyPr spcFirstLastPara="1" wrap="square" lIns="19050" tIns="12700" rIns="19050" bIns="12700" anchor="t" anchorCtr="0">
              <a:noAutofit/>
            </a:bodyPr>
            <a:lstStyle/>
            <a:p>
              <a:pPr marL="0" marR="0" lvl="0" indent="0" algn="l" rtl="0">
                <a:lnSpc>
                  <a:spcPct val="90000"/>
                </a:lnSpc>
                <a:spcBef>
                  <a:spcPts val="0"/>
                </a:spcBef>
                <a:spcAft>
                  <a:spcPts val="0"/>
                </a:spcAft>
                <a:buNone/>
              </a:pPr>
              <a:r>
                <a:rPr lang="en-AU" sz="1000" b="0" i="0" u="none" strike="noStrike" cap="none">
                  <a:solidFill>
                    <a:schemeClr val="dk1"/>
                  </a:solidFill>
                  <a:latin typeface="Calibri"/>
                  <a:ea typeface="Calibri"/>
                  <a:cs typeface="Calibri"/>
                  <a:sym typeface="Calibri"/>
                </a:rPr>
                <a:t>Bandura</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3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Reciprocal determinism</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Personal factors</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Behaviour</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External environment</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 Self efficacy</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Impacted by:</a:t>
              </a:r>
              <a:endParaRPr sz="1000" b="0" i="0" u="none" strike="noStrike" cap="none">
                <a:solidFill>
                  <a:schemeClr val="dk1"/>
                </a:solidFill>
                <a:latin typeface="Calibri"/>
                <a:ea typeface="Calibri"/>
                <a:cs typeface="Calibri"/>
                <a:sym typeface="Calibri"/>
              </a:endParaRPr>
            </a:p>
            <a:p>
              <a:pPr marL="171450" marR="0" lvl="3"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Performance accomplishments</a:t>
              </a:r>
              <a:endParaRPr sz="1000" b="0" i="0" u="none" strike="noStrike" cap="none">
                <a:solidFill>
                  <a:schemeClr val="dk1"/>
                </a:solidFill>
                <a:latin typeface="Calibri"/>
                <a:ea typeface="Calibri"/>
                <a:cs typeface="Calibri"/>
                <a:sym typeface="Calibri"/>
              </a:endParaRPr>
            </a:p>
            <a:p>
              <a:pPr marL="171450" marR="0" lvl="3"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Vicarious experiences</a:t>
              </a:r>
              <a:endParaRPr sz="1000" b="0" i="0" u="none" strike="noStrike" cap="none">
                <a:solidFill>
                  <a:schemeClr val="dk1"/>
                </a:solidFill>
                <a:latin typeface="Calibri"/>
                <a:ea typeface="Calibri"/>
                <a:cs typeface="Calibri"/>
                <a:sym typeface="Calibri"/>
              </a:endParaRPr>
            </a:p>
            <a:p>
              <a:pPr marL="171450" marR="0" lvl="3"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Social persuasion</a:t>
              </a:r>
              <a:endParaRPr sz="1000" b="0" i="0" u="none" strike="noStrike" cap="none">
                <a:solidFill>
                  <a:schemeClr val="dk1"/>
                </a:solidFill>
                <a:latin typeface="Calibri"/>
                <a:ea typeface="Calibri"/>
                <a:cs typeface="Calibri"/>
                <a:sym typeface="Calibri"/>
              </a:endParaRPr>
            </a:p>
            <a:p>
              <a:pPr marL="171450" marR="0" lvl="3"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Emotional state</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Low self efficacy is a risk factor for mental illnesses</a:t>
              </a:r>
              <a:endParaRPr sz="1000" b="0" i="0" u="none" strike="noStrike" cap="none">
                <a:solidFill>
                  <a:schemeClr val="dk1"/>
                </a:solidFill>
                <a:latin typeface="Calibri"/>
                <a:ea typeface="Calibri"/>
                <a:cs typeface="Calibri"/>
                <a:sym typeface="Calibri"/>
              </a:endParaRPr>
            </a:p>
          </p:txBody>
        </p:sp>
        <p:sp>
          <p:nvSpPr>
            <p:cNvPr id="112" name="Shape 112"/>
            <p:cNvSpPr/>
            <p:nvPr/>
          </p:nvSpPr>
          <p:spPr>
            <a:xfrm>
              <a:off x="6079871" y="542211"/>
              <a:ext cx="213314" cy="5195996"/>
            </a:xfrm>
            <a:custGeom>
              <a:avLst/>
              <a:gdLst/>
              <a:ahLst/>
              <a:cxnLst/>
              <a:rect l="0" t="0" r="0" b="0"/>
              <a:pathLst>
                <a:path w="120000" h="120000" extrusionOk="0">
                  <a:moveTo>
                    <a:pt x="0" y="0"/>
                  </a:moveTo>
                  <a:lnTo>
                    <a:pt x="0" y="120000"/>
                  </a:lnTo>
                  <a:lnTo>
                    <a:pt x="120000" y="120000"/>
                  </a:lnTo>
                </a:path>
              </a:pathLst>
            </a:custGeom>
            <a:noFill/>
            <a:ln w="25400" cap="flat" cmpd="sng">
              <a:solidFill>
                <a:srgbClr val="3B6495"/>
              </a:solidFill>
              <a:prstDash val="solid"/>
              <a:round/>
              <a:headEnd type="none" w="sm" len="sm"/>
              <a:tailEnd type="none" w="sm" len="sm"/>
            </a:ln>
          </p:spPr>
        </p:sp>
        <p:sp>
          <p:nvSpPr>
            <p:cNvPr id="113" name="Shape 113"/>
            <p:cNvSpPr/>
            <p:nvPr/>
          </p:nvSpPr>
          <p:spPr>
            <a:xfrm>
              <a:off x="6293186" y="4694724"/>
              <a:ext cx="1731061" cy="2086967"/>
            </a:xfrm>
            <a:prstGeom prst="roundRect">
              <a:avLst>
                <a:gd name="adj" fmla="val 10000"/>
              </a:avLst>
            </a:prstGeom>
            <a:solidFill>
              <a:schemeClr val="lt1">
                <a:alpha val="89803"/>
              </a:schemeClr>
            </a:solidFill>
            <a:ln w="2540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4" name="Shape 114"/>
            <p:cNvSpPr txBox="1"/>
            <p:nvPr/>
          </p:nvSpPr>
          <p:spPr>
            <a:xfrm>
              <a:off x="6343887" y="4745425"/>
              <a:ext cx="1629659" cy="1985565"/>
            </a:xfrm>
            <a:prstGeom prst="rect">
              <a:avLst/>
            </a:prstGeom>
            <a:noFill/>
            <a:ln>
              <a:noFill/>
            </a:ln>
          </p:spPr>
          <p:txBody>
            <a:bodyPr spcFirstLastPara="1" wrap="square" lIns="19050" tIns="12700" rIns="19050" bIns="12700" anchor="t" anchorCtr="0">
              <a:noAutofit/>
            </a:bodyPr>
            <a:lstStyle/>
            <a:p>
              <a:pPr marL="0" marR="0" lvl="0" indent="0" algn="l" rtl="0">
                <a:lnSpc>
                  <a:spcPct val="90000"/>
                </a:lnSpc>
                <a:spcBef>
                  <a:spcPts val="0"/>
                </a:spcBef>
                <a:spcAft>
                  <a:spcPts val="0"/>
                </a:spcAft>
                <a:buNone/>
              </a:pPr>
              <a:r>
                <a:rPr lang="en-AU" sz="1000" b="0" i="0" u="none" strike="noStrike" cap="none">
                  <a:solidFill>
                    <a:schemeClr val="dk1"/>
                  </a:solidFill>
                  <a:latin typeface="Calibri"/>
                  <a:ea typeface="Calibri"/>
                  <a:cs typeface="Calibri"/>
                  <a:sym typeface="Calibri"/>
                </a:rPr>
                <a:t>Mischel’s cognitive and affective theory</a:t>
              </a:r>
              <a:endParaRPr sz="1000" b="0" i="0" u="none" strike="noStrike" cap="none">
                <a:solidFill>
                  <a:schemeClr val="dk1"/>
                </a:solidFill>
                <a:latin typeface="Calibri"/>
                <a:ea typeface="Calibri"/>
                <a:cs typeface="Calibri"/>
                <a:sym typeface="Calibri"/>
              </a:endParaRPr>
            </a:p>
            <a:p>
              <a:pPr marL="57150" marR="0" lvl="1" indent="-57150" algn="l" rtl="0">
                <a:lnSpc>
                  <a:spcPct val="90000"/>
                </a:lnSpc>
                <a:spcBef>
                  <a:spcPts val="3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Cognitive personal variables</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Encoding</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Expectancies</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Affects</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Goals and values</a:t>
              </a:r>
              <a:endParaRPr sz="1000" b="0" i="0" u="none" strike="noStrike" cap="none">
                <a:solidFill>
                  <a:schemeClr val="dk1"/>
                </a:solidFill>
                <a:latin typeface="Calibri"/>
                <a:ea typeface="Calibri"/>
                <a:cs typeface="Calibri"/>
                <a:sym typeface="Calibri"/>
              </a:endParaRPr>
            </a:p>
            <a:p>
              <a:pPr marL="114300" marR="0" lvl="2" indent="-6350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Competencies and self regulation</a:t>
              </a:r>
              <a:endParaRPr sz="1000" b="0" i="0" u="none" strike="noStrike" cap="none">
                <a:solidFill>
                  <a:schemeClr val="dk1"/>
                </a:solidFill>
                <a:latin typeface="Calibri"/>
                <a:ea typeface="Calibri"/>
                <a:cs typeface="Calibri"/>
                <a:sym typeface="Calibri"/>
              </a:endParaRPr>
            </a:p>
            <a:p>
              <a:pPr marL="171450" marR="0" lvl="3"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Marshmallow test</a:t>
              </a:r>
              <a:endParaRPr sz="1000" b="0" i="0" u="none" strike="noStrike" cap="none">
                <a:solidFill>
                  <a:schemeClr val="dk1"/>
                </a:solidFill>
                <a:latin typeface="Calibri"/>
                <a:ea typeface="Calibri"/>
                <a:cs typeface="Calibri"/>
                <a:sym typeface="Calibri"/>
              </a:endParaRPr>
            </a:p>
            <a:p>
              <a:pPr marL="171450" marR="0" lvl="3" indent="-57150" algn="l" rtl="0">
                <a:lnSpc>
                  <a:spcPct val="90000"/>
                </a:lnSpc>
                <a:spcBef>
                  <a:spcPts val="150"/>
                </a:spcBef>
                <a:spcAft>
                  <a:spcPts val="0"/>
                </a:spcAft>
                <a:buClr>
                  <a:schemeClr val="dk1"/>
                </a:buClr>
                <a:buSzPts val="1000"/>
                <a:buFont typeface="Calibri"/>
                <a:buChar char="•"/>
              </a:pPr>
              <a:r>
                <a:rPr lang="en-AU" sz="1000" b="0" i="0" u="none" strike="noStrike" cap="none">
                  <a:solidFill>
                    <a:schemeClr val="dk1"/>
                  </a:solidFill>
                  <a:latin typeface="Calibri"/>
                  <a:ea typeface="Calibri"/>
                  <a:cs typeface="Calibri"/>
                  <a:sym typeface="Calibri"/>
                </a:rPr>
                <a:t>Self regulation often called self control</a:t>
              </a:r>
              <a:endParaRPr sz="1000" b="0" i="0" u="none" strike="noStrike" cap="none">
                <a:solidFill>
                  <a:schemeClr val="dk1"/>
                </a:solidFill>
                <a:latin typeface="Calibri"/>
                <a:ea typeface="Calibri"/>
                <a:cs typeface="Calibri"/>
                <a:sym typeface="Calibri"/>
              </a:endParaRPr>
            </a:p>
          </p:txBody>
        </p:sp>
      </p:grpSp>
      <p:sp>
        <p:nvSpPr>
          <p:cNvPr id="115" name="Shape 115"/>
          <p:cNvSpPr/>
          <p:nvPr/>
        </p:nvSpPr>
        <p:spPr>
          <a:xfrm rot="-5400000">
            <a:off x="-3038550" y="2973643"/>
            <a:ext cx="6846600" cy="7695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AU" sz="4400" b="1" i="0" u="none" strike="noStrike" cap="none">
                <a:solidFill>
                  <a:srgbClr val="A04400"/>
                </a:solidFill>
                <a:latin typeface="Calibri"/>
                <a:ea typeface="Calibri"/>
                <a:cs typeface="Calibri"/>
                <a:sym typeface="Calibri"/>
              </a:rPr>
              <a:t>Year 12 Personality theories</a:t>
            </a:r>
            <a:endParaRPr sz="4400" b="1" i="0" u="none" strike="noStrike" cap="none">
              <a:solidFill>
                <a:srgbClr val="A04400"/>
              </a:solidFill>
              <a:latin typeface="Calibri"/>
              <a:ea typeface="Calibri"/>
              <a:cs typeface="Calibri"/>
              <a:sym typeface="Calibri"/>
            </a:endParaRPr>
          </a:p>
        </p:txBody>
      </p:sp>
    </p:spTree>
    <p:extLst>
      <p:ext uri="{BB962C8B-B14F-4D97-AF65-F5344CB8AC3E}">
        <p14:creationId xmlns:p14="http://schemas.microsoft.com/office/powerpoint/2010/main" val="82876191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8765" y="287848"/>
            <a:ext cx="6512511" cy="1143000"/>
          </a:xfrm>
        </p:spPr>
        <p:txBody>
          <a:bodyPr/>
          <a:lstStyle/>
          <a:p>
            <a:pPr marL="284988" indent="0" algn="ctr">
              <a:buNone/>
            </a:pPr>
            <a:r>
              <a:rPr lang="en-AU" sz="3200" b="1" dirty="0" smtClean="0">
                <a:solidFill>
                  <a:schemeClr val="tx2">
                    <a:lumMod val="50000"/>
                  </a:schemeClr>
                </a:solidFill>
              </a:rPr>
              <a:t>Theories summarised</a:t>
            </a:r>
            <a:endParaRPr lang="en-AU" sz="3200" b="1" dirty="0">
              <a:solidFill>
                <a:schemeClr val="tx2">
                  <a:lumMod val="50000"/>
                </a:schemeClr>
              </a:solidFill>
            </a:endParaRPr>
          </a:p>
        </p:txBody>
      </p:sp>
      <p:sp>
        <p:nvSpPr>
          <p:cNvPr id="3" name="Text Placeholder 2"/>
          <p:cNvSpPr>
            <a:spLocks noGrp="1"/>
          </p:cNvSpPr>
          <p:nvPr>
            <p:ph type="body" idx="1"/>
          </p:nvPr>
        </p:nvSpPr>
        <p:spPr>
          <a:xfrm>
            <a:off x="1046965" y="1252450"/>
            <a:ext cx="6400800" cy="3474720"/>
          </a:xfrm>
        </p:spPr>
        <p:txBody>
          <a:bodyPr/>
          <a:lstStyle/>
          <a:p>
            <a:pPr>
              <a:lnSpc>
                <a:spcPct val="150000"/>
              </a:lnSpc>
              <a:buFont typeface="Wingdings" panose="05000000000000000000" pitchFamily="2" charset="2"/>
              <a:buChar char="Ø"/>
            </a:pPr>
            <a:r>
              <a:rPr lang="en-AU" sz="2000" b="1" dirty="0" smtClean="0"/>
              <a:t>Trait Theory – personality traits are inherited – a result of genetics; stable and long-lasting characteristics; consistent</a:t>
            </a:r>
          </a:p>
          <a:p>
            <a:pPr>
              <a:lnSpc>
                <a:spcPct val="150000"/>
              </a:lnSpc>
              <a:buFont typeface="Wingdings" panose="05000000000000000000" pitchFamily="2" charset="2"/>
              <a:buChar char="Ø"/>
            </a:pPr>
            <a:r>
              <a:rPr lang="en-AU" sz="2000" b="1" dirty="0" smtClean="0"/>
              <a:t>Humanistic theories – personality develops based on our environment and people around us; “people are born good”</a:t>
            </a:r>
          </a:p>
          <a:p>
            <a:pPr>
              <a:lnSpc>
                <a:spcPct val="150000"/>
              </a:lnSpc>
              <a:buFont typeface="Wingdings" panose="05000000000000000000" pitchFamily="2" charset="2"/>
              <a:buChar char="Ø"/>
            </a:pPr>
            <a:r>
              <a:rPr lang="en-AU" sz="2000" b="1" dirty="0" smtClean="0"/>
              <a:t>Psychodynamic theory – personality develops from childhood experiences – environment; take into account the situation in which the behaviour is occurring</a:t>
            </a:r>
            <a:endParaRPr lang="en-AU" sz="2000" b="1" dirty="0"/>
          </a:p>
        </p:txBody>
      </p:sp>
    </p:spTree>
    <p:extLst>
      <p:ext uri="{BB962C8B-B14F-4D97-AF65-F5344CB8AC3E}">
        <p14:creationId xmlns:p14="http://schemas.microsoft.com/office/powerpoint/2010/main" val="133543206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Shape 138"/>
          <p:cNvSpPr txBox="1">
            <a:spLocks noGrp="1"/>
          </p:cNvSpPr>
          <p:nvPr>
            <p:ph type="title"/>
          </p:nvPr>
        </p:nvSpPr>
        <p:spPr>
          <a:xfrm>
            <a:off x="0" y="188640"/>
            <a:ext cx="8991600" cy="1106760"/>
          </a:xfrm>
          <a:prstGeom prst="rect">
            <a:avLst/>
          </a:prstGeom>
          <a:noFill/>
          <a:ln>
            <a:noFill/>
          </a:ln>
        </p:spPr>
        <p:txBody>
          <a:bodyPr spcFirstLastPara="1" wrap="square" lIns="91425" tIns="45700" rIns="91425" bIns="45700" anchor="t" anchorCtr="0">
            <a:noAutofit/>
          </a:bodyPr>
          <a:lstStyle/>
          <a:p>
            <a:pPr marL="320040" marR="0" lvl="0" indent="-320040" algn="ctr" rtl="0">
              <a:spcBef>
                <a:spcPts val="0"/>
              </a:spcBef>
              <a:spcAft>
                <a:spcPts val="0"/>
              </a:spcAft>
              <a:buClr>
                <a:srgbClr val="C3260C"/>
              </a:buClr>
              <a:buSzPts val="5312"/>
              <a:buFont typeface="Georgia"/>
              <a:buChar char="*"/>
            </a:pPr>
            <a:r>
              <a:rPr lang="en-AU" sz="4150" b="1" i="0" u="none" strike="noStrike" cap="none">
                <a:solidFill>
                  <a:schemeClr val="dk1"/>
                </a:solidFill>
                <a:latin typeface="Trebuchet MS"/>
                <a:ea typeface="Trebuchet MS"/>
                <a:cs typeface="Trebuchet MS"/>
                <a:sym typeface="Trebuchet MS"/>
              </a:rPr>
              <a:t>the main contribution to social psychology made by Floyd Allport</a:t>
            </a:r>
            <a:endParaRPr sz="4150" b="1" i="0" u="none" strike="noStrike" cap="none">
              <a:solidFill>
                <a:schemeClr val="dk1"/>
              </a:solidFill>
              <a:latin typeface="Trebuchet MS"/>
              <a:ea typeface="Trebuchet MS"/>
              <a:cs typeface="Trebuchet MS"/>
              <a:sym typeface="Trebuchet MS"/>
            </a:endParaRPr>
          </a:p>
        </p:txBody>
      </p:sp>
      <p:sp>
        <p:nvSpPr>
          <p:cNvPr id="139" name="Shape 139"/>
          <p:cNvSpPr txBox="1">
            <a:spLocks noGrp="1"/>
          </p:cNvSpPr>
          <p:nvPr>
            <p:ph type="body" idx="1"/>
          </p:nvPr>
        </p:nvSpPr>
        <p:spPr>
          <a:xfrm>
            <a:off x="107504" y="2204864"/>
            <a:ext cx="8856984" cy="3672408"/>
          </a:xfrm>
          <a:prstGeom prst="rect">
            <a:avLst/>
          </a:prstGeom>
          <a:noFill/>
          <a:ln>
            <a:noFill/>
          </a:ln>
        </p:spPr>
        <p:txBody>
          <a:bodyPr spcFirstLastPara="1" wrap="square" lIns="91425" tIns="45700" rIns="91425" bIns="45700" anchor="t" anchorCtr="0">
            <a:noAutofit/>
          </a:bodyPr>
          <a:lstStyle/>
          <a:p>
            <a:pPr marL="228600" marR="0" lvl="0" indent="-190500" algn="l" rtl="0">
              <a:lnSpc>
                <a:spcPct val="90000"/>
              </a:lnSpc>
              <a:spcBef>
                <a:spcPts val="0"/>
              </a:spcBef>
              <a:spcAft>
                <a:spcPts val="0"/>
              </a:spcAft>
              <a:buClr>
                <a:srgbClr val="C3260C"/>
              </a:buClr>
              <a:buSzPts val="2860"/>
              <a:buFont typeface="Georgia"/>
              <a:buChar char="*"/>
            </a:pPr>
            <a:r>
              <a:rPr lang="en-AU" sz="2200" b="0" i="0" u="none" strike="noStrike" cap="none">
                <a:solidFill>
                  <a:srgbClr val="3F3F3F"/>
                </a:solidFill>
                <a:latin typeface="Trebuchet MS"/>
                <a:ea typeface="Trebuchet MS"/>
                <a:cs typeface="Trebuchet MS"/>
                <a:sym typeface="Trebuchet MS"/>
              </a:rPr>
              <a:t>He wrote about the need for social psychology to be studied</a:t>
            </a:r>
            <a:r>
              <a:rPr lang="en-AU" sz="2200" b="1" i="0" u="none" strike="noStrike" cap="none">
                <a:solidFill>
                  <a:srgbClr val="3F3F3F"/>
                </a:solidFill>
                <a:latin typeface="Trebuchet MS"/>
                <a:ea typeface="Trebuchet MS"/>
                <a:cs typeface="Trebuchet MS"/>
                <a:sym typeface="Trebuchet MS"/>
              </a:rPr>
              <a:t> scientifically</a:t>
            </a:r>
            <a:endParaRPr/>
          </a:p>
          <a:p>
            <a:pPr marL="228600" marR="0" lvl="0" indent="-190500" algn="l" rtl="0">
              <a:lnSpc>
                <a:spcPct val="90000"/>
              </a:lnSpc>
              <a:spcBef>
                <a:spcPts val="740"/>
              </a:spcBef>
              <a:spcAft>
                <a:spcPts val="0"/>
              </a:spcAft>
              <a:buClr>
                <a:srgbClr val="C3260C"/>
              </a:buClr>
              <a:buSzPts val="2860"/>
              <a:buFont typeface="Georgia"/>
              <a:buChar char="*"/>
            </a:pPr>
            <a:r>
              <a:rPr lang="en-AU" sz="2200" b="0" i="0" u="none" strike="noStrike" cap="none">
                <a:solidFill>
                  <a:srgbClr val="3F3F3F"/>
                </a:solidFill>
                <a:latin typeface="Trebuchet MS"/>
                <a:ea typeface="Trebuchet MS"/>
                <a:cs typeface="Trebuchet MS"/>
                <a:sym typeface="Trebuchet MS"/>
              </a:rPr>
              <a:t>Scientific study of social psychology </a:t>
            </a:r>
            <a:r>
              <a:rPr lang="en-AU" sz="2200" b="1" i="0" u="none" strike="noStrike" cap="none">
                <a:solidFill>
                  <a:srgbClr val="3F3F3F"/>
                </a:solidFill>
                <a:latin typeface="Trebuchet MS"/>
                <a:ea typeface="Trebuchet MS"/>
                <a:cs typeface="Trebuchet MS"/>
                <a:sym typeface="Trebuchet MS"/>
              </a:rPr>
              <a:t>using a behaviourist approach</a:t>
            </a:r>
            <a:endParaRPr sz="2200" b="1" i="0" u="none" strike="noStrike" cap="none">
              <a:solidFill>
                <a:srgbClr val="3F3F3F"/>
              </a:solidFill>
              <a:latin typeface="Trebuchet MS"/>
              <a:ea typeface="Trebuchet MS"/>
              <a:cs typeface="Trebuchet MS"/>
              <a:sym typeface="Trebuchet MS"/>
            </a:endParaRPr>
          </a:p>
          <a:p>
            <a:pPr marL="228600" marR="0" lvl="0" indent="-190500" algn="l" rtl="0">
              <a:lnSpc>
                <a:spcPct val="90000"/>
              </a:lnSpc>
              <a:spcBef>
                <a:spcPts val="740"/>
              </a:spcBef>
              <a:spcAft>
                <a:spcPts val="0"/>
              </a:spcAft>
              <a:buClr>
                <a:srgbClr val="C3260C"/>
              </a:buClr>
              <a:buSzPts val="2860"/>
              <a:buFont typeface="Georgia"/>
              <a:buChar char="*"/>
            </a:pPr>
            <a:r>
              <a:rPr lang="en-AU" sz="2200" b="1" i="0" u="none" strike="noStrike" cap="none">
                <a:solidFill>
                  <a:srgbClr val="3F3F3F"/>
                </a:solidFill>
                <a:latin typeface="Trebuchet MS"/>
                <a:ea typeface="Trebuchet MS"/>
                <a:cs typeface="Trebuchet MS"/>
                <a:sym typeface="Trebuchet MS"/>
              </a:rPr>
              <a:t> </a:t>
            </a:r>
            <a:r>
              <a:rPr lang="en-AU" sz="2200" b="0" i="0" u="none" strike="noStrike" cap="none">
                <a:solidFill>
                  <a:srgbClr val="3F3F3F"/>
                </a:solidFill>
                <a:latin typeface="Trebuchet MS"/>
                <a:ea typeface="Trebuchet MS"/>
                <a:cs typeface="Trebuchet MS"/>
                <a:sym typeface="Trebuchet MS"/>
              </a:rPr>
              <a:t>Introduction of </a:t>
            </a:r>
            <a:r>
              <a:rPr lang="en-AU" sz="2200" b="1" i="0" u="none" strike="noStrike" cap="none">
                <a:solidFill>
                  <a:srgbClr val="3F3F3F"/>
                </a:solidFill>
                <a:latin typeface="Trebuchet MS"/>
                <a:ea typeface="Trebuchet MS"/>
                <a:cs typeface="Trebuchet MS"/>
                <a:sym typeface="Trebuchet MS"/>
              </a:rPr>
              <a:t>experimental methods</a:t>
            </a:r>
            <a:r>
              <a:rPr lang="en-AU" sz="2200" b="0" i="0" u="none" strike="noStrike" cap="none">
                <a:solidFill>
                  <a:srgbClr val="3F3F3F"/>
                </a:solidFill>
                <a:latin typeface="Trebuchet MS"/>
                <a:ea typeface="Trebuchet MS"/>
                <a:cs typeface="Trebuchet MS"/>
                <a:sym typeface="Trebuchet MS"/>
              </a:rPr>
              <a:t> to the study of social psychology</a:t>
            </a:r>
            <a:endParaRPr/>
          </a:p>
          <a:p>
            <a:pPr marL="228600" marR="0" lvl="0" indent="-190500" algn="l" rtl="0">
              <a:lnSpc>
                <a:spcPct val="90000"/>
              </a:lnSpc>
              <a:spcBef>
                <a:spcPts val="740"/>
              </a:spcBef>
              <a:spcAft>
                <a:spcPts val="0"/>
              </a:spcAft>
              <a:buClr>
                <a:srgbClr val="C3260C"/>
              </a:buClr>
              <a:buSzPts val="2860"/>
              <a:buFont typeface="Georgia"/>
              <a:buChar char="*"/>
            </a:pPr>
            <a:r>
              <a:rPr lang="en-AU" sz="2200" b="0" i="0" u="none" strike="noStrike" cap="none">
                <a:solidFill>
                  <a:srgbClr val="3F3F3F"/>
                </a:solidFill>
                <a:latin typeface="Trebuchet MS"/>
                <a:ea typeface="Trebuchet MS"/>
                <a:cs typeface="Trebuchet MS"/>
                <a:sym typeface="Trebuchet MS"/>
              </a:rPr>
              <a:t> He published a </a:t>
            </a:r>
            <a:r>
              <a:rPr lang="en-AU" sz="2200" b="1" i="0" u="none" strike="noStrike" cap="none">
                <a:solidFill>
                  <a:srgbClr val="3F3F3F"/>
                </a:solidFill>
                <a:latin typeface="Trebuchet MS"/>
                <a:ea typeface="Trebuchet MS"/>
                <a:cs typeface="Trebuchet MS"/>
                <a:sym typeface="Trebuchet MS"/>
              </a:rPr>
              <a:t>textbook</a:t>
            </a:r>
            <a:r>
              <a:rPr lang="en-AU" sz="2200" b="0" i="0" u="none" strike="noStrike" cap="none">
                <a:solidFill>
                  <a:srgbClr val="3F3F3F"/>
                </a:solidFill>
                <a:latin typeface="Trebuchet MS"/>
                <a:ea typeface="Trebuchet MS"/>
                <a:cs typeface="Trebuchet MS"/>
                <a:sym typeface="Trebuchet MS"/>
              </a:rPr>
              <a:t> on social psychology</a:t>
            </a:r>
            <a:endParaRPr/>
          </a:p>
          <a:p>
            <a:pPr marL="228600" marR="0" lvl="0" indent="-190500" algn="l" rtl="0">
              <a:lnSpc>
                <a:spcPct val="90000"/>
              </a:lnSpc>
              <a:spcBef>
                <a:spcPts val="740"/>
              </a:spcBef>
              <a:spcAft>
                <a:spcPts val="300"/>
              </a:spcAft>
              <a:buClr>
                <a:srgbClr val="C3260C"/>
              </a:buClr>
              <a:buSzPts val="2860"/>
              <a:buFont typeface="Georgia"/>
              <a:buChar char="*"/>
            </a:pPr>
            <a:r>
              <a:rPr lang="en-AU" sz="2200" b="0" i="0" u="none" strike="noStrike" cap="none">
                <a:solidFill>
                  <a:srgbClr val="3F3F3F"/>
                </a:solidFill>
                <a:latin typeface="Trebuchet MS"/>
                <a:ea typeface="Trebuchet MS"/>
                <a:cs typeface="Trebuchet MS"/>
                <a:sym typeface="Trebuchet MS"/>
              </a:rPr>
              <a:t> He Introduced ideas (such as) </a:t>
            </a:r>
            <a:r>
              <a:rPr lang="en-AU" sz="2200" b="1" i="0" u="none" strike="noStrike" cap="none">
                <a:solidFill>
                  <a:srgbClr val="3F3F3F"/>
                </a:solidFill>
                <a:latin typeface="Trebuchet MS"/>
                <a:ea typeface="Trebuchet MS"/>
                <a:cs typeface="Trebuchet MS"/>
                <a:sym typeface="Trebuchet MS"/>
              </a:rPr>
              <a:t>social conformity / facial expression of emotions / influence of an audience on individual behaviour</a:t>
            </a:r>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9">
                                            <p:txEl>
                                              <p:pRg st="0" end="0"/>
                                            </p:txEl>
                                          </p:spTgt>
                                        </p:tgtEl>
                                        <p:attrNameLst>
                                          <p:attrName>style.visibility</p:attrName>
                                        </p:attrNameLst>
                                      </p:cBhvr>
                                      <p:to>
                                        <p:strVal val="visible"/>
                                      </p:to>
                                    </p:set>
                                    <p:anim calcmode="lin" valueType="num">
                                      <p:cBhvr additive="base">
                                        <p:cTn id="7" dur="500"/>
                                        <p:tgtEl>
                                          <p:spTgt spid="13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39">
                                            <p:txEl>
                                              <p:pRg st="1" end="1"/>
                                            </p:txEl>
                                          </p:spTgt>
                                        </p:tgtEl>
                                        <p:attrNameLst>
                                          <p:attrName>style.visibility</p:attrName>
                                        </p:attrNameLst>
                                      </p:cBhvr>
                                      <p:to>
                                        <p:strVal val="visible"/>
                                      </p:to>
                                    </p:set>
                                    <p:anim calcmode="lin" valueType="num">
                                      <p:cBhvr additive="base">
                                        <p:cTn id="12" dur="500"/>
                                        <p:tgtEl>
                                          <p:spTgt spid="13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39">
                                            <p:txEl>
                                              <p:pRg st="2" end="2"/>
                                            </p:txEl>
                                          </p:spTgt>
                                        </p:tgtEl>
                                        <p:attrNameLst>
                                          <p:attrName>style.visibility</p:attrName>
                                        </p:attrNameLst>
                                      </p:cBhvr>
                                      <p:to>
                                        <p:strVal val="visible"/>
                                      </p:to>
                                    </p:set>
                                    <p:anim calcmode="lin" valueType="num">
                                      <p:cBhvr additive="base">
                                        <p:cTn id="17" dur="500"/>
                                        <p:tgtEl>
                                          <p:spTgt spid="13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39">
                                            <p:txEl>
                                              <p:pRg st="3" end="3"/>
                                            </p:txEl>
                                          </p:spTgt>
                                        </p:tgtEl>
                                        <p:attrNameLst>
                                          <p:attrName>style.visibility</p:attrName>
                                        </p:attrNameLst>
                                      </p:cBhvr>
                                      <p:to>
                                        <p:strVal val="visible"/>
                                      </p:to>
                                    </p:set>
                                    <p:anim calcmode="lin" valueType="num">
                                      <p:cBhvr additive="base">
                                        <p:cTn id="22" dur="500"/>
                                        <p:tgtEl>
                                          <p:spTgt spid="13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39">
                                            <p:txEl>
                                              <p:pRg st="4" end="4"/>
                                            </p:txEl>
                                          </p:spTgt>
                                        </p:tgtEl>
                                        <p:attrNameLst>
                                          <p:attrName>style.visibility</p:attrName>
                                        </p:attrNameLst>
                                      </p:cBhvr>
                                      <p:to>
                                        <p:strVal val="visible"/>
                                      </p:to>
                                    </p:set>
                                    <p:anim calcmode="lin" valueType="num">
                                      <p:cBhvr additive="base">
                                        <p:cTn id="27" dur="500"/>
                                        <p:tgtEl>
                                          <p:spTgt spid="13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0" y="0"/>
            <a:ext cx="9144000" cy="6858000"/>
          </a:xfrm>
          <a:prstGeom prst="rect">
            <a:avLst/>
          </a:prstGeom>
        </p:spPr>
      </p:pic>
      <p:sp>
        <p:nvSpPr>
          <p:cNvPr id="3" name="Object 2"/>
          <p:cNvSpPr txBox="1"/>
          <p:nvPr/>
        </p:nvSpPr>
        <p:spPr>
          <a:xfrm>
            <a:off x="274320" y="6652260"/>
            <a:ext cx="86868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Photo by RuffLife - Creative Commons Attribution-NonCommercial-ShareAlike License  https://www.flickr.com/photos/40993822@N06</a:t>
            </a:r>
            <a:endParaRPr lang="en-US" sz="800" dirty="0"/>
          </a:p>
        </p:txBody>
      </p:sp>
      <p:sp>
        <p:nvSpPr>
          <p:cNvPr id="4" name="Object 3"/>
          <p:cNvSpPr txBox="1"/>
          <p:nvPr/>
        </p:nvSpPr>
        <p:spPr>
          <a:xfrm>
            <a:off x="7589520" y="6652260"/>
            <a:ext cx="28194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Created with Haiku Deck</a:t>
            </a:r>
            <a:endParaRPr lang="en-US" sz="800" dirty="0"/>
          </a:p>
        </p:txBody>
      </p:sp>
      <p:pic>
        <p:nvPicPr>
          <p:cNvPr id="5" name="Object 4"/>
          <p:cNvPicPr>
            <a:picLocks noChangeAspect="1"/>
          </p:cNvPicPr>
          <p:nvPr/>
        </p:nvPicPr>
        <p:blipFill>
          <a:blip r:embed="rId3" cstate="print"/>
          <a:stretch>
            <a:fillRect/>
          </a:stretch>
        </p:blipFill>
        <p:spPr>
          <a:xfrm>
            <a:off x="91440" y="6652260"/>
            <a:ext cx="200000" cy="200000"/>
          </a:xfrm>
          <a:prstGeom prst="rect">
            <a:avLst/>
          </a:prstGeom>
        </p:spPr>
      </p:pic>
      <p:sp>
        <p:nvSpPr>
          <p:cNvPr id="6" name="Object 5"/>
          <p:cNvSpPr txBox="1"/>
          <p:nvPr/>
        </p:nvSpPr>
        <p:spPr>
          <a:xfrm>
            <a:off x="0" y="6652260"/>
            <a:ext cx="9144000" cy="205740"/>
          </a:xfrm>
          <a:prstGeom prst="rect">
            <a:avLst/>
          </a:prstGeom>
          <a:solidFill>
            <a:srgbClr val="000000">
              <a:alpha val="50000"/>
            </a:srgbClr>
          </a:solidFill>
        </p:spPr>
      </p:sp>
    </p:spTree>
    <p:extLst>
      <p:ext uri="{BB962C8B-B14F-4D97-AF65-F5344CB8AC3E}">
        <p14:creationId xmlns:p14="http://schemas.microsoft.com/office/powerpoint/2010/main" val="119969878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0" y="0"/>
            <a:ext cx="9144000" cy="6858000"/>
          </a:xfrm>
          <a:prstGeom prst="rect">
            <a:avLst/>
          </a:prstGeom>
        </p:spPr>
      </p:pic>
      <p:sp>
        <p:nvSpPr>
          <p:cNvPr id="3" name="Object 2"/>
          <p:cNvSpPr txBox="1"/>
          <p:nvPr/>
        </p:nvSpPr>
        <p:spPr>
          <a:xfrm>
            <a:off x="274320" y="6652260"/>
            <a:ext cx="86868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Photo by Photographing Travis - Creative Commons Attribution License  https://www.flickr.com/photos/94599716@N06</a:t>
            </a:r>
            <a:endParaRPr lang="en-US" sz="800" dirty="0"/>
          </a:p>
        </p:txBody>
      </p:sp>
      <p:sp>
        <p:nvSpPr>
          <p:cNvPr id="4" name="Object 3"/>
          <p:cNvSpPr txBox="1"/>
          <p:nvPr/>
        </p:nvSpPr>
        <p:spPr>
          <a:xfrm>
            <a:off x="7589520" y="6652260"/>
            <a:ext cx="28194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Created with Haiku Deck</a:t>
            </a:r>
            <a:endParaRPr lang="en-US" sz="800" dirty="0"/>
          </a:p>
        </p:txBody>
      </p:sp>
      <p:pic>
        <p:nvPicPr>
          <p:cNvPr id="5" name="Object 4"/>
          <p:cNvPicPr>
            <a:picLocks noChangeAspect="1"/>
          </p:cNvPicPr>
          <p:nvPr/>
        </p:nvPicPr>
        <p:blipFill>
          <a:blip r:embed="rId3" cstate="print"/>
          <a:stretch>
            <a:fillRect/>
          </a:stretch>
        </p:blipFill>
        <p:spPr>
          <a:xfrm>
            <a:off x="91440" y="6652260"/>
            <a:ext cx="200000" cy="200000"/>
          </a:xfrm>
          <a:prstGeom prst="rect">
            <a:avLst/>
          </a:prstGeom>
        </p:spPr>
      </p:pic>
      <p:sp>
        <p:nvSpPr>
          <p:cNvPr id="6" name="Object 5"/>
          <p:cNvSpPr txBox="1"/>
          <p:nvPr/>
        </p:nvSpPr>
        <p:spPr>
          <a:xfrm>
            <a:off x="0" y="6652260"/>
            <a:ext cx="9144000" cy="205740"/>
          </a:xfrm>
          <a:prstGeom prst="rect">
            <a:avLst/>
          </a:prstGeom>
          <a:solidFill>
            <a:srgbClr val="000000">
              <a:alpha val="50000"/>
            </a:srgbClr>
          </a:solidFill>
        </p:spPr>
      </p:sp>
    </p:spTree>
    <p:extLst>
      <p:ext uri="{BB962C8B-B14F-4D97-AF65-F5344CB8AC3E}">
        <p14:creationId xmlns:p14="http://schemas.microsoft.com/office/powerpoint/2010/main" val="203623157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Shape 144"/>
          <p:cNvSpPr txBox="1">
            <a:spLocks noGrp="1"/>
          </p:cNvSpPr>
          <p:nvPr>
            <p:ph type="title"/>
          </p:nvPr>
        </p:nvSpPr>
        <p:spPr>
          <a:xfrm>
            <a:off x="304800" y="188640"/>
            <a:ext cx="8686800" cy="864096"/>
          </a:xfrm>
          <a:prstGeom prst="rect">
            <a:avLst/>
          </a:prstGeom>
          <a:noFill/>
          <a:ln>
            <a:noFill/>
          </a:ln>
        </p:spPr>
        <p:txBody>
          <a:bodyPr spcFirstLastPara="1" wrap="square" lIns="91425" tIns="45700" rIns="91425" bIns="45700" anchor="t" anchorCtr="0">
            <a:noAutofit/>
          </a:bodyPr>
          <a:lstStyle/>
          <a:p>
            <a:pPr marL="320040" marR="0" lvl="0" indent="-320040" algn="l" rtl="0">
              <a:spcBef>
                <a:spcPts val="0"/>
              </a:spcBef>
              <a:spcAft>
                <a:spcPts val="0"/>
              </a:spcAft>
              <a:buClr>
                <a:srgbClr val="C3260C"/>
              </a:buClr>
              <a:buSzPts val="3072"/>
              <a:buFont typeface="Georgia"/>
              <a:buChar char="*"/>
            </a:pPr>
            <a:r>
              <a:rPr lang="en-AU" sz="2400" b="1" i="0" u="sng" strike="noStrike" cap="none">
                <a:solidFill>
                  <a:schemeClr val="dk1"/>
                </a:solidFill>
                <a:latin typeface="Trebuchet MS"/>
                <a:ea typeface="Trebuchet MS"/>
                <a:cs typeface="Trebuchet MS"/>
                <a:sym typeface="Trebuchet MS"/>
              </a:rPr>
              <a:t>TRAIT THEORIES of personality focus on individual differences between people rather than similarities:</a:t>
            </a:r>
            <a:endParaRPr sz="2400" b="1" i="0" u="sng" strike="noStrike" cap="none">
              <a:solidFill>
                <a:schemeClr val="dk1"/>
              </a:solidFill>
              <a:latin typeface="Trebuchet MS"/>
              <a:ea typeface="Trebuchet MS"/>
              <a:cs typeface="Trebuchet MS"/>
              <a:sym typeface="Trebuchet MS"/>
            </a:endParaRPr>
          </a:p>
        </p:txBody>
      </p:sp>
      <p:sp>
        <p:nvSpPr>
          <p:cNvPr id="145" name="Shape 145"/>
          <p:cNvSpPr txBox="1">
            <a:spLocks noGrp="1"/>
          </p:cNvSpPr>
          <p:nvPr>
            <p:ph type="body" idx="1"/>
          </p:nvPr>
        </p:nvSpPr>
        <p:spPr>
          <a:xfrm>
            <a:off x="304800" y="1196752"/>
            <a:ext cx="8515672" cy="4883373"/>
          </a:xfrm>
          <a:prstGeom prst="rect">
            <a:avLst/>
          </a:prstGeom>
          <a:noFill/>
          <a:ln>
            <a:noFill/>
          </a:ln>
        </p:spPr>
        <p:txBody>
          <a:bodyPr spcFirstLastPara="1" wrap="square" lIns="91425" tIns="45700" rIns="91425" bIns="45700" anchor="t" anchorCtr="0">
            <a:noAutofit/>
          </a:bodyPr>
          <a:lstStyle/>
          <a:p>
            <a:pPr marL="228600" marR="0" lvl="0" indent="-190500" algn="l" rtl="0">
              <a:spcBef>
                <a:spcPts val="0"/>
              </a:spcBef>
              <a:spcAft>
                <a:spcPts val="0"/>
              </a:spcAft>
              <a:buClr>
                <a:srgbClr val="C3260C"/>
              </a:buClr>
              <a:buFont typeface="Georgia"/>
              <a:buNone/>
            </a:pPr>
            <a:r>
              <a:rPr lang="en-AU" sz="2200" b="1" i="0" u="none" strike="noStrike" cap="none">
                <a:solidFill>
                  <a:schemeClr val="dk1"/>
                </a:solidFill>
                <a:latin typeface="Trebuchet MS"/>
                <a:ea typeface="Trebuchet MS"/>
                <a:cs typeface="Trebuchet MS"/>
                <a:sym typeface="Trebuchet MS"/>
              </a:rPr>
              <a:t>TRAITS refer to those unique and enduring characteristics of people that predispose them to behave in certain ways.  They can be identified, described and measured.</a:t>
            </a:r>
            <a:endParaRPr/>
          </a:p>
          <a:p>
            <a:pPr marL="548640" marR="0" lvl="1" indent="-193039" algn="l" rtl="0">
              <a:spcBef>
                <a:spcPts val="670"/>
              </a:spcBef>
              <a:spcAft>
                <a:spcPts val="0"/>
              </a:spcAft>
              <a:buClr>
                <a:srgbClr val="C3260C"/>
              </a:buClr>
              <a:buSzPts val="2405"/>
              <a:buFont typeface="Georgia"/>
              <a:buChar char="*"/>
            </a:pPr>
            <a:r>
              <a:rPr lang="en-AU" sz="1850" b="1" i="0" u="none" strike="noStrike" cap="none">
                <a:solidFill>
                  <a:schemeClr val="dk1"/>
                </a:solidFill>
                <a:latin typeface="Trebuchet MS"/>
                <a:ea typeface="Trebuchet MS"/>
                <a:cs typeface="Trebuchet MS"/>
                <a:sym typeface="Trebuchet MS"/>
              </a:rPr>
              <a:t>Surface Traits: can easily be inferred  from behaviour, eg happy, tearful.</a:t>
            </a:r>
            <a:endParaRPr/>
          </a:p>
          <a:p>
            <a:pPr marL="548640" marR="0" lvl="1" indent="-193039" algn="l" rtl="0">
              <a:spcBef>
                <a:spcPts val="670"/>
              </a:spcBef>
              <a:spcAft>
                <a:spcPts val="0"/>
              </a:spcAft>
              <a:buClr>
                <a:srgbClr val="C3260C"/>
              </a:buClr>
              <a:buSzPts val="2405"/>
              <a:buFont typeface="Georgia"/>
              <a:buChar char="*"/>
            </a:pPr>
            <a:r>
              <a:rPr lang="en-AU" sz="1850" b="1" i="0" u="none" strike="noStrike" cap="none">
                <a:solidFill>
                  <a:schemeClr val="dk1"/>
                </a:solidFill>
                <a:latin typeface="Trebuchet MS"/>
                <a:ea typeface="Trebuchet MS"/>
                <a:cs typeface="Trebuchet MS"/>
                <a:sym typeface="Trebuchet MS"/>
              </a:rPr>
              <a:t>Source Traits: represent the main basic dimensions of personality</a:t>
            </a:r>
            <a:endParaRPr/>
          </a:p>
          <a:p>
            <a:pPr marL="228600" marR="0" lvl="0" indent="-190500" algn="l" rtl="0">
              <a:spcBef>
                <a:spcPts val="740"/>
              </a:spcBef>
              <a:spcAft>
                <a:spcPts val="0"/>
              </a:spcAft>
              <a:buClr>
                <a:srgbClr val="C3260C"/>
              </a:buClr>
              <a:buFont typeface="Georgia"/>
              <a:buNone/>
            </a:pPr>
            <a:r>
              <a:rPr lang="en-AU" sz="2200" b="1" i="0" u="none" strike="noStrike" cap="none">
                <a:solidFill>
                  <a:schemeClr val="dk1"/>
                </a:solidFill>
                <a:latin typeface="Trebuchet MS"/>
                <a:ea typeface="Trebuchet MS"/>
                <a:cs typeface="Trebuchet MS"/>
                <a:sym typeface="Trebuchet MS"/>
              </a:rPr>
              <a:t>EYSENCK considered that there were three main dimensions of personality:</a:t>
            </a:r>
            <a:endParaRPr/>
          </a:p>
          <a:p>
            <a:pPr marL="457200" marR="0" lvl="0" indent="-457200" algn="l" rtl="0">
              <a:spcBef>
                <a:spcPts val="740"/>
              </a:spcBef>
              <a:spcAft>
                <a:spcPts val="0"/>
              </a:spcAft>
              <a:buClr>
                <a:srgbClr val="C3260C"/>
              </a:buClr>
              <a:buSzPts val="2860"/>
              <a:buFont typeface="Trebuchet MS"/>
              <a:buAutoNum type="arabicPeriod"/>
            </a:pPr>
            <a:r>
              <a:rPr lang="en-AU" sz="2200" b="1" i="0" u="none" strike="noStrike" cap="none">
                <a:solidFill>
                  <a:schemeClr val="dk1"/>
                </a:solidFill>
                <a:latin typeface="Trebuchet MS"/>
                <a:ea typeface="Trebuchet MS"/>
                <a:cs typeface="Trebuchet MS"/>
                <a:sym typeface="Trebuchet MS"/>
              </a:rPr>
              <a:t>INTROVERSION-EXTRAVERSION;</a:t>
            </a:r>
            <a:endParaRPr/>
          </a:p>
          <a:p>
            <a:pPr marL="457200" marR="0" lvl="0" indent="-457200" algn="l" rtl="0">
              <a:spcBef>
                <a:spcPts val="740"/>
              </a:spcBef>
              <a:spcAft>
                <a:spcPts val="0"/>
              </a:spcAft>
              <a:buClr>
                <a:srgbClr val="C3260C"/>
              </a:buClr>
              <a:buSzPts val="2860"/>
              <a:buFont typeface="Trebuchet MS"/>
              <a:buAutoNum type="arabicPeriod"/>
            </a:pPr>
            <a:r>
              <a:rPr lang="en-AU" sz="2200" b="1" i="0" u="none" strike="noStrike" cap="none">
                <a:solidFill>
                  <a:schemeClr val="dk1"/>
                </a:solidFill>
                <a:latin typeface="Trebuchet MS"/>
                <a:ea typeface="Trebuchet MS"/>
                <a:cs typeface="Trebuchet MS"/>
                <a:sym typeface="Trebuchet MS"/>
              </a:rPr>
              <a:t>NEUROTICISM-STABILITY; </a:t>
            </a:r>
            <a:endParaRPr/>
          </a:p>
          <a:p>
            <a:pPr marL="457200" marR="0" lvl="0" indent="-457200" algn="l" rtl="0">
              <a:spcBef>
                <a:spcPts val="740"/>
              </a:spcBef>
              <a:spcAft>
                <a:spcPts val="0"/>
              </a:spcAft>
              <a:buClr>
                <a:srgbClr val="C3260C"/>
              </a:buClr>
              <a:buSzPts val="2860"/>
              <a:buFont typeface="Trebuchet MS"/>
              <a:buAutoNum type="arabicPeriod"/>
            </a:pPr>
            <a:r>
              <a:rPr lang="en-AU" sz="2200" b="1" i="0" u="none" strike="noStrike" cap="none">
                <a:solidFill>
                  <a:schemeClr val="dk1"/>
                </a:solidFill>
                <a:latin typeface="Trebuchet MS"/>
                <a:ea typeface="Trebuchet MS"/>
                <a:cs typeface="Trebuchet MS"/>
                <a:sym typeface="Trebuchet MS"/>
              </a:rPr>
              <a:t>PSYCHOTICISM.  </a:t>
            </a:r>
            <a:endParaRPr/>
          </a:p>
          <a:p>
            <a:pPr marL="0" marR="0" lvl="0" indent="0" algn="l" rtl="0">
              <a:spcBef>
                <a:spcPts val="740"/>
              </a:spcBef>
              <a:spcAft>
                <a:spcPts val="0"/>
              </a:spcAft>
              <a:buClr>
                <a:srgbClr val="C3260C"/>
              </a:buClr>
              <a:buFont typeface="Georgia"/>
              <a:buNone/>
            </a:pPr>
            <a:r>
              <a:rPr lang="en-AU" sz="2200" b="1" i="0" u="none" strike="noStrike" cap="none">
                <a:solidFill>
                  <a:schemeClr val="dk1"/>
                </a:solidFill>
                <a:latin typeface="Trebuchet MS"/>
                <a:ea typeface="Trebuchet MS"/>
                <a:cs typeface="Trebuchet MS"/>
                <a:sym typeface="Trebuchet MS"/>
              </a:rPr>
              <a:t> </a:t>
            </a:r>
            <a:endParaRPr/>
          </a:p>
          <a:p>
            <a:pPr marL="228600" marR="0" lvl="0" indent="-53054" algn="l" rtl="0">
              <a:spcBef>
                <a:spcPts val="633"/>
              </a:spcBef>
              <a:spcAft>
                <a:spcPts val="300"/>
              </a:spcAft>
              <a:buClr>
                <a:srgbClr val="C3260C"/>
              </a:buClr>
              <a:buSzPts val="2165"/>
              <a:buFont typeface="Georgia"/>
              <a:buNone/>
            </a:pPr>
            <a:endParaRPr sz="1650" b="1" i="0" u="none" strike="noStrike" cap="none">
              <a:solidFill>
                <a:schemeClr val="dk1"/>
              </a:solidFill>
              <a:latin typeface="Trebuchet MS"/>
              <a:ea typeface="Trebuchet MS"/>
              <a:cs typeface="Trebuchet MS"/>
              <a:sym typeface="Trebuchet M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5">
                                            <p:txEl>
                                              <p:pRg st="0" end="0"/>
                                            </p:txEl>
                                          </p:spTgt>
                                        </p:tgtEl>
                                        <p:attrNameLst>
                                          <p:attrName>style.visibility</p:attrName>
                                        </p:attrNameLst>
                                      </p:cBhvr>
                                      <p:to>
                                        <p:strVal val="visible"/>
                                      </p:to>
                                    </p:set>
                                    <p:anim calcmode="lin" valueType="num">
                                      <p:cBhvr additive="base">
                                        <p:cTn id="7" dur="500"/>
                                        <p:tgtEl>
                                          <p:spTgt spid="14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45">
                                            <p:txEl>
                                              <p:pRg st="1" end="1"/>
                                            </p:txEl>
                                          </p:spTgt>
                                        </p:tgtEl>
                                        <p:attrNameLst>
                                          <p:attrName>style.visibility</p:attrName>
                                        </p:attrNameLst>
                                      </p:cBhvr>
                                      <p:to>
                                        <p:strVal val="visible"/>
                                      </p:to>
                                    </p:set>
                                    <p:anim calcmode="lin" valueType="num">
                                      <p:cBhvr additive="base">
                                        <p:cTn id="12" dur="500"/>
                                        <p:tgtEl>
                                          <p:spTgt spid="14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45">
                                            <p:txEl>
                                              <p:pRg st="2" end="2"/>
                                            </p:txEl>
                                          </p:spTgt>
                                        </p:tgtEl>
                                        <p:attrNameLst>
                                          <p:attrName>style.visibility</p:attrName>
                                        </p:attrNameLst>
                                      </p:cBhvr>
                                      <p:to>
                                        <p:strVal val="visible"/>
                                      </p:to>
                                    </p:set>
                                    <p:anim calcmode="lin" valueType="num">
                                      <p:cBhvr additive="base">
                                        <p:cTn id="17" dur="500"/>
                                        <p:tgtEl>
                                          <p:spTgt spid="14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45">
                                            <p:txEl>
                                              <p:pRg st="3" end="3"/>
                                            </p:txEl>
                                          </p:spTgt>
                                        </p:tgtEl>
                                        <p:attrNameLst>
                                          <p:attrName>style.visibility</p:attrName>
                                        </p:attrNameLst>
                                      </p:cBhvr>
                                      <p:to>
                                        <p:strVal val="visible"/>
                                      </p:to>
                                    </p:set>
                                    <p:anim calcmode="lin" valueType="num">
                                      <p:cBhvr additive="base">
                                        <p:cTn id="22" dur="500"/>
                                        <p:tgtEl>
                                          <p:spTgt spid="14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45">
                                            <p:txEl>
                                              <p:pRg st="4" end="4"/>
                                            </p:txEl>
                                          </p:spTgt>
                                        </p:tgtEl>
                                        <p:attrNameLst>
                                          <p:attrName>style.visibility</p:attrName>
                                        </p:attrNameLst>
                                      </p:cBhvr>
                                      <p:to>
                                        <p:strVal val="visible"/>
                                      </p:to>
                                    </p:set>
                                    <p:anim calcmode="lin" valueType="num">
                                      <p:cBhvr additive="base">
                                        <p:cTn id="27" dur="500"/>
                                        <p:tgtEl>
                                          <p:spTgt spid="14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45">
                                            <p:txEl>
                                              <p:pRg st="5" end="5"/>
                                            </p:txEl>
                                          </p:spTgt>
                                        </p:tgtEl>
                                        <p:attrNameLst>
                                          <p:attrName>style.visibility</p:attrName>
                                        </p:attrNameLst>
                                      </p:cBhvr>
                                      <p:to>
                                        <p:strVal val="visible"/>
                                      </p:to>
                                    </p:set>
                                    <p:anim calcmode="lin" valueType="num">
                                      <p:cBhvr additive="base">
                                        <p:cTn id="32" dur="500"/>
                                        <p:tgtEl>
                                          <p:spTgt spid="14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45">
                                            <p:txEl>
                                              <p:pRg st="6" end="6"/>
                                            </p:txEl>
                                          </p:spTgt>
                                        </p:tgtEl>
                                        <p:attrNameLst>
                                          <p:attrName>style.visibility</p:attrName>
                                        </p:attrNameLst>
                                      </p:cBhvr>
                                      <p:to>
                                        <p:strVal val="visible"/>
                                      </p:to>
                                    </p:set>
                                    <p:anim calcmode="lin" valueType="num">
                                      <p:cBhvr additive="base">
                                        <p:cTn id="37" dur="500"/>
                                        <p:tgtEl>
                                          <p:spTgt spid="14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45">
                                            <p:txEl>
                                              <p:pRg st="7" end="7"/>
                                            </p:txEl>
                                          </p:spTgt>
                                        </p:tgtEl>
                                        <p:attrNameLst>
                                          <p:attrName>style.visibility</p:attrName>
                                        </p:attrNameLst>
                                      </p:cBhvr>
                                      <p:to>
                                        <p:strVal val="visible"/>
                                      </p:to>
                                    </p:set>
                                    <p:anim calcmode="lin" valueType="num">
                                      <p:cBhvr additive="base">
                                        <p:cTn id="42" dur="500"/>
                                        <p:tgtEl>
                                          <p:spTgt spid="145">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45">
                                            <p:txEl>
                                              <p:pRg st="8" end="8"/>
                                            </p:txEl>
                                          </p:spTgt>
                                        </p:tgtEl>
                                        <p:attrNameLst>
                                          <p:attrName>style.visibility</p:attrName>
                                        </p:attrNameLst>
                                      </p:cBhvr>
                                      <p:to>
                                        <p:strVal val="visible"/>
                                      </p:to>
                                    </p:set>
                                    <p:anim calcmode="lin" valueType="num">
                                      <p:cBhvr additive="base">
                                        <p:cTn id="47" dur="500"/>
                                        <p:tgtEl>
                                          <p:spTgt spid="145">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Shape 150"/>
          <p:cNvSpPr txBox="1">
            <a:spLocks noGrp="1"/>
          </p:cNvSpPr>
          <p:nvPr>
            <p:ph type="title"/>
          </p:nvPr>
        </p:nvSpPr>
        <p:spPr>
          <a:xfrm>
            <a:off x="107504" y="457200"/>
            <a:ext cx="8884096" cy="1027584"/>
          </a:xfrm>
          <a:prstGeom prst="rect">
            <a:avLst/>
          </a:prstGeom>
          <a:noFill/>
          <a:ln>
            <a:noFill/>
          </a:ln>
        </p:spPr>
        <p:txBody>
          <a:bodyPr spcFirstLastPara="1" wrap="square" lIns="91425" tIns="45700" rIns="91425" bIns="45700" anchor="t" anchorCtr="0">
            <a:noAutofit/>
          </a:bodyPr>
          <a:lstStyle/>
          <a:p>
            <a:pPr marL="320040" marR="0" lvl="0" indent="-320040" algn="ctr" rtl="0">
              <a:spcBef>
                <a:spcPts val="0"/>
              </a:spcBef>
              <a:spcAft>
                <a:spcPts val="0"/>
              </a:spcAft>
              <a:buClr>
                <a:srgbClr val="C3260C"/>
              </a:buClr>
              <a:buSzPts val="3072"/>
              <a:buFont typeface="Georgia"/>
              <a:buChar char="*"/>
            </a:pPr>
            <a:r>
              <a:rPr lang="en-AU" sz="2400" b="1" i="0" u="none" strike="noStrike" cap="none">
                <a:solidFill>
                  <a:schemeClr val="dk1"/>
                </a:solidFill>
                <a:latin typeface="Trebuchet MS"/>
                <a:ea typeface="Trebuchet MS"/>
                <a:cs typeface="Trebuchet MS"/>
                <a:sym typeface="Trebuchet MS"/>
              </a:rPr>
              <a:t>He derived 4 basic personality types from the first two main dimensions:</a:t>
            </a:r>
            <a:br>
              <a:rPr lang="en-AU" sz="2400" b="1" i="0" u="none" strike="noStrike" cap="none">
                <a:solidFill>
                  <a:schemeClr val="dk1"/>
                </a:solidFill>
                <a:latin typeface="Trebuchet MS"/>
                <a:ea typeface="Trebuchet MS"/>
                <a:cs typeface="Trebuchet MS"/>
                <a:sym typeface="Trebuchet MS"/>
              </a:rPr>
            </a:br>
            <a:endParaRPr sz="2400" b="1" i="0" u="none" strike="noStrike" cap="none">
              <a:solidFill>
                <a:schemeClr val="dk1"/>
              </a:solidFill>
              <a:latin typeface="Trebuchet MS"/>
              <a:ea typeface="Trebuchet MS"/>
              <a:cs typeface="Trebuchet MS"/>
              <a:sym typeface="Trebuchet MS"/>
            </a:endParaRPr>
          </a:p>
        </p:txBody>
      </p:sp>
      <p:sp>
        <p:nvSpPr>
          <p:cNvPr id="151" name="Shape 151"/>
          <p:cNvSpPr txBox="1">
            <a:spLocks noGrp="1"/>
          </p:cNvSpPr>
          <p:nvPr>
            <p:ph type="body" idx="1"/>
          </p:nvPr>
        </p:nvSpPr>
        <p:spPr>
          <a:xfrm>
            <a:off x="304800" y="1484784"/>
            <a:ext cx="8686800" cy="4595341"/>
          </a:xfrm>
          <a:prstGeom prst="rect">
            <a:avLst/>
          </a:prstGeom>
          <a:noFill/>
          <a:ln>
            <a:noFill/>
          </a:ln>
        </p:spPr>
        <p:txBody>
          <a:bodyPr spcFirstLastPara="1" wrap="square" lIns="91425" tIns="45700" rIns="91425" bIns="45700" anchor="t" anchorCtr="0">
            <a:noAutofit/>
          </a:bodyPr>
          <a:lstStyle/>
          <a:p>
            <a:pPr marL="502919" marR="0" lvl="0" indent="-464819" algn="l" rtl="0">
              <a:spcBef>
                <a:spcPts val="0"/>
              </a:spcBef>
              <a:spcAft>
                <a:spcPts val="0"/>
              </a:spcAft>
              <a:buClr>
                <a:srgbClr val="C3260C"/>
              </a:buClr>
              <a:buSzPts val="2860"/>
              <a:buFont typeface="Trebuchet MS"/>
              <a:buAutoNum type="arabicPeriod"/>
            </a:pPr>
            <a:r>
              <a:rPr lang="en-AU" sz="2200" b="1" i="0" u="none" strike="noStrike" cap="none">
                <a:solidFill>
                  <a:schemeClr val="dk1"/>
                </a:solidFill>
                <a:latin typeface="Trebuchet MS"/>
                <a:ea typeface="Trebuchet MS"/>
                <a:cs typeface="Trebuchet MS"/>
                <a:sym typeface="Trebuchet MS"/>
              </a:rPr>
              <a:t>Introverted-neurotic, with surface traits such as moody, anxious, reserved and rigid.</a:t>
            </a:r>
            <a:endParaRPr/>
          </a:p>
          <a:p>
            <a:pPr marL="502919" marR="0" lvl="0" indent="-464819" algn="l" rtl="0">
              <a:spcBef>
                <a:spcPts val="740"/>
              </a:spcBef>
              <a:spcAft>
                <a:spcPts val="0"/>
              </a:spcAft>
              <a:buClr>
                <a:srgbClr val="C3260C"/>
              </a:buClr>
              <a:buSzPts val="2860"/>
              <a:buFont typeface="Trebuchet MS"/>
              <a:buAutoNum type="arabicPeriod"/>
            </a:pPr>
            <a:r>
              <a:rPr lang="en-AU" sz="2200" b="1" i="0" u="none" strike="noStrike" cap="none">
                <a:solidFill>
                  <a:schemeClr val="dk1"/>
                </a:solidFill>
                <a:latin typeface="Trebuchet MS"/>
                <a:ea typeface="Trebuchet MS"/>
                <a:cs typeface="Trebuchet MS"/>
                <a:sym typeface="Trebuchet MS"/>
              </a:rPr>
              <a:t>Extraverted-neurotic, with surface traits like aggression, impulsive and excitable.</a:t>
            </a:r>
            <a:endParaRPr/>
          </a:p>
          <a:p>
            <a:pPr marL="502919" marR="0" lvl="0" indent="-464819" algn="l" rtl="0">
              <a:spcBef>
                <a:spcPts val="740"/>
              </a:spcBef>
              <a:spcAft>
                <a:spcPts val="0"/>
              </a:spcAft>
              <a:buClr>
                <a:srgbClr val="C3260C"/>
              </a:buClr>
              <a:buSzPts val="2860"/>
              <a:buFont typeface="Trebuchet MS"/>
              <a:buAutoNum type="arabicPeriod"/>
            </a:pPr>
            <a:r>
              <a:rPr lang="en-AU" sz="2200" b="1" i="0" u="none" strike="noStrike" cap="none">
                <a:solidFill>
                  <a:schemeClr val="dk1"/>
                </a:solidFill>
                <a:latin typeface="Trebuchet MS"/>
                <a:ea typeface="Trebuchet MS"/>
                <a:cs typeface="Trebuchet MS"/>
                <a:sym typeface="Trebuchet MS"/>
              </a:rPr>
              <a:t>Extraverted-stable, characterised by a person being outgoing, talkative and lively.</a:t>
            </a:r>
            <a:endParaRPr/>
          </a:p>
          <a:p>
            <a:pPr marL="502919" marR="0" lvl="0" indent="-464819" algn="l" rtl="0">
              <a:spcBef>
                <a:spcPts val="740"/>
              </a:spcBef>
              <a:spcAft>
                <a:spcPts val="300"/>
              </a:spcAft>
              <a:buClr>
                <a:srgbClr val="C3260C"/>
              </a:buClr>
              <a:buSzPts val="2860"/>
              <a:buFont typeface="Trebuchet MS"/>
              <a:buAutoNum type="arabicPeriod"/>
            </a:pPr>
            <a:r>
              <a:rPr lang="en-AU" sz="2200" b="1" i="0" u="none" strike="noStrike" cap="none">
                <a:solidFill>
                  <a:schemeClr val="dk1"/>
                </a:solidFill>
                <a:latin typeface="Trebuchet MS"/>
                <a:ea typeface="Trebuchet MS"/>
                <a:cs typeface="Trebuchet MS"/>
                <a:sym typeface="Trebuchet MS"/>
              </a:rPr>
              <a:t>Introverted-stable, with surface traits such as passive, controlled, reliable and calm.</a:t>
            </a:r>
            <a:endParaRPr sz="2200" b="0" i="0" u="none" strike="noStrike" cap="none">
              <a:solidFill>
                <a:srgbClr val="3F3F3F"/>
              </a:solidFill>
              <a:latin typeface="Trebuchet MS"/>
              <a:ea typeface="Trebuchet MS"/>
              <a:cs typeface="Trebuchet MS"/>
              <a:sym typeface="Trebuchet M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1">
                                            <p:txEl>
                                              <p:pRg st="0" end="0"/>
                                            </p:txEl>
                                          </p:spTgt>
                                        </p:tgtEl>
                                        <p:attrNameLst>
                                          <p:attrName>style.visibility</p:attrName>
                                        </p:attrNameLst>
                                      </p:cBhvr>
                                      <p:to>
                                        <p:strVal val="visible"/>
                                      </p:to>
                                    </p:set>
                                    <p:anim calcmode="lin" valueType="num">
                                      <p:cBhvr additive="base">
                                        <p:cTn id="7" dur="500"/>
                                        <p:tgtEl>
                                          <p:spTgt spid="15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51">
                                            <p:txEl>
                                              <p:pRg st="1" end="1"/>
                                            </p:txEl>
                                          </p:spTgt>
                                        </p:tgtEl>
                                        <p:attrNameLst>
                                          <p:attrName>style.visibility</p:attrName>
                                        </p:attrNameLst>
                                      </p:cBhvr>
                                      <p:to>
                                        <p:strVal val="visible"/>
                                      </p:to>
                                    </p:set>
                                    <p:anim calcmode="lin" valueType="num">
                                      <p:cBhvr additive="base">
                                        <p:cTn id="12" dur="500"/>
                                        <p:tgtEl>
                                          <p:spTgt spid="15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51">
                                            <p:txEl>
                                              <p:pRg st="2" end="2"/>
                                            </p:txEl>
                                          </p:spTgt>
                                        </p:tgtEl>
                                        <p:attrNameLst>
                                          <p:attrName>style.visibility</p:attrName>
                                        </p:attrNameLst>
                                      </p:cBhvr>
                                      <p:to>
                                        <p:strVal val="visible"/>
                                      </p:to>
                                    </p:set>
                                    <p:anim calcmode="lin" valueType="num">
                                      <p:cBhvr additive="base">
                                        <p:cTn id="17" dur="500"/>
                                        <p:tgtEl>
                                          <p:spTgt spid="15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51">
                                            <p:txEl>
                                              <p:pRg st="3" end="3"/>
                                            </p:txEl>
                                          </p:spTgt>
                                        </p:tgtEl>
                                        <p:attrNameLst>
                                          <p:attrName>style.visibility</p:attrName>
                                        </p:attrNameLst>
                                      </p:cBhvr>
                                      <p:to>
                                        <p:strVal val="visible"/>
                                      </p:to>
                                    </p:set>
                                    <p:anim calcmode="lin" valueType="num">
                                      <p:cBhvr additive="base">
                                        <p:cTn id="22" dur="500"/>
                                        <p:tgtEl>
                                          <p:spTgt spid="151">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Shape 156"/>
          <p:cNvSpPr txBox="1">
            <a:spLocks noGrp="1"/>
          </p:cNvSpPr>
          <p:nvPr>
            <p:ph type="title"/>
          </p:nvPr>
        </p:nvSpPr>
        <p:spPr>
          <a:xfrm>
            <a:off x="107504" y="188640"/>
            <a:ext cx="8884096" cy="1106760"/>
          </a:xfrm>
          <a:prstGeom prst="rect">
            <a:avLst/>
          </a:prstGeom>
          <a:noFill/>
          <a:ln>
            <a:noFill/>
          </a:ln>
        </p:spPr>
        <p:txBody>
          <a:bodyPr spcFirstLastPara="1" wrap="square" lIns="91425" tIns="45700" rIns="91425" bIns="45700" anchor="t" anchorCtr="0">
            <a:noAutofit/>
          </a:bodyPr>
          <a:lstStyle/>
          <a:p>
            <a:pPr marL="320040" marR="0" lvl="0" indent="-320040" algn="ctr" rtl="0">
              <a:spcBef>
                <a:spcPts val="0"/>
              </a:spcBef>
              <a:spcAft>
                <a:spcPts val="0"/>
              </a:spcAft>
              <a:buClr>
                <a:srgbClr val="C3260C"/>
              </a:buClr>
              <a:buSzPts val="3072"/>
              <a:buFont typeface="Georgia"/>
              <a:buChar char="*"/>
            </a:pPr>
            <a:r>
              <a:rPr lang="en-AU" sz="2400" b="1" i="0" u="none" strike="noStrike" cap="none">
                <a:solidFill>
                  <a:schemeClr val="dk1"/>
                </a:solidFill>
                <a:latin typeface="Trebuchet MS"/>
                <a:ea typeface="Trebuchet MS"/>
                <a:cs typeface="Trebuchet MS"/>
                <a:sym typeface="Trebuchet MS"/>
              </a:rPr>
              <a:t>EYSENCK: </a:t>
            </a:r>
            <a:r>
              <a:rPr lang="en-AU" sz="2000" b="1" i="0" u="none" strike="noStrike" cap="none">
                <a:solidFill>
                  <a:schemeClr val="dk1"/>
                </a:solidFill>
                <a:latin typeface="Trebuchet MS"/>
                <a:ea typeface="Trebuchet MS"/>
                <a:cs typeface="Trebuchet MS"/>
                <a:sym typeface="Trebuchet MS"/>
              </a:rPr>
              <a:t>Personality differences reflect biological differences: supporting evidence through recent brain imaging</a:t>
            </a:r>
            <a:endParaRPr sz="2000" b="1" i="0" u="none" strike="noStrike" cap="none">
              <a:solidFill>
                <a:schemeClr val="dk1"/>
              </a:solidFill>
              <a:latin typeface="Trebuchet MS"/>
              <a:ea typeface="Trebuchet MS"/>
              <a:cs typeface="Trebuchet MS"/>
              <a:sym typeface="Trebuchet MS"/>
            </a:endParaRPr>
          </a:p>
        </p:txBody>
      </p:sp>
      <p:sp>
        <p:nvSpPr>
          <p:cNvPr id="157" name="Shape 157"/>
          <p:cNvSpPr txBox="1">
            <a:spLocks noGrp="1"/>
          </p:cNvSpPr>
          <p:nvPr>
            <p:ph type="body" idx="1"/>
          </p:nvPr>
        </p:nvSpPr>
        <p:spPr>
          <a:xfrm>
            <a:off x="611560" y="1556792"/>
            <a:ext cx="7920880" cy="424847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C3260C"/>
              </a:buClr>
              <a:buFont typeface="Georgia"/>
              <a:buNone/>
            </a:pPr>
            <a:r>
              <a:rPr lang="en-AU" sz="2200" b="1" i="0" u="none" strike="noStrike" cap="none">
                <a:solidFill>
                  <a:srgbClr val="3F3F3F"/>
                </a:solidFill>
                <a:latin typeface="Trebuchet MS"/>
                <a:ea typeface="Trebuchet MS"/>
                <a:cs typeface="Trebuchet MS"/>
                <a:sym typeface="Trebuchet MS"/>
              </a:rPr>
              <a:t>BEHAVIOURAL GENETICS: (Twin and adoption studies)     Comparing and contrasting  identical twins either to each other or to their parents. Also adopted children and their unrelated family members.</a:t>
            </a:r>
            <a:endParaRPr/>
          </a:p>
          <a:p>
            <a:pPr marL="0" marR="0" lvl="0" indent="0" algn="l" rtl="0">
              <a:lnSpc>
                <a:spcPct val="90000"/>
              </a:lnSpc>
              <a:spcBef>
                <a:spcPts val="740"/>
              </a:spcBef>
              <a:spcAft>
                <a:spcPts val="0"/>
              </a:spcAft>
              <a:buClr>
                <a:srgbClr val="C3260C"/>
              </a:buClr>
              <a:buFont typeface="Georgia"/>
              <a:buNone/>
            </a:pPr>
            <a:r>
              <a:rPr lang="en-AU" sz="2200" b="1" i="0" u="none" strike="noStrike" cap="none">
                <a:solidFill>
                  <a:srgbClr val="3F3F3F"/>
                </a:solidFill>
                <a:latin typeface="Trebuchet MS"/>
                <a:ea typeface="Trebuchet MS"/>
                <a:cs typeface="Trebuchet MS"/>
                <a:sym typeface="Trebuchet MS"/>
              </a:rPr>
              <a:t>These studies have shown that heredity seems to play a role in four of the Big Five personality traits of extraversion, neuroticism, openness to experience and conscientiousness (but not agreeableness)</a:t>
            </a:r>
            <a:endParaRPr/>
          </a:p>
          <a:p>
            <a:pPr marL="0" marR="0" lvl="0" indent="0" algn="l" rtl="0">
              <a:lnSpc>
                <a:spcPct val="90000"/>
              </a:lnSpc>
              <a:spcBef>
                <a:spcPts val="740"/>
              </a:spcBef>
              <a:spcAft>
                <a:spcPts val="300"/>
              </a:spcAft>
              <a:buClr>
                <a:srgbClr val="C3260C"/>
              </a:buClr>
              <a:buFont typeface="Georgia"/>
              <a:buNone/>
            </a:pPr>
            <a:r>
              <a:rPr lang="en-AU" sz="2200" b="1" i="0" u="none" strike="noStrike" cap="none">
                <a:solidFill>
                  <a:srgbClr val="3F3F3F"/>
                </a:solidFill>
                <a:latin typeface="Trebuchet MS"/>
                <a:ea typeface="Trebuchet MS"/>
                <a:cs typeface="Trebuchet MS"/>
                <a:sym typeface="Trebuchet MS"/>
              </a:rPr>
              <a:t>Genetics do not explain all of personality; environment plays an equal role. Seen in identical twins who are reared together – show similar personalities but years later after different experiences in adulthood display different personality traits.</a:t>
            </a:r>
            <a:endParaRPr sz="2200" b="1" i="0" u="none" strike="noStrike" cap="none">
              <a:solidFill>
                <a:srgbClr val="3F3F3F"/>
              </a:solidFill>
              <a:latin typeface="Trebuchet MS"/>
              <a:ea typeface="Trebuchet MS"/>
              <a:cs typeface="Trebuchet MS"/>
              <a:sym typeface="Trebuchet M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7">
                                            <p:txEl>
                                              <p:pRg st="0" end="0"/>
                                            </p:txEl>
                                          </p:spTgt>
                                        </p:tgtEl>
                                        <p:attrNameLst>
                                          <p:attrName>style.visibility</p:attrName>
                                        </p:attrNameLst>
                                      </p:cBhvr>
                                      <p:to>
                                        <p:strVal val="visible"/>
                                      </p:to>
                                    </p:set>
                                    <p:anim calcmode="lin" valueType="num">
                                      <p:cBhvr additive="base">
                                        <p:cTn id="7" dur="500"/>
                                        <p:tgtEl>
                                          <p:spTgt spid="15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57">
                                            <p:txEl>
                                              <p:pRg st="1" end="1"/>
                                            </p:txEl>
                                          </p:spTgt>
                                        </p:tgtEl>
                                        <p:attrNameLst>
                                          <p:attrName>style.visibility</p:attrName>
                                        </p:attrNameLst>
                                      </p:cBhvr>
                                      <p:to>
                                        <p:strVal val="visible"/>
                                      </p:to>
                                    </p:set>
                                    <p:anim calcmode="lin" valueType="num">
                                      <p:cBhvr additive="base">
                                        <p:cTn id="12" dur="500"/>
                                        <p:tgtEl>
                                          <p:spTgt spid="15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57">
                                            <p:txEl>
                                              <p:pRg st="2" end="2"/>
                                            </p:txEl>
                                          </p:spTgt>
                                        </p:tgtEl>
                                        <p:attrNameLst>
                                          <p:attrName>style.visibility</p:attrName>
                                        </p:attrNameLst>
                                      </p:cBhvr>
                                      <p:to>
                                        <p:strVal val="visible"/>
                                      </p:to>
                                    </p:set>
                                    <p:anim calcmode="lin" valueType="num">
                                      <p:cBhvr additive="base">
                                        <p:cTn id="17" dur="500"/>
                                        <p:tgtEl>
                                          <p:spTgt spid="15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0" y="0"/>
            <a:ext cx="9144000" cy="6858000"/>
          </a:xfrm>
          <a:prstGeom prst="rect">
            <a:avLst/>
          </a:prstGeom>
        </p:spPr>
      </p:pic>
      <p:sp>
        <p:nvSpPr>
          <p:cNvPr id="3" name="Object 2"/>
          <p:cNvSpPr txBox="1"/>
          <p:nvPr/>
        </p:nvSpPr>
        <p:spPr>
          <a:xfrm>
            <a:off x="274320" y="6652260"/>
            <a:ext cx="86868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Photo by Thomas Tolkien - Creative Commons Attribution License  https://www.flickr.com/photos/38585972@N04</a:t>
            </a:r>
            <a:endParaRPr lang="en-US" sz="800" dirty="0"/>
          </a:p>
        </p:txBody>
      </p:sp>
      <p:sp>
        <p:nvSpPr>
          <p:cNvPr id="4" name="Object 3"/>
          <p:cNvSpPr txBox="1"/>
          <p:nvPr/>
        </p:nvSpPr>
        <p:spPr>
          <a:xfrm>
            <a:off x="7589520" y="6652260"/>
            <a:ext cx="28194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Created with Haiku Deck</a:t>
            </a:r>
            <a:endParaRPr lang="en-US" sz="800" dirty="0"/>
          </a:p>
        </p:txBody>
      </p:sp>
      <p:pic>
        <p:nvPicPr>
          <p:cNvPr id="5" name="Object 4"/>
          <p:cNvPicPr>
            <a:picLocks noChangeAspect="1"/>
          </p:cNvPicPr>
          <p:nvPr/>
        </p:nvPicPr>
        <p:blipFill>
          <a:blip r:embed="rId3" cstate="print"/>
          <a:stretch>
            <a:fillRect/>
          </a:stretch>
        </p:blipFill>
        <p:spPr>
          <a:xfrm>
            <a:off x="91440" y="6652260"/>
            <a:ext cx="200000" cy="200000"/>
          </a:xfrm>
          <a:prstGeom prst="rect">
            <a:avLst/>
          </a:prstGeom>
        </p:spPr>
      </p:pic>
      <p:sp>
        <p:nvSpPr>
          <p:cNvPr id="6" name="Object 5"/>
          <p:cNvSpPr txBox="1"/>
          <p:nvPr/>
        </p:nvSpPr>
        <p:spPr>
          <a:xfrm>
            <a:off x="0" y="6652260"/>
            <a:ext cx="9144000" cy="205740"/>
          </a:xfrm>
          <a:prstGeom prst="rect">
            <a:avLst/>
          </a:prstGeom>
          <a:solidFill>
            <a:srgbClr val="000000">
              <a:alpha val="50000"/>
            </a:srgbClr>
          </a:solidFill>
        </p:spPr>
      </p:sp>
    </p:spTree>
    <p:extLst>
      <p:ext uri="{BB962C8B-B14F-4D97-AF65-F5344CB8AC3E}">
        <p14:creationId xmlns:p14="http://schemas.microsoft.com/office/powerpoint/2010/main" val="155146928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Shape 165"/>
          <p:cNvSpPr txBox="1">
            <a:spLocks noGrp="1"/>
          </p:cNvSpPr>
          <p:nvPr>
            <p:ph type="title"/>
          </p:nvPr>
        </p:nvSpPr>
        <p:spPr>
          <a:xfrm>
            <a:off x="1485900" y="1065611"/>
            <a:ext cx="6172200" cy="248840"/>
          </a:xfrm>
          <a:prstGeom prst="rect">
            <a:avLst/>
          </a:prstGeom>
          <a:noFill/>
          <a:ln>
            <a:noFill/>
          </a:ln>
        </p:spPr>
        <p:txBody>
          <a:bodyPr spcFirstLastPara="1" wrap="square" lIns="68569" tIns="34275" rIns="68569" bIns="34275" anchor="ctr" anchorCtr="0">
            <a:noAutofit/>
          </a:bodyPr>
          <a:lstStyle/>
          <a:p>
            <a:pPr marL="0" indent="0" algn="l">
              <a:buClr>
                <a:schemeClr val="lt1"/>
              </a:buClr>
              <a:buNone/>
            </a:pPr>
            <a:r>
              <a:rPr lang="en-AU" sz="2700" dirty="0">
                <a:solidFill>
                  <a:schemeClr val="tx1"/>
                </a:solidFill>
                <a:latin typeface="Calibri"/>
                <a:ea typeface="Calibri"/>
                <a:cs typeface="Calibri"/>
                <a:sym typeface="Calibri"/>
              </a:rPr>
              <a:t>TRAIT THEORY</a:t>
            </a:r>
            <a:endParaRPr sz="2700" dirty="0">
              <a:solidFill>
                <a:schemeClr val="tx1"/>
              </a:solidFill>
              <a:latin typeface="Calibri"/>
              <a:ea typeface="Calibri"/>
              <a:cs typeface="Calibri"/>
              <a:sym typeface="Calibri"/>
            </a:endParaRPr>
          </a:p>
        </p:txBody>
      </p:sp>
      <p:sp>
        <p:nvSpPr>
          <p:cNvPr id="166" name="Shape 166"/>
          <p:cNvSpPr txBox="1">
            <a:spLocks noGrp="1"/>
          </p:cNvSpPr>
          <p:nvPr>
            <p:ph type="body" idx="1"/>
          </p:nvPr>
        </p:nvSpPr>
        <p:spPr>
          <a:xfrm>
            <a:off x="1143000" y="1428750"/>
            <a:ext cx="6858000" cy="4800600"/>
          </a:xfrm>
          <a:prstGeom prst="rect">
            <a:avLst/>
          </a:prstGeom>
          <a:noFill/>
          <a:ln>
            <a:noFill/>
          </a:ln>
        </p:spPr>
        <p:txBody>
          <a:bodyPr spcFirstLastPara="1" wrap="square" lIns="68569" tIns="34275" rIns="68569" bIns="34275" anchor="ctr" anchorCtr="0">
            <a:noAutofit/>
          </a:bodyPr>
          <a:lstStyle/>
          <a:p>
            <a:pPr indent="-457200">
              <a:lnSpc>
                <a:spcPct val="90000"/>
              </a:lnSpc>
              <a:spcBef>
                <a:spcPts val="0"/>
              </a:spcBef>
              <a:buClr>
                <a:schemeClr val="lt1"/>
              </a:buClr>
              <a:buNone/>
            </a:pPr>
            <a:r>
              <a:rPr lang="en-AU" sz="2000" dirty="0">
                <a:solidFill>
                  <a:schemeClr val="accent1">
                    <a:lumMod val="75000"/>
                  </a:schemeClr>
                </a:solidFill>
                <a:latin typeface="Calibri"/>
                <a:ea typeface="Calibri"/>
                <a:cs typeface="Calibri"/>
                <a:sym typeface="Calibri"/>
              </a:rPr>
              <a:t>The </a:t>
            </a:r>
            <a:r>
              <a:rPr lang="en-AU" sz="2000" b="1" u="sng" dirty="0">
                <a:solidFill>
                  <a:schemeClr val="accent1">
                    <a:lumMod val="75000"/>
                  </a:schemeClr>
                </a:solidFill>
                <a:latin typeface="Calibri"/>
                <a:ea typeface="Calibri"/>
                <a:cs typeface="Calibri"/>
                <a:sym typeface="Calibri"/>
              </a:rPr>
              <a:t>five-factor theory</a:t>
            </a:r>
            <a:r>
              <a:rPr lang="en-AU" sz="2000" dirty="0">
                <a:solidFill>
                  <a:schemeClr val="accent1">
                    <a:lumMod val="75000"/>
                  </a:schemeClr>
                </a:solidFill>
                <a:latin typeface="Calibri"/>
                <a:ea typeface="Calibri"/>
                <a:cs typeface="Calibri"/>
                <a:sym typeface="Calibri"/>
              </a:rPr>
              <a:t> of personality by McCrae and Costa (1997) is the most recent addition to trait theory.  They believe in five core dimensions:</a:t>
            </a:r>
            <a:endParaRPr sz="2000" dirty="0">
              <a:solidFill>
                <a:schemeClr val="accent1">
                  <a:lumMod val="75000"/>
                </a:schemeClr>
              </a:solidFill>
            </a:endParaRPr>
          </a:p>
          <a:p>
            <a:pPr marL="342900" indent="-342900">
              <a:lnSpc>
                <a:spcPct val="90000"/>
              </a:lnSpc>
              <a:spcBef>
                <a:spcPts val="750"/>
              </a:spcBef>
              <a:buClr>
                <a:schemeClr val="lt1"/>
              </a:buClr>
              <a:buSzPts val="2400"/>
              <a:buFont typeface="Wingdings" panose="05000000000000000000" pitchFamily="2" charset="2"/>
              <a:buChar char="q"/>
            </a:pPr>
            <a:r>
              <a:rPr lang="en-AU" sz="2000" dirty="0">
                <a:solidFill>
                  <a:schemeClr val="accent1">
                    <a:lumMod val="75000"/>
                  </a:schemeClr>
                </a:solidFill>
                <a:latin typeface="Calibri"/>
                <a:ea typeface="Calibri"/>
                <a:cs typeface="Calibri"/>
                <a:sym typeface="Calibri"/>
              </a:rPr>
              <a:t>Openness to Experience–creative &amp; willing to try new things</a:t>
            </a:r>
            <a:endParaRPr sz="2000" dirty="0">
              <a:solidFill>
                <a:schemeClr val="accent1">
                  <a:lumMod val="75000"/>
                </a:schemeClr>
              </a:solidFill>
            </a:endParaRPr>
          </a:p>
          <a:p>
            <a:pPr marL="342900" indent="-342900">
              <a:lnSpc>
                <a:spcPct val="90000"/>
              </a:lnSpc>
              <a:spcBef>
                <a:spcPts val="750"/>
              </a:spcBef>
              <a:buClr>
                <a:schemeClr val="lt1"/>
              </a:buClr>
              <a:buSzPts val="2400"/>
              <a:buFont typeface="Wingdings" panose="05000000000000000000" pitchFamily="2" charset="2"/>
              <a:buChar char="q"/>
            </a:pPr>
            <a:r>
              <a:rPr lang="en-AU" sz="2000" dirty="0">
                <a:solidFill>
                  <a:schemeClr val="accent1">
                    <a:lumMod val="75000"/>
                  </a:schemeClr>
                </a:solidFill>
                <a:latin typeface="Calibri"/>
                <a:ea typeface="Calibri"/>
                <a:cs typeface="Calibri"/>
                <a:sym typeface="Calibri"/>
              </a:rPr>
              <a:t>Conscientiousness – reliable, responsible, thorough, dependable, hard-working</a:t>
            </a:r>
            <a:endParaRPr sz="2000" dirty="0">
              <a:solidFill>
                <a:schemeClr val="accent1">
                  <a:lumMod val="75000"/>
                </a:schemeClr>
              </a:solidFill>
            </a:endParaRPr>
          </a:p>
          <a:p>
            <a:pPr marL="342900" indent="-342900">
              <a:lnSpc>
                <a:spcPct val="90000"/>
              </a:lnSpc>
              <a:spcBef>
                <a:spcPts val="750"/>
              </a:spcBef>
              <a:buClr>
                <a:schemeClr val="lt1"/>
              </a:buClr>
              <a:buSzPts val="2400"/>
              <a:buFont typeface="Wingdings" panose="05000000000000000000" pitchFamily="2" charset="2"/>
              <a:buChar char="q"/>
            </a:pPr>
            <a:r>
              <a:rPr lang="en-AU" sz="2000" dirty="0">
                <a:solidFill>
                  <a:schemeClr val="accent1">
                    <a:lumMod val="75000"/>
                  </a:schemeClr>
                </a:solidFill>
                <a:latin typeface="Calibri"/>
                <a:ea typeface="Calibri"/>
                <a:cs typeface="Calibri"/>
                <a:sym typeface="Calibri"/>
              </a:rPr>
              <a:t>Extraversion – outgoing, social, active, talkative</a:t>
            </a:r>
            <a:endParaRPr sz="2000" dirty="0">
              <a:solidFill>
                <a:schemeClr val="accent1">
                  <a:lumMod val="75000"/>
                </a:schemeClr>
              </a:solidFill>
            </a:endParaRPr>
          </a:p>
          <a:p>
            <a:pPr marL="342900" indent="-342900">
              <a:lnSpc>
                <a:spcPct val="90000"/>
              </a:lnSpc>
              <a:spcBef>
                <a:spcPts val="750"/>
              </a:spcBef>
              <a:buClr>
                <a:schemeClr val="lt1"/>
              </a:buClr>
              <a:buSzPts val="2400"/>
              <a:buFont typeface="Wingdings" panose="05000000000000000000" pitchFamily="2" charset="2"/>
              <a:buChar char="q"/>
            </a:pPr>
            <a:r>
              <a:rPr lang="en-AU" sz="2000" dirty="0">
                <a:solidFill>
                  <a:schemeClr val="accent1">
                    <a:lumMod val="75000"/>
                  </a:schemeClr>
                </a:solidFill>
                <a:latin typeface="Calibri"/>
                <a:ea typeface="Calibri"/>
                <a:cs typeface="Calibri"/>
                <a:sym typeface="Calibri"/>
              </a:rPr>
              <a:t>Agreeableness – easy to get along with, pleasant, sympathetic, warm, cooperative</a:t>
            </a:r>
            <a:endParaRPr sz="2000" dirty="0">
              <a:solidFill>
                <a:schemeClr val="accent1">
                  <a:lumMod val="75000"/>
                </a:schemeClr>
              </a:solidFill>
            </a:endParaRPr>
          </a:p>
          <a:p>
            <a:pPr marL="342900" indent="-342900">
              <a:lnSpc>
                <a:spcPct val="90000"/>
              </a:lnSpc>
              <a:spcBef>
                <a:spcPts val="750"/>
              </a:spcBef>
              <a:buClr>
                <a:schemeClr val="lt1"/>
              </a:buClr>
              <a:buSzPts val="2400"/>
              <a:buFont typeface="Wingdings" panose="05000000000000000000" pitchFamily="2" charset="2"/>
              <a:buChar char="q"/>
            </a:pPr>
            <a:r>
              <a:rPr lang="en-AU" sz="2000" dirty="0">
                <a:solidFill>
                  <a:schemeClr val="accent1">
                    <a:lumMod val="75000"/>
                  </a:schemeClr>
                </a:solidFill>
                <a:latin typeface="Calibri"/>
                <a:ea typeface="Calibri"/>
                <a:cs typeface="Calibri"/>
                <a:sym typeface="Calibri"/>
              </a:rPr>
              <a:t>Neuroticism – emotional stability</a:t>
            </a:r>
            <a:endParaRPr sz="2000" dirty="0">
              <a:solidFill>
                <a:schemeClr val="accent1">
                  <a:lumMod val="75000"/>
                </a:schemeClr>
              </a:solidFill>
            </a:endParaRPr>
          </a:p>
          <a:p>
            <a:pPr indent="-457200">
              <a:lnSpc>
                <a:spcPct val="90000"/>
              </a:lnSpc>
              <a:spcBef>
                <a:spcPts val="750"/>
              </a:spcBef>
              <a:buClr>
                <a:schemeClr val="lt1"/>
              </a:buClr>
              <a:buNone/>
            </a:pPr>
            <a:r>
              <a:rPr lang="en-AU" sz="2000" dirty="0">
                <a:solidFill>
                  <a:schemeClr val="accent1">
                    <a:lumMod val="75000"/>
                  </a:schemeClr>
                </a:solidFill>
                <a:latin typeface="Calibri"/>
                <a:ea typeface="Calibri"/>
                <a:cs typeface="Calibri"/>
                <a:sym typeface="Calibri"/>
              </a:rPr>
              <a:t>Acronym: OCEAN</a:t>
            </a:r>
            <a:endParaRPr sz="2000" dirty="0">
              <a:solidFill>
                <a:schemeClr val="accent1">
                  <a:lumMod val="75000"/>
                </a:schemeClr>
              </a:solidFill>
              <a:latin typeface="Calibri"/>
              <a:ea typeface="Calibri"/>
              <a:cs typeface="Calibri"/>
              <a:sym typeface="Calibri"/>
            </a:endParaRPr>
          </a:p>
          <a:p>
            <a:pPr indent="-457200">
              <a:lnSpc>
                <a:spcPct val="90000"/>
              </a:lnSpc>
              <a:spcBef>
                <a:spcPts val="750"/>
              </a:spcBef>
              <a:buClr>
                <a:schemeClr val="lt1"/>
              </a:buClr>
              <a:buNone/>
            </a:pPr>
            <a:endParaRPr sz="1350" dirty="0">
              <a:solidFill>
                <a:schemeClr val="lt1"/>
              </a:solidFill>
              <a:latin typeface="Calibri"/>
              <a:ea typeface="Calibri"/>
              <a:cs typeface="Calibri"/>
              <a:sym typeface="Calibri"/>
            </a:endParaRPr>
          </a:p>
          <a:p>
            <a:pPr indent="-457200">
              <a:lnSpc>
                <a:spcPct val="90000"/>
              </a:lnSpc>
              <a:spcBef>
                <a:spcPts val="750"/>
              </a:spcBef>
              <a:buClr>
                <a:schemeClr val="lt1"/>
              </a:buClr>
              <a:buNone/>
            </a:pPr>
            <a:endParaRPr sz="1800" dirty="0">
              <a:solidFill>
                <a:schemeClr val="lt1"/>
              </a:solidFill>
              <a:latin typeface="Calibri"/>
              <a:ea typeface="Calibri"/>
              <a:cs typeface="Calibri"/>
              <a:sym typeface="Calibri"/>
            </a:endParaRPr>
          </a:p>
          <a:p>
            <a:pPr indent="-457200">
              <a:lnSpc>
                <a:spcPct val="90000"/>
              </a:lnSpc>
              <a:spcBef>
                <a:spcPts val="750"/>
              </a:spcBef>
              <a:buClr>
                <a:schemeClr val="lt1"/>
              </a:buClr>
              <a:buNone/>
            </a:pPr>
            <a:r>
              <a:rPr lang="en-AU" sz="1350" dirty="0">
                <a:solidFill>
                  <a:schemeClr val="lt1"/>
                </a:solidFill>
                <a:latin typeface="Calibri"/>
                <a:ea typeface="Calibri"/>
                <a:cs typeface="Calibri"/>
                <a:sym typeface="Calibri"/>
              </a:rPr>
              <a:t> </a:t>
            </a:r>
            <a:endParaRPr sz="1800" dirty="0">
              <a:solidFill>
                <a:schemeClr val="lt1"/>
              </a:solidFill>
              <a:latin typeface="Calibri"/>
              <a:ea typeface="Calibri"/>
              <a:cs typeface="Calibri"/>
              <a:sym typeface="Calibri"/>
            </a:endParaRPr>
          </a:p>
        </p:txBody>
      </p:sp>
      <p:pic>
        <p:nvPicPr>
          <p:cNvPr id="167" name="Shape 167" descr="MPj04000070000[1]"/>
          <p:cNvPicPr preferRelativeResize="0"/>
          <p:nvPr/>
        </p:nvPicPr>
        <p:blipFill rotWithShape="1">
          <a:blip r:embed="rId3">
            <a:alphaModFix/>
          </a:blip>
          <a:srcRect/>
          <a:stretch/>
        </p:blipFill>
        <p:spPr>
          <a:xfrm>
            <a:off x="6262352" y="4522900"/>
            <a:ext cx="2034779" cy="1143000"/>
          </a:xfrm>
          <a:prstGeom prst="rect">
            <a:avLst/>
          </a:prstGeom>
          <a:noFill/>
          <a:ln>
            <a:noFill/>
          </a:ln>
        </p:spPr>
      </p:pic>
    </p:spTree>
    <p:extLst>
      <p:ext uri="{BB962C8B-B14F-4D97-AF65-F5344CB8AC3E}">
        <p14:creationId xmlns:p14="http://schemas.microsoft.com/office/powerpoint/2010/main" val="332793433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pic>
        <p:nvPicPr>
          <p:cNvPr id="164" name="Shape 164" descr="11701_f10_04.jpg"/>
          <p:cNvPicPr preferRelativeResize="0"/>
          <p:nvPr/>
        </p:nvPicPr>
        <p:blipFill rotWithShape="1">
          <a:blip r:embed="rId3">
            <a:alphaModFix/>
          </a:blip>
          <a:srcRect/>
          <a:stretch/>
        </p:blipFill>
        <p:spPr>
          <a:xfrm>
            <a:off x="395536" y="116632"/>
            <a:ext cx="8280920" cy="648072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Shape 203"/>
          <p:cNvSpPr txBox="1">
            <a:spLocks noGrp="1"/>
          </p:cNvSpPr>
          <p:nvPr>
            <p:ph type="title"/>
          </p:nvPr>
        </p:nvSpPr>
        <p:spPr>
          <a:xfrm>
            <a:off x="1485900" y="976313"/>
            <a:ext cx="6172200" cy="857250"/>
          </a:xfrm>
          <a:prstGeom prst="rect">
            <a:avLst/>
          </a:prstGeom>
          <a:noFill/>
          <a:ln>
            <a:noFill/>
          </a:ln>
        </p:spPr>
        <p:txBody>
          <a:bodyPr spcFirstLastPara="1" wrap="square" lIns="68569" tIns="34275" rIns="68569" bIns="34275" anchor="ctr" anchorCtr="0">
            <a:noAutofit/>
          </a:bodyPr>
          <a:lstStyle/>
          <a:p>
            <a:pPr marL="0" indent="0" algn="l">
              <a:buClr>
                <a:schemeClr val="lt1"/>
              </a:buClr>
              <a:buNone/>
            </a:pPr>
            <a:r>
              <a:rPr lang="en-AU" sz="2700" dirty="0">
                <a:solidFill>
                  <a:schemeClr val="accent1">
                    <a:lumMod val="75000"/>
                  </a:schemeClr>
                </a:solidFill>
                <a:latin typeface="Calibri"/>
                <a:ea typeface="Calibri"/>
                <a:cs typeface="Calibri"/>
                <a:sym typeface="Calibri"/>
              </a:rPr>
              <a:t>EXAMPLES OF PERSONALITY TESTS</a:t>
            </a:r>
            <a:endParaRPr sz="2700" dirty="0">
              <a:solidFill>
                <a:schemeClr val="accent1">
                  <a:lumMod val="75000"/>
                </a:schemeClr>
              </a:solidFill>
              <a:latin typeface="Calibri"/>
              <a:ea typeface="Calibri"/>
              <a:cs typeface="Calibri"/>
              <a:sym typeface="Calibri"/>
            </a:endParaRPr>
          </a:p>
        </p:txBody>
      </p:sp>
      <p:sp>
        <p:nvSpPr>
          <p:cNvPr id="204" name="Shape 204"/>
          <p:cNvSpPr txBox="1">
            <a:spLocks noGrp="1"/>
          </p:cNvSpPr>
          <p:nvPr>
            <p:ph type="body" idx="1"/>
          </p:nvPr>
        </p:nvSpPr>
        <p:spPr>
          <a:xfrm>
            <a:off x="1485900" y="2000250"/>
            <a:ext cx="6343650" cy="3429000"/>
          </a:xfrm>
          <a:prstGeom prst="rect">
            <a:avLst/>
          </a:prstGeom>
          <a:noFill/>
          <a:ln>
            <a:noFill/>
          </a:ln>
        </p:spPr>
        <p:txBody>
          <a:bodyPr spcFirstLastPara="1" wrap="square" lIns="68569" tIns="34275" rIns="68569" bIns="34275" anchor="ctr" anchorCtr="0">
            <a:noAutofit/>
          </a:bodyPr>
          <a:lstStyle/>
          <a:p>
            <a:pPr marL="214313" indent="-214313">
              <a:spcBef>
                <a:spcPts val="0"/>
              </a:spcBef>
              <a:buClr>
                <a:schemeClr val="lt1"/>
              </a:buClr>
              <a:buSzPts val="2800"/>
              <a:buFont typeface="Arial"/>
              <a:buChar char="•"/>
            </a:pPr>
            <a:r>
              <a:rPr lang="en-AU" sz="2000" dirty="0">
                <a:solidFill>
                  <a:schemeClr val="tx1">
                    <a:lumMod val="95000"/>
                    <a:lumOff val="5000"/>
                  </a:schemeClr>
                </a:solidFill>
                <a:latin typeface="Calibri"/>
                <a:ea typeface="Calibri"/>
                <a:cs typeface="Calibri"/>
                <a:sym typeface="Calibri"/>
              </a:rPr>
              <a:t>NEO Five Factor Inventory (NEO-FFI)</a:t>
            </a:r>
            <a:endParaRPr sz="2000" dirty="0">
              <a:solidFill>
                <a:schemeClr val="tx1">
                  <a:lumMod val="95000"/>
                  <a:lumOff val="5000"/>
                </a:schemeClr>
              </a:solidFill>
            </a:endParaRPr>
          </a:p>
          <a:p>
            <a:pPr marL="557213" lvl="1" indent="-214313">
              <a:spcBef>
                <a:spcPts val="750"/>
              </a:spcBef>
              <a:buClr>
                <a:schemeClr val="lt1"/>
              </a:buClr>
              <a:buSzPts val="2400"/>
              <a:buFont typeface="Arial"/>
              <a:buChar char="•"/>
            </a:pPr>
            <a:r>
              <a:rPr lang="en-AU" sz="2000" dirty="0">
                <a:solidFill>
                  <a:schemeClr val="tx1">
                    <a:lumMod val="95000"/>
                    <a:lumOff val="5000"/>
                  </a:schemeClr>
                </a:solidFill>
                <a:latin typeface="Calibri"/>
                <a:ea typeface="Calibri"/>
                <a:cs typeface="Calibri"/>
                <a:sym typeface="Calibri"/>
              </a:rPr>
              <a:t>Full sentences, 240 items</a:t>
            </a:r>
            <a:endParaRPr sz="2000" dirty="0">
              <a:solidFill>
                <a:schemeClr val="tx1">
                  <a:lumMod val="95000"/>
                  <a:lumOff val="5000"/>
                </a:schemeClr>
              </a:solidFill>
            </a:endParaRPr>
          </a:p>
          <a:p>
            <a:pPr marL="557213" lvl="1" indent="-214313">
              <a:spcBef>
                <a:spcPts val="750"/>
              </a:spcBef>
              <a:buClr>
                <a:schemeClr val="lt1"/>
              </a:buClr>
              <a:buSzPts val="2400"/>
              <a:buFont typeface="Arial"/>
              <a:buChar char="•"/>
            </a:pPr>
            <a:r>
              <a:rPr lang="en-AU" sz="2000" dirty="0">
                <a:solidFill>
                  <a:schemeClr val="tx1">
                    <a:lumMod val="95000"/>
                    <a:lumOff val="5000"/>
                  </a:schemeClr>
                </a:solidFill>
                <a:latin typeface="Calibri"/>
                <a:ea typeface="Calibri"/>
                <a:cs typeface="Calibri"/>
                <a:sym typeface="Calibri"/>
              </a:rPr>
              <a:t>(Costa &amp; </a:t>
            </a:r>
            <a:r>
              <a:rPr lang="en-AU" sz="2000" dirty="0" smtClean="0">
                <a:solidFill>
                  <a:schemeClr val="tx1">
                    <a:lumMod val="95000"/>
                    <a:lumOff val="5000"/>
                  </a:schemeClr>
                </a:solidFill>
                <a:latin typeface="Calibri"/>
                <a:ea typeface="Calibri"/>
                <a:cs typeface="Calibri"/>
                <a:sym typeface="Calibri"/>
              </a:rPr>
              <a:t>McCrae </a:t>
            </a:r>
            <a:r>
              <a:rPr lang="en-AU" sz="2000" dirty="0">
                <a:solidFill>
                  <a:schemeClr val="tx1">
                    <a:lumMod val="95000"/>
                    <a:lumOff val="5000"/>
                  </a:schemeClr>
                </a:solidFill>
                <a:latin typeface="Calibri"/>
                <a:ea typeface="Calibri"/>
                <a:cs typeface="Calibri"/>
                <a:sym typeface="Calibri"/>
              </a:rPr>
              <a:t>, 1988)</a:t>
            </a:r>
            <a:endParaRPr sz="2000" dirty="0">
              <a:solidFill>
                <a:schemeClr val="tx1">
                  <a:lumMod val="95000"/>
                  <a:lumOff val="5000"/>
                </a:schemeClr>
              </a:solidFill>
            </a:endParaRPr>
          </a:p>
          <a:p>
            <a:pPr marL="214313" indent="-214313">
              <a:spcBef>
                <a:spcPts val="750"/>
              </a:spcBef>
              <a:buClr>
                <a:schemeClr val="lt1"/>
              </a:buClr>
              <a:buSzPts val="2800"/>
              <a:buFont typeface="Arial"/>
              <a:buChar char="•"/>
            </a:pPr>
            <a:r>
              <a:rPr lang="en-AU" sz="2000" dirty="0">
                <a:solidFill>
                  <a:schemeClr val="tx1">
                    <a:lumMod val="95000"/>
                    <a:lumOff val="5000"/>
                  </a:schemeClr>
                </a:solidFill>
                <a:latin typeface="Calibri"/>
                <a:ea typeface="Calibri"/>
                <a:cs typeface="Calibri"/>
                <a:sym typeface="Calibri"/>
              </a:rPr>
              <a:t>Big Five Inventory (BFI)</a:t>
            </a:r>
            <a:endParaRPr sz="2000" dirty="0">
              <a:solidFill>
                <a:schemeClr val="tx1">
                  <a:lumMod val="95000"/>
                  <a:lumOff val="5000"/>
                </a:schemeClr>
              </a:solidFill>
            </a:endParaRPr>
          </a:p>
          <a:p>
            <a:pPr marL="557213" lvl="1" indent="-214313">
              <a:spcBef>
                <a:spcPts val="750"/>
              </a:spcBef>
              <a:buClr>
                <a:schemeClr val="lt1"/>
              </a:buClr>
              <a:buSzPts val="2400"/>
              <a:buFont typeface="Arial"/>
              <a:buChar char="•"/>
            </a:pPr>
            <a:r>
              <a:rPr lang="en-AU" sz="2000" dirty="0">
                <a:solidFill>
                  <a:schemeClr val="tx1">
                    <a:lumMod val="95000"/>
                    <a:lumOff val="5000"/>
                  </a:schemeClr>
                </a:solidFill>
                <a:latin typeface="Calibri"/>
                <a:ea typeface="Calibri"/>
                <a:cs typeface="Calibri"/>
                <a:sym typeface="Calibri"/>
              </a:rPr>
              <a:t>Short phrases, 44 items</a:t>
            </a:r>
            <a:endParaRPr sz="2000" dirty="0">
              <a:solidFill>
                <a:schemeClr val="tx1">
                  <a:lumMod val="95000"/>
                  <a:lumOff val="5000"/>
                </a:schemeClr>
              </a:solidFill>
            </a:endParaRPr>
          </a:p>
          <a:p>
            <a:pPr marL="557213" lvl="1" indent="-214313">
              <a:spcBef>
                <a:spcPts val="750"/>
              </a:spcBef>
              <a:buClr>
                <a:schemeClr val="lt1"/>
              </a:buClr>
              <a:buSzPts val="2400"/>
              <a:buFont typeface="Arial"/>
              <a:buChar char="•"/>
            </a:pPr>
            <a:r>
              <a:rPr lang="en-AU" sz="2000" dirty="0">
                <a:solidFill>
                  <a:schemeClr val="tx1">
                    <a:lumMod val="95000"/>
                    <a:lumOff val="5000"/>
                  </a:schemeClr>
                </a:solidFill>
                <a:latin typeface="Calibri"/>
                <a:ea typeface="Calibri"/>
                <a:cs typeface="Calibri"/>
                <a:sym typeface="Calibri"/>
              </a:rPr>
              <a:t>(John &amp; Srivastava, 1999)</a:t>
            </a:r>
            <a:endParaRPr sz="2000" dirty="0">
              <a:solidFill>
                <a:schemeClr val="tx1">
                  <a:lumMod val="95000"/>
                  <a:lumOff val="5000"/>
                </a:schemeClr>
              </a:solidFill>
            </a:endParaRPr>
          </a:p>
          <a:p>
            <a:pPr marL="214313" indent="-214313">
              <a:spcBef>
                <a:spcPts val="750"/>
              </a:spcBef>
              <a:buClr>
                <a:schemeClr val="lt1"/>
              </a:buClr>
              <a:buSzPts val="2800"/>
              <a:buFont typeface="Arial"/>
              <a:buChar char="•"/>
            </a:pPr>
            <a:r>
              <a:rPr lang="en-AU" sz="2000" dirty="0">
                <a:solidFill>
                  <a:schemeClr val="tx1">
                    <a:lumMod val="95000"/>
                    <a:lumOff val="5000"/>
                  </a:schemeClr>
                </a:solidFill>
                <a:latin typeface="Calibri"/>
                <a:ea typeface="Calibri"/>
                <a:cs typeface="Calibri"/>
                <a:sym typeface="Calibri"/>
              </a:rPr>
              <a:t>Trait Descriptive Adjectives TDI </a:t>
            </a:r>
            <a:endParaRPr sz="2000" dirty="0">
              <a:solidFill>
                <a:schemeClr val="tx1">
                  <a:lumMod val="95000"/>
                  <a:lumOff val="5000"/>
                </a:schemeClr>
              </a:solidFill>
            </a:endParaRPr>
          </a:p>
          <a:p>
            <a:pPr marL="557213" lvl="1" indent="-214313">
              <a:spcBef>
                <a:spcPts val="750"/>
              </a:spcBef>
              <a:buClr>
                <a:schemeClr val="lt1"/>
              </a:buClr>
              <a:buSzPts val="2400"/>
              <a:buFont typeface="Arial"/>
              <a:buChar char="•"/>
            </a:pPr>
            <a:r>
              <a:rPr lang="en-AU" sz="2000" dirty="0">
                <a:solidFill>
                  <a:schemeClr val="tx1">
                    <a:lumMod val="95000"/>
                    <a:lumOff val="5000"/>
                  </a:schemeClr>
                </a:solidFill>
                <a:latin typeface="Calibri"/>
                <a:ea typeface="Calibri"/>
                <a:cs typeface="Calibri"/>
                <a:sym typeface="Calibri"/>
              </a:rPr>
              <a:t>100 trait-descriptive adjectives </a:t>
            </a:r>
            <a:endParaRPr sz="2000" dirty="0">
              <a:solidFill>
                <a:schemeClr val="tx1">
                  <a:lumMod val="95000"/>
                  <a:lumOff val="5000"/>
                </a:schemeClr>
              </a:solidFill>
            </a:endParaRPr>
          </a:p>
          <a:p>
            <a:pPr marL="557213" lvl="1" indent="-214313">
              <a:spcBef>
                <a:spcPts val="750"/>
              </a:spcBef>
              <a:buClr>
                <a:schemeClr val="lt1"/>
              </a:buClr>
              <a:buSzPts val="2400"/>
              <a:buFont typeface="Arial"/>
              <a:buChar char="•"/>
            </a:pPr>
            <a:r>
              <a:rPr lang="en-AU" sz="2000" dirty="0">
                <a:solidFill>
                  <a:schemeClr val="tx1">
                    <a:lumMod val="95000"/>
                    <a:lumOff val="5000"/>
                  </a:schemeClr>
                </a:solidFill>
                <a:latin typeface="Calibri"/>
                <a:ea typeface="Calibri"/>
                <a:cs typeface="Calibri"/>
                <a:sym typeface="Calibri"/>
              </a:rPr>
              <a:t>(Goldberg, 1992)</a:t>
            </a:r>
            <a:endParaRPr sz="2000" dirty="0">
              <a:solidFill>
                <a:schemeClr val="tx1">
                  <a:lumMod val="95000"/>
                  <a:lumOff val="5000"/>
                </a:schemeClr>
              </a:solidFill>
            </a:endParaRPr>
          </a:p>
        </p:txBody>
      </p:sp>
    </p:spTree>
    <p:extLst>
      <p:ext uri="{BB962C8B-B14F-4D97-AF65-F5344CB8AC3E}">
        <p14:creationId xmlns:p14="http://schemas.microsoft.com/office/powerpoint/2010/main" val="206925848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Shape 210"/>
          <p:cNvSpPr txBox="1">
            <a:spLocks noGrp="1"/>
          </p:cNvSpPr>
          <p:nvPr>
            <p:ph type="title"/>
          </p:nvPr>
        </p:nvSpPr>
        <p:spPr>
          <a:xfrm>
            <a:off x="514351" y="1314451"/>
            <a:ext cx="7598569" cy="1092200"/>
          </a:xfrm>
          <a:prstGeom prst="rect">
            <a:avLst/>
          </a:prstGeom>
          <a:noFill/>
          <a:ln>
            <a:noFill/>
          </a:ln>
        </p:spPr>
        <p:txBody>
          <a:bodyPr spcFirstLastPara="1" wrap="square" lIns="68569" tIns="34275" rIns="68569" bIns="34275" anchor="ctr" anchorCtr="0">
            <a:noAutofit/>
          </a:bodyPr>
          <a:lstStyle/>
          <a:p>
            <a:r>
              <a:rPr lang="en-AU" sz="3000" dirty="0">
                <a:solidFill>
                  <a:schemeClr val="tx1">
                    <a:lumMod val="95000"/>
                    <a:lumOff val="5000"/>
                  </a:schemeClr>
                </a:solidFill>
              </a:rPr>
              <a:t>EXTRAVERSION AND AGREEABLENESS</a:t>
            </a:r>
            <a:endParaRPr dirty="0">
              <a:solidFill>
                <a:schemeClr val="tx1">
                  <a:lumMod val="95000"/>
                  <a:lumOff val="5000"/>
                </a:schemeClr>
              </a:solidFill>
            </a:endParaRPr>
          </a:p>
        </p:txBody>
      </p:sp>
      <p:pic>
        <p:nvPicPr>
          <p:cNvPr id="211" name="Shape 211"/>
          <p:cNvPicPr preferRelativeResize="0">
            <a:picLocks noGrp="1"/>
          </p:cNvPicPr>
          <p:nvPr>
            <p:ph type="body" idx="1"/>
          </p:nvPr>
        </p:nvPicPr>
        <p:blipFill rotWithShape="1">
          <a:blip r:embed="rId3">
            <a:alphaModFix/>
          </a:blip>
          <a:srcRect/>
          <a:stretch/>
        </p:blipFill>
        <p:spPr>
          <a:xfrm>
            <a:off x="665018" y="2203451"/>
            <a:ext cx="3221183" cy="4175182"/>
          </a:xfrm>
          <a:prstGeom prst="rect">
            <a:avLst/>
          </a:prstGeom>
          <a:noFill/>
          <a:ln>
            <a:noFill/>
          </a:ln>
        </p:spPr>
      </p:pic>
      <p:pic>
        <p:nvPicPr>
          <p:cNvPr id="212" name="Shape 212"/>
          <p:cNvPicPr preferRelativeResize="0">
            <a:picLocks noGrp="1"/>
          </p:cNvPicPr>
          <p:nvPr>
            <p:ph type="body" idx="2"/>
          </p:nvPr>
        </p:nvPicPr>
        <p:blipFill rotWithShape="1">
          <a:blip r:embed="rId4">
            <a:alphaModFix/>
          </a:blip>
          <a:srcRect/>
          <a:stretch/>
        </p:blipFill>
        <p:spPr>
          <a:xfrm>
            <a:off x="4519679" y="2089150"/>
            <a:ext cx="3133571" cy="4073351"/>
          </a:xfrm>
          <a:prstGeom prst="rect">
            <a:avLst/>
          </a:prstGeom>
          <a:noFill/>
          <a:ln>
            <a:noFill/>
          </a:ln>
        </p:spPr>
      </p:pic>
    </p:spTree>
    <p:extLst>
      <p:ext uri="{BB962C8B-B14F-4D97-AF65-F5344CB8AC3E}">
        <p14:creationId xmlns:p14="http://schemas.microsoft.com/office/powerpoint/2010/main" val="116739823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Shape 218"/>
          <p:cNvSpPr txBox="1">
            <a:spLocks noGrp="1"/>
          </p:cNvSpPr>
          <p:nvPr>
            <p:ph type="title"/>
          </p:nvPr>
        </p:nvSpPr>
        <p:spPr>
          <a:xfrm>
            <a:off x="514351" y="1314451"/>
            <a:ext cx="7598569" cy="1092200"/>
          </a:xfrm>
          <a:prstGeom prst="rect">
            <a:avLst/>
          </a:prstGeom>
          <a:noFill/>
          <a:ln>
            <a:noFill/>
          </a:ln>
        </p:spPr>
        <p:txBody>
          <a:bodyPr spcFirstLastPara="1" wrap="square" lIns="68569" tIns="34275" rIns="68569" bIns="34275" anchor="ctr" anchorCtr="0">
            <a:noAutofit/>
          </a:bodyPr>
          <a:lstStyle/>
          <a:p>
            <a:r>
              <a:rPr lang="en-AU" sz="3000" dirty="0">
                <a:solidFill>
                  <a:schemeClr val="tx1">
                    <a:lumMod val="95000"/>
                    <a:lumOff val="5000"/>
                  </a:schemeClr>
                </a:solidFill>
              </a:rPr>
              <a:t>CONSCIENTIOUSNESS AND NEUROTICISM</a:t>
            </a:r>
            <a:endParaRPr dirty="0">
              <a:solidFill>
                <a:schemeClr val="tx1">
                  <a:lumMod val="95000"/>
                  <a:lumOff val="5000"/>
                </a:schemeClr>
              </a:solidFill>
            </a:endParaRPr>
          </a:p>
        </p:txBody>
      </p:sp>
      <p:pic>
        <p:nvPicPr>
          <p:cNvPr id="219" name="Shape 219"/>
          <p:cNvPicPr preferRelativeResize="0">
            <a:picLocks noGrp="1"/>
          </p:cNvPicPr>
          <p:nvPr>
            <p:ph type="body" idx="1"/>
          </p:nvPr>
        </p:nvPicPr>
        <p:blipFill rotWithShape="1">
          <a:blip r:embed="rId3">
            <a:alphaModFix/>
          </a:blip>
          <a:srcRect/>
          <a:stretch/>
        </p:blipFill>
        <p:spPr>
          <a:xfrm>
            <a:off x="1169324" y="2057399"/>
            <a:ext cx="2945476" cy="4204855"/>
          </a:xfrm>
          <a:prstGeom prst="rect">
            <a:avLst/>
          </a:prstGeom>
          <a:noFill/>
          <a:ln>
            <a:noFill/>
          </a:ln>
        </p:spPr>
      </p:pic>
      <p:pic>
        <p:nvPicPr>
          <p:cNvPr id="220" name="Shape 220"/>
          <p:cNvPicPr preferRelativeResize="0">
            <a:picLocks noGrp="1"/>
          </p:cNvPicPr>
          <p:nvPr>
            <p:ph type="body" idx="2"/>
          </p:nvPr>
        </p:nvPicPr>
        <p:blipFill rotWithShape="1">
          <a:blip r:embed="rId4">
            <a:alphaModFix/>
          </a:blip>
          <a:srcRect/>
          <a:stretch/>
        </p:blipFill>
        <p:spPr>
          <a:xfrm>
            <a:off x="4972050" y="2057399"/>
            <a:ext cx="2941666" cy="4016433"/>
          </a:xfrm>
          <a:prstGeom prst="rect">
            <a:avLst/>
          </a:prstGeom>
          <a:noFill/>
          <a:ln>
            <a:noFill/>
          </a:ln>
        </p:spPr>
      </p:pic>
    </p:spTree>
    <p:extLst>
      <p:ext uri="{BB962C8B-B14F-4D97-AF65-F5344CB8AC3E}">
        <p14:creationId xmlns:p14="http://schemas.microsoft.com/office/powerpoint/2010/main" val="224466043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Shape 226"/>
          <p:cNvSpPr txBox="1">
            <a:spLocks noGrp="1"/>
          </p:cNvSpPr>
          <p:nvPr>
            <p:ph type="title"/>
          </p:nvPr>
        </p:nvSpPr>
        <p:spPr>
          <a:xfrm>
            <a:off x="1485900" y="976313"/>
            <a:ext cx="6172200" cy="857250"/>
          </a:xfrm>
          <a:prstGeom prst="rect">
            <a:avLst/>
          </a:prstGeom>
          <a:noFill/>
          <a:ln>
            <a:noFill/>
          </a:ln>
        </p:spPr>
        <p:txBody>
          <a:bodyPr spcFirstLastPara="1" wrap="square" lIns="68569" tIns="34275" rIns="68569" bIns="34275" anchor="ctr" anchorCtr="0">
            <a:noAutofit/>
          </a:bodyPr>
          <a:lstStyle/>
          <a:p>
            <a:pPr marL="0" indent="0" algn="l">
              <a:buClr>
                <a:schemeClr val="lt1"/>
              </a:buClr>
              <a:buNone/>
            </a:pPr>
            <a:r>
              <a:rPr lang="en-AU" sz="2700" b="1" dirty="0">
                <a:solidFill>
                  <a:schemeClr val="tx1">
                    <a:lumMod val="95000"/>
                    <a:lumOff val="5000"/>
                  </a:schemeClr>
                </a:solidFill>
                <a:latin typeface="Calibri"/>
                <a:ea typeface="Calibri"/>
                <a:cs typeface="Calibri"/>
                <a:sym typeface="Calibri"/>
              </a:rPr>
              <a:t>OPENNESS</a:t>
            </a:r>
            <a:endParaRPr b="1" dirty="0">
              <a:solidFill>
                <a:schemeClr val="tx1">
                  <a:lumMod val="95000"/>
                  <a:lumOff val="5000"/>
                </a:schemeClr>
              </a:solidFill>
            </a:endParaRPr>
          </a:p>
        </p:txBody>
      </p:sp>
      <p:pic>
        <p:nvPicPr>
          <p:cNvPr id="227" name="Shape 227"/>
          <p:cNvPicPr preferRelativeResize="0">
            <a:picLocks noGrp="1"/>
          </p:cNvPicPr>
          <p:nvPr>
            <p:ph type="body" idx="1"/>
          </p:nvPr>
        </p:nvPicPr>
        <p:blipFill rotWithShape="1">
          <a:blip r:embed="rId3">
            <a:alphaModFix/>
          </a:blip>
          <a:srcRect/>
          <a:stretch/>
        </p:blipFill>
        <p:spPr>
          <a:xfrm>
            <a:off x="4322619" y="1134341"/>
            <a:ext cx="3421380" cy="4712278"/>
          </a:xfrm>
          <a:prstGeom prst="rect">
            <a:avLst/>
          </a:prstGeom>
          <a:noFill/>
          <a:ln>
            <a:noFill/>
          </a:ln>
        </p:spPr>
      </p:pic>
    </p:spTree>
    <p:extLst>
      <p:ext uri="{BB962C8B-B14F-4D97-AF65-F5344CB8AC3E}">
        <p14:creationId xmlns:p14="http://schemas.microsoft.com/office/powerpoint/2010/main" val="429463287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Shape 169"/>
          <p:cNvSpPr txBox="1">
            <a:spLocks noGrp="1"/>
          </p:cNvSpPr>
          <p:nvPr>
            <p:ph type="title"/>
          </p:nvPr>
        </p:nvSpPr>
        <p:spPr>
          <a:xfrm>
            <a:off x="107504" y="260648"/>
            <a:ext cx="8884096" cy="1034752"/>
          </a:xfrm>
          <a:prstGeom prst="rect">
            <a:avLst/>
          </a:prstGeom>
          <a:noFill/>
          <a:ln>
            <a:noFill/>
          </a:ln>
        </p:spPr>
        <p:txBody>
          <a:bodyPr spcFirstLastPara="1" wrap="square" lIns="91425" tIns="45700" rIns="91425" bIns="45700" anchor="t" anchorCtr="0">
            <a:noAutofit/>
          </a:bodyPr>
          <a:lstStyle/>
          <a:p>
            <a:pPr marL="320040" marR="0" lvl="0" indent="-320040" algn="ctr" rtl="0">
              <a:spcBef>
                <a:spcPts val="0"/>
              </a:spcBef>
              <a:spcAft>
                <a:spcPts val="0"/>
              </a:spcAft>
              <a:buClr>
                <a:srgbClr val="C3260C"/>
              </a:buClr>
              <a:buSzPts val="2560"/>
              <a:buFont typeface="Georgia"/>
              <a:buChar char="*"/>
            </a:pPr>
            <a:r>
              <a:rPr lang="en-AU" sz="2000" b="1" i="0" u="none" strike="noStrike" cap="none">
                <a:solidFill>
                  <a:schemeClr val="dk1"/>
                </a:solidFill>
                <a:latin typeface="Trebuchet MS"/>
                <a:ea typeface="Trebuchet MS"/>
                <a:cs typeface="Trebuchet MS"/>
                <a:sym typeface="Trebuchet MS"/>
              </a:rPr>
              <a:t>Trait theories have widespread acceptability in psychology and continue to contribute to research on personality development.</a:t>
            </a:r>
            <a:endParaRPr sz="2000" b="1" i="0" u="none" strike="noStrike" cap="none">
              <a:solidFill>
                <a:schemeClr val="dk1"/>
              </a:solidFill>
              <a:latin typeface="Trebuchet MS"/>
              <a:ea typeface="Trebuchet MS"/>
              <a:cs typeface="Trebuchet MS"/>
              <a:sym typeface="Trebuchet MS"/>
            </a:endParaRPr>
          </a:p>
        </p:txBody>
      </p:sp>
      <p:sp>
        <p:nvSpPr>
          <p:cNvPr id="170" name="Shape 170"/>
          <p:cNvSpPr txBox="1">
            <a:spLocks noGrp="1"/>
          </p:cNvSpPr>
          <p:nvPr>
            <p:ph type="body" idx="1"/>
          </p:nvPr>
        </p:nvSpPr>
        <p:spPr>
          <a:xfrm>
            <a:off x="107504" y="1554162"/>
            <a:ext cx="8884096" cy="452596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C3260C"/>
              </a:buClr>
              <a:buFont typeface="Georgia"/>
              <a:buNone/>
            </a:pPr>
            <a:r>
              <a:rPr lang="en-AU" sz="2400" b="1" i="0" u="none" strike="noStrike" cap="none">
                <a:solidFill>
                  <a:srgbClr val="3F3F3F"/>
                </a:solidFill>
                <a:latin typeface="Trebuchet MS"/>
                <a:ea typeface="Trebuchet MS"/>
                <a:cs typeface="Trebuchet MS"/>
                <a:sym typeface="Trebuchet MS"/>
              </a:rPr>
              <a:t>THREE CRITICISMS OF TRAIT THEORIES:</a:t>
            </a:r>
            <a:endParaRPr sz="2400" b="1" i="0" u="none" strike="noStrike" cap="none">
              <a:solidFill>
                <a:srgbClr val="3F3F3F"/>
              </a:solidFill>
              <a:latin typeface="Trebuchet MS"/>
              <a:ea typeface="Trebuchet MS"/>
              <a:cs typeface="Trebuchet MS"/>
              <a:sym typeface="Trebuchet MS"/>
            </a:endParaRPr>
          </a:p>
          <a:p>
            <a:pPr marL="457200" marR="0" lvl="0" indent="-457200" algn="l" rtl="0">
              <a:lnSpc>
                <a:spcPct val="90000"/>
              </a:lnSpc>
              <a:spcBef>
                <a:spcPts val="780"/>
              </a:spcBef>
              <a:spcAft>
                <a:spcPts val="0"/>
              </a:spcAft>
              <a:buClr>
                <a:srgbClr val="C3260C"/>
              </a:buClr>
              <a:buSzPts val="3120"/>
              <a:buFont typeface="Trebuchet MS"/>
              <a:buAutoNum type="arabicPeriod"/>
            </a:pPr>
            <a:r>
              <a:rPr lang="en-AU" sz="2400" b="1" i="0" u="none" strike="noStrike" cap="none">
                <a:solidFill>
                  <a:srgbClr val="3F3F3F"/>
                </a:solidFill>
                <a:latin typeface="Trebuchet MS"/>
                <a:ea typeface="Trebuchet MS"/>
                <a:cs typeface="Trebuchet MS"/>
                <a:sym typeface="Trebuchet MS"/>
              </a:rPr>
              <a:t>It has been claimed that the traits identified are NOT personality BUT simply predispositions to behave in certain ways in different situations.</a:t>
            </a:r>
            <a:endParaRPr/>
          </a:p>
          <a:p>
            <a:pPr marL="457200" marR="0" lvl="0" indent="-457200" algn="l" rtl="0">
              <a:lnSpc>
                <a:spcPct val="90000"/>
              </a:lnSpc>
              <a:spcBef>
                <a:spcPts val="780"/>
              </a:spcBef>
              <a:spcAft>
                <a:spcPts val="0"/>
              </a:spcAft>
              <a:buClr>
                <a:srgbClr val="C3260C"/>
              </a:buClr>
              <a:buSzPts val="3120"/>
              <a:buFont typeface="Trebuchet MS"/>
              <a:buAutoNum type="arabicPeriod"/>
            </a:pPr>
            <a:r>
              <a:rPr lang="en-AU" sz="2400" b="1" i="0" u="none" strike="noStrike" cap="none">
                <a:solidFill>
                  <a:srgbClr val="3F3F3F"/>
                </a:solidFill>
                <a:latin typeface="Trebuchet MS"/>
                <a:ea typeface="Trebuchet MS"/>
                <a:cs typeface="Trebuchet MS"/>
                <a:sym typeface="Trebuchet MS"/>
              </a:rPr>
              <a:t>Saying that some of our personality is inherited and some the result of environmental influence does not really tell us very much about the nature and development of individual differences in personality.</a:t>
            </a:r>
            <a:endParaRPr/>
          </a:p>
          <a:p>
            <a:pPr marL="457200" marR="0" lvl="0" indent="-457200" algn="l" rtl="0">
              <a:lnSpc>
                <a:spcPct val="90000"/>
              </a:lnSpc>
              <a:spcBef>
                <a:spcPts val="780"/>
              </a:spcBef>
              <a:spcAft>
                <a:spcPts val="300"/>
              </a:spcAft>
              <a:buClr>
                <a:srgbClr val="C3260C"/>
              </a:buClr>
              <a:buSzPts val="3120"/>
              <a:buFont typeface="Trebuchet MS"/>
              <a:buAutoNum type="arabicPeriod"/>
            </a:pPr>
            <a:r>
              <a:rPr lang="en-AU" sz="2400" b="1" i="0" u="none" strike="noStrike" cap="none">
                <a:solidFill>
                  <a:srgbClr val="3F3F3F"/>
                </a:solidFill>
                <a:latin typeface="Trebuchet MS"/>
                <a:ea typeface="Trebuchet MS"/>
                <a:cs typeface="Trebuchet MS"/>
                <a:sym typeface="Trebuchet MS"/>
              </a:rPr>
              <a:t>Trait theories fail to take into account unconscious processes, beliefs and motives that may influence personality and may be useful in descriptions of development and change in personality</a:t>
            </a:r>
            <a:endParaRPr sz="2400" b="1" i="0" u="none" strike="noStrike" cap="none">
              <a:solidFill>
                <a:srgbClr val="3F3F3F"/>
              </a:solidFill>
              <a:latin typeface="Trebuchet MS"/>
              <a:ea typeface="Trebuchet MS"/>
              <a:cs typeface="Trebuchet MS"/>
              <a:sym typeface="Trebuchet M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0">
                                            <p:txEl>
                                              <p:pRg st="0" end="0"/>
                                            </p:txEl>
                                          </p:spTgt>
                                        </p:tgtEl>
                                        <p:attrNameLst>
                                          <p:attrName>style.visibility</p:attrName>
                                        </p:attrNameLst>
                                      </p:cBhvr>
                                      <p:to>
                                        <p:strVal val="visible"/>
                                      </p:to>
                                    </p:set>
                                    <p:anim calcmode="lin" valueType="num">
                                      <p:cBhvr additive="base">
                                        <p:cTn id="7" dur="500"/>
                                        <p:tgtEl>
                                          <p:spTgt spid="17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70">
                                            <p:txEl>
                                              <p:pRg st="1" end="1"/>
                                            </p:txEl>
                                          </p:spTgt>
                                        </p:tgtEl>
                                        <p:attrNameLst>
                                          <p:attrName>style.visibility</p:attrName>
                                        </p:attrNameLst>
                                      </p:cBhvr>
                                      <p:to>
                                        <p:strVal val="visible"/>
                                      </p:to>
                                    </p:set>
                                    <p:anim calcmode="lin" valueType="num">
                                      <p:cBhvr additive="base">
                                        <p:cTn id="12" dur="500"/>
                                        <p:tgtEl>
                                          <p:spTgt spid="17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70">
                                            <p:txEl>
                                              <p:pRg st="2" end="2"/>
                                            </p:txEl>
                                          </p:spTgt>
                                        </p:tgtEl>
                                        <p:attrNameLst>
                                          <p:attrName>style.visibility</p:attrName>
                                        </p:attrNameLst>
                                      </p:cBhvr>
                                      <p:to>
                                        <p:strVal val="visible"/>
                                      </p:to>
                                    </p:set>
                                    <p:anim calcmode="lin" valueType="num">
                                      <p:cBhvr additive="base">
                                        <p:cTn id="17" dur="500"/>
                                        <p:tgtEl>
                                          <p:spTgt spid="17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70">
                                            <p:txEl>
                                              <p:pRg st="3" end="3"/>
                                            </p:txEl>
                                          </p:spTgt>
                                        </p:tgtEl>
                                        <p:attrNameLst>
                                          <p:attrName>style.visibility</p:attrName>
                                        </p:attrNameLst>
                                      </p:cBhvr>
                                      <p:to>
                                        <p:strVal val="visible"/>
                                      </p:to>
                                    </p:set>
                                    <p:anim calcmode="lin" valueType="num">
                                      <p:cBhvr additive="base">
                                        <p:cTn id="22" dur="500"/>
                                        <p:tgtEl>
                                          <p:spTgt spid="17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Shape 259"/>
          <p:cNvSpPr txBox="1">
            <a:spLocks noGrp="1"/>
          </p:cNvSpPr>
          <p:nvPr>
            <p:ph type="title"/>
          </p:nvPr>
        </p:nvSpPr>
        <p:spPr>
          <a:xfrm>
            <a:off x="514351" y="1314451"/>
            <a:ext cx="7598569" cy="1092200"/>
          </a:xfrm>
          <a:prstGeom prst="rect">
            <a:avLst/>
          </a:prstGeom>
          <a:noFill/>
          <a:ln>
            <a:noFill/>
          </a:ln>
        </p:spPr>
        <p:txBody>
          <a:bodyPr spcFirstLastPara="1" wrap="square" lIns="68569" tIns="34275" rIns="68569" bIns="34275" anchor="ctr" anchorCtr="0">
            <a:noAutofit/>
          </a:bodyPr>
          <a:lstStyle/>
          <a:p>
            <a:r>
              <a:rPr lang="en-AU" b="1" dirty="0">
                <a:solidFill>
                  <a:schemeClr val="tx1">
                    <a:lumMod val="95000"/>
                    <a:lumOff val="5000"/>
                  </a:schemeClr>
                </a:solidFill>
              </a:rPr>
              <a:t>CRITICISMS OF THE “BIG FIVE”</a:t>
            </a:r>
            <a:endParaRPr b="1" dirty="0">
              <a:solidFill>
                <a:schemeClr val="tx1">
                  <a:lumMod val="95000"/>
                  <a:lumOff val="5000"/>
                </a:schemeClr>
              </a:solidFill>
            </a:endParaRPr>
          </a:p>
        </p:txBody>
      </p:sp>
      <p:sp>
        <p:nvSpPr>
          <p:cNvPr id="260" name="Shape 260"/>
          <p:cNvSpPr txBox="1">
            <a:spLocks noGrp="1"/>
          </p:cNvSpPr>
          <p:nvPr>
            <p:ph type="body" idx="1"/>
          </p:nvPr>
        </p:nvSpPr>
        <p:spPr>
          <a:xfrm>
            <a:off x="514351" y="2463801"/>
            <a:ext cx="7598569" cy="2736850"/>
          </a:xfrm>
          <a:prstGeom prst="rect">
            <a:avLst/>
          </a:prstGeom>
          <a:noFill/>
          <a:ln>
            <a:noFill/>
          </a:ln>
        </p:spPr>
        <p:txBody>
          <a:bodyPr spcFirstLastPara="1" wrap="square" lIns="68569" tIns="34275" rIns="68569" bIns="34275" anchor="ctr" anchorCtr="0">
            <a:noAutofit/>
          </a:bodyPr>
          <a:lstStyle/>
          <a:p>
            <a:pPr marL="214313" indent="-214313">
              <a:buSzPts val="2400"/>
              <a:buFont typeface="Noto Sans Symbols"/>
              <a:buChar char="∙"/>
            </a:pPr>
            <a:r>
              <a:rPr lang="en-AU" sz="2000" dirty="0">
                <a:solidFill>
                  <a:schemeClr val="accent1">
                    <a:lumMod val="50000"/>
                  </a:schemeClr>
                </a:solidFill>
              </a:rPr>
              <a:t>Most of the other four factors generalize across cultures and countries, but the fifth factor (openness to experience) is usually the dimension that varies </a:t>
            </a:r>
            <a:endParaRPr sz="2000" dirty="0">
              <a:solidFill>
                <a:schemeClr val="accent1">
                  <a:lumMod val="50000"/>
                </a:schemeClr>
              </a:solidFill>
            </a:endParaRPr>
          </a:p>
          <a:p>
            <a:pPr marL="214313" indent="-214313">
              <a:spcBef>
                <a:spcPts val="750"/>
              </a:spcBef>
              <a:buNone/>
            </a:pPr>
            <a:endParaRPr sz="2000" dirty="0">
              <a:solidFill>
                <a:schemeClr val="accent1">
                  <a:lumMod val="50000"/>
                </a:schemeClr>
              </a:solidFill>
            </a:endParaRPr>
          </a:p>
          <a:p>
            <a:pPr marL="214313" indent="-214313">
              <a:spcBef>
                <a:spcPts val="750"/>
              </a:spcBef>
              <a:buSzPts val="2400"/>
              <a:buFont typeface="Noto Sans Symbols"/>
              <a:buChar char="∙"/>
            </a:pPr>
            <a:r>
              <a:rPr lang="en-AU" sz="2000" dirty="0">
                <a:solidFill>
                  <a:schemeClr val="accent1">
                    <a:lumMod val="50000"/>
                  </a:schemeClr>
                </a:solidFill>
              </a:rPr>
              <a:t>In Netherlands, their ‘openness to experience’ emphasized unconventionality and rebelliousness, rather than intellect and imagination (as in ours)</a:t>
            </a:r>
            <a:endParaRPr sz="2000" dirty="0">
              <a:solidFill>
                <a:schemeClr val="accent1">
                  <a:lumMod val="50000"/>
                </a:schemeClr>
              </a:solidFill>
            </a:endParaRPr>
          </a:p>
        </p:txBody>
      </p:sp>
    </p:spTree>
    <p:extLst>
      <p:ext uri="{BB962C8B-B14F-4D97-AF65-F5344CB8AC3E}">
        <p14:creationId xmlns:p14="http://schemas.microsoft.com/office/powerpoint/2010/main" val="79603091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Shape 175"/>
          <p:cNvSpPr txBox="1">
            <a:spLocks noGrp="1"/>
          </p:cNvSpPr>
          <p:nvPr>
            <p:ph type="title"/>
          </p:nvPr>
        </p:nvSpPr>
        <p:spPr>
          <a:xfrm>
            <a:off x="1793289" y="4372168"/>
            <a:ext cx="6512511" cy="1143000"/>
          </a:xfrm>
          <a:prstGeom prst="rect">
            <a:avLst/>
          </a:prstGeom>
          <a:noFill/>
          <a:ln>
            <a:noFill/>
          </a:ln>
        </p:spPr>
        <p:txBody>
          <a:bodyPr spcFirstLastPara="1" wrap="square" lIns="91425" tIns="45700" rIns="91425" bIns="45700" anchor="t" anchorCtr="0">
            <a:noAutofit/>
          </a:bodyPr>
          <a:lstStyle/>
          <a:p>
            <a:pPr marL="320040" marR="0" lvl="0" indent="53847" algn="r" rtl="0">
              <a:spcBef>
                <a:spcPts val="0"/>
              </a:spcBef>
              <a:spcAft>
                <a:spcPts val="0"/>
              </a:spcAft>
              <a:buClr>
                <a:srgbClr val="C3260C"/>
              </a:buClr>
              <a:buSzPts val="5888"/>
              <a:buFont typeface="Georgia"/>
              <a:buNone/>
            </a:pPr>
            <a:endParaRPr sz="4600" b="1" i="0" u="none" strike="noStrike" cap="none">
              <a:solidFill>
                <a:schemeClr val="dk1"/>
              </a:solidFill>
              <a:latin typeface="Trebuchet MS"/>
              <a:ea typeface="Trebuchet MS"/>
              <a:cs typeface="Trebuchet MS"/>
              <a:sym typeface="Trebuchet MS"/>
            </a:endParaRPr>
          </a:p>
        </p:txBody>
      </p:sp>
      <p:sp>
        <p:nvSpPr>
          <p:cNvPr id="176" name="Shape 176"/>
          <p:cNvSpPr txBox="1">
            <a:spLocks noGrp="1"/>
          </p:cNvSpPr>
          <p:nvPr>
            <p:ph type="body" idx="1"/>
          </p:nvPr>
        </p:nvSpPr>
        <p:spPr>
          <a:xfrm>
            <a:off x="827584" y="476672"/>
            <a:ext cx="7416824" cy="5328592"/>
          </a:xfrm>
          <a:prstGeom prst="rect">
            <a:avLst/>
          </a:prstGeom>
          <a:noFill/>
          <a:ln>
            <a:noFill/>
          </a:ln>
        </p:spPr>
        <p:txBody>
          <a:bodyPr spcFirstLastPara="1" wrap="square" lIns="91425" tIns="45700" rIns="91425" bIns="45700" anchor="t" anchorCtr="0">
            <a:noAutofit/>
          </a:bodyPr>
          <a:lstStyle/>
          <a:p>
            <a:pPr marL="228600" marR="0" lvl="0" indent="-190500" algn="l" rtl="0">
              <a:spcBef>
                <a:spcPts val="0"/>
              </a:spcBef>
              <a:spcAft>
                <a:spcPts val="0"/>
              </a:spcAft>
              <a:buClr>
                <a:srgbClr val="C3260C"/>
              </a:buClr>
              <a:buFont typeface="Georgia"/>
              <a:buNone/>
            </a:pPr>
            <a:r>
              <a:rPr lang="en-AU" sz="2200" b="1" i="0" u="none" strike="noStrike" cap="none">
                <a:solidFill>
                  <a:schemeClr val="dk1"/>
                </a:solidFill>
                <a:latin typeface="Trebuchet MS"/>
                <a:ea typeface="Trebuchet MS"/>
                <a:cs typeface="Trebuchet MS"/>
                <a:sym typeface="Trebuchet MS"/>
              </a:rPr>
              <a:t>While McCRAE &amp; COSTA thought there were five:</a:t>
            </a:r>
            <a:endParaRPr/>
          </a:p>
          <a:p>
            <a:pPr marL="228600" marR="0" lvl="0" indent="-190500" algn="l" rtl="0">
              <a:spcBef>
                <a:spcPts val="740"/>
              </a:spcBef>
              <a:spcAft>
                <a:spcPts val="0"/>
              </a:spcAft>
              <a:buClr>
                <a:srgbClr val="C3260C"/>
              </a:buClr>
              <a:buSzPts val="2860"/>
              <a:buFont typeface="Georgia"/>
              <a:buChar char="*"/>
            </a:pPr>
            <a:r>
              <a:rPr lang="en-AU" sz="2200" b="1" i="0" u="none" strike="noStrike" cap="none">
                <a:solidFill>
                  <a:schemeClr val="dk1"/>
                </a:solidFill>
                <a:latin typeface="Trebuchet MS"/>
                <a:ea typeface="Trebuchet MS"/>
                <a:cs typeface="Trebuchet MS"/>
                <a:sym typeface="Trebuchet MS"/>
              </a:rPr>
              <a:t>EXTRAVERSION, NEUROTICISM, OPENNESS TO EXPERIENCE, AGREEABLENESS &amp; CONSCIENTIOUSNESS.</a:t>
            </a:r>
            <a:endParaRPr/>
          </a:p>
          <a:p>
            <a:pPr marL="228600" marR="0" lvl="0" indent="-190500" algn="l" rtl="0">
              <a:spcBef>
                <a:spcPts val="740"/>
              </a:spcBef>
              <a:spcAft>
                <a:spcPts val="0"/>
              </a:spcAft>
              <a:buClr>
                <a:srgbClr val="C3260C"/>
              </a:buClr>
              <a:buSzPts val="2860"/>
              <a:buFont typeface="Georgia"/>
              <a:buChar char="*"/>
            </a:pPr>
            <a:r>
              <a:rPr lang="en-AU" sz="2200" b="1" i="0" u="none" strike="noStrike" cap="none">
                <a:solidFill>
                  <a:schemeClr val="dk1"/>
                </a:solidFill>
                <a:latin typeface="Trebuchet MS"/>
                <a:ea typeface="Trebuchet MS"/>
                <a:cs typeface="Trebuchet MS"/>
                <a:sym typeface="Trebuchet MS"/>
              </a:rPr>
              <a:t>MICHAEL ASHTON added a 6</a:t>
            </a:r>
            <a:r>
              <a:rPr lang="en-AU" sz="2200" b="1" i="0" u="none" strike="noStrike" cap="none" baseline="30000">
                <a:solidFill>
                  <a:schemeClr val="dk1"/>
                </a:solidFill>
                <a:latin typeface="Trebuchet MS"/>
                <a:ea typeface="Trebuchet MS"/>
                <a:cs typeface="Trebuchet MS"/>
                <a:sym typeface="Trebuchet MS"/>
              </a:rPr>
              <a:t>th</a:t>
            </a:r>
            <a:r>
              <a:rPr lang="en-AU" sz="2200" b="1" i="0" u="none" strike="noStrike" cap="none">
                <a:solidFill>
                  <a:schemeClr val="dk1"/>
                </a:solidFill>
                <a:latin typeface="Trebuchet MS"/>
                <a:ea typeface="Trebuchet MS"/>
                <a:cs typeface="Trebuchet MS"/>
                <a:sym typeface="Trebuchet MS"/>
              </a:rPr>
              <a:t> factor: HONESTY-HUMILITY.</a:t>
            </a:r>
            <a:endParaRPr/>
          </a:p>
          <a:p>
            <a:pPr marL="228600" marR="0" lvl="0" indent="-190500" algn="l" rtl="0">
              <a:spcBef>
                <a:spcPts val="740"/>
              </a:spcBef>
              <a:spcAft>
                <a:spcPts val="300"/>
              </a:spcAft>
              <a:buClr>
                <a:srgbClr val="C3260C"/>
              </a:buClr>
              <a:buSzPts val="2860"/>
              <a:buFont typeface="Georgia"/>
              <a:buChar char="*"/>
            </a:pPr>
            <a:r>
              <a:rPr lang="en-AU" sz="2200" b="1" i="0" u="none" strike="noStrike" cap="none">
                <a:solidFill>
                  <a:schemeClr val="dk1"/>
                </a:solidFill>
                <a:latin typeface="Trebuchet MS"/>
                <a:ea typeface="Trebuchet MS"/>
                <a:cs typeface="Trebuchet MS"/>
                <a:sym typeface="Trebuchet MS"/>
              </a:rPr>
              <a:t>All trait theories claim that these “personality traits” are stable, enduring characteristics.  It is also believed that our biological make-up (Genetics) plays a major role in determining our personality. There is evidence in adoption studies that our genes do play an important role in personality development.</a:t>
            </a:r>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6">
                                            <p:txEl>
                                              <p:pRg st="0" end="0"/>
                                            </p:txEl>
                                          </p:spTgt>
                                        </p:tgtEl>
                                        <p:attrNameLst>
                                          <p:attrName>style.visibility</p:attrName>
                                        </p:attrNameLst>
                                      </p:cBhvr>
                                      <p:to>
                                        <p:strVal val="visible"/>
                                      </p:to>
                                    </p:set>
                                    <p:anim calcmode="lin" valueType="num">
                                      <p:cBhvr additive="base">
                                        <p:cTn id="7" dur="500"/>
                                        <p:tgtEl>
                                          <p:spTgt spid="17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76">
                                            <p:txEl>
                                              <p:pRg st="1" end="1"/>
                                            </p:txEl>
                                          </p:spTgt>
                                        </p:tgtEl>
                                        <p:attrNameLst>
                                          <p:attrName>style.visibility</p:attrName>
                                        </p:attrNameLst>
                                      </p:cBhvr>
                                      <p:to>
                                        <p:strVal val="visible"/>
                                      </p:to>
                                    </p:set>
                                    <p:anim calcmode="lin" valueType="num">
                                      <p:cBhvr additive="base">
                                        <p:cTn id="12" dur="500"/>
                                        <p:tgtEl>
                                          <p:spTgt spid="17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76">
                                            <p:txEl>
                                              <p:pRg st="2" end="2"/>
                                            </p:txEl>
                                          </p:spTgt>
                                        </p:tgtEl>
                                        <p:attrNameLst>
                                          <p:attrName>style.visibility</p:attrName>
                                        </p:attrNameLst>
                                      </p:cBhvr>
                                      <p:to>
                                        <p:strVal val="visible"/>
                                      </p:to>
                                    </p:set>
                                    <p:anim calcmode="lin" valueType="num">
                                      <p:cBhvr additive="base">
                                        <p:cTn id="17" dur="500"/>
                                        <p:tgtEl>
                                          <p:spTgt spid="17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76">
                                            <p:txEl>
                                              <p:pRg st="3" end="3"/>
                                            </p:txEl>
                                          </p:spTgt>
                                        </p:tgtEl>
                                        <p:attrNameLst>
                                          <p:attrName>style.visibility</p:attrName>
                                        </p:attrNameLst>
                                      </p:cBhvr>
                                      <p:to>
                                        <p:strVal val="visible"/>
                                      </p:to>
                                    </p:set>
                                    <p:anim calcmode="lin" valueType="num">
                                      <p:cBhvr additive="base">
                                        <p:cTn id="22" dur="500"/>
                                        <p:tgtEl>
                                          <p:spTgt spid="17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Shape 241"/>
          <p:cNvSpPr txBox="1">
            <a:spLocks noGrp="1"/>
          </p:cNvSpPr>
          <p:nvPr>
            <p:ph type="title"/>
          </p:nvPr>
        </p:nvSpPr>
        <p:spPr>
          <a:xfrm>
            <a:off x="1485900" y="976313"/>
            <a:ext cx="6172200" cy="857250"/>
          </a:xfrm>
          <a:prstGeom prst="rect">
            <a:avLst/>
          </a:prstGeom>
          <a:noFill/>
          <a:ln>
            <a:noFill/>
          </a:ln>
        </p:spPr>
        <p:txBody>
          <a:bodyPr spcFirstLastPara="1" wrap="square" lIns="68569" tIns="34275" rIns="68569" bIns="34275" anchor="ctr" anchorCtr="0">
            <a:noAutofit/>
          </a:bodyPr>
          <a:lstStyle/>
          <a:p>
            <a:pPr marL="0" indent="0" algn="l">
              <a:buClr>
                <a:schemeClr val="lt1"/>
              </a:buClr>
              <a:buNone/>
            </a:pPr>
            <a:r>
              <a:rPr lang="en-AU" sz="2700" b="1" dirty="0">
                <a:solidFill>
                  <a:schemeClr val="accent1">
                    <a:lumMod val="50000"/>
                  </a:schemeClr>
                </a:solidFill>
                <a:latin typeface="Calibri"/>
                <a:ea typeface="Calibri"/>
                <a:cs typeface="Calibri"/>
                <a:sym typeface="Calibri"/>
              </a:rPr>
              <a:t>THE BIG 5 AND JOB PERFORMANCE</a:t>
            </a:r>
            <a:endParaRPr b="1" dirty="0">
              <a:solidFill>
                <a:schemeClr val="accent1">
                  <a:lumMod val="50000"/>
                </a:schemeClr>
              </a:solidFill>
            </a:endParaRPr>
          </a:p>
        </p:txBody>
      </p:sp>
      <p:sp>
        <p:nvSpPr>
          <p:cNvPr id="242" name="Shape 242"/>
          <p:cNvSpPr txBox="1">
            <a:spLocks noGrp="1"/>
          </p:cNvSpPr>
          <p:nvPr>
            <p:ph type="body" idx="1"/>
          </p:nvPr>
        </p:nvSpPr>
        <p:spPr>
          <a:xfrm>
            <a:off x="428223" y="1833562"/>
            <a:ext cx="8287555" cy="3815366"/>
          </a:xfrm>
          <a:prstGeom prst="rect">
            <a:avLst/>
          </a:prstGeom>
          <a:noFill/>
          <a:ln>
            <a:noFill/>
          </a:ln>
        </p:spPr>
        <p:txBody>
          <a:bodyPr spcFirstLastPara="1" wrap="square" lIns="68569" tIns="34275" rIns="68569" bIns="34275" anchor="ctr" anchorCtr="0">
            <a:noAutofit/>
          </a:bodyPr>
          <a:lstStyle/>
          <a:p>
            <a:pPr marL="214313" indent="-214313">
              <a:lnSpc>
                <a:spcPct val="90000"/>
              </a:lnSpc>
              <a:spcBef>
                <a:spcPts val="0"/>
              </a:spcBef>
              <a:buClr>
                <a:schemeClr val="lt1"/>
              </a:buClr>
              <a:buSzPts val="2000"/>
              <a:buFont typeface="Arial"/>
              <a:buChar char="•"/>
            </a:pPr>
            <a:r>
              <a:rPr lang="en-AU" sz="1800" b="1" dirty="0">
                <a:solidFill>
                  <a:schemeClr val="tx2">
                    <a:lumMod val="50000"/>
                  </a:schemeClr>
                </a:solidFill>
                <a:latin typeface="Calibri"/>
                <a:ea typeface="Calibri"/>
                <a:cs typeface="Calibri"/>
                <a:sym typeface="Calibri"/>
              </a:rPr>
              <a:t>Barrick, M. R., &amp; Mount, M. K. (1991). The Big Five personality dimensions and job performance: A meta-analysis. </a:t>
            </a:r>
            <a:r>
              <a:rPr lang="en-AU" sz="1800" b="1" i="1" dirty="0">
                <a:solidFill>
                  <a:schemeClr val="tx2">
                    <a:lumMod val="50000"/>
                  </a:schemeClr>
                </a:solidFill>
                <a:latin typeface="Calibri"/>
                <a:ea typeface="Calibri"/>
                <a:cs typeface="Calibri"/>
                <a:sym typeface="Calibri"/>
              </a:rPr>
              <a:t>Personnel Psychology, 44 </a:t>
            </a:r>
            <a:r>
              <a:rPr lang="en-AU" sz="1800" b="1" dirty="0">
                <a:solidFill>
                  <a:schemeClr val="tx2">
                    <a:lumMod val="50000"/>
                  </a:schemeClr>
                </a:solidFill>
                <a:latin typeface="Calibri"/>
                <a:ea typeface="Calibri"/>
                <a:cs typeface="Calibri"/>
                <a:sym typeface="Calibri"/>
              </a:rPr>
              <a:t>(1), 1-26.</a:t>
            </a:r>
            <a:endParaRPr sz="1800" b="1" dirty="0">
              <a:solidFill>
                <a:schemeClr val="tx2">
                  <a:lumMod val="50000"/>
                </a:schemeClr>
              </a:solidFill>
            </a:endParaRPr>
          </a:p>
          <a:p>
            <a:pPr marL="214313" indent="-214313">
              <a:lnSpc>
                <a:spcPct val="90000"/>
              </a:lnSpc>
              <a:spcBef>
                <a:spcPts val="750"/>
              </a:spcBef>
              <a:buClr>
                <a:schemeClr val="lt1"/>
              </a:buClr>
              <a:buNone/>
            </a:pPr>
            <a:endParaRPr sz="1800" b="1" dirty="0">
              <a:solidFill>
                <a:schemeClr val="tx2">
                  <a:lumMod val="50000"/>
                </a:schemeClr>
              </a:solidFill>
              <a:latin typeface="Calibri"/>
              <a:ea typeface="Calibri"/>
              <a:cs typeface="Calibri"/>
              <a:sym typeface="Calibri"/>
            </a:endParaRPr>
          </a:p>
          <a:p>
            <a:pPr marL="557213" lvl="1" indent="-214313">
              <a:lnSpc>
                <a:spcPct val="90000"/>
              </a:lnSpc>
              <a:spcBef>
                <a:spcPts val="750"/>
              </a:spcBef>
              <a:buClr>
                <a:schemeClr val="lt1"/>
              </a:buClr>
              <a:buSzPts val="2000"/>
              <a:buFont typeface="Arial"/>
              <a:buChar char="•"/>
            </a:pPr>
            <a:r>
              <a:rPr lang="en-AU" sz="1800" b="1" dirty="0">
                <a:solidFill>
                  <a:schemeClr val="tx2">
                    <a:lumMod val="50000"/>
                  </a:schemeClr>
                </a:solidFill>
                <a:latin typeface="Calibri"/>
                <a:ea typeface="Calibri"/>
                <a:cs typeface="Calibri"/>
                <a:sym typeface="Calibri"/>
              </a:rPr>
              <a:t>C showed consistent relations with all job performance criteria for all occupational groups</a:t>
            </a:r>
            <a:endParaRPr sz="1800" b="1" dirty="0">
              <a:solidFill>
                <a:schemeClr val="tx2">
                  <a:lumMod val="50000"/>
                </a:schemeClr>
              </a:solidFill>
            </a:endParaRPr>
          </a:p>
          <a:p>
            <a:pPr marL="557213" lvl="1" indent="-119063">
              <a:lnSpc>
                <a:spcPct val="90000"/>
              </a:lnSpc>
              <a:spcBef>
                <a:spcPts val="750"/>
              </a:spcBef>
              <a:buClr>
                <a:schemeClr val="lt1"/>
              </a:buClr>
              <a:buSzPts val="2000"/>
              <a:buNone/>
            </a:pPr>
            <a:endParaRPr sz="1800" b="1" dirty="0">
              <a:solidFill>
                <a:schemeClr val="tx2">
                  <a:lumMod val="50000"/>
                </a:schemeClr>
              </a:solidFill>
              <a:latin typeface="Calibri"/>
              <a:ea typeface="Calibri"/>
              <a:cs typeface="Calibri"/>
              <a:sym typeface="Calibri"/>
            </a:endParaRPr>
          </a:p>
          <a:p>
            <a:pPr marL="557213" lvl="1" indent="-214313">
              <a:lnSpc>
                <a:spcPct val="90000"/>
              </a:lnSpc>
              <a:spcBef>
                <a:spcPts val="750"/>
              </a:spcBef>
              <a:buClr>
                <a:schemeClr val="lt1"/>
              </a:buClr>
              <a:buSzPts val="2000"/>
              <a:buFont typeface="Arial"/>
              <a:buChar char="•"/>
            </a:pPr>
            <a:r>
              <a:rPr lang="en-AU" sz="1800" b="1" dirty="0">
                <a:solidFill>
                  <a:schemeClr val="tx2">
                    <a:lumMod val="50000"/>
                  </a:schemeClr>
                </a:solidFill>
                <a:latin typeface="Calibri"/>
                <a:ea typeface="Calibri"/>
                <a:cs typeface="Calibri"/>
                <a:sym typeface="Calibri"/>
              </a:rPr>
              <a:t>E predicted success in management and sales (requiring social interaction)</a:t>
            </a:r>
            <a:endParaRPr sz="1800" b="1" dirty="0">
              <a:solidFill>
                <a:schemeClr val="tx2">
                  <a:lumMod val="50000"/>
                </a:schemeClr>
              </a:solidFill>
            </a:endParaRPr>
          </a:p>
          <a:p>
            <a:pPr marL="557213" lvl="1" indent="-119063">
              <a:lnSpc>
                <a:spcPct val="90000"/>
              </a:lnSpc>
              <a:spcBef>
                <a:spcPts val="750"/>
              </a:spcBef>
              <a:buClr>
                <a:schemeClr val="lt1"/>
              </a:buClr>
              <a:buSzPts val="2000"/>
              <a:buNone/>
            </a:pPr>
            <a:endParaRPr sz="1800" b="1" dirty="0">
              <a:solidFill>
                <a:schemeClr val="tx2">
                  <a:lumMod val="50000"/>
                </a:schemeClr>
              </a:solidFill>
              <a:latin typeface="Calibri"/>
              <a:ea typeface="Calibri"/>
              <a:cs typeface="Calibri"/>
              <a:sym typeface="Calibri"/>
            </a:endParaRPr>
          </a:p>
          <a:p>
            <a:pPr marL="557213" lvl="1" indent="-214313">
              <a:lnSpc>
                <a:spcPct val="90000"/>
              </a:lnSpc>
              <a:spcBef>
                <a:spcPts val="750"/>
              </a:spcBef>
              <a:buClr>
                <a:schemeClr val="lt1"/>
              </a:buClr>
              <a:buSzPts val="2000"/>
              <a:buFont typeface="Arial"/>
              <a:buChar char="•"/>
            </a:pPr>
            <a:r>
              <a:rPr lang="en-AU" sz="1800" b="1" dirty="0">
                <a:solidFill>
                  <a:schemeClr val="tx2">
                    <a:lumMod val="50000"/>
                  </a:schemeClr>
                </a:solidFill>
                <a:latin typeface="Calibri"/>
                <a:ea typeface="Calibri"/>
                <a:cs typeface="Calibri"/>
                <a:sym typeface="Calibri"/>
              </a:rPr>
              <a:t>O and E predicted training proficiency</a:t>
            </a:r>
            <a:endParaRPr sz="1800" b="1" dirty="0">
              <a:solidFill>
                <a:schemeClr val="tx2">
                  <a:lumMod val="50000"/>
                </a:schemeClr>
              </a:solidFill>
            </a:endParaRPr>
          </a:p>
          <a:p>
            <a:pPr marL="557213" lvl="1" indent="-119063">
              <a:lnSpc>
                <a:spcPct val="90000"/>
              </a:lnSpc>
              <a:spcBef>
                <a:spcPts val="750"/>
              </a:spcBef>
              <a:buClr>
                <a:schemeClr val="lt1"/>
              </a:buClr>
              <a:buSzPts val="2000"/>
              <a:buNone/>
            </a:pPr>
            <a:endParaRPr sz="1800" b="1" dirty="0">
              <a:solidFill>
                <a:schemeClr val="tx2">
                  <a:lumMod val="50000"/>
                </a:schemeClr>
              </a:solidFill>
              <a:latin typeface="Calibri"/>
              <a:ea typeface="Calibri"/>
              <a:cs typeface="Calibri"/>
              <a:sym typeface="Calibri"/>
            </a:endParaRPr>
          </a:p>
          <a:p>
            <a:pPr marL="557213" lvl="1" indent="-214313">
              <a:lnSpc>
                <a:spcPct val="90000"/>
              </a:lnSpc>
              <a:spcBef>
                <a:spcPts val="750"/>
              </a:spcBef>
              <a:buClr>
                <a:schemeClr val="lt1"/>
              </a:buClr>
              <a:buSzPts val="2000"/>
              <a:buFont typeface="Arial"/>
              <a:buChar char="•"/>
            </a:pPr>
            <a:r>
              <a:rPr lang="en-AU" sz="1800" b="1" dirty="0">
                <a:solidFill>
                  <a:schemeClr val="tx2">
                    <a:lumMod val="50000"/>
                  </a:schemeClr>
                </a:solidFill>
                <a:latin typeface="Calibri"/>
                <a:ea typeface="Calibri"/>
                <a:cs typeface="Calibri"/>
                <a:sym typeface="Calibri"/>
              </a:rPr>
              <a:t>A and N predict performance when employees work in groups</a:t>
            </a:r>
            <a:endParaRPr sz="1800" b="1" dirty="0">
              <a:solidFill>
                <a:schemeClr val="tx2">
                  <a:lumMod val="50000"/>
                </a:schemeClr>
              </a:solidFill>
            </a:endParaRPr>
          </a:p>
          <a:p>
            <a:pPr marL="557213" lvl="1" indent="-214313">
              <a:lnSpc>
                <a:spcPct val="90000"/>
              </a:lnSpc>
              <a:spcBef>
                <a:spcPts val="750"/>
              </a:spcBef>
              <a:buClr>
                <a:schemeClr val="lt1"/>
              </a:buClr>
              <a:buNone/>
            </a:pPr>
            <a:endParaRPr sz="1500" dirty="0">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392122782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0" y="0"/>
            <a:ext cx="9144000" cy="6858000"/>
          </a:xfrm>
          <a:prstGeom prst="rect">
            <a:avLst/>
          </a:prstGeom>
        </p:spPr>
      </p:pic>
      <p:sp>
        <p:nvSpPr>
          <p:cNvPr id="3" name="Object 2"/>
          <p:cNvSpPr txBox="1"/>
          <p:nvPr/>
        </p:nvSpPr>
        <p:spPr>
          <a:xfrm>
            <a:off x="274320" y="6652260"/>
            <a:ext cx="86868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Photo by Robert S. Donovan - Creative Commons Attribution-NonCommercial License  https://www.flickr.com/photos/10687935@N04</a:t>
            </a:r>
            <a:endParaRPr lang="en-US" sz="800" dirty="0"/>
          </a:p>
        </p:txBody>
      </p:sp>
      <p:sp>
        <p:nvSpPr>
          <p:cNvPr id="4" name="Object 3"/>
          <p:cNvSpPr txBox="1"/>
          <p:nvPr/>
        </p:nvSpPr>
        <p:spPr>
          <a:xfrm>
            <a:off x="7589520" y="6652260"/>
            <a:ext cx="28194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Created with Haiku Deck</a:t>
            </a:r>
            <a:endParaRPr lang="en-US" sz="800" dirty="0"/>
          </a:p>
        </p:txBody>
      </p:sp>
      <p:pic>
        <p:nvPicPr>
          <p:cNvPr id="5" name="Object 4"/>
          <p:cNvPicPr>
            <a:picLocks noChangeAspect="1"/>
          </p:cNvPicPr>
          <p:nvPr/>
        </p:nvPicPr>
        <p:blipFill>
          <a:blip r:embed="rId3" cstate="print"/>
          <a:stretch>
            <a:fillRect/>
          </a:stretch>
        </p:blipFill>
        <p:spPr>
          <a:xfrm>
            <a:off x="91440" y="6652260"/>
            <a:ext cx="200000" cy="200000"/>
          </a:xfrm>
          <a:prstGeom prst="rect">
            <a:avLst/>
          </a:prstGeom>
        </p:spPr>
      </p:pic>
      <p:sp>
        <p:nvSpPr>
          <p:cNvPr id="6" name="Object 5"/>
          <p:cNvSpPr txBox="1"/>
          <p:nvPr/>
        </p:nvSpPr>
        <p:spPr>
          <a:xfrm>
            <a:off x="0" y="6652260"/>
            <a:ext cx="9144000" cy="205740"/>
          </a:xfrm>
          <a:prstGeom prst="rect">
            <a:avLst/>
          </a:prstGeom>
          <a:solidFill>
            <a:srgbClr val="000000">
              <a:alpha val="50000"/>
            </a:srgbClr>
          </a:solidFill>
        </p:spPr>
      </p:sp>
    </p:spTree>
    <p:extLst>
      <p:ext uri="{BB962C8B-B14F-4D97-AF65-F5344CB8AC3E}">
        <p14:creationId xmlns:p14="http://schemas.microsoft.com/office/powerpoint/2010/main" val="353938144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0" y="0"/>
            <a:ext cx="9144000" cy="6858000"/>
          </a:xfrm>
          <a:prstGeom prst="rect">
            <a:avLst/>
          </a:prstGeom>
        </p:spPr>
      </p:pic>
      <p:sp>
        <p:nvSpPr>
          <p:cNvPr id="3" name="Object 2"/>
          <p:cNvSpPr txBox="1"/>
          <p:nvPr/>
        </p:nvSpPr>
        <p:spPr>
          <a:xfrm>
            <a:off x="274320" y="6652260"/>
            <a:ext cx="86868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Photo by sean dreilinger - Creative Commons Attribution-NonCommercial-ShareAlike License  https://www.flickr.com/photos/43927576@N00</a:t>
            </a:r>
            <a:endParaRPr lang="en-US" sz="800" dirty="0"/>
          </a:p>
        </p:txBody>
      </p:sp>
      <p:sp>
        <p:nvSpPr>
          <p:cNvPr id="4" name="Object 3"/>
          <p:cNvSpPr txBox="1"/>
          <p:nvPr/>
        </p:nvSpPr>
        <p:spPr>
          <a:xfrm>
            <a:off x="7589520" y="6652260"/>
            <a:ext cx="28194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Created with Haiku Deck</a:t>
            </a:r>
            <a:endParaRPr lang="en-US" sz="800" dirty="0"/>
          </a:p>
        </p:txBody>
      </p:sp>
      <p:pic>
        <p:nvPicPr>
          <p:cNvPr id="5" name="Object 4"/>
          <p:cNvPicPr>
            <a:picLocks noChangeAspect="1"/>
          </p:cNvPicPr>
          <p:nvPr/>
        </p:nvPicPr>
        <p:blipFill>
          <a:blip r:embed="rId3" cstate="print"/>
          <a:stretch>
            <a:fillRect/>
          </a:stretch>
        </p:blipFill>
        <p:spPr>
          <a:xfrm>
            <a:off x="91440" y="6652260"/>
            <a:ext cx="200000" cy="200000"/>
          </a:xfrm>
          <a:prstGeom prst="rect">
            <a:avLst/>
          </a:prstGeom>
        </p:spPr>
      </p:pic>
      <p:sp>
        <p:nvSpPr>
          <p:cNvPr id="6" name="Object 5"/>
          <p:cNvSpPr txBox="1"/>
          <p:nvPr/>
        </p:nvSpPr>
        <p:spPr>
          <a:xfrm>
            <a:off x="0" y="6652260"/>
            <a:ext cx="9144000" cy="205740"/>
          </a:xfrm>
          <a:prstGeom prst="rect">
            <a:avLst/>
          </a:prstGeom>
          <a:solidFill>
            <a:srgbClr val="000000">
              <a:alpha val="50000"/>
            </a:srgbClr>
          </a:solidFill>
        </p:spPr>
      </p:sp>
    </p:spTree>
    <p:extLst>
      <p:ext uri="{BB962C8B-B14F-4D97-AF65-F5344CB8AC3E}">
        <p14:creationId xmlns:p14="http://schemas.microsoft.com/office/powerpoint/2010/main" val="179821920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0" y="0"/>
            <a:ext cx="9144000" cy="6858000"/>
          </a:xfrm>
          <a:prstGeom prst="rect">
            <a:avLst/>
          </a:prstGeom>
        </p:spPr>
      </p:pic>
      <p:sp>
        <p:nvSpPr>
          <p:cNvPr id="3" name="Object 2"/>
          <p:cNvSpPr txBox="1"/>
          <p:nvPr/>
        </p:nvSpPr>
        <p:spPr>
          <a:xfrm>
            <a:off x="274320" y="6652260"/>
            <a:ext cx="86868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Photo by Ranger56112 - Creative Commons Attribution-NonCommercial License  https://www.flickr.com/photos/83820802@N02</a:t>
            </a:r>
            <a:endParaRPr lang="en-US" sz="800" dirty="0"/>
          </a:p>
        </p:txBody>
      </p:sp>
      <p:sp>
        <p:nvSpPr>
          <p:cNvPr id="4" name="Object 3"/>
          <p:cNvSpPr txBox="1"/>
          <p:nvPr/>
        </p:nvSpPr>
        <p:spPr>
          <a:xfrm>
            <a:off x="7589520" y="6652260"/>
            <a:ext cx="28194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Created with Haiku Deck</a:t>
            </a:r>
            <a:endParaRPr lang="en-US" sz="800" dirty="0"/>
          </a:p>
        </p:txBody>
      </p:sp>
      <p:pic>
        <p:nvPicPr>
          <p:cNvPr id="5" name="Object 4"/>
          <p:cNvPicPr>
            <a:picLocks noChangeAspect="1"/>
          </p:cNvPicPr>
          <p:nvPr/>
        </p:nvPicPr>
        <p:blipFill>
          <a:blip r:embed="rId3" cstate="print"/>
          <a:stretch>
            <a:fillRect/>
          </a:stretch>
        </p:blipFill>
        <p:spPr>
          <a:xfrm>
            <a:off x="91440" y="6652260"/>
            <a:ext cx="200000" cy="200000"/>
          </a:xfrm>
          <a:prstGeom prst="rect">
            <a:avLst/>
          </a:prstGeom>
        </p:spPr>
      </p:pic>
      <p:sp>
        <p:nvSpPr>
          <p:cNvPr id="6" name="Object 5"/>
          <p:cNvSpPr txBox="1"/>
          <p:nvPr/>
        </p:nvSpPr>
        <p:spPr>
          <a:xfrm>
            <a:off x="0" y="6652260"/>
            <a:ext cx="9144000" cy="205740"/>
          </a:xfrm>
          <a:prstGeom prst="rect">
            <a:avLst/>
          </a:prstGeom>
          <a:solidFill>
            <a:srgbClr val="000000">
              <a:alpha val="50000"/>
            </a:srgbClr>
          </a:solidFill>
        </p:spPr>
      </p:sp>
    </p:spTree>
    <p:extLst>
      <p:ext uri="{BB962C8B-B14F-4D97-AF65-F5344CB8AC3E}">
        <p14:creationId xmlns:p14="http://schemas.microsoft.com/office/powerpoint/2010/main" val="28885453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0" y="0"/>
            <a:ext cx="9144000" cy="6858000"/>
          </a:xfrm>
          <a:prstGeom prst="rect">
            <a:avLst/>
          </a:prstGeom>
        </p:spPr>
      </p:pic>
      <p:sp>
        <p:nvSpPr>
          <p:cNvPr id="3" name="Object 2"/>
          <p:cNvSpPr txBox="1"/>
          <p:nvPr/>
        </p:nvSpPr>
        <p:spPr>
          <a:xfrm>
            <a:off x="274320" y="6652260"/>
            <a:ext cx="86868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Photo by drubuntu - Creative Commons Attribution-NonCommercial-ShareAlike License  https://www.flickr.com/photos/51980416@N03</a:t>
            </a:r>
            <a:endParaRPr lang="en-US" sz="800" dirty="0"/>
          </a:p>
        </p:txBody>
      </p:sp>
      <p:sp>
        <p:nvSpPr>
          <p:cNvPr id="4" name="Object 3"/>
          <p:cNvSpPr txBox="1"/>
          <p:nvPr/>
        </p:nvSpPr>
        <p:spPr>
          <a:xfrm>
            <a:off x="7589520" y="6652260"/>
            <a:ext cx="28194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Created with Haiku Deck</a:t>
            </a:r>
            <a:endParaRPr lang="en-US" sz="800" dirty="0"/>
          </a:p>
        </p:txBody>
      </p:sp>
      <p:pic>
        <p:nvPicPr>
          <p:cNvPr id="5" name="Object 4"/>
          <p:cNvPicPr>
            <a:picLocks noChangeAspect="1"/>
          </p:cNvPicPr>
          <p:nvPr/>
        </p:nvPicPr>
        <p:blipFill>
          <a:blip r:embed="rId3" cstate="print"/>
          <a:stretch>
            <a:fillRect/>
          </a:stretch>
        </p:blipFill>
        <p:spPr>
          <a:xfrm>
            <a:off x="91440" y="6652260"/>
            <a:ext cx="200000" cy="200000"/>
          </a:xfrm>
          <a:prstGeom prst="rect">
            <a:avLst/>
          </a:prstGeom>
        </p:spPr>
      </p:pic>
      <p:sp>
        <p:nvSpPr>
          <p:cNvPr id="6" name="Object 5"/>
          <p:cNvSpPr txBox="1"/>
          <p:nvPr/>
        </p:nvSpPr>
        <p:spPr>
          <a:xfrm>
            <a:off x="0" y="6652260"/>
            <a:ext cx="9144000" cy="205740"/>
          </a:xfrm>
          <a:prstGeom prst="rect">
            <a:avLst/>
          </a:prstGeom>
          <a:solidFill>
            <a:srgbClr val="000000">
              <a:alpha val="50000"/>
            </a:srgbClr>
          </a:solidFill>
        </p:spPr>
      </p:sp>
    </p:spTree>
    <p:extLst>
      <p:ext uri="{BB962C8B-B14F-4D97-AF65-F5344CB8AC3E}">
        <p14:creationId xmlns:p14="http://schemas.microsoft.com/office/powerpoint/2010/main" val="409088706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0" y="0"/>
            <a:ext cx="9144000" cy="6858000"/>
          </a:xfrm>
          <a:prstGeom prst="rect">
            <a:avLst/>
          </a:prstGeom>
        </p:spPr>
      </p:pic>
      <p:sp>
        <p:nvSpPr>
          <p:cNvPr id="3" name="Object 2"/>
          <p:cNvSpPr txBox="1"/>
          <p:nvPr/>
        </p:nvSpPr>
        <p:spPr>
          <a:xfrm>
            <a:off x="274320" y="6652260"/>
            <a:ext cx="86868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Photo by Luc Galoppin - Creative Commons Attribution License  https://www.flickr.com/photos/7572628@N03</a:t>
            </a:r>
            <a:endParaRPr lang="en-US" sz="800" dirty="0"/>
          </a:p>
        </p:txBody>
      </p:sp>
      <p:sp>
        <p:nvSpPr>
          <p:cNvPr id="4" name="Object 3"/>
          <p:cNvSpPr txBox="1"/>
          <p:nvPr/>
        </p:nvSpPr>
        <p:spPr>
          <a:xfrm>
            <a:off x="7589520" y="6652260"/>
            <a:ext cx="28194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Created with Haiku Deck</a:t>
            </a:r>
            <a:endParaRPr lang="en-US" sz="800" dirty="0"/>
          </a:p>
        </p:txBody>
      </p:sp>
      <p:pic>
        <p:nvPicPr>
          <p:cNvPr id="5" name="Object 4"/>
          <p:cNvPicPr>
            <a:picLocks noChangeAspect="1"/>
          </p:cNvPicPr>
          <p:nvPr/>
        </p:nvPicPr>
        <p:blipFill>
          <a:blip r:embed="rId3" cstate="print"/>
          <a:stretch>
            <a:fillRect/>
          </a:stretch>
        </p:blipFill>
        <p:spPr>
          <a:xfrm>
            <a:off x="91440" y="6652260"/>
            <a:ext cx="200000" cy="200000"/>
          </a:xfrm>
          <a:prstGeom prst="rect">
            <a:avLst/>
          </a:prstGeom>
        </p:spPr>
      </p:pic>
      <p:sp>
        <p:nvSpPr>
          <p:cNvPr id="6" name="Object 5"/>
          <p:cNvSpPr txBox="1"/>
          <p:nvPr/>
        </p:nvSpPr>
        <p:spPr>
          <a:xfrm>
            <a:off x="0" y="6652260"/>
            <a:ext cx="9144000" cy="205740"/>
          </a:xfrm>
          <a:prstGeom prst="rect">
            <a:avLst/>
          </a:prstGeom>
          <a:solidFill>
            <a:srgbClr val="000000">
              <a:alpha val="50000"/>
            </a:srgbClr>
          </a:solidFill>
        </p:spPr>
      </p:sp>
    </p:spTree>
    <p:extLst>
      <p:ext uri="{BB962C8B-B14F-4D97-AF65-F5344CB8AC3E}">
        <p14:creationId xmlns:p14="http://schemas.microsoft.com/office/powerpoint/2010/main" val="154933758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0" y="0"/>
            <a:ext cx="9144000" cy="6858000"/>
          </a:xfrm>
          <a:prstGeom prst="rect">
            <a:avLst/>
          </a:prstGeom>
        </p:spPr>
      </p:pic>
      <p:sp>
        <p:nvSpPr>
          <p:cNvPr id="3" name="Object 2"/>
          <p:cNvSpPr txBox="1"/>
          <p:nvPr/>
        </p:nvSpPr>
        <p:spPr>
          <a:xfrm>
            <a:off x="274320" y="6652260"/>
            <a:ext cx="86868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Photo by bachmont - Creative Commons Attribution License  https://www.flickr.com/photos/8845870@N07</a:t>
            </a:r>
            <a:endParaRPr lang="en-US" sz="800" dirty="0"/>
          </a:p>
        </p:txBody>
      </p:sp>
      <p:sp>
        <p:nvSpPr>
          <p:cNvPr id="4" name="Object 3"/>
          <p:cNvSpPr txBox="1"/>
          <p:nvPr/>
        </p:nvSpPr>
        <p:spPr>
          <a:xfrm>
            <a:off x="7589520" y="6652260"/>
            <a:ext cx="28194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Created with Haiku Deck</a:t>
            </a:r>
            <a:endParaRPr lang="en-US" sz="800" dirty="0"/>
          </a:p>
        </p:txBody>
      </p:sp>
      <p:pic>
        <p:nvPicPr>
          <p:cNvPr id="5" name="Object 4"/>
          <p:cNvPicPr>
            <a:picLocks noChangeAspect="1"/>
          </p:cNvPicPr>
          <p:nvPr/>
        </p:nvPicPr>
        <p:blipFill>
          <a:blip r:embed="rId3" cstate="print"/>
          <a:stretch>
            <a:fillRect/>
          </a:stretch>
        </p:blipFill>
        <p:spPr>
          <a:xfrm>
            <a:off x="91440" y="6652260"/>
            <a:ext cx="200000" cy="200000"/>
          </a:xfrm>
          <a:prstGeom prst="rect">
            <a:avLst/>
          </a:prstGeom>
        </p:spPr>
      </p:pic>
      <p:sp>
        <p:nvSpPr>
          <p:cNvPr id="6" name="Object 5"/>
          <p:cNvSpPr txBox="1"/>
          <p:nvPr/>
        </p:nvSpPr>
        <p:spPr>
          <a:xfrm>
            <a:off x="0" y="6652260"/>
            <a:ext cx="9144000" cy="205740"/>
          </a:xfrm>
          <a:prstGeom prst="rect">
            <a:avLst/>
          </a:prstGeom>
          <a:solidFill>
            <a:srgbClr val="000000">
              <a:alpha val="50000"/>
            </a:srgbClr>
          </a:solidFill>
        </p:spPr>
      </p:sp>
    </p:spTree>
    <p:extLst>
      <p:ext uri="{BB962C8B-B14F-4D97-AF65-F5344CB8AC3E}">
        <p14:creationId xmlns:p14="http://schemas.microsoft.com/office/powerpoint/2010/main" val="258406691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0" y="0"/>
            <a:ext cx="9144000" cy="6858000"/>
          </a:xfrm>
          <a:prstGeom prst="rect">
            <a:avLst/>
          </a:prstGeom>
        </p:spPr>
      </p:pic>
      <p:sp>
        <p:nvSpPr>
          <p:cNvPr id="3" name="Object 2"/>
          <p:cNvSpPr txBox="1"/>
          <p:nvPr/>
        </p:nvSpPr>
        <p:spPr>
          <a:xfrm>
            <a:off x="274320" y="6652260"/>
            <a:ext cx="86868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Photo by Damon | Photography - Creative Commons Attribution-NonCommercial-ShareAlike License  https://www.flickr.com/photos/9906699@N07</a:t>
            </a:r>
            <a:endParaRPr lang="en-US" sz="800" dirty="0"/>
          </a:p>
        </p:txBody>
      </p:sp>
      <p:sp>
        <p:nvSpPr>
          <p:cNvPr id="4" name="Object 3"/>
          <p:cNvSpPr txBox="1"/>
          <p:nvPr/>
        </p:nvSpPr>
        <p:spPr>
          <a:xfrm>
            <a:off x="7589520" y="6652260"/>
            <a:ext cx="28194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Created with Haiku Deck</a:t>
            </a:r>
            <a:endParaRPr lang="en-US" sz="800" dirty="0"/>
          </a:p>
        </p:txBody>
      </p:sp>
      <p:pic>
        <p:nvPicPr>
          <p:cNvPr id="5" name="Object 4"/>
          <p:cNvPicPr>
            <a:picLocks noChangeAspect="1"/>
          </p:cNvPicPr>
          <p:nvPr/>
        </p:nvPicPr>
        <p:blipFill>
          <a:blip r:embed="rId3" cstate="print"/>
          <a:stretch>
            <a:fillRect/>
          </a:stretch>
        </p:blipFill>
        <p:spPr>
          <a:xfrm>
            <a:off x="91440" y="6652260"/>
            <a:ext cx="200000" cy="200000"/>
          </a:xfrm>
          <a:prstGeom prst="rect">
            <a:avLst/>
          </a:prstGeom>
        </p:spPr>
      </p:pic>
      <p:sp>
        <p:nvSpPr>
          <p:cNvPr id="6" name="Object 5"/>
          <p:cNvSpPr txBox="1"/>
          <p:nvPr/>
        </p:nvSpPr>
        <p:spPr>
          <a:xfrm>
            <a:off x="0" y="6652260"/>
            <a:ext cx="9144000" cy="205740"/>
          </a:xfrm>
          <a:prstGeom prst="rect">
            <a:avLst/>
          </a:prstGeom>
          <a:solidFill>
            <a:srgbClr val="000000">
              <a:alpha val="50000"/>
            </a:srgbClr>
          </a:solidFill>
        </p:spPr>
      </p:sp>
    </p:spTree>
    <p:extLst>
      <p:ext uri="{BB962C8B-B14F-4D97-AF65-F5344CB8AC3E}">
        <p14:creationId xmlns:p14="http://schemas.microsoft.com/office/powerpoint/2010/main" val="9721020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0" y="0"/>
            <a:ext cx="9144000" cy="6858000"/>
          </a:xfrm>
          <a:prstGeom prst="rect">
            <a:avLst/>
          </a:prstGeom>
        </p:spPr>
      </p:pic>
      <p:sp>
        <p:nvSpPr>
          <p:cNvPr id="3" name="Object 2"/>
          <p:cNvSpPr txBox="1"/>
          <p:nvPr/>
        </p:nvSpPr>
        <p:spPr>
          <a:xfrm>
            <a:off x="274320" y="6652260"/>
            <a:ext cx="86868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Photo by cesarharada.com - Creative Commons Attribution-NonCommercial-ShareAlike License  https://www.flickr.com/photos/27703797@N06</a:t>
            </a:r>
            <a:endParaRPr lang="en-US" sz="800" dirty="0"/>
          </a:p>
        </p:txBody>
      </p:sp>
      <p:sp>
        <p:nvSpPr>
          <p:cNvPr id="4" name="Object 3"/>
          <p:cNvSpPr txBox="1"/>
          <p:nvPr/>
        </p:nvSpPr>
        <p:spPr>
          <a:xfrm>
            <a:off x="7589520" y="6652260"/>
            <a:ext cx="28194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Created with Haiku Deck</a:t>
            </a:r>
            <a:endParaRPr lang="en-US" sz="800" dirty="0"/>
          </a:p>
        </p:txBody>
      </p:sp>
      <p:pic>
        <p:nvPicPr>
          <p:cNvPr id="5" name="Object 4"/>
          <p:cNvPicPr>
            <a:picLocks noChangeAspect="1"/>
          </p:cNvPicPr>
          <p:nvPr/>
        </p:nvPicPr>
        <p:blipFill>
          <a:blip r:embed="rId3" cstate="print"/>
          <a:stretch>
            <a:fillRect/>
          </a:stretch>
        </p:blipFill>
        <p:spPr>
          <a:xfrm>
            <a:off x="91440" y="6652260"/>
            <a:ext cx="200000" cy="200000"/>
          </a:xfrm>
          <a:prstGeom prst="rect">
            <a:avLst/>
          </a:prstGeom>
        </p:spPr>
      </p:pic>
      <p:sp>
        <p:nvSpPr>
          <p:cNvPr id="6" name="Object 5"/>
          <p:cNvSpPr txBox="1"/>
          <p:nvPr/>
        </p:nvSpPr>
        <p:spPr>
          <a:xfrm>
            <a:off x="0" y="6652260"/>
            <a:ext cx="9144000" cy="205740"/>
          </a:xfrm>
          <a:prstGeom prst="rect">
            <a:avLst/>
          </a:prstGeom>
          <a:solidFill>
            <a:srgbClr val="000000">
              <a:alpha val="50000"/>
            </a:srgbClr>
          </a:solidFill>
        </p:spPr>
      </p:sp>
    </p:spTree>
    <p:extLst>
      <p:ext uri="{BB962C8B-B14F-4D97-AF65-F5344CB8AC3E}">
        <p14:creationId xmlns:p14="http://schemas.microsoft.com/office/powerpoint/2010/main" val="384331184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0" y="0"/>
            <a:ext cx="9144000" cy="6858000"/>
          </a:xfrm>
          <a:prstGeom prst="rect">
            <a:avLst/>
          </a:prstGeom>
        </p:spPr>
      </p:pic>
      <p:sp>
        <p:nvSpPr>
          <p:cNvPr id="3" name="Object 2"/>
          <p:cNvSpPr txBox="1"/>
          <p:nvPr/>
        </p:nvSpPr>
        <p:spPr>
          <a:xfrm>
            <a:off x="274320" y="6652260"/>
            <a:ext cx="86868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Photo by Geraint Rowland Photography - Creative Commons Attribution-NonCommercial License  https://www.flickr.com/photos/33909206@N04</a:t>
            </a:r>
            <a:endParaRPr lang="en-US" sz="800" dirty="0"/>
          </a:p>
        </p:txBody>
      </p:sp>
      <p:sp>
        <p:nvSpPr>
          <p:cNvPr id="4" name="Object 3"/>
          <p:cNvSpPr txBox="1"/>
          <p:nvPr/>
        </p:nvSpPr>
        <p:spPr>
          <a:xfrm>
            <a:off x="7589520" y="6652260"/>
            <a:ext cx="28194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Created with Haiku Deck</a:t>
            </a:r>
            <a:endParaRPr lang="en-US" sz="800" dirty="0"/>
          </a:p>
        </p:txBody>
      </p:sp>
      <p:pic>
        <p:nvPicPr>
          <p:cNvPr id="5" name="Object 4"/>
          <p:cNvPicPr>
            <a:picLocks noChangeAspect="1"/>
          </p:cNvPicPr>
          <p:nvPr/>
        </p:nvPicPr>
        <p:blipFill>
          <a:blip r:embed="rId3" cstate="print"/>
          <a:stretch>
            <a:fillRect/>
          </a:stretch>
        </p:blipFill>
        <p:spPr>
          <a:xfrm>
            <a:off x="91440" y="6652260"/>
            <a:ext cx="200000" cy="200000"/>
          </a:xfrm>
          <a:prstGeom prst="rect">
            <a:avLst/>
          </a:prstGeom>
        </p:spPr>
      </p:pic>
      <p:sp>
        <p:nvSpPr>
          <p:cNvPr id="6" name="Object 5"/>
          <p:cNvSpPr txBox="1"/>
          <p:nvPr/>
        </p:nvSpPr>
        <p:spPr>
          <a:xfrm>
            <a:off x="0" y="6652260"/>
            <a:ext cx="9144000" cy="205740"/>
          </a:xfrm>
          <a:prstGeom prst="rect">
            <a:avLst/>
          </a:prstGeom>
          <a:solidFill>
            <a:srgbClr val="000000">
              <a:alpha val="50000"/>
            </a:srgbClr>
          </a:solidFill>
        </p:spPr>
      </p:sp>
    </p:spTree>
    <p:extLst>
      <p:ext uri="{BB962C8B-B14F-4D97-AF65-F5344CB8AC3E}">
        <p14:creationId xmlns:p14="http://schemas.microsoft.com/office/powerpoint/2010/main" val="30542175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0" y="0"/>
            <a:ext cx="9144000" cy="6858000"/>
          </a:xfrm>
          <a:prstGeom prst="rect">
            <a:avLst/>
          </a:prstGeom>
        </p:spPr>
      </p:pic>
      <p:sp>
        <p:nvSpPr>
          <p:cNvPr id="3" name="Object 2"/>
          <p:cNvSpPr txBox="1"/>
          <p:nvPr/>
        </p:nvSpPr>
        <p:spPr>
          <a:xfrm>
            <a:off x="274320" y="6652260"/>
            <a:ext cx="86868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Photo by wilgengebroed - Creative Commons Attribution-NonCommercial License  https://www.flickr.com/photos/82655797@N00</a:t>
            </a:r>
            <a:endParaRPr lang="en-US" sz="800" dirty="0"/>
          </a:p>
        </p:txBody>
      </p:sp>
      <p:sp>
        <p:nvSpPr>
          <p:cNvPr id="4" name="Object 3"/>
          <p:cNvSpPr txBox="1"/>
          <p:nvPr/>
        </p:nvSpPr>
        <p:spPr>
          <a:xfrm>
            <a:off x="7589520" y="6652260"/>
            <a:ext cx="28194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Created with Haiku Deck</a:t>
            </a:r>
            <a:endParaRPr lang="en-US" sz="800" dirty="0"/>
          </a:p>
        </p:txBody>
      </p:sp>
      <p:pic>
        <p:nvPicPr>
          <p:cNvPr id="5" name="Object 4"/>
          <p:cNvPicPr>
            <a:picLocks noChangeAspect="1"/>
          </p:cNvPicPr>
          <p:nvPr/>
        </p:nvPicPr>
        <p:blipFill>
          <a:blip r:embed="rId3" cstate="print"/>
          <a:stretch>
            <a:fillRect/>
          </a:stretch>
        </p:blipFill>
        <p:spPr>
          <a:xfrm>
            <a:off x="91440" y="6652260"/>
            <a:ext cx="200000" cy="200000"/>
          </a:xfrm>
          <a:prstGeom prst="rect">
            <a:avLst/>
          </a:prstGeom>
        </p:spPr>
      </p:pic>
      <p:sp>
        <p:nvSpPr>
          <p:cNvPr id="6" name="Object 5"/>
          <p:cNvSpPr txBox="1"/>
          <p:nvPr/>
        </p:nvSpPr>
        <p:spPr>
          <a:xfrm>
            <a:off x="0" y="6652260"/>
            <a:ext cx="9144000" cy="205740"/>
          </a:xfrm>
          <a:prstGeom prst="rect">
            <a:avLst/>
          </a:prstGeom>
          <a:solidFill>
            <a:srgbClr val="000000">
              <a:alpha val="50000"/>
            </a:srgbClr>
          </a:solidFill>
        </p:spPr>
      </p:sp>
    </p:spTree>
    <p:extLst>
      <p:ext uri="{BB962C8B-B14F-4D97-AF65-F5344CB8AC3E}">
        <p14:creationId xmlns:p14="http://schemas.microsoft.com/office/powerpoint/2010/main" val="52546357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p:cNvPicPr>
            <a:picLocks noChangeAspect="1"/>
          </p:cNvPicPr>
          <p:nvPr/>
        </p:nvPicPr>
        <p:blipFill>
          <a:blip r:embed="rId2" cstate="print"/>
          <a:stretch>
            <a:fillRect/>
          </a:stretch>
        </p:blipFill>
        <p:spPr>
          <a:xfrm>
            <a:off x="0" y="0"/>
            <a:ext cx="9144000" cy="6858000"/>
          </a:xfrm>
          <a:prstGeom prst="rect">
            <a:avLst/>
          </a:prstGeom>
        </p:spPr>
      </p:pic>
      <p:sp>
        <p:nvSpPr>
          <p:cNvPr id="3" name="Object 2"/>
          <p:cNvSpPr txBox="1"/>
          <p:nvPr/>
        </p:nvSpPr>
        <p:spPr>
          <a:xfrm>
            <a:off x="274320" y="6652260"/>
            <a:ext cx="86868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Photo by GotCredit - Creative Commons Attribution License  https://www.flickr.com/photos/30576334@N05</a:t>
            </a:r>
            <a:endParaRPr lang="en-US" sz="800" dirty="0"/>
          </a:p>
        </p:txBody>
      </p:sp>
      <p:sp>
        <p:nvSpPr>
          <p:cNvPr id="4" name="Object 3"/>
          <p:cNvSpPr txBox="1"/>
          <p:nvPr/>
        </p:nvSpPr>
        <p:spPr>
          <a:xfrm>
            <a:off x="7589520" y="6652260"/>
            <a:ext cx="2819400" cy="369332"/>
          </a:xfrm>
          <a:prstGeom prst="rect">
            <a:avLst/>
          </a:prstGeom>
          <a:noFill/>
        </p:spPr>
        <p:txBody>
          <a:bodyPr wrap="square" rtlCol="0"/>
          <a:lstStyle/>
          <a:p>
            <a:r>
              <a:rPr lang="en-US" sz="800" dirty="0" smtClean="0">
                <a:solidFill>
                  <a:srgbClr val="FFFFFF"/>
                </a:solidFill>
                <a:latin typeface="Arial" pitchFamily="34" charset="0"/>
                <a:cs typeface="Arial" pitchFamily="34" charset="0"/>
              </a:rPr>
              <a:t>Created with Haiku Deck</a:t>
            </a:r>
            <a:endParaRPr lang="en-US" sz="800" dirty="0"/>
          </a:p>
        </p:txBody>
      </p:sp>
      <p:pic>
        <p:nvPicPr>
          <p:cNvPr id="5" name="Object 4"/>
          <p:cNvPicPr>
            <a:picLocks noChangeAspect="1"/>
          </p:cNvPicPr>
          <p:nvPr/>
        </p:nvPicPr>
        <p:blipFill>
          <a:blip r:embed="rId3" cstate="print"/>
          <a:stretch>
            <a:fillRect/>
          </a:stretch>
        </p:blipFill>
        <p:spPr>
          <a:xfrm>
            <a:off x="91440" y="6652260"/>
            <a:ext cx="200000" cy="200000"/>
          </a:xfrm>
          <a:prstGeom prst="rect">
            <a:avLst/>
          </a:prstGeom>
        </p:spPr>
      </p:pic>
      <p:sp>
        <p:nvSpPr>
          <p:cNvPr id="6" name="Object 5"/>
          <p:cNvSpPr txBox="1"/>
          <p:nvPr/>
        </p:nvSpPr>
        <p:spPr>
          <a:xfrm>
            <a:off x="0" y="6652260"/>
            <a:ext cx="9144000" cy="205740"/>
          </a:xfrm>
          <a:prstGeom prst="rect">
            <a:avLst/>
          </a:prstGeom>
          <a:solidFill>
            <a:srgbClr val="000000">
              <a:alpha val="50000"/>
            </a:srgbClr>
          </a:solidFill>
        </p:spPr>
      </p:sp>
    </p:spTree>
    <p:extLst>
      <p:ext uri="{BB962C8B-B14F-4D97-AF65-F5344CB8AC3E}">
        <p14:creationId xmlns:p14="http://schemas.microsoft.com/office/powerpoint/2010/main" val="44720056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Shape 181"/>
          <p:cNvSpPr txBox="1">
            <a:spLocks noGrp="1"/>
          </p:cNvSpPr>
          <p:nvPr>
            <p:ph type="title"/>
          </p:nvPr>
        </p:nvSpPr>
        <p:spPr>
          <a:xfrm>
            <a:off x="304800" y="188640"/>
            <a:ext cx="8686800" cy="1080120"/>
          </a:xfrm>
          <a:prstGeom prst="rect">
            <a:avLst/>
          </a:prstGeom>
          <a:noFill/>
          <a:ln>
            <a:noFill/>
          </a:ln>
        </p:spPr>
        <p:txBody>
          <a:bodyPr spcFirstLastPara="1" wrap="square" lIns="91425" tIns="45700" rIns="91425" bIns="45700" anchor="t" anchorCtr="0">
            <a:noAutofit/>
          </a:bodyPr>
          <a:lstStyle/>
          <a:p>
            <a:pPr marL="320040" marR="0" lvl="0" indent="-320040" algn="ctr" rtl="0">
              <a:spcBef>
                <a:spcPts val="0"/>
              </a:spcBef>
              <a:spcAft>
                <a:spcPts val="0"/>
              </a:spcAft>
              <a:buClr>
                <a:srgbClr val="C3260C"/>
              </a:buClr>
              <a:buSzPts val="3072"/>
              <a:buFont typeface="Georgia"/>
              <a:buChar char="*"/>
            </a:pPr>
            <a:r>
              <a:rPr lang="en-AU" sz="2400" b="1" i="0" u="none" strike="noStrike" cap="none">
                <a:solidFill>
                  <a:schemeClr val="dk1"/>
                </a:solidFill>
                <a:latin typeface="Trebuchet MS"/>
                <a:ea typeface="Trebuchet MS"/>
                <a:cs typeface="Trebuchet MS"/>
                <a:sym typeface="Trebuchet MS"/>
              </a:rPr>
              <a:t>Humanistic psychology has been influential in psychotherapy, education, parenting and business.</a:t>
            </a:r>
            <a:endParaRPr sz="2400" b="1" i="0" u="none" strike="noStrike" cap="none">
              <a:solidFill>
                <a:schemeClr val="dk1"/>
              </a:solidFill>
              <a:latin typeface="Trebuchet MS"/>
              <a:ea typeface="Trebuchet MS"/>
              <a:cs typeface="Trebuchet MS"/>
              <a:sym typeface="Trebuchet MS"/>
            </a:endParaRPr>
          </a:p>
        </p:txBody>
      </p:sp>
      <p:sp>
        <p:nvSpPr>
          <p:cNvPr id="182" name="Shape 182"/>
          <p:cNvSpPr txBox="1">
            <a:spLocks noGrp="1"/>
          </p:cNvSpPr>
          <p:nvPr>
            <p:ph type="body" idx="1"/>
          </p:nvPr>
        </p:nvSpPr>
        <p:spPr>
          <a:xfrm>
            <a:off x="179512" y="1484784"/>
            <a:ext cx="8640960" cy="45953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3260C"/>
              </a:buClr>
              <a:buFont typeface="Georgia"/>
              <a:buNone/>
            </a:pPr>
            <a:r>
              <a:rPr lang="en-AU" sz="2200" b="1" i="0" u="none" strike="noStrike" cap="none">
                <a:solidFill>
                  <a:srgbClr val="3F3F3F"/>
                </a:solidFill>
                <a:latin typeface="Trebuchet MS"/>
                <a:ea typeface="Trebuchet MS"/>
                <a:cs typeface="Trebuchet MS"/>
                <a:sym typeface="Trebuchet MS"/>
              </a:rPr>
              <a:t>It has been criticised on two points:</a:t>
            </a:r>
            <a:endParaRPr/>
          </a:p>
          <a:p>
            <a:pPr marL="514350" marR="0" lvl="0" indent="-514350" algn="l" rtl="0">
              <a:spcBef>
                <a:spcPts val="740"/>
              </a:spcBef>
              <a:spcAft>
                <a:spcPts val="0"/>
              </a:spcAft>
              <a:buClr>
                <a:srgbClr val="C3260C"/>
              </a:buClr>
              <a:buSzPts val="2860"/>
              <a:buFont typeface="Trebuchet MS"/>
              <a:buAutoNum type="arabicPeriod"/>
            </a:pPr>
            <a:r>
              <a:rPr lang="en-AU" sz="2200" b="1" i="0" u="none" strike="noStrike" cap="none">
                <a:solidFill>
                  <a:srgbClr val="3F3F3F"/>
                </a:solidFill>
                <a:latin typeface="Trebuchet MS"/>
                <a:ea typeface="Trebuchet MS"/>
                <a:cs typeface="Trebuchet MS"/>
                <a:sym typeface="Trebuchet MS"/>
              </a:rPr>
              <a:t>Humanistic theories are hard to test scientifically; they are based on clinical observation (cases) or philosophical assumptions rather than empirical research. Concepts like the </a:t>
            </a:r>
            <a:r>
              <a:rPr lang="en-AU" sz="2200" b="1" i="1" u="none" strike="noStrike" cap="none">
                <a:solidFill>
                  <a:srgbClr val="3F3F3F"/>
                </a:solidFill>
                <a:latin typeface="Trebuchet MS"/>
                <a:ea typeface="Trebuchet MS"/>
                <a:cs typeface="Trebuchet MS"/>
                <a:sym typeface="Trebuchet MS"/>
              </a:rPr>
              <a:t>‘actualising tendency’ </a:t>
            </a:r>
            <a:r>
              <a:rPr lang="en-AU" sz="2200" b="1" i="0" u="none" strike="noStrike" cap="none">
                <a:solidFill>
                  <a:srgbClr val="3F3F3F"/>
                </a:solidFill>
                <a:latin typeface="Trebuchet MS"/>
                <a:ea typeface="Trebuchet MS"/>
                <a:cs typeface="Trebuchet MS"/>
                <a:sym typeface="Trebuchet MS"/>
              </a:rPr>
              <a:t>and </a:t>
            </a:r>
            <a:r>
              <a:rPr lang="en-AU" sz="2200" b="1" i="1" u="none" strike="noStrike" cap="none">
                <a:solidFill>
                  <a:srgbClr val="3F3F3F"/>
                </a:solidFill>
                <a:latin typeface="Trebuchet MS"/>
                <a:ea typeface="Trebuchet MS"/>
                <a:cs typeface="Trebuchet MS"/>
                <a:sym typeface="Trebuchet MS"/>
              </a:rPr>
              <a:t>‘positive regard’ </a:t>
            </a:r>
            <a:r>
              <a:rPr lang="en-AU" sz="2200" b="1" i="0" u="none" strike="noStrike" cap="none">
                <a:solidFill>
                  <a:srgbClr val="3F3F3F"/>
                </a:solidFill>
                <a:latin typeface="Trebuchet MS"/>
                <a:ea typeface="Trebuchet MS"/>
                <a:cs typeface="Trebuchet MS"/>
                <a:sym typeface="Trebuchet MS"/>
              </a:rPr>
              <a:t>are difficult to observe, measure and study objectively.</a:t>
            </a:r>
            <a:endParaRPr/>
          </a:p>
          <a:p>
            <a:pPr marL="514350" marR="0" lvl="0" indent="-514350" algn="l" rtl="0">
              <a:spcBef>
                <a:spcPts val="740"/>
              </a:spcBef>
              <a:spcAft>
                <a:spcPts val="0"/>
              </a:spcAft>
              <a:buClr>
                <a:srgbClr val="C3260C"/>
              </a:buClr>
              <a:buSzPts val="2860"/>
              <a:buFont typeface="Trebuchet MS"/>
              <a:buAutoNum type="arabicPeriod"/>
            </a:pPr>
            <a:r>
              <a:rPr lang="en-AU" sz="2200" b="1" i="0" u="none" strike="noStrike" cap="none">
                <a:solidFill>
                  <a:srgbClr val="3F3F3F"/>
                </a:solidFill>
                <a:latin typeface="Trebuchet MS"/>
                <a:ea typeface="Trebuchet MS"/>
                <a:cs typeface="Trebuchet MS"/>
                <a:sym typeface="Trebuchet MS"/>
              </a:rPr>
              <a:t>The fundamental basic premise that humans are inherently good may be too optimistic or naïve.</a:t>
            </a:r>
            <a:endParaRPr/>
          </a:p>
          <a:p>
            <a:pPr marL="514350" marR="0" lvl="0" indent="-332740" algn="l" rtl="0">
              <a:spcBef>
                <a:spcPts val="740"/>
              </a:spcBef>
              <a:spcAft>
                <a:spcPts val="300"/>
              </a:spcAft>
              <a:buClr>
                <a:srgbClr val="C3260C"/>
              </a:buClr>
              <a:buSzPts val="2860"/>
              <a:buFont typeface="Trebuchet MS"/>
              <a:buNone/>
            </a:pPr>
            <a:endParaRPr sz="2200" b="1" i="0" u="none" strike="noStrike" cap="none">
              <a:solidFill>
                <a:srgbClr val="3F3F3F"/>
              </a:solidFill>
              <a:latin typeface="Trebuchet MS"/>
              <a:ea typeface="Trebuchet MS"/>
              <a:cs typeface="Trebuchet MS"/>
              <a:sym typeface="Trebuchet M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Shape 187"/>
          <p:cNvSpPr txBox="1">
            <a:spLocks noGrp="1"/>
          </p:cNvSpPr>
          <p:nvPr>
            <p:ph type="title"/>
          </p:nvPr>
        </p:nvSpPr>
        <p:spPr>
          <a:xfrm>
            <a:off x="0" y="260648"/>
            <a:ext cx="8991600" cy="648072"/>
          </a:xfrm>
          <a:prstGeom prst="rect">
            <a:avLst/>
          </a:prstGeom>
          <a:noFill/>
          <a:ln>
            <a:noFill/>
          </a:ln>
        </p:spPr>
        <p:txBody>
          <a:bodyPr spcFirstLastPara="1" wrap="square" lIns="91425" tIns="45700" rIns="91425" bIns="45700" anchor="t" anchorCtr="0">
            <a:noAutofit/>
          </a:bodyPr>
          <a:lstStyle/>
          <a:p>
            <a:pPr marL="320040" marR="0" lvl="0" indent="-320040" algn="ctr" rtl="0">
              <a:spcBef>
                <a:spcPts val="0"/>
              </a:spcBef>
              <a:spcAft>
                <a:spcPts val="0"/>
              </a:spcAft>
              <a:buClr>
                <a:srgbClr val="C3260C"/>
              </a:buClr>
              <a:buSzPts val="3584"/>
              <a:buFont typeface="Georgia"/>
              <a:buChar char="*"/>
            </a:pPr>
            <a:r>
              <a:rPr lang="en-AU" sz="2800" b="1" i="0" u="sng" strike="noStrike" cap="none">
                <a:solidFill>
                  <a:schemeClr val="dk1"/>
                </a:solidFill>
                <a:latin typeface="Trebuchet MS"/>
                <a:ea typeface="Trebuchet MS"/>
                <a:cs typeface="Trebuchet MS"/>
                <a:sym typeface="Trebuchet MS"/>
              </a:rPr>
              <a:t>HUMANISTIC THEORIES: </a:t>
            </a:r>
            <a:br>
              <a:rPr lang="en-AU" sz="2800" b="1" i="0" u="sng" strike="noStrike" cap="none">
                <a:solidFill>
                  <a:schemeClr val="dk1"/>
                </a:solidFill>
                <a:latin typeface="Trebuchet MS"/>
                <a:ea typeface="Trebuchet MS"/>
                <a:cs typeface="Trebuchet MS"/>
                <a:sym typeface="Trebuchet MS"/>
              </a:rPr>
            </a:br>
            <a:r>
              <a:rPr lang="en-AU" sz="2400" b="1" i="0" u="sng" strike="noStrike" cap="none">
                <a:solidFill>
                  <a:schemeClr val="dk1"/>
                </a:solidFill>
                <a:latin typeface="Trebuchet MS"/>
                <a:ea typeface="Trebuchet MS"/>
                <a:cs typeface="Trebuchet MS"/>
                <a:sym typeface="Trebuchet MS"/>
              </a:rPr>
              <a:t>Focused on healthy personalities</a:t>
            </a:r>
            <a:endParaRPr sz="2400" b="1" i="0" u="sng" strike="noStrike" cap="none">
              <a:solidFill>
                <a:schemeClr val="dk1"/>
              </a:solidFill>
              <a:latin typeface="Trebuchet MS"/>
              <a:ea typeface="Trebuchet MS"/>
              <a:cs typeface="Trebuchet MS"/>
              <a:sym typeface="Trebuchet MS"/>
            </a:endParaRPr>
          </a:p>
        </p:txBody>
      </p:sp>
      <p:sp>
        <p:nvSpPr>
          <p:cNvPr id="188" name="Shape 188"/>
          <p:cNvSpPr txBox="1">
            <a:spLocks noGrp="1"/>
          </p:cNvSpPr>
          <p:nvPr>
            <p:ph type="body" idx="1"/>
          </p:nvPr>
        </p:nvSpPr>
        <p:spPr>
          <a:xfrm>
            <a:off x="304800" y="1268760"/>
            <a:ext cx="8686800" cy="4811365"/>
          </a:xfrm>
          <a:prstGeom prst="rect">
            <a:avLst/>
          </a:prstGeom>
          <a:noFill/>
          <a:ln>
            <a:noFill/>
          </a:ln>
        </p:spPr>
        <p:txBody>
          <a:bodyPr spcFirstLastPara="1" wrap="square" lIns="91425" tIns="45700" rIns="91425" bIns="45700" anchor="t" anchorCtr="0">
            <a:noAutofit/>
          </a:bodyPr>
          <a:lstStyle/>
          <a:p>
            <a:pPr marL="228600" marR="0" lvl="0" indent="-190500" algn="l" rtl="0">
              <a:spcBef>
                <a:spcPts val="0"/>
              </a:spcBef>
              <a:spcAft>
                <a:spcPts val="0"/>
              </a:spcAft>
              <a:buClr>
                <a:srgbClr val="C3260C"/>
              </a:buClr>
              <a:buSzPts val="2860"/>
              <a:buFont typeface="Georgia"/>
              <a:buChar char="*"/>
            </a:pPr>
            <a:r>
              <a:rPr lang="en-AU" sz="2200" b="0" i="0" u="none" strike="noStrike" cap="none">
                <a:solidFill>
                  <a:schemeClr val="dk1"/>
                </a:solidFill>
                <a:latin typeface="Trebuchet MS"/>
                <a:ea typeface="Trebuchet MS"/>
                <a:cs typeface="Trebuchet MS"/>
                <a:sym typeface="Trebuchet MS"/>
              </a:rPr>
              <a:t>They regarded people as </a:t>
            </a:r>
            <a:r>
              <a:rPr lang="en-AU" sz="2200" b="1" i="0" u="none" strike="noStrike" cap="none">
                <a:solidFill>
                  <a:schemeClr val="dk1"/>
                </a:solidFill>
                <a:latin typeface="Trebuchet MS"/>
                <a:ea typeface="Trebuchet MS"/>
                <a:cs typeface="Trebuchet MS"/>
                <a:sym typeface="Trebuchet MS"/>
              </a:rPr>
              <a:t>inherently good </a:t>
            </a:r>
            <a:r>
              <a:rPr lang="en-AU" sz="2200" b="0" i="0" u="none" strike="noStrike" cap="none">
                <a:solidFill>
                  <a:schemeClr val="dk1"/>
                </a:solidFill>
                <a:latin typeface="Trebuchet MS"/>
                <a:ea typeface="Trebuchet MS"/>
                <a:cs typeface="Trebuchet MS"/>
                <a:sym typeface="Trebuchet MS"/>
              </a:rPr>
              <a:t>and based this on the belief that </a:t>
            </a:r>
            <a:r>
              <a:rPr lang="en-AU" sz="2200" b="1" i="1" u="none" strike="noStrike" cap="none">
                <a:solidFill>
                  <a:schemeClr val="dk1"/>
                </a:solidFill>
                <a:latin typeface="Trebuchet MS"/>
                <a:ea typeface="Trebuchet MS"/>
                <a:cs typeface="Trebuchet MS"/>
                <a:sym typeface="Trebuchet MS"/>
              </a:rPr>
              <a:t>people grow psychologically from within </a:t>
            </a:r>
            <a:r>
              <a:rPr lang="en-AU" sz="2200" b="0" i="0" u="none" strike="noStrike" cap="none">
                <a:solidFill>
                  <a:schemeClr val="dk1"/>
                </a:solidFill>
                <a:latin typeface="Trebuchet MS"/>
                <a:ea typeface="Trebuchet MS"/>
                <a:cs typeface="Trebuchet MS"/>
                <a:sym typeface="Trebuchet MS"/>
              </a:rPr>
              <a:t>and are motivated to do so.</a:t>
            </a:r>
            <a:endParaRPr/>
          </a:p>
          <a:p>
            <a:pPr marL="228600" marR="0" lvl="0" indent="-190500" algn="l" rtl="0">
              <a:spcBef>
                <a:spcPts val="740"/>
              </a:spcBef>
              <a:spcAft>
                <a:spcPts val="0"/>
              </a:spcAft>
              <a:buClr>
                <a:srgbClr val="C3260C"/>
              </a:buClr>
              <a:buSzPts val="2860"/>
              <a:buFont typeface="Georgia"/>
              <a:buChar char="*"/>
            </a:pPr>
            <a:r>
              <a:rPr lang="en-AU" sz="2200" b="0" i="0" u="none" strike="noStrike" cap="none">
                <a:solidFill>
                  <a:schemeClr val="dk1"/>
                </a:solidFill>
                <a:latin typeface="Trebuchet MS"/>
                <a:ea typeface="Trebuchet MS"/>
                <a:cs typeface="Trebuchet MS"/>
                <a:sym typeface="Trebuchet MS"/>
              </a:rPr>
              <a:t>The main criticism is that t</a:t>
            </a:r>
            <a:r>
              <a:rPr lang="en-AU" sz="2200" b="0" i="0" u="none" strike="noStrike" cap="none">
                <a:solidFill>
                  <a:srgbClr val="3F3F3F"/>
                </a:solidFill>
                <a:latin typeface="Trebuchet MS"/>
                <a:ea typeface="Trebuchet MS"/>
                <a:cs typeface="Trebuchet MS"/>
                <a:sym typeface="Trebuchet MS"/>
              </a:rPr>
              <a:t>he Theory as a whole </a:t>
            </a:r>
            <a:r>
              <a:rPr lang="en-AU" sz="2200" b="1" i="1" u="none" strike="noStrike" cap="none">
                <a:solidFill>
                  <a:srgbClr val="3F3F3F"/>
                </a:solidFill>
                <a:latin typeface="Trebuchet MS"/>
                <a:ea typeface="Trebuchet MS"/>
                <a:cs typeface="Trebuchet MS"/>
                <a:sym typeface="Trebuchet MS"/>
              </a:rPr>
              <a:t>cannot be tested.</a:t>
            </a:r>
            <a:r>
              <a:rPr lang="en-AU" sz="2200" b="1" i="1" u="none" strike="noStrike" cap="none">
                <a:solidFill>
                  <a:schemeClr val="dk1"/>
                </a:solidFill>
                <a:latin typeface="Trebuchet MS"/>
                <a:ea typeface="Trebuchet MS"/>
                <a:cs typeface="Trebuchet MS"/>
                <a:sym typeface="Trebuchet MS"/>
              </a:rPr>
              <a:t> (open to dispute)</a:t>
            </a:r>
            <a:endParaRPr/>
          </a:p>
          <a:p>
            <a:pPr marL="228600" marR="0" lvl="0" indent="-190500" algn="l" rtl="0">
              <a:spcBef>
                <a:spcPts val="740"/>
              </a:spcBef>
              <a:spcAft>
                <a:spcPts val="0"/>
              </a:spcAft>
              <a:buClr>
                <a:srgbClr val="C3260C"/>
              </a:buClr>
              <a:buSzPts val="2860"/>
              <a:buFont typeface="Georgia"/>
              <a:buChar char="*"/>
            </a:pPr>
            <a:r>
              <a:rPr lang="en-AU" sz="2200" b="0" i="0" u="none" strike="noStrike" cap="none">
                <a:solidFill>
                  <a:srgbClr val="3F3F3F"/>
                </a:solidFill>
                <a:latin typeface="Trebuchet MS"/>
                <a:ea typeface="Trebuchet MS"/>
                <a:cs typeface="Trebuchet MS"/>
                <a:sym typeface="Trebuchet MS"/>
              </a:rPr>
              <a:t> </a:t>
            </a:r>
            <a:r>
              <a:rPr lang="en-AU" sz="2200" b="1" i="0" u="none" strike="noStrike" cap="none">
                <a:solidFill>
                  <a:schemeClr val="dk1"/>
                </a:solidFill>
                <a:latin typeface="Trebuchet MS"/>
                <a:ea typeface="Trebuchet MS"/>
                <a:cs typeface="Trebuchet MS"/>
                <a:sym typeface="Trebuchet MS"/>
              </a:rPr>
              <a:t>Not all </a:t>
            </a:r>
            <a:r>
              <a:rPr lang="en-AU" sz="2200" b="0" i="0" u="none" strike="noStrike" cap="none">
                <a:solidFill>
                  <a:schemeClr val="dk1"/>
                </a:solidFill>
                <a:latin typeface="Trebuchet MS"/>
                <a:ea typeface="Trebuchet MS"/>
                <a:cs typeface="Trebuchet MS"/>
                <a:sym typeface="Trebuchet MS"/>
              </a:rPr>
              <a:t>will </a:t>
            </a:r>
            <a:r>
              <a:rPr lang="en-AU" sz="2200" b="1" i="1" u="none" strike="noStrike" cap="none">
                <a:solidFill>
                  <a:schemeClr val="dk1"/>
                </a:solidFill>
                <a:latin typeface="Trebuchet MS"/>
                <a:ea typeface="Trebuchet MS"/>
                <a:cs typeface="Trebuchet MS"/>
                <a:sym typeface="Trebuchet MS"/>
              </a:rPr>
              <a:t>agree</a:t>
            </a:r>
            <a:r>
              <a:rPr lang="en-AU" sz="2200" b="0" i="0" u="none" strike="noStrike" cap="none">
                <a:solidFill>
                  <a:srgbClr val="3F3F3F"/>
                </a:solidFill>
                <a:latin typeface="Trebuchet MS"/>
                <a:ea typeface="Trebuchet MS"/>
                <a:cs typeface="Trebuchet MS"/>
                <a:sym typeface="Trebuchet MS"/>
              </a:rPr>
              <a:t> that people are motivated by a need for personal growth and are striving to achieve their potential.</a:t>
            </a:r>
            <a:endParaRPr/>
          </a:p>
          <a:p>
            <a:pPr marL="228600" marR="0" lvl="0" indent="-190500" algn="l" rtl="0">
              <a:spcBef>
                <a:spcPts val="740"/>
              </a:spcBef>
              <a:spcAft>
                <a:spcPts val="0"/>
              </a:spcAft>
              <a:buClr>
                <a:srgbClr val="C3260C"/>
              </a:buClr>
              <a:buSzPts val="2860"/>
              <a:buFont typeface="Georgia"/>
              <a:buChar char="*"/>
            </a:pPr>
            <a:r>
              <a:rPr lang="en-AU" sz="2200" b="0" i="0" u="none" strike="noStrike" cap="none">
                <a:solidFill>
                  <a:srgbClr val="3F3F3F"/>
                </a:solidFill>
                <a:latin typeface="Trebuchet MS"/>
                <a:ea typeface="Trebuchet MS"/>
                <a:cs typeface="Trebuchet MS"/>
                <a:sym typeface="Trebuchet MS"/>
              </a:rPr>
              <a:t>Also a major concern is the </a:t>
            </a:r>
            <a:r>
              <a:rPr lang="en-AU" sz="2200" b="1" i="0" u="none" strike="noStrike" cap="none">
                <a:solidFill>
                  <a:srgbClr val="3F3F3F"/>
                </a:solidFill>
                <a:latin typeface="Trebuchet MS"/>
                <a:ea typeface="Trebuchet MS"/>
                <a:cs typeface="Trebuchet MS"/>
                <a:sym typeface="Trebuchet MS"/>
              </a:rPr>
              <a:t>vagueness of concepts</a:t>
            </a:r>
            <a:r>
              <a:rPr lang="en-AU" sz="2200" b="0" i="0" u="none" strike="noStrike" cap="none">
                <a:solidFill>
                  <a:srgbClr val="3F3F3F"/>
                </a:solidFill>
                <a:latin typeface="Trebuchet MS"/>
                <a:ea typeface="Trebuchet MS"/>
                <a:cs typeface="Trebuchet MS"/>
                <a:sym typeface="Trebuchet MS"/>
              </a:rPr>
              <a:t> such as “self-actualisation.’ </a:t>
            </a:r>
            <a:r>
              <a:rPr lang="en-AU" sz="2200" b="1" i="0" u="none" strike="noStrike" cap="none">
                <a:solidFill>
                  <a:srgbClr val="3F3F3F"/>
                </a:solidFill>
                <a:latin typeface="Trebuchet MS"/>
                <a:ea typeface="Trebuchet MS"/>
                <a:cs typeface="Trebuchet MS"/>
                <a:sym typeface="Trebuchet MS"/>
              </a:rPr>
              <a:t>Vague concepts are very difficult to investigate scientifically </a:t>
            </a:r>
            <a:endParaRPr/>
          </a:p>
          <a:p>
            <a:pPr marL="228600" marR="0" lvl="0" indent="-8890" algn="l" rtl="0">
              <a:spcBef>
                <a:spcPts val="740"/>
              </a:spcBef>
              <a:spcAft>
                <a:spcPts val="300"/>
              </a:spcAft>
              <a:buClr>
                <a:srgbClr val="C3260C"/>
              </a:buClr>
              <a:buSzPts val="2860"/>
              <a:buFont typeface="Georgia"/>
              <a:buNone/>
            </a:pPr>
            <a:endParaRPr sz="2200" b="0" i="0" u="none" strike="noStrike" cap="none">
              <a:solidFill>
                <a:srgbClr val="3F3F3F"/>
              </a:solidFill>
              <a:latin typeface="Trebuchet MS"/>
              <a:ea typeface="Trebuchet MS"/>
              <a:cs typeface="Trebuchet MS"/>
              <a:sym typeface="Trebuchet M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8">
                                            <p:txEl>
                                              <p:pRg st="0" end="0"/>
                                            </p:txEl>
                                          </p:spTgt>
                                        </p:tgtEl>
                                        <p:attrNameLst>
                                          <p:attrName>style.visibility</p:attrName>
                                        </p:attrNameLst>
                                      </p:cBhvr>
                                      <p:to>
                                        <p:strVal val="visible"/>
                                      </p:to>
                                    </p:set>
                                    <p:anim calcmode="lin" valueType="num">
                                      <p:cBhvr additive="base">
                                        <p:cTn id="7" dur="500"/>
                                        <p:tgtEl>
                                          <p:spTgt spid="18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88">
                                            <p:txEl>
                                              <p:pRg st="1" end="1"/>
                                            </p:txEl>
                                          </p:spTgt>
                                        </p:tgtEl>
                                        <p:attrNameLst>
                                          <p:attrName>style.visibility</p:attrName>
                                        </p:attrNameLst>
                                      </p:cBhvr>
                                      <p:to>
                                        <p:strVal val="visible"/>
                                      </p:to>
                                    </p:set>
                                    <p:anim calcmode="lin" valueType="num">
                                      <p:cBhvr additive="base">
                                        <p:cTn id="12" dur="500"/>
                                        <p:tgtEl>
                                          <p:spTgt spid="18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88">
                                            <p:txEl>
                                              <p:pRg st="2" end="2"/>
                                            </p:txEl>
                                          </p:spTgt>
                                        </p:tgtEl>
                                        <p:attrNameLst>
                                          <p:attrName>style.visibility</p:attrName>
                                        </p:attrNameLst>
                                      </p:cBhvr>
                                      <p:to>
                                        <p:strVal val="visible"/>
                                      </p:to>
                                    </p:set>
                                    <p:anim calcmode="lin" valueType="num">
                                      <p:cBhvr additive="base">
                                        <p:cTn id="17" dur="500"/>
                                        <p:tgtEl>
                                          <p:spTgt spid="18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88">
                                            <p:txEl>
                                              <p:pRg st="3" end="3"/>
                                            </p:txEl>
                                          </p:spTgt>
                                        </p:tgtEl>
                                        <p:attrNameLst>
                                          <p:attrName>style.visibility</p:attrName>
                                        </p:attrNameLst>
                                      </p:cBhvr>
                                      <p:to>
                                        <p:strVal val="visible"/>
                                      </p:to>
                                    </p:set>
                                    <p:anim calcmode="lin" valueType="num">
                                      <p:cBhvr additive="base">
                                        <p:cTn id="22" dur="500"/>
                                        <p:tgtEl>
                                          <p:spTgt spid="18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88">
                                            <p:txEl>
                                              <p:pRg st="4" end="4"/>
                                            </p:txEl>
                                          </p:spTgt>
                                        </p:tgtEl>
                                        <p:attrNameLst>
                                          <p:attrName>style.visibility</p:attrName>
                                        </p:attrNameLst>
                                      </p:cBhvr>
                                      <p:to>
                                        <p:strVal val="visible"/>
                                      </p:to>
                                    </p:set>
                                    <p:anim calcmode="lin" valueType="num">
                                      <p:cBhvr additive="base">
                                        <p:cTn id="27" dur="500"/>
                                        <p:tgtEl>
                                          <p:spTgt spid="188">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Shape 193"/>
          <p:cNvSpPr txBox="1">
            <a:spLocks noGrp="1"/>
          </p:cNvSpPr>
          <p:nvPr>
            <p:ph type="title"/>
          </p:nvPr>
        </p:nvSpPr>
        <p:spPr>
          <a:xfrm>
            <a:off x="251520" y="332656"/>
            <a:ext cx="8496943" cy="1152128"/>
          </a:xfrm>
          <a:prstGeom prst="rect">
            <a:avLst/>
          </a:prstGeom>
          <a:noFill/>
          <a:ln>
            <a:noFill/>
          </a:ln>
        </p:spPr>
        <p:txBody>
          <a:bodyPr spcFirstLastPara="1" wrap="square" lIns="91425" tIns="45700" rIns="91425" bIns="45700" anchor="t" anchorCtr="0">
            <a:noAutofit/>
          </a:bodyPr>
          <a:lstStyle/>
          <a:p>
            <a:pPr marL="320040" marR="0" lvl="0" indent="-320040" algn="ctr" rtl="0">
              <a:spcBef>
                <a:spcPts val="0"/>
              </a:spcBef>
              <a:spcAft>
                <a:spcPts val="0"/>
              </a:spcAft>
              <a:buClr>
                <a:srgbClr val="C3260C"/>
              </a:buClr>
              <a:buSzPts val="4608"/>
              <a:buFont typeface="Georgia"/>
              <a:buChar char="*"/>
            </a:pPr>
            <a:r>
              <a:rPr lang="en-AU" sz="3600" b="1" i="0" u="none" strike="noStrike" cap="none">
                <a:solidFill>
                  <a:schemeClr val="dk1"/>
                </a:solidFill>
                <a:latin typeface="Trebuchet MS"/>
                <a:ea typeface="Trebuchet MS"/>
                <a:cs typeface="Trebuchet MS"/>
                <a:sym typeface="Trebuchet MS"/>
              </a:rPr>
              <a:t>Other criticisms of Maslow’s theory:</a:t>
            </a:r>
            <a:endParaRPr sz="3600" b="1" i="0" u="none" strike="noStrike" cap="none">
              <a:solidFill>
                <a:schemeClr val="dk1"/>
              </a:solidFill>
              <a:latin typeface="Trebuchet MS"/>
              <a:ea typeface="Trebuchet MS"/>
              <a:cs typeface="Trebuchet MS"/>
              <a:sym typeface="Trebuchet MS"/>
            </a:endParaRPr>
          </a:p>
        </p:txBody>
      </p:sp>
      <p:sp>
        <p:nvSpPr>
          <p:cNvPr id="194" name="Shape 194"/>
          <p:cNvSpPr txBox="1">
            <a:spLocks noGrp="1"/>
          </p:cNvSpPr>
          <p:nvPr>
            <p:ph type="body" idx="1"/>
          </p:nvPr>
        </p:nvSpPr>
        <p:spPr>
          <a:xfrm>
            <a:off x="467544" y="1700808"/>
            <a:ext cx="7920880" cy="3888432"/>
          </a:xfrm>
          <a:prstGeom prst="rect">
            <a:avLst/>
          </a:prstGeom>
          <a:noFill/>
          <a:ln>
            <a:noFill/>
          </a:ln>
        </p:spPr>
        <p:txBody>
          <a:bodyPr spcFirstLastPara="1" wrap="square" lIns="91425" tIns="45700" rIns="91425" bIns="45700" anchor="t" anchorCtr="0">
            <a:noAutofit/>
          </a:bodyPr>
          <a:lstStyle/>
          <a:p>
            <a:pPr marL="228600" marR="0" lvl="0" indent="-190500" algn="l" rtl="0">
              <a:spcBef>
                <a:spcPts val="0"/>
              </a:spcBef>
              <a:spcAft>
                <a:spcPts val="0"/>
              </a:spcAft>
              <a:buClr>
                <a:srgbClr val="C3260C"/>
              </a:buClr>
              <a:buSzPts val="2860"/>
              <a:buFont typeface="Georgia"/>
              <a:buChar char="*"/>
            </a:pPr>
            <a:r>
              <a:rPr lang="en-AU" sz="2200" b="0" i="0" u="none" strike="noStrike" cap="none">
                <a:solidFill>
                  <a:srgbClr val="3F3F3F"/>
                </a:solidFill>
                <a:latin typeface="Trebuchet MS"/>
                <a:ea typeface="Trebuchet MS"/>
                <a:cs typeface="Trebuchet MS"/>
                <a:sym typeface="Trebuchet MS"/>
              </a:rPr>
              <a:t>Critics suggested that his descriptions of characteristics of a self-actualised person </a:t>
            </a:r>
            <a:r>
              <a:rPr lang="en-AU" sz="2200" b="1" i="1" u="none" strike="noStrike" cap="none">
                <a:solidFill>
                  <a:srgbClr val="3F3F3F"/>
                </a:solidFill>
                <a:latin typeface="Trebuchet MS"/>
                <a:ea typeface="Trebuchet MS"/>
                <a:cs typeface="Trebuchet MS"/>
                <a:sym typeface="Trebuchet MS"/>
              </a:rPr>
              <a:t>were simply a list of HIS OWN values of persons studied. (Subjective viewpoint)</a:t>
            </a:r>
            <a:endParaRPr/>
          </a:p>
          <a:p>
            <a:pPr marL="228600" marR="0" lvl="0" indent="-190500" algn="l" rtl="0">
              <a:spcBef>
                <a:spcPts val="740"/>
              </a:spcBef>
              <a:spcAft>
                <a:spcPts val="0"/>
              </a:spcAft>
              <a:buClr>
                <a:srgbClr val="C3260C"/>
              </a:buClr>
              <a:buSzPts val="2860"/>
              <a:buFont typeface="Georgia"/>
              <a:buChar char="*"/>
            </a:pPr>
            <a:r>
              <a:rPr lang="en-AU" sz="2200" b="0" i="0" u="none" strike="noStrike" cap="none">
                <a:solidFill>
                  <a:srgbClr val="3F3F3F"/>
                </a:solidFill>
                <a:latin typeface="Trebuchet MS"/>
                <a:ea typeface="Trebuchet MS"/>
                <a:cs typeface="Trebuchet MS"/>
                <a:sym typeface="Trebuchet MS"/>
              </a:rPr>
              <a:t>Critics also said that his theories are </a:t>
            </a:r>
            <a:r>
              <a:rPr lang="en-AU" sz="2200" b="1" i="0" u="none" strike="noStrike" cap="none">
                <a:solidFill>
                  <a:srgbClr val="3F3F3F"/>
                </a:solidFill>
                <a:latin typeface="Trebuchet MS"/>
                <a:ea typeface="Trebuchet MS"/>
                <a:cs typeface="Trebuchet MS"/>
                <a:sym typeface="Trebuchet MS"/>
              </a:rPr>
              <a:t>overly optimistic</a:t>
            </a:r>
            <a:r>
              <a:rPr lang="en-AU" sz="2200" b="0" i="0" u="none" strike="noStrike" cap="none">
                <a:solidFill>
                  <a:srgbClr val="3F3F3F"/>
                </a:solidFill>
                <a:latin typeface="Trebuchet MS"/>
                <a:ea typeface="Trebuchet MS"/>
                <a:cs typeface="Trebuchet MS"/>
                <a:sym typeface="Trebuchet MS"/>
              </a:rPr>
              <a:t> and </a:t>
            </a:r>
            <a:r>
              <a:rPr lang="en-AU" sz="2200" b="1" i="1" u="none" strike="noStrike" cap="none">
                <a:solidFill>
                  <a:srgbClr val="3F3F3F"/>
                </a:solidFill>
                <a:latin typeface="Trebuchet MS"/>
                <a:ea typeface="Trebuchet MS"/>
                <a:cs typeface="Trebuchet MS"/>
                <a:sym typeface="Trebuchet MS"/>
              </a:rPr>
              <a:t>fail to take into account the human capacity for evil.</a:t>
            </a:r>
            <a:endParaRPr/>
          </a:p>
          <a:p>
            <a:pPr marL="228600" marR="0" lvl="0" indent="-190500" algn="l" rtl="0">
              <a:spcBef>
                <a:spcPts val="740"/>
              </a:spcBef>
              <a:spcAft>
                <a:spcPts val="300"/>
              </a:spcAft>
              <a:buClr>
                <a:srgbClr val="C3260C"/>
              </a:buClr>
              <a:buSzPts val="2860"/>
              <a:buFont typeface="Georgia"/>
              <a:buChar char="*"/>
            </a:pPr>
            <a:r>
              <a:rPr lang="en-AU" sz="2200" b="1" i="1" u="none" strike="noStrike" cap="none">
                <a:solidFill>
                  <a:srgbClr val="3F3F3F"/>
                </a:solidFill>
                <a:latin typeface="Trebuchet MS"/>
                <a:ea typeface="Trebuchet MS"/>
                <a:cs typeface="Trebuchet MS"/>
                <a:sym typeface="Trebuchet MS"/>
              </a:rPr>
              <a:t>We need to acknowledge BOTH good and evil in the world if we are to be realistic.</a:t>
            </a:r>
            <a:endParaRPr sz="2200" b="1" i="1" u="none" strike="noStrike" cap="none">
              <a:solidFill>
                <a:srgbClr val="3F3F3F"/>
              </a:solidFill>
              <a:latin typeface="Trebuchet MS"/>
              <a:ea typeface="Trebuchet MS"/>
              <a:cs typeface="Trebuchet MS"/>
              <a:sym typeface="Trebuchet M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4">
                                            <p:txEl>
                                              <p:pRg st="0" end="0"/>
                                            </p:txEl>
                                          </p:spTgt>
                                        </p:tgtEl>
                                        <p:attrNameLst>
                                          <p:attrName>style.visibility</p:attrName>
                                        </p:attrNameLst>
                                      </p:cBhvr>
                                      <p:to>
                                        <p:strVal val="visible"/>
                                      </p:to>
                                    </p:set>
                                    <p:anim calcmode="lin" valueType="num">
                                      <p:cBhvr additive="base">
                                        <p:cTn id="7" dur="500"/>
                                        <p:tgtEl>
                                          <p:spTgt spid="19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94">
                                            <p:txEl>
                                              <p:pRg st="1" end="1"/>
                                            </p:txEl>
                                          </p:spTgt>
                                        </p:tgtEl>
                                        <p:attrNameLst>
                                          <p:attrName>style.visibility</p:attrName>
                                        </p:attrNameLst>
                                      </p:cBhvr>
                                      <p:to>
                                        <p:strVal val="visible"/>
                                      </p:to>
                                    </p:set>
                                    <p:anim calcmode="lin" valueType="num">
                                      <p:cBhvr additive="base">
                                        <p:cTn id="12" dur="500"/>
                                        <p:tgtEl>
                                          <p:spTgt spid="19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94">
                                            <p:txEl>
                                              <p:pRg st="2" end="2"/>
                                            </p:txEl>
                                          </p:spTgt>
                                        </p:tgtEl>
                                        <p:attrNameLst>
                                          <p:attrName>style.visibility</p:attrName>
                                        </p:attrNameLst>
                                      </p:cBhvr>
                                      <p:to>
                                        <p:strVal val="visible"/>
                                      </p:to>
                                    </p:set>
                                    <p:anim calcmode="lin" valueType="num">
                                      <p:cBhvr additive="base">
                                        <p:cTn id="17" dur="500"/>
                                        <p:tgtEl>
                                          <p:spTgt spid="19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Shape 199"/>
          <p:cNvSpPr txBox="1">
            <a:spLocks noGrp="1"/>
          </p:cNvSpPr>
          <p:nvPr>
            <p:ph type="title"/>
          </p:nvPr>
        </p:nvSpPr>
        <p:spPr>
          <a:xfrm>
            <a:off x="304800" y="476672"/>
            <a:ext cx="8686800" cy="1080120"/>
          </a:xfrm>
          <a:prstGeom prst="rect">
            <a:avLst/>
          </a:prstGeom>
          <a:noFill/>
          <a:ln>
            <a:noFill/>
          </a:ln>
        </p:spPr>
        <p:txBody>
          <a:bodyPr spcFirstLastPara="1" wrap="square" lIns="91425" tIns="45700" rIns="91425" bIns="45700" anchor="t" anchorCtr="0">
            <a:noAutofit/>
          </a:bodyPr>
          <a:lstStyle/>
          <a:p>
            <a:pPr marL="320040" marR="0" lvl="0" indent="-320040" algn="ctr" rtl="0">
              <a:spcBef>
                <a:spcPts val="0"/>
              </a:spcBef>
              <a:spcAft>
                <a:spcPts val="0"/>
              </a:spcAft>
              <a:buClr>
                <a:srgbClr val="C3260C"/>
              </a:buClr>
              <a:buSzPts val="3072"/>
              <a:buFont typeface="Georgia"/>
              <a:buChar char="*"/>
            </a:pPr>
            <a:r>
              <a:rPr lang="en-AU" sz="2400" b="1" i="0" u="none" strike="noStrike" cap="none">
                <a:solidFill>
                  <a:schemeClr val="dk1"/>
                </a:solidFill>
                <a:latin typeface="Trebuchet MS"/>
                <a:ea typeface="Trebuchet MS"/>
                <a:cs typeface="Trebuchet MS"/>
                <a:sym typeface="Trebuchet MS"/>
              </a:rPr>
              <a:t>CONSISTENCY IN PERSONALITY:</a:t>
            </a:r>
            <a:br>
              <a:rPr lang="en-AU" sz="2400" b="1" i="0" u="none" strike="noStrike" cap="none">
                <a:solidFill>
                  <a:schemeClr val="dk1"/>
                </a:solidFill>
                <a:latin typeface="Trebuchet MS"/>
                <a:ea typeface="Trebuchet MS"/>
                <a:cs typeface="Trebuchet MS"/>
                <a:sym typeface="Trebuchet MS"/>
              </a:rPr>
            </a:br>
            <a:r>
              <a:rPr lang="en-AU" sz="2400" b="1" i="0" u="none" strike="noStrike" cap="none">
                <a:solidFill>
                  <a:schemeClr val="dk1"/>
                </a:solidFill>
                <a:latin typeface="Trebuchet MS"/>
                <a:ea typeface="Trebuchet MS"/>
                <a:cs typeface="Trebuchet MS"/>
                <a:sym typeface="Trebuchet MS"/>
              </a:rPr>
              <a:t>CONTINUITY IN PERSONALITY OVER TIME:</a:t>
            </a:r>
            <a:endParaRPr sz="2400" b="1" i="0" u="none" strike="noStrike" cap="none">
              <a:solidFill>
                <a:schemeClr val="dk1"/>
              </a:solidFill>
              <a:latin typeface="Trebuchet MS"/>
              <a:ea typeface="Trebuchet MS"/>
              <a:cs typeface="Trebuchet MS"/>
              <a:sym typeface="Trebuchet MS"/>
            </a:endParaRPr>
          </a:p>
        </p:txBody>
      </p:sp>
      <p:sp>
        <p:nvSpPr>
          <p:cNvPr id="200" name="Shape 200"/>
          <p:cNvSpPr txBox="1">
            <a:spLocks noGrp="1"/>
          </p:cNvSpPr>
          <p:nvPr>
            <p:ph type="body" idx="1"/>
          </p:nvPr>
        </p:nvSpPr>
        <p:spPr>
          <a:xfrm>
            <a:off x="251520" y="1412776"/>
            <a:ext cx="8424936" cy="4320480"/>
          </a:xfrm>
          <a:prstGeom prst="rect">
            <a:avLst/>
          </a:prstGeom>
          <a:noFill/>
          <a:ln>
            <a:noFill/>
          </a:ln>
        </p:spPr>
        <p:txBody>
          <a:bodyPr spcFirstLastPara="1" wrap="square" lIns="91425" tIns="45700" rIns="91425" bIns="45700" anchor="t" anchorCtr="0">
            <a:noAutofit/>
          </a:bodyPr>
          <a:lstStyle/>
          <a:p>
            <a:pPr marL="228600" marR="0" lvl="0" indent="-190500" algn="l" rtl="0">
              <a:spcBef>
                <a:spcPts val="0"/>
              </a:spcBef>
              <a:spcAft>
                <a:spcPts val="0"/>
              </a:spcAft>
              <a:buClr>
                <a:srgbClr val="C3260C"/>
              </a:buClr>
              <a:buSzPts val="2860"/>
              <a:buFont typeface="Georgia"/>
              <a:buChar char="*"/>
            </a:pPr>
            <a:r>
              <a:rPr lang="en-AU" sz="2200" b="0" i="0" u="none" strike="noStrike" cap="none">
                <a:solidFill>
                  <a:schemeClr val="dk1"/>
                </a:solidFill>
                <a:latin typeface="Trebuchet MS"/>
                <a:ea typeface="Trebuchet MS"/>
                <a:cs typeface="Trebuchet MS"/>
                <a:sym typeface="Trebuchet MS"/>
              </a:rPr>
              <a:t>There is considerable research evidence to indicate that </a:t>
            </a:r>
            <a:r>
              <a:rPr lang="en-AU" sz="2200" b="1" i="0" u="none" strike="noStrike" cap="none">
                <a:solidFill>
                  <a:schemeClr val="dk1"/>
                </a:solidFill>
                <a:latin typeface="Trebuchet MS"/>
                <a:ea typeface="Trebuchet MS"/>
                <a:cs typeface="Trebuchet MS"/>
                <a:sym typeface="Trebuchet MS"/>
              </a:rPr>
              <a:t>once adulthood is reached personality is largely stable</a:t>
            </a:r>
            <a:r>
              <a:rPr lang="en-AU" sz="2200" b="0" i="0" u="none" strike="noStrike" cap="none">
                <a:solidFill>
                  <a:schemeClr val="dk1"/>
                </a:solidFill>
                <a:latin typeface="Trebuchet MS"/>
                <a:ea typeface="Trebuchet MS"/>
                <a:cs typeface="Trebuchet MS"/>
                <a:sym typeface="Trebuchet MS"/>
              </a:rPr>
              <a:t>, BUT the specific age at which personality stabilises is </a:t>
            </a:r>
            <a:r>
              <a:rPr lang="en-AU" sz="2200" b="1" i="0" u="none" strike="noStrike" cap="none">
                <a:solidFill>
                  <a:schemeClr val="dk1"/>
                </a:solidFill>
                <a:latin typeface="Trebuchet MS"/>
                <a:ea typeface="Trebuchet MS"/>
                <a:cs typeface="Trebuchet MS"/>
                <a:sym typeface="Trebuchet MS"/>
              </a:rPr>
              <a:t>varied.</a:t>
            </a:r>
            <a:endParaRPr/>
          </a:p>
          <a:p>
            <a:pPr marL="228600" marR="0" lvl="0" indent="-190500" algn="l" rtl="0">
              <a:spcBef>
                <a:spcPts val="740"/>
              </a:spcBef>
              <a:spcAft>
                <a:spcPts val="0"/>
              </a:spcAft>
              <a:buClr>
                <a:srgbClr val="C3260C"/>
              </a:buClr>
              <a:buSzPts val="2860"/>
              <a:buFont typeface="Georgia"/>
              <a:buChar char="*"/>
            </a:pPr>
            <a:r>
              <a:rPr lang="en-AU" sz="2200" b="0" i="0" u="none" strike="noStrike" cap="none">
                <a:solidFill>
                  <a:schemeClr val="dk1"/>
                </a:solidFill>
                <a:latin typeface="Trebuchet MS"/>
                <a:ea typeface="Trebuchet MS"/>
                <a:cs typeface="Trebuchet MS"/>
                <a:sym typeface="Trebuchet MS"/>
              </a:rPr>
              <a:t>Studies indicate that </a:t>
            </a:r>
            <a:r>
              <a:rPr lang="en-AU" sz="2200" b="1" i="0" u="none" strike="noStrike" cap="none">
                <a:solidFill>
                  <a:schemeClr val="dk1"/>
                </a:solidFill>
                <a:latin typeface="Trebuchet MS"/>
                <a:ea typeface="Trebuchet MS"/>
                <a:cs typeface="Trebuchet MS"/>
                <a:sym typeface="Trebuchet MS"/>
              </a:rPr>
              <a:t>adolescents</a:t>
            </a:r>
            <a:r>
              <a:rPr lang="en-AU" sz="2200" b="0" i="0" u="none" strike="noStrike" cap="none">
                <a:solidFill>
                  <a:schemeClr val="dk1"/>
                </a:solidFill>
                <a:latin typeface="Trebuchet MS"/>
                <a:ea typeface="Trebuchet MS"/>
                <a:cs typeface="Trebuchet MS"/>
                <a:sym typeface="Trebuchet MS"/>
              </a:rPr>
              <a:t> are </a:t>
            </a:r>
            <a:r>
              <a:rPr lang="en-AU" sz="2200" b="1" i="1" u="none" strike="noStrike" cap="none">
                <a:solidFill>
                  <a:schemeClr val="dk1"/>
                </a:solidFill>
                <a:latin typeface="Trebuchet MS"/>
                <a:ea typeface="Trebuchet MS"/>
                <a:cs typeface="Trebuchet MS"/>
                <a:sym typeface="Trebuchet MS"/>
              </a:rPr>
              <a:t>very similar </a:t>
            </a:r>
            <a:r>
              <a:rPr lang="en-AU" sz="2200" b="1" i="0" u="none" strike="noStrike" cap="none">
                <a:solidFill>
                  <a:schemeClr val="dk1"/>
                </a:solidFill>
                <a:latin typeface="Trebuchet MS"/>
                <a:ea typeface="Trebuchet MS"/>
                <a:cs typeface="Trebuchet MS"/>
                <a:sym typeface="Trebuchet MS"/>
              </a:rPr>
              <a:t>to young adults in the stability of their personality traits </a:t>
            </a:r>
            <a:r>
              <a:rPr lang="en-AU" sz="2200" b="0" i="0" u="none" strike="noStrike" cap="none">
                <a:solidFill>
                  <a:schemeClr val="dk1"/>
                </a:solidFill>
                <a:latin typeface="Trebuchet MS"/>
                <a:ea typeface="Trebuchet MS"/>
                <a:cs typeface="Trebuchet MS"/>
                <a:sym typeface="Trebuchet MS"/>
              </a:rPr>
              <a:t>at individual level. </a:t>
            </a:r>
            <a:endParaRPr sz="2200" b="0" i="0" u="none" strike="noStrike" cap="none">
              <a:solidFill>
                <a:schemeClr val="dk1"/>
              </a:solidFill>
              <a:latin typeface="Trebuchet MS"/>
              <a:ea typeface="Trebuchet MS"/>
              <a:cs typeface="Trebuchet MS"/>
              <a:sym typeface="Trebuchet MS"/>
            </a:endParaRPr>
          </a:p>
          <a:p>
            <a:pPr marL="228600" marR="0" lvl="0" indent="-190500" algn="l" rtl="0">
              <a:spcBef>
                <a:spcPts val="740"/>
              </a:spcBef>
              <a:spcAft>
                <a:spcPts val="0"/>
              </a:spcAft>
              <a:buClr>
                <a:srgbClr val="C3260C"/>
              </a:buClr>
              <a:buSzPts val="2860"/>
              <a:buFont typeface="Georgia"/>
              <a:buChar char="*"/>
            </a:pPr>
            <a:r>
              <a:rPr lang="en-AU" sz="2200" b="0" i="0" u="none" strike="noStrike" cap="none">
                <a:solidFill>
                  <a:schemeClr val="dk1"/>
                </a:solidFill>
                <a:latin typeface="Trebuchet MS"/>
                <a:ea typeface="Trebuchet MS"/>
                <a:cs typeface="Trebuchet MS"/>
                <a:sym typeface="Trebuchet MS"/>
              </a:rPr>
              <a:t>They also found that by the age of 16 the adolescents had reached the </a:t>
            </a:r>
            <a:r>
              <a:rPr lang="en-AU" sz="2200" b="1" i="1" u="none" strike="noStrike" cap="none">
                <a:solidFill>
                  <a:schemeClr val="dk1"/>
                </a:solidFill>
                <a:latin typeface="Trebuchet MS"/>
                <a:ea typeface="Trebuchet MS"/>
                <a:cs typeface="Trebuchet MS"/>
                <a:sym typeface="Trebuchet MS"/>
              </a:rPr>
              <a:t>rank-order stability  </a:t>
            </a:r>
            <a:r>
              <a:rPr lang="en-AU" sz="2200" b="0" i="0" u="none" strike="noStrike" cap="none">
                <a:solidFill>
                  <a:schemeClr val="dk1"/>
                </a:solidFill>
                <a:latin typeface="Trebuchet MS"/>
                <a:ea typeface="Trebuchet MS"/>
                <a:cs typeface="Trebuchet MS"/>
                <a:sym typeface="Trebuchet MS"/>
              </a:rPr>
              <a:t>typical of young adults.</a:t>
            </a:r>
            <a:r>
              <a:rPr lang="en-AU" sz="2200" b="0" i="0" u="none" strike="noStrike" cap="none">
                <a:solidFill>
                  <a:srgbClr val="3F3F3F"/>
                </a:solidFill>
                <a:latin typeface="Trebuchet MS"/>
                <a:ea typeface="Trebuchet MS"/>
                <a:cs typeface="Trebuchet MS"/>
                <a:sym typeface="Trebuchet MS"/>
              </a:rPr>
              <a:t> </a:t>
            </a:r>
            <a:endParaRPr sz="2200" b="0" i="0" u="none" strike="noStrike" cap="none">
              <a:solidFill>
                <a:srgbClr val="3F3F3F"/>
              </a:solidFill>
              <a:latin typeface="Trebuchet MS"/>
              <a:ea typeface="Trebuchet MS"/>
              <a:cs typeface="Trebuchet MS"/>
              <a:sym typeface="Trebuchet MS"/>
            </a:endParaRPr>
          </a:p>
          <a:p>
            <a:pPr marL="228600" marR="0" lvl="0" indent="-190500" algn="l" rtl="0">
              <a:spcBef>
                <a:spcPts val="700"/>
              </a:spcBef>
              <a:spcAft>
                <a:spcPts val="300"/>
              </a:spcAft>
              <a:buClr>
                <a:srgbClr val="C3260C"/>
              </a:buClr>
              <a:buSzPts val="2600"/>
              <a:buFont typeface="Georgia"/>
              <a:buChar char="*"/>
            </a:pPr>
            <a:r>
              <a:rPr lang="en-AU" sz="2000" b="1" i="0" u="none" strike="noStrike" cap="none">
                <a:solidFill>
                  <a:srgbClr val="3F3F3F"/>
                </a:solidFill>
                <a:latin typeface="Trebuchet MS"/>
                <a:ea typeface="Trebuchet MS"/>
                <a:cs typeface="Trebuchet MS"/>
                <a:sym typeface="Trebuchet MS"/>
              </a:rPr>
              <a:t>Rank Order of stability </a:t>
            </a:r>
            <a:r>
              <a:rPr lang="en-AU" sz="2000" b="0" i="0" u="none" strike="noStrike" cap="none">
                <a:solidFill>
                  <a:srgbClr val="3F3F3F"/>
                </a:solidFill>
                <a:latin typeface="Trebuchet MS"/>
                <a:ea typeface="Trebuchet MS"/>
                <a:cs typeface="Trebuchet MS"/>
                <a:sym typeface="Trebuchet MS"/>
              </a:rPr>
              <a:t>– stability in personality relative to all others in the population, keeping their individual ranking in a group (measurement of introversion in relation to others)</a:t>
            </a:r>
            <a:endParaRPr sz="2000" b="0" i="0" u="none" strike="noStrike" cap="none">
              <a:solidFill>
                <a:schemeClr val="dk1"/>
              </a:solidFill>
              <a:latin typeface="Trebuchet MS"/>
              <a:ea typeface="Trebuchet MS"/>
              <a:cs typeface="Trebuchet MS"/>
              <a:sym typeface="Trebuchet M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0">
                                            <p:txEl>
                                              <p:pRg st="0" end="0"/>
                                            </p:txEl>
                                          </p:spTgt>
                                        </p:tgtEl>
                                        <p:attrNameLst>
                                          <p:attrName>style.visibility</p:attrName>
                                        </p:attrNameLst>
                                      </p:cBhvr>
                                      <p:to>
                                        <p:strVal val="visible"/>
                                      </p:to>
                                    </p:set>
                                    <p:anim calcmode="lin" valueType="num">
                                      <p:cBhvr additive="base">
                                        <p:cTn id="7" dur="500"/>
                                        <p:tgtEl>
                                          <p:spTgt spid="20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00">
                                            <p:txEl>
                                              <p:pRg st="1" end="1"/>
                                            </p:txEl>
                                          </p:spTgt>
                                        </p:tgtEl>
                                        <p:attrNameLst>
                                          <p:attrName>style.visibility</p:attrName>
                                        </p:attrNameLst>
                                      </p:cBhvr>
                                      <p:to>
                                        <p:strVal val="visible"/>
                                      </p:to>
                                    </p:set>
                                    <p:anim calcmode="lin" valueType="num">
                                      <p:cBhvr additive="base">
                                        <p:cTn id="12" dur="500"/>
                                        <p:tgtEl>
                                          <p:spTgt spid="20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00">
                                            <p:txEl>
                                              <p:pRg st="2" end="2"/>
                                            </p:txEl>
                                          </p:spTgt>
                                        </p:tgtEl>
                                        <p:attrNameLst>
                                          <p:attrName>style.visibility</p:attrName>
                                        </p:attrNameLst>
                                      </p:cBhvr>
                                      <p:to>
                                        <p:strVal val="visible"/>
                                      </p:to>
                                    </p:set>
                                    <p:anim calcmode="lin" valueType="num">
                                      <p:cBhvr additive="base">
                                        <p:cTn id="17" dur="500"/>
                                        <p:tgtEl>
                                          <p:spTgt spid="20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00">
                                            <p:txEl>
                                              <p:pRg st="3" end="3"/>
                                            </p:txEl>
                                          </p:spTgt>
                                        </p:tgtEl>
                                        <p:attrNameLst>
                                          <p:attrName>style.visibility</p:attrName>
                                        </p:attrNameLst>
                                      </p:cBhvr>
                                      <p:to>
                                        <p:strVal val="visible"/>
                                      </p:to>
                                    </p:set>
                                    <p:anim calcmode="lin" valueType="num">
                                      <p:cBhvr additive="base">
                                        <p:cTn id="22" dur="500"/>
                                        <p:tgtEl>
                                          <p:spTgt spid="20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Shape 205"/>
          <p:cNvSpPr txBox="1">
            <a:spLocks noGrp="1"/>
          </p:cNvSpPr>
          <p:nvPr>
            <p:ph type="title"/>
          </p:nvPr>
        </p:nvSpPr>
        <p:spPr>
          <a:xfrm>
            <a:off x="539553" y="116632"/>
            <a:ext cx="7766248" cy="1008112"/>
          </a:xfrm>
          <a:prstGeom prst="rect">
            <a:avLst/>
          </a:prstGeom>
          <a:noFill/>
          <a:ln>
            <a:noFill/>
          </a:ln>
        </p:spPr>
        <p:txBody>
          <a:bodyPr spcFirstLastPara="1" wrap="square" lIns="91425" tIns="45700" rIns="91425" bIns="45700" anchor="t" anchorCtr="0">
            <a:noAutofit/>
          </a:bodyPr>
          <a:lstStyle/>
          <a:p>
            <a:pPr marL="320040" marR="0" lvl="0" indent="-320040" algn="ctr" rtl="0">
              <a:spcBef>
                <a:spcPts val="0"/>
              </a:spcBef>
              <a:spcAft>
                <a:spcPts val="0"/>
              </a:spcAft>
              <a:buClr>
                <a:srgbClr val="C3260C"/>
              </a:buClr>
              <a:buSzPts val="3584"/>
              <a:buFont typeface="Georgia"/>
              <a:buChar char="*"/>
            </a:pPr>
            <a:r>
              <a:rPr lang="en-AU" sz="2800" b="1" i="0" u="none" strike="noStrike" cap="none">
                <a:solidFill>
                  <a:schemeClr val="dk1"/>
                </a:solidFill>
                <a:latin typeface="Trebuchet MS"/>
                <a:ea typeface="Trebuchet MS"/>
                <a:cs typeface="Trebuchet MS"/>
                <a:sym typeface="Trebuchet MS"/>
              </a:rPr>
              <a:t>CONSISTENCY OF PERSONALITY ACROSS SITUATIONS.</a:t>
            </a:r>
            <a:endParaRPr sz="2800" b="1" i="0" u="none" strike="noStrike" cap="none">
              <a:solidFill>
                <a:schemeClr val="dk1"/>
              </a:solidFill>
              <a:latin typeface="Trebuchet MS"/>
              <a:ea typeface="Trebuchet MS"/>
              <a:cs typeface="Trebuchet MS"/>
              <a:sym typeface="Trebuchet MS"/>
            </a:endParaRPr>
          </a:p>
        </p:txBody>
      </p:sp>
      <p:sp>
        <p:nvSpPr>
          <p:cNvPr id="206" name="Shape 206"/>
          <p:cNvSpPr txBox="1">
            <a:spLocks noGrp="1"/>
          </p:cNvSpPr>
          <p:nvPr>
            <p:ph type="body" idx="1"/>
          </p:nvPr>
        </p:nvSpPr>
        <p:spPr>
          <a:xfrm>
            <a:off x="251520" y="1412776"/>
            <a:ext cx="8352928" cy="3960440"/>
          </a:xfrm>
          <a:prstGeom prst="rect">
            <a:avLst/>
          </a:prstGeom>
          <a:noFill/>
          <a:ln>
            <a:noFill/>
          </a:ln>
        </p:spPr>
        <p:txBody>
          <a:bodyPr spcFirstLastPara="1" wrap="square" lIns="91425" tIns="45700" rIns="91425" bIns="45700" anchor="t" anchorCtr="0">
            <a:noAutofit/>
          </a:bodyPr>
          <a:lstStyle/>
          <a:p>
            <a:pPr marL="228600" marR="0" lvl="0" indent="-190499" algn="l" rtl="0">
              <a:spcBef>
                <a:spcPts val="0"/>
              </a:spcBef>
              <a:spcAft>
                <a:spcPts val="0"/>
              </a:spcAft>
              <a:buClr>
                <a:srgbClr val="C3260C"/>
              </a:buClr>
              <a:buSzPts val="2665"/>
              <a:buFont typeface="Georgia"/>
              <a:buChar char="*"/>
            </a:pPr>
            <a:r>
              <a:rPr lang="en-AU" sz="2050" b="0" i="0" u="none" strike="noStrike" cap="none" dirty="0">
                <a:solidFill>
                  <a:schemeClr val="dk1"/>
                </a:solidFill>
                <a:latin typeface="Trebuchet MS"/>
                <a:ea typeface="Trebuchet MS"/>
                <a:cs typeface="Trebuchet MS"/>
                <a:sym typeface="Trebuchet MS"/>
              </a:rPr>
              <a:t>If we </a:t>
            </a:r>
            <a:r>
              <a:rPr lang="en-AU" sz="2050" b="1" i="1" u="none" strike="noStrike" cap="none" dirty="0">
                <a:solidFill>
                  <a:schemeClr val="dk1"/>
                </a:solidFill>
                <a:latin typeface="Trebuchet MS"/>
                <a:ea typeface="Trebuchet MS"/>
                <a:cs typeface="Trebuchet MS"/>
                <a:sym typeface="Trebuchet MS"/>
              </a:rPr>
              <a:t>consistently</a:t>
            </a:r>
            <a:r>
              <a:rPr lang="en-AU" sz="2050" b="0" i="0" u="none" strike="noStrike" cap="none" dirty="0">
                <a:solidFill>
                  <a:schemeClr val="dk1"/>
                </a:solidFill>
                <a:latin typeface="Trebuchet MS"/>
                <a:ea typeface="Trebuchet MS"/>
                <a:cs typeface="Trebuchet MS"/>
                <a:sym typeface="Trebuchet MS"/>
              </a:rPr>
              <a:t> report our personality in such a way that we score high on </a:t>
            </a:r>
            <a:r>
              <a:rPr lang="en-AU" sz="2050" b="1" i="0" u="none" strike="noStrike" cap="none" dirty="0">
                <a:solidFill>
                  <a:schemeClr val="dk1"/>
                </a:solidFill>
                <a:latin typeface="Trebuchet MS"/>
                <a:ea typeface="Trebuchet MS"/>
                <a:cs typeface="Trebuchet MS"/>
                <a:sym typeface="Trebuchet MS"/>
              </a:rPr>
              <a:t>conscientiousness &amp; agreeableness,</a:t>
            </a:r>
            <a:r>
              <a:rPr lang="en-AU" sz="2050" b="0" i="0" u="none" strike="noStrike" cap="none" dirty="0">
                <a:solidFill>
                  <a:schemeClr val="dk1"/>
                </a:solidFill>
                <a:latin typeface="Trebuchet MS"/>
                <a:ea typeface="Trebuchet MS"/>
                <a:cs typeface="Trebuchet MS"/>
                <a:sym typeface="Trebuchet MS"/>
              </a:rPr>
              <a:t> does this mean that we will behave in a cheerful and helpful way </a:t>
            </a:r>
            <a:r>
              <a:rPr lang="en-AU" sz="2050" b="1" i="1" u="none" strike="noStrike" cap="none" dirty="0">
                <a:solidFill>
                  <a:schemeClr val="dk1"/>
                </a:solidFill>
                <a:latin typeface="Trebuchet MS"/>
                <a:ea typeface="Trebuchet MS"/>
                <a:cs typeface="Trebuchet MS"/>
                <a:sym typeface="Trebuchet MS"/>
              </a:rPr>
              <a:t>regardless</a:t>
            </a:r>
            <a:r>
              <a:rPr lang="en-AU" sz="2050" b="0" i="0" u="none" strike="noStrike" cap="none" dirty="0">
                <a:solidFill>
                  <a:schemeClr val="dk1"/>
                </a:solidFill>
                <a:latin typeface="Trebuchet MS"/>
                <a:ea typeface="Trebuchet MS"/>
                <a:cs typeface="Trebuchet MS"/>
                <a:sym typeface="Trebuchet MS"/>
              </a:rPr>
              <a:t> of the task we are doing or the </a:t>
            </a:r>
            <a:r>
              <a:rPr lang="en-AU" sz="2050" b="1" i="1" u="none" strike="noStrike" cap="none" dirty="0">
                <a:solidFill>
                  <a:schemeClr val="dk1"/>
                </a:solidFill>
                <a:latin typeface="Trebuchet MS"/>
                <a:ea typeface="Trebuchet MS"/>
                <a:cs typeface="Trebuchet MS"/>
                <a:sym typeface="Trebuchet MS"/>
              </a:rPr>
              <a:t>company</a:t>
            </a:r>
            <a:r>
              <a:rPr lang="en-AU" sz="2050" b="0" i="0" u="none" strike="noStrike" cap="none" dirty="0">
                <a:solidFill>
                  <a:schemeClr val="dk1"/>
                </a:solidFill>
                <a:latin typeface="Trebuchet MS"/>
                <a:ea typeface="Trebuchet MS"/>
                <a:cs typeface="Trebuchet MS"/>
                <a:sym typeface="Trebuchet MS"/>
              </a:rPr>
              <a:t> we are in???  </a:t>
            </a:r>
            <a:endParaRPr dirty="0"/>
          </a:p>
          <a:p>
            <a:pPr marL="228600" marR="0" lvl="0" indent="-190499" algn="l" rtl="0">
              <a:spcBef>
                <a:spcPts val="710"/>
              </a:spcBef>
              <a:spcAft>
                <a:spcPts val="0"/>
              </a:spcAft>
              <a:buClr>
                <a:srgbClr val="C3260C"/>
              </a:buClr>
              <a:buSzPts val="2665"/>
              <a:buFont typeface="Georgia"/>
              <a:buChar char="*"/>
            </a:pPr>
            <a:r>
              <a:rPr lang="en-AU" sz="2050" b="0" i="0" u="none" strike="noStrike" cap="none" dirty="0">
                <a:solidFill>
                  <a:schemeClr val="dk1"/>
                </a:solidFill>
                <a:latin typeface="Trebuchet MS"/>
                <a:ea typeface="Trebuchet MS"/>
                <a:cs typeface="Trebuchet MS"/>
                <a:sym typeface="Trebuchet MS"/>
              </a:rPr>
              <a:t>Research indicates that this is </a:t>
            </a:r>
            <a:r>
              <a:rPr lang="en-AU" sz="2050" b="1" i="0" u="none" strike="noStrike" cap="none" dirty="0">
                <a:solidFill>
                  <a:schemeClr val="dk1"/>
                </a:solidFill>
                <a:latin typeface="Trebuchet MS"/>
                <a:ea typeface="Trebuchet MS"/>
                <a:cs typeface="Trebuchet MS"/>
                <a:sym typeface="Trebuchet MS"/>
              </a:rPr>
              <a:t>NOT</a:t>
            </a:r>
            <a:r>
              <a:rPr lang="en-AU" sz="2050" b="0" i="0" u="none" strike="noStrike" cap="none" dirty="0">
                <a:solidFill>
                  <a:schemeClr val="dk1"/>
                </a:solidFill>
                <a:latin typeface="Trebuchet MS"/>
                <a:ea typeface="Trebuchet MS"/>
                <a:cs typeface="Trebuchet MS"/>
                <a:sym typeface="Trebuchet MS"/>
              </a:rPr>
              <a:t> necessarily the case. </a:t>
            </a:r>
            <a:endParaRPr dirty="0"/>
          </a:p>
          <a:p>
            <a:pPr marL="228600" marR="0" lvl="0" indent="-190499" algn="l" rtl="0">
              <a:spcBef>
                <a:spcPts val="710"/>
              </a:spcBef>
              <a:spcAft>
                <a:spcPts val="0"/>
              </a:spcAft>
              <a:buClr>
                <a:srgbClr val="C3260C"/>
              </a:buClr>
              <a:buSzPts val="2665"/>
              <a:buFont typeface="Georgia"/>
              <a:buChar char="*"/>
            </a:pPr>
            <a:r>
              <a:rPr lang="en-AU" sz="2050" b="0" i="0" u="none" strike="noStrike" cap="none" dirty="0">
                <a:solidFill>
                  <a:schemeClr val="dk1"/>
                </a:solidFill>
                <a:latin typeface="Trebuchet MS"/>
                <a:ea typeface="Trebuchet MS"/>
                <a:cs typeface="Trebuchet MS"/>
                <a:sym typeface="Trebuchet MS"/>
              </a:rPr>
              <a:t>Walter </a:t>
            </a:r>
            <a:r>
              <a:rPr lang="en-AU" sz="2050" b="0" i="0" u="none" strike="noStrike" cap="none" dirty="0" err="1">
                <a:solidFill>
                  <a:schemeClr val="dk1"/>
                </a:solidFill>
                <a:latin typeface="Trebuchet MS"/>
                <a:ea typeface="Trebuchet MS"/>
                <a:cs typeface="Trebuchet MS"/>
                <a:sym typeface="Trebuchet MS"/>
              </a:rPr>
              <a:t>Mischel</a:t>
            </a:r>
            <a:r>
              <a:rPr lang="en-AU" sz="2050" b="0" i="0" u="none" strike="noStrike" cap="none" dirty="0">
                <a:solidFill>
                  <a:schemeClr val="dk1"/>
                </a:solidFill>
                <a:latin typeface="Trebuchet MS"/>
                <a:ea typeface="Trebuchet MS"/>
                <a:cs typeface="Trebuchet MS"/>
                <a:sym typeface="Trebuchet MS"/>
              </a:rPr>
              <a:t> (1984) found that conscientiousness in college students could </a:t>
            </a:r>
            <a:r>
              <a:rPr lang="en-AU" sz="2050" b="1" i="1" u="none" strike="noStrike" cap="none" dirty="0">
                <a:solidFill>
                  <a:schemeClr val="dk1"/>
                </a:solidFill>
                <a:latin typeface="Trebuchet MS"/>
                <a:ea typeface="Trebuchet MS"/>
                <a:cs typeface="Trebuchet MS"/>
                <a:sym typeface="Trebuchet MS"/>
              </a:rPr>
              <a:t>ONLY be predicted with a moderate degree of success.</a:t>
            </a:r>
            <a:r>
              <a:rPr lang="en-AU" sz="2050" b="0" i="0" u="none" strike="noStrike" cap="none" dirty="0">
                <a:solidFill>
                  <a:schemeClr val="dk1"/>
                </a:solidFill>
                <a:latin typeface="Trebuchet MS"/>
                <a:ea typeface="Trebuchet MS"/>
                <a:cs typeface="Trebuchet MS"/>
                <a:sym typeface="Trebuchet MS"/>
              </a:rPr>
              <a:t>  He found that scores on personality tests only </a:t>
            </a:r>
            <a:r>
              <a:rPr lang="en-AU" sz="2050" b="1" i="1" u="none" strike="noStrike" cap="none" dirty="0">
                <a:solidFill>
                  <a:schemeClr val="dk1"/>
                </a:solidFill>
                <a:latin typeface="Trebuchet MS"/>
                <a:ea typeface="Trebuchet MS"/>
                <a:cs typeface="Trebuchet MS"/>
                <a:sym typeface="Trebuchet MS"/>
              </a:rPr>
              <a:t>mildly predicted behaviour.  </a:t>
            </a:r>
            <a:r>
              <a:rPr lang="en-AU" sz="2050" b="0" i="0" u="none" strike="noStrike" cap="none" dirty="0">
                <a:solidFill>
                  <a:schemeClr val="dk1"/>
                </a:solidFill>
                <a:latin typeface="Trebuchet MS"/>
                <a:ea typeface="Trebuchet MS"/>
                <a:cs typeface="Trebuchet MS"/>
                <a:sym typeface="Trebuchet MS"/>
              </a:rPr>
              <a:t>It is unfair to expect personality traits to predict behaviour on </a:t>
            </a:r>
            <a:r>
              <a:rPr lang="en-AU" sz="2050" b="1" i="0" u="none" strike="noStrike" cap="none" dirty="0">
                <a:solidFill>
                  <a:schemeClr val="dk1"/>
                </a:solidFill>
                <a:latin typeface="Trebuchet MS"/>
                <a:ea typeface="Trebuchet MS"/>
                <a:cs typeface="Trebuchet MS"/>
                <a:sym typeface="Trebuchet MS"/>
              </a:rPr>
              <a:t>every specific occasion as other factors do come into play.     (read </a:t>
            </a:r>
            <a:r>
              <a:rPr lang="en-AU" sz="2050" b="1" i="0" u="none" strike="noStrike" cap="none" dirty="0" smtClean="0">
                <a:solidFill>
                  <a:schemeClr val="dk1"/>
                </a:solidFill>
                <a:latin typeface="Trebuchet MS"/>
                <a:ea typeface="Trebuchet MS"/>
                <a:cs typeface="Trebuchet MS"/>
                <a:sym typeface="Trebuchet MS"/>
              </a:rPr>
              <a:t>pages 238-239)</a:t>
            </a:r>
            <a:endParaRPr dirty="0"/>
          </a:p>
          <a:p>
            <a:pPr marL="228600" marR="0" lvl="0" indent="-22510" algn="l" rtl="0">
              <a:spcBef>
                <a:spcPts val="707"/>
              </a:spcBef>
              <a:spcAft>
                <a:spcPts val="300"/>
              </a:spcAft>
              <a:buClr>
                <a:srgbClr val="C3260C"/>
              </a:buClr>
              <a:buSzPts val="2646"/>
              <a:buFont typeface="Georgia"/>
              <a:buNone/>
            </a:pPr>
            <a:endParaRPr sz="2050" b="0" i="0" u="none" strike="noStrike" cap="none" dirty="0">
              <a:solidFill>
                <a:schemeClr val="dk1"/>
              </a:solidFill>
              <a:latin typeface="Trebuchet MS"/>
              <a:ea typeface="Trebuchet MS"/>
              <a:cs typeface="Trebuchet MS"/>
              <a:sym typeface="Trebuchet MS"/>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6">
                                            <p:txEl>
                                              <p:pRg st="0" end="0"/>
                                            </p:txEl>
                                          </p:spTgt>
                                        </p:tgtEl>
                                        <p:attrNameLst>
                                          <p:attrName>style.visibility</p:attrName>
                                        </p:attrNameLst>
                                      </p:cBhvr>
                                      <p:to>
                                        <p:strVal val="visible"/>
                                      </p:to>
                                    </p:set>
                                    <p:anim calcmode="lin" valueType="num">
                                      <p:cBhvr additive="base">
                                        <p:cTn id="7" dur="500"/>
                                        <p:tgtEl>
                                          <p:spTgt spid="20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06">
                                            <p:txEl>
                                              <p:pRg st="1" end="1"/>
                                            </p:txEl>
                                          </p:spTgt>
                                        </p:tgtEl>
                                        <p:attrNameLst>
                                          <p:attrName>style.visibility</p:attrName>
                                        </p:attrNameLst>
                                      </p:cBhvr>
                                      <p:to>
                                        <p:strVal val="visible"/>
                                      </p:to>
                                    </p:set>
                                    <p:anim calcmode="lin" valueType="num">
                                      <p:cBhvr additive="base">
                                        <p:cTn id="12" dur="500"/>
                                        <p:tgtEl>
                                          <p:spTgt spid="20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06">
                                            <p:txEl>
                                              <p:pRg st="2" end="2"/>
                                            </p:txEl>
                                          </p:spTgt>
                                        </p:tgtEl>
                                        <p:attrNameLst>
                                          <p:attrName>style.visibility</p:attrName>
                                        </p:attrNameLst>
                                      </p:cBhvr>
                                      <p:to>
                                        <p:strVal val="visible"/>
                                      </p:to>
                                    </p:set>
                                    <p:anim calcmode="lin" valueType="num">
                                      <p:cBhvr additive="base">
                                        <p:cTn id="17" dur="500"/>
                                        <p:tgtEl>
                                          <p:spTgt spid="206">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1600200" y="3200400"/>
            <a:ext cx="2362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b="1"/>
              <a:t> Context</a:t>
            </a:r>
            <a:endParaRPr lang="en-US" altLang="en-US"/>
          </a:p>
        </p:txBody>
      </p:sp>
      <p:sp>
        <p:nvSpPr>
          <p:cNvPr id="6150" name="Text Box 6"/>
          <p:cNvSpPr txBox="1">
            <a:spLocks noChangeArrowheads="1"/>
          </p:cNvSpPr>
          <p:nvPr/>
        </p:nvSpPr>
        <p:spPr bwMode="auto">
          <a:xfrm>
            <a:off x="1600200" y="3733800"/>
            <a:ext cx="2286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b="1"/>
              <a:t> Beliefs</a:t>
            </a:r>
            <a:endParaRPr lang="en-US" altLang="en-US"/>
          </a:p>
        </p:txBody>
      </p:sp>
      <p:sp>
        <p:nvSpPr>
          <p:cNvPr id="6151" name="Text Box 7"/>
          <p:cNvSpPr txBox="1">
            <a:spLocks noChangeArrowheads="1"/>
          </p:cNvSpPr>
          <p:nvPr/>
        </p:nvSpPr>
        <p:spPr bwMode="auto">
          <a:xfrm>
            <a:off x="838200" y="4419600"/>
            <a:ext cx="7467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There is a similar relationship between:</a:t>
            </a:r>
            <a:endParaRPr lang="en-US" altLang="en-US"/>
          </a:p>
        </p:txBody>
      </p:sp>
      <p:sp>
        <p:nvSpPr>
          <p:cNvPr id="6152" name="Text Box 8"/>
          <p:cNvSpPr txBox="1">
            <a:spLocks noChangeArrowheads="1"/>
          </p:cNvSpPr>
          <p:nvPr/>
        </p:nvSpPr>
        <p:spPr bwMode="auto">
          <a:xfrm>
            <a:off x="1524000" y="5029200"/>
            <a:ext cx="6019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a:t> </a:t>
            </a:r>
            <a:r>
              <a:rPr lang="en-US" altLang="en-US" b="1"/>
              <a:t>Piaget and Information Processing</a:t>
            </a:r>
            <a:endParaRPr lang="en-US" altLang="en-US"/>
          </a:p>
        </p:txBody>
      </p:sp>
      <p:sp>
        <p:nvSpPr>
          <p:cNvPr id="6153" name="Text Box 9"/>
          <p:cNvSpPr txBox="1">
            <a:spLocks noChangeArrowheads="1"/>
          </p:cNvSpPr>
          <p:nvPr/>
        </p:nvSpPr>
        <p:spPr bwMode="auto">
          <a:xfrm>
            <a:off x="1524000" y="5722938"/>
            <a:ext cx="5715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b="1"/>
              <a:t> Vygotsky and Social Cognition</a:t>
            </a:r>
            <a:endParaRPr lang="en-US" altLang="en-US"/>
          </a:p>
        </p:txBody>
      </p:sp>
      <p:grpSp>
        <p:nvGrpSpPr>
          <p:cNvPr id="6156" name="Group 12"/>
          <p:cNvGrpSpPr>
            <a:grpSpLocks/>
          </p:cNvGrpSpPr>
          <p:nvPr/>
        </p:nvGrpSpPr>
        <p:grpSpPr bwMode="auto">
          <a:xfrm>
            <a:off x="914400" y="457200"/>
            <a:ext cx="7848600" cy="2744788"/>
            <a:chOff x="576" y="288"/>
            <a:chExt cx="4944" cy="1729"/>
          </a:xfrm>
        </p:grpSpPr>
        <p:sp>
          <p:nvSpPr>
            <p:cNvPr id="6147" name="Text Box 3"/>
            <p:cNvSpPr txBox="1">
              <a:spLocks noChangeArrowheads="1"/>
            </p:cNvSpPr>
            <p:nvPr/>
          </p:nvSpPr>
          <p:spPr bwMode="auto">
            <a:xfrm>
              <a:off x="576" y="1152"/>
              <a:ext cx="3456" cy="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Bandura proposed two factors as the major components of relatively permanent change:</a:t>
              </a:r>
              <a:endParaRPr lang="en-US" altLang="en-US"/>
            </a:p>
          </p:txBody>
        </p:sp>
        <p:pic>
          <p:nvPicPr>
            <p:cNvPr id="6155" name="Picture 11" descr="P:\EDS 302 Files\EDS 302 Presentations\302 images\Bandura.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2" y="288"/>
              <a:ext cx="1488" cy="1632"/>
            </a:xfrm>
            <a:prstGeom prst="rect">
              <a:avLst/>
            </a:prstGeom>
            <a:noFill/>
            <a:extLst>
              <a:ext uri="{909E8E84-426E-40DD-AFC4-6F175D3DCCD1}">
                <a14:hiddenFill xmlns:a14="http://schemas.microsoft.com/office/drawing/2010/main">
                  <a:solidFill>
                    <a:srgbClr val="FFFFFF"/>
                  </a:solidFill>
                </a14:hiddenFill>
              </a:ext>
            </a:extLst>
          </p:spPr>
        </p:pic>
      </p:grpSp>
      <p:sp>
        <p:nvSpPr>
          <p:cNvPr id="6157" name="Text Box 13"/>
          <p:cNvSpPr txBox="1">
            <a:spLocks noChangeArrowheads="1"/>
          </p:cNvSpPr>
          <p:nvPr/>
        </p:nvSpPr>
        <p:spPr bwMode="auto">
          <a:xfrm>
            <a:off x="838200" y="685800"/>
            <a:ext cx="7315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3200" b="1"/>
              <a:t>Social Cognition</a:t>
            </a:r>
            <a:endParaRPr lang="en-US" altLang="en-US" sz="3600" b="1">
              <a:solidFill>
                <a:schemeClr val="bg1"/>
              </a:solidFill>
            </a:endParaRPr>
          </a:p>
        </p:txBody>
      </p:sp>
    </p:spTree>
    <p:extLst>
      <p:ext uri="{BB962C8B-B14F-4D97-AF65-F5344CB8AC3E}">
        <p14:creationId xmlns:p14="http://schemas.microsoft.com/office/powerpoint/2010/main" val="229153549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157"/>
                                        </p:tgtEl>
                                        <p:attrNameLst>
                                          <p:attrName>style.visibility</p:attrName>
                                        </p:attrNameLst>
                                      </p:cBhvr>
                                      <p:to>
                                        <p:strVal val="visible"/>
                                      </p:to>
                                    </p:set>
                                    <p:animEffect transition="in" filter="wipe(up)">
                                      <p:cBhvr>
                                        <p:cTn id="7" dur="500"/>
                                        <p:tgtEl>
                                          <p:spTgt spid="61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156"/>
                                        </p:tgtEl>
                                        <p:attrNameLst>
                                          <p:attrName>style.visibility</p:attrName>
                                        </p:attrNameLst>
                                      </p:cBhvr>
                                      <p:to>
                                        <p:strVal val="visible"/>
                                      </p:to>
                                    </p:set>
                                    <p:animEffect transition="in" filter="wipe(left)">
                                      <p:cBhvr>
                                        <p:cTn id="12" dur="500"/>
                                        <p:tgtEl>
                                          <p:spTgt spid="615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148"/>
                                        </p:tgtEl>
                                        <p:attrNameLst>
                                          <p:attrName>style.visibility</p:attrName>
                                        </p:attrNameLst>
                                      </p:cBhvr>
                                      <p:to>
                                        <p:strVal val="visible"/>
                                      </p:to>
                                    </p:set>
                                    <p:animEffect transition="in" filter="wipe(up)">
                                      <p:cBhvr>
                                        <p:cTn id="17" dur="500"/>
                                        <p:tgtEl>
                                          <p:spTgt spid="614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6150"/>
                                        </p:tgtEl>
                                        <p:attrNameLst>
                                          <p:attrName>style.visibility</p:attrName>
                                        </p:attrNameLst>
                                      </p:cBhvr>
                                      <p:to>
                                        <p:strVal val="visible"/>
                                      </p:to>
                                    </p:set>
                                    <p:animEffect transition="in" filter="wipe(up)">
                                      <p:cBhvr>
                                        <p:cTn id="22" dur="500"/>
                                        <p:tgtEl>
                                          <p:spTgt spid="615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151"/>
                                        </p:tgtEl>
                                        <p:attrNameLst>
                                          <p:attrName>style.visibility</p:attrName>
                                        </p:attrNameLst>
                                      </p:cBhvr>
                                      <p:to>
                                        <p:strVal val="visible"/>
                                      </p:to>
                                    </p:set>
                                    <p:animEffect transition="in" filter="wipe(left)">
                                      <p:cBhvr>
                                        <p:cTn id="27" dur="500"/>
                                        <p:tgtEl>
                                          <p:spTgt spid="615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6152"/>
                                        </p:tgtEl>
                                        <p:attrNameLst>
                                          <p:attrName>style.visibility</p:attrName>
                                        </p:attrNameLst>
                                      </p:cBhvr>
                                      <p:to>
                                        <p:strVal val="visible"/>
                                      </p:to>
                                    </p:set>
                                    <p:animEffect transition="in" filter="wipe(up)">
                                      <p:cBhvr>
                                        <p:cTn id="32" dur="500"/>
                                        <p:tgtEl>
                                          <p:spTgt spid="615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6153"/>
                                        </p:tgtEl>
                                        <p:attrNameLst>
                                          <p:attrName>style.visibility</p:attrName>
                                        </p:attrNameLst>
                                      </p:cBhvr>
                                      <p:to>
                                        <p:strVal val="visible"/>
                                      </p:to>
                                    </p:set>
                                    <p:animEffect transition="in" filter="wipe(up)">
                                      <p:cBhvr>
                                        <p:cTn id="37" dur="500"/>
                                        <p:tgtEl>
                                          <p:spTgt spid="6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autoUpdateAnimBg="0"/>
      <p:bldP spid="6150" grpId="0" autoUpdateAnimBg="0"/>
      <p:bldP spid="6151" grpId="0" autoUpdateAnimBg="0"/>
      <p:bldP spid="6152" grpId="0" autoUpdateAnimBg="0"/>
      <p:bldP spid="6153" grpId="0" autoUpdateAnimBg="0"/>
      <p:bldP spid="6157"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8" name="Text Box 6"/>
          <p:cNvSpPr txBox="1">
            <a:spLocks noChangeArrowheads="1"/>
          </p:cNvSpPr>
          <p:nvPr/>
        </p:nvSpPr>
        <p:spPr bwMode="auto">
          <a:xfrm>
            <a:off x="990600" y="1447800"/>
            <a:ext cx="73152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t>Bandura developed the concept of reciprocal determinism to account for human </a:t>
            </a:r>
            <a:r>
              <a:rPr lang="en-US" altLang="en-US" sz="2000" b="1" dirty="0" err="1" smtClean="0"/>
              <a:t>behaviour</a:t>
            </a:r>
            <a:r>
              <a:rPr lang="en-US" altLang="en-US" sz="2000" b="1" dirty="0"/>
              <a:t>.</a:t>
            </a:r>
            <a:endParaRPr lang="en-US" altLang="en-US" sz="2000" dirty="0"/>
          </a:p>
        </p:txBody>
      </p:sp>
      <p:sp>
        <p:nvSpPr>
          <p:cNvPr id="13319" name="Rectangle 7"/>
          <p:cNvSpPr>
            <a:spLocks noChangeArrowheads="1"/>
          </p:cNvSpPr>
          <p:nvPr/>
        </p:nvSpPr>
        <p:spPr bwMode="auto">
          <a:xfrm>
            <a:off x="3276600" y="2438400"/>
            <a:ext cx="2286000" cy="64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spcBef>
                <a:spcPct val="50000"/>
              </a:spcBef>
            </a:pPr>
            <a:r>
              <a:rPr lang="en-US" altLang="en-US" sz="1800" b="1" dirty="0">
                <a:solidFill>
                  <a:schemeClr val="accent1">
                    <a:lumMod val="50000"/>
                  </a:schemeClr>
                </a:solidFill>
              </a:rPr>
              <a:t>OVERT </a:t>
            </a:r>
            <a:r>
              <a:rPr lang="en-US" altLang="en-US" sz="1800" b="1" dirty="0" smtClean="0">
                <a:solidFill>
                  <a:schemeClr val="accent1">
                    <a:lumMod val="50000"/>
                  </a:schemeClr>
                </a:solidFill>
              </a:rPr>
              <a:t>BEHAVIOUR</a:t>
            </a:r>
            <a:endParaRPr lang="en-US" altLang="en-US" sz="1800" b="1" dirty="0">
              <a:solidFill>
                <a:schemeClr val="accent1">
                  <a:lumMod val="50000"/>
                </a:schemeClr>
              </a:solidFill>
            </a:endParaRPr>
          </a:p>
        </p:txBody>
      </p:sp>
      <p:sp>
        <p:nvSpPr>
          <p:cNvPr id="13320" name="Rectangle 8"/>
          <p:cNvSpPr>
            <a:spLocks noChangeArrowheads="1"/>
          </p:cNvSpPr>
          <p:nvPr/>
        </p:nvSpPr>
        <p:spPr bwMode="auto">
          <a:xfrm>
            <a:off x="381000" y="5410200"/>
            <a:ext cx="2286000" cy="64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r">
              <a:spcBef>
                <a:spcPct val="50000"/>
              </a:spcBef>
            </a:pPr>
            <a:r>
              <a:rPr lang="en-US" altLang="en-US" sz="1800" b="1" dirty="0">
                <a:solidFill>
                  <a:schemeClr val="accent1">
                    <a:lumMod val="50000"/>
                  </a:schemeClr>
                </a:solidFill>
              </a:rPr>
              <a:t>PERSONAL FACTORS</a:t>
            </a:r>
          </a:p>
        </p:txBody>
      </p:sp>
      <p:sp>
        <p:nvSpPr>
          <p:cNvPr id="13321" name="Line 9"/>
          <p:cNvSpPr>
            <a:spLocks noChangeShapeType="1"/>
          </p:cNvSpPr>
          <p:nvPr/>
        </p:nvSpPr>
        <p:spPr bwMode="auto">
          <a:xfrm flipV="1">
            <a:off x="2590800" y="3505200"/>
            <a:ext cx="1371600" cy="1828800"/>
          </a:xfrm>
          <a:prstGeom prst="line">
            <a:avLst/>
          </a:prstGeom>
          <a:noFill/>
          <a:ln w="7620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3322" name="Rectangle 10"/>
          <p:cNvSpPr>
            <a:spLocks noChangeArrowheads="1"/>
          </p:cNvSpPr>
          <p:nvPr/>
        </p:nvSpPr>
        <p:spPr bwMode="auto">
          <a:xfrm>
            <a:off x="5943600" y="5486400"/>
            <a:ext cx="2971800"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en-US" sz="1800" b="1" dirty="0">
                <a:solidFill>
                  <a:schemeClr val="accent1">
                    <a:lumMod val="50000"/>
                  </a:schemeClr>
                </a:solidFill>
              </a:rPr>
              <a:t>ENVIRONMENT</a:t>
            </a:r>
          </a:p>
        </p:txBody>
      </p:sp>
      <p:sp>
        <p:nvSpPr>
          <p:cNvPr id="13323" name="Line 11"/>
          <p:cNvSpPr>
            <a:spLocks noChangeShapeType="1"/>
          </p:cNvSpPr>
          <p:nvPr/>
        </p:nvSpPr>
        <p:spPr bwMode="auto">
          <a:xfrm>
            <a:off x="4800600" y="3505200"/>
            <a:ext cx="1447800" cy="1828800"/>
          </a:xfrm>
          <a:prstGeom prst="line">
            <a:avLst/>
          </a:prstGeom>
          <a:noFill/>
          <a:ln w="7620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3324" name="Line 12"/>
          <p:cNvSpPr>
            <a:spLocks noChangeShapeType="1"/>
          </p:cNvSpPr>
          <p:nvPr/>
        </p:nvSpPr>
        <p:spPr bwMode="auto">
          <a:xfrm>
            <a:off x="2819400" y="5867400"/>
            <a:ext cx="3124200" cy="0"/>
          </a:xfrm>
          <a:prstGeom prst="line">
            <a:avLst/>
          </a:prstGeom>
          <a:noFill/>
          <a:ln w="76200">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13326" name="Text Box 14"/>
          <p:cNvSpPr txBox="1">
            <a:spLocks noChangeArrowheads="1"/>
          </p:cNvSpPr>
          <p:nvPr/>
        </p:nvSpPr>
        <p:spPr bwMode="auto">
          <a:xfrm>
            <a:off x="838200" y="685800"/>
            <a:ext cx="7315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3200" b="1"/>
              <a:t>Social Cognition</a:t>
            </a:r>
            <a:endParaRPr lang="en-US" altLang="en-US" sz="3600" b="1">
              <a:solidFill>
                <a:schemeClr val="bg1"/>
              </a:solidFill>
            </a:endParaRPr>
          </a:p>
        </p:txBody>
      </p:sp>
    </p:spTree>
    <p:extLst>
      <p:ext uri="{BB962C8B-B14F-4D97-AF65-F5344CB8AC3E}">
        <p14:creationId xmlns:p14="http://schemas.microsoft.com/office/powerpoint/2010/main" val="332876784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318"/>
                                        </p:tgtEl>
                                        <p:attrNameLst>
                                          <p:attrName>style.visibility</p:attrName>
                                        </p:attrNameLst>
                                      </p:cBhvr>
                                      <p:to>
                                        <p:strVal val="visible"/>
                                      </p:to>
                                    </p:set>
                                    <p:animEffect transition="in" filter="wipe(left)">
                                      <p:cBhvr>
                                        <p:cTn id="7" dur="500"/>
                                        <p:tgtEl>
                                          <p:spTgt spid="13318"/>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3319"/>
                                        </p:tgtEl>
                                        <p:attrNameLst>
                                          <p:attrName>style.visibility</p:attrName>
                                        </p:attrNameLst>
                                      </p:cBhvr>
                                      <p:to>
                                        <p:strVal val="visible"/>
                                      </p:to>
                                    </p:set>
                                    <p:animEffect transition="in" filter="wipe(left)">
                                      <p:cBhvr>
                                        <p:cTn id="11" dur="500"/>
                                        <p:tgtEl>
                                          <p:spTgt spid="1331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3320"/>
                                        </p:tgtEl>
                                        <p:attrNameLst>
                                          <p:attrName>style.visibility</p:attrName>
                                        </p:attrNameLst>
                                      </p:cBhvr>
                                      <p:to>
                                        <p:strVal val="visible"/>
                                      </p:to>
                                    </p:set>
                                    <p:animEffect transition="in" filter="wipe(left)">
                                      <p:cBhvr>
                                        <p:cTn id="16" dur="500"/>
                                        <p:tgtEl>
                                          <p:spTgt spid="13320"/>
                                        </p:tgtEl>
                                      </p:cBhvr>
                                    </p:animEffect>
                                  </p:childTnLst>
                                </p:cTn>
                              </p:par>
                            </p:childTnLst>
                          </p:cTn>
                        </p:par>
                        <p:par>
                          <p:cTn id="17" fill="hold" nodeType="afterGroup">
                            <p:stCondLst>
                              <p:cond delay="500"/>
                            </p:stCondLst>
                            <p:childTnLst>
                              <p:par>
                                <p:cTn id="18" presetID="9" presetClass="entr" presetSubtype="0" fill="hold" nodeType="afterEffect">
                                  <p:stCondLst>
                                    <p:cond delay="0"/>
                                  </p:stCondLst>
                                  <p:childTnLst>
                                    <p:set>
                                      <p:cBhvr>
                                        <p:cTn id="19" dur="1" fill="hold">
                                          <p:stCondLst>
                                            <p:cond delay="0"/>
                                          </p:stCondLst>
                                        </p:cTn>
                                        <p:tgtEl>
                                          <p:spTgt spid="13321"/>
                                        </p:tgtEl>
                                        <p:attrNameLst>
                                          <p:attrName>style.visibility</p:attrName>
                                        </p:attrNameLst>
                                      </p:cBhvr>
                                      <p:to>
                                        <p:strVal val="visible"/>
                                      </p:to>
                                    </p:set>
                                    <p:animEffect transition="in" filter="dissolve">
                                      <p:cBhvr>
                                        <p:cTn id="20" dur="500"/>
                                        <p:tgtEl>
                                          <p:spTgt spid="1332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3322"/>
                                        </p:tgtEl>
                                        <p:attrNameLst>
                                          <p:attrName>style.visibility</p:attrName>
                                        </p:attrNameLst>
                                      </p:cBhvr>
                                      <p:to>
                                        <p:strVal val="visible"/>
                                      </p:to>
                                    </p:set>
                                    <p:animEffect transition="in" filter="wipe(left)">
                                      <p:cBhvr>
                                        <p:cTn id="25" dur="500"/>
                                        <p:tgtEl>
                                          <p:spTgt spid="13322"/>
                                        </p:tgtEl>
                                      </p:cBhvr>
                                    </p:animEffect>
                                  </p:childTnLst>
                                </p:cTn>
                              </p:par>
                            </p:childTnLst>
                          </p:cTn>
                        </p:par>
                        <p:par>
                          <p:cTn id="26" fill="hold" nodeType="afterGroup">
                            <p:stCondLst>
                              <p:cond delay="500"/>
                            </p:stCondLst>
                            <p:childTnLst>
                              <p:par>
                                <p:cTn id="27" presetID="9" presetClass="entr" presetSubtype="0" fill="hold" nodeType="afterEffect">
                                  <p:stCondLst>
                                    <p:cond delay="0"/>
                                  </p:stCondLst>
                                  <p:childTnLst>
                                    <p:set>
                                      <p:cBhvr>
                                        <p:cTn id="28" dur="1" fill="hold">
                                          <p:stCondLst>
                                            <p:cond delay="0"/>
                                          </p:stCondLst>
                                        </p:cTn>
                                        <p:tgtEl>
                                          <p:spTgt spid="13323"/>
                                        </p:tgtEl>
                                        <p:attrNameLst>
                                          <p:attrName>style.visibility</p:attrName>
                                        </p:attrNameLst>
                                      </p:cBhvr>
                                      <p:to>
                                        <p:strVal val="visible"/>
                                      </p:to>
                                    </p:set>
                                    <p:animEffect transition="in" filter="dissolve">
                                      <p:cBhvr>
                                        <p:cTn id="29" dur="500"/>
                                        <p:tgtEl>
                                          <p:spTgt spid="13323"/>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7" presetClass="entr" presetSubtype="10" fill="hold" nodeType="clickEffect">
                                  <p:stCondLst>
                                    <p:cond delay="0"/>
                                  </p:stCondLst>
                                  <p:childTnLst>
                                    <p:set>
                                      <p:cBhvr>
                                        <p:cTn id="33" dur="1" fill="hold">
                                          <p:stCondLst>
                                            <p:cond delay="0"/>
                                          </p:stCondLst>
                                        </p:cTn>
                                        <p:tgtEl>
                                          <p:spTgt spid="13324"/>
                                        </p:tgtEl>
                                        <p:attrNameLst>
                                          <p:attrName>style.visibility</p:attrName>
                                        </p:attrNameLst>
                                      </p:cBhvr>
                                      <p:to>
                                        <p:strVal val="visible"/>
                                      </p:to>
                                    </p:set>
                                    <p:anim calcmode="lin" valueType="num">
                                      <p:cBhvr>
                                        <p:cTn id="34" dur="500" fill="hold"/>
                                        <p:tgtEl>
                                          <p:spTgt spid="13324"/>
                                        </p:tgtEl>
                                        <p:attrNameLst>
                                          <p:attrName>ppt_w</p:attrName>
                                        </p:attrNameLst>
                                      </p:cBhvr>
                                      <p:tavLst>
                                        <p:tav tm="0">
                                          <p:val>
                                            <p:fltVal val="0"/>
                                          </p:val>
                                        </p:tav>
                                        <p:tav tm="100000">
                                          <p:val>
                                            <p:strVal val="#ppt_w"/>
                                          </p:val>
                                        </p:tav>
                                      </p:tavLst>
                                    </p:anim>
                                    <p:anim calcmode="lin" valueType="num">
                                      <p:cBhvr>
                                        <p:cTn id="35" dur="500" fill="hold"/>
                                        <p:tgtEl>
                                          <p:spTgt spid="1332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8" grpId="0" autoUpdateAnimBg="0"/>
      <p:bldP spid="13319" grpId="0" autoUpdateAnimBg="0"/>
      <p:bldP spid="13320" grpId="0" autoUpdateAnimBg="0"/>
      <p:bldP spid="13322"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1026"/>
          <p:cNvSpPr txBox="1">
            <a:spLocks noChangeArrowheads="1"/>
          </p:cNvSpPr>
          <p:nvPr/>
        </p:nvSpPr>
        <p:spPr bwMode="auto">
          <a:xfrm>
            <a:off x="838200" y="685800"/>
            <a:ext cx="7315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3200" b="1"/>
              <a:t>Social Cognition</a:t>
            </a:r>
            <a:endParaRPr lang="en-US" altLang="en-US" sz="3600" b="1">
              <a:solidFill>
                <a:schemeClr val="bg1"/>
              </a:solidFill>
            </a:endParaRPr>
          </a:p>
        </p:txBody>
      </p:sp>
      <p:sp>
        <p:nvSpPr>
          <p:cNvPr id="14340" name="Text Box 1028"/>
          <p:cNvSpPr txBox="1">
            <a:spLocks noChangeArrowheads="1"/>
          </p:cNvSpPr>
          <p:nvPr/>
        </p:nvSpPr>
        <p:spPr bwMode="auto">
          <a:xfrm>
            <a:off x="914400" y="1752600"/>
            <a:ext cx="72390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t>Bandura believes that human beings have specific abilities and that only reciprocal determinism can explain their operation and interaction:</a:t>
            </a:r>
            <a:endParaRPr lang="en-US" altLang="en-US" sz="2000" dirty="0"/>
          </a:p>
        </p:txBody>
      </p:sp>
      <p:sp>
        <p:nvSpPr>
          <p:cNvPr id="14341" name="Text Box 1029"/>
          <p:cNvSpPr txBox="1">
            <a:spLocks noChangeArrowheads="1"/>
          </p:cNvSpPr>
          <p:nvPr/>
        </p:nvSpPr>
        <p:spPr bwMode="auto">
          <a:xfrm>
            <a:off x="1447800" y="3802063"/>
            <a:ext cx="58674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b="1" dirty="0"/>
              <a:t> </a:t>
            </a:r>
            <a:r>
              <a:rPr lang="en-US" altLang="en-US" sz="2000" b="1" dirty="0"/>
              <a:t>Model and imitate</a:t>
            </a:r>
            <a:endParaRPr lang="en-US" altLang="en-US" sz="2000" dirty="0"/>
          </a:p>
        </p:txBody>
      </p:sp>
      <p:sp>
        <p:nvSpPr>
          <p:cNvPr id="14342" name="Text Box 1030"/>
          <p:cNvSpPr txBox="1">
            <a:spLocks noChangeArrowheads="1"/>
          </p:cNvSpPr>
          <p:nvPr/>
        </p:nvSpPr>
        <p:spPr bwMode="auto">
          <a:xfrm>
            <a:off x="1447800" y="5037137"/>
            <a:ext cx="4953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b="1" dirty="0">
                <a:solidFill>
                  <a:schemeClr val="tx2"/>
                </a:solidFill>
              </a:rPr>
              <a:t> </a:t>
            </a:r>
            <a:r>
              <a:rPr lang="en-US" altLang="en-US" sz="1800" b="1" dirty="0">
                <a:solidFill>
                  <a:schemeClr val="accent1">
                    <a:lumMod val="50000"/>
                  </a:schemeClr>
                </a:solidFill>
              </a:rPr>
              <a:t>Regulate own </a:t>
            </a:r>
            <a:r>
              <a:rPr lang="en-US" altLang="en-US" sz="1800" b="1" dirty="0" err="1" smtClean="0">
                <a:solidFill>
                  <a:schemeClr val="accent1">
                    <a:lumMod val="50000"/>
                  </a:schemeClr>
                </a:solidFill>
              </a:rPr>
              <a:t>behaviour</a:t>
            </a:r>
            <a:endParaRPr lang="en-US" altLang="en-US" sz="1800" b="1" dirty="0">
              <a:solidFill>
                <a:schemeClr val="accent1">
                  <a:lumMod val="50000"/>
                </a:schemeClr>
              </a:solidFill>
            </a:endParaRPr>
          </a:p>
        </p:txBody>
      </p:sp>
      <p:sp>
        <p:nvSpPr>
          <p:cNvPr id="14343" name="Text Box 1031"/>
          <p:cNvSpPr txBox="1">
            <a:spLocks noChangeArrowheads="1"/>
          </p:cNvSpPr>
          <p:nvPr/>
        </p:nvSpPr>
        <p:spPr bwMode="auto">
          <a:xfrm>
            <a:off x="1447800" y="4419600"/>
            <a:ext cx="54864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b="1" dirty="0"/>
              <a:t> </a:t>
            </a:r>
            <a:r>
              <a:rPr lang="en-US" altLang="en-US" sz="2000" b="1" dirty="0"/>
              <a:t>Self-reflect</a:t>
            </a:r>
            <a:endParaRPr lang="en-US" altLang="en-US" sz="2000" dirty="0"/>
          </a:p>
        </p:txBody>
      </p:sp>
    </p:spTree>
    <p:extLst>
      <p:ext uri="{BB962C8B-B14F-4D97-AF65-F5344CB8AC3E}">
        <p14:creationId xmlns:p14="http://schemas.microsoft.com/office/powerpoint/2010/main" val="344028619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40"/>
                                        </p:tgtEl>
                                        <p:attrNameLst>
                                          <p:attrName>style.visibility</p:attrName>
                                        </p:attrNameLst>
                                      </p:cBhvr>
                                      <p:to>
                                        <p:strVal val="visible"/>
                                      </p:to>
                                    </p:set>
                                    <p:animEffect transition="in" filter="wipe(left)">
                                      <p:cBhvr>
                                        <p:cTn id="7" dur="500"/>
                                        <p:tgtEl>
                                          <p:spTgt spid="143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341"/>
                                        </p:tgtEl>
                                        <p:attrNameLst>
                                          <p:attrName>style.visibility</p:attrName>
                                        </p:attrNameLst>
                                      </p:cBhvr>
                                      <p:to>
                                        <p:strVal val="visible"/>
                                      </p:to>
                                    </p:set>
                                    <p:animEffect transition="in" filter="wipe(up)">
                                      <p:cBhvr>
                                        <p:cTn id="12" dur="500"/>
                                        <p:tgtEl>
                                          <p:spTgt spid="1434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343"/>
                                        </p:tgtEl>
                                        <p:attrNameLst>
                                          <p:attrName>style.visibility</p:attrName>
                                        </p:attrNameLst>
                                      </p:cBhvr>
                                      <p:to>
                                        <p:strVal val="visible"/>
                                      </p:to>
                                    </p:set>
                                    <p:animEffect transition="in" filter="wipe(up)">
                                      <p:cBhvr>
                                        <p:cTn id="17" dur="500"/>
                                        <p:tgtEl>
                                          <p:spTgt spid="1434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4342"/>
                                        </p:tgtEl>
                                        <p:attrNameLst>
                                          <p:attrName>style.visibility</p:attrName>
                                        </p:attrNameLst>
                                      </p:cBhvr>
                                      <p:to>
                                        <p:strVal val="visible"/>
                                      </p:to>
                                    </p:set>
                                    <p:animEffect transition="in" filter="wipe(up)">
                                      <p:cBhvr>
                                        <p:cTn id="22" dur="500"/>
                                        <p:tgtEl>
                                          <p:spTgt spid="14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autoUpdateAnimBg="0"/>
      <p:bldP spid="14341" grpId="0" autoUpdateAnimBg="0"/>
      <p:bldP spid="14342" grpId="0" autoUpdateAnimBg="0"/>
      <p:bldP spid="14343"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838200" y="685800"/>
            <a:ext cx="7315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3200" b="1"/>
              <a:t>Self-Efficacy</a:t>
            </a:r>
            <a:endParaRPr lang="en-US" altLang="en-US" sz="3600" b="1">
              <a:solidFill>
                <a:schemeClr val="bg1"/>
              </a:solidFill>
            </a:endParaRPr>
          </a:p>
        </p:txBody>
      </p:sp>
      <p:sp>
        <p:nvSpPr>
          <p:cNvPr id="15364" name="Text Box 4"/>
          <p:cNvSpPr txBox="1">
            <a:spLocks noChangeArrowheads="1"/>
          </p:cNvSpPr>
          <p:nvPr/>
        </p:nvSpPr>
        <p:spPr bwMode="auto">
          <a:xfrm>
            <a:off x="914400" y="1752600"/>
            <a:ext cx="7010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b="1" dirty="0"/>
              <a:t>Self-reflection is a second human quality and is expressed in the concept of self-efficacy.</a:t>
            </a:r>
            <a:endParaRPr lang="en-US" altLang="en-US" sz="1800" dirty="0"/>
          </a:p>
        </p:txBody>
      </p:sp>
      <p:sp>
        <p:nvSpPr>
          <p:cNvPr id="15368" name="Text Box 8"/>
          <p:cNvSpPr txBox="1">
            <a:spLocks noChangeArrowheads="1"/>
          </p:cNvSpPr>
          <p:nvPr/>
        </p:nvSpPr>
        <p:spPr bwMode="auto">
          <a:xfrm>
            <a:off x="1295400" y="2895600"/>
            <a:ext cx="693420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dirty="0"/>
              <a:t>“</a:t>
            </a:r>
            <a:r>
              <a:rPr lang="en-US" altLang="en-US" sz="2800" b="1" dirty="0"/>
              <a:t>Self-efficacy is the </a:t>
            </a:r>
            <a:r>
              <a:rPr lang="en-US" altLang="en-US" sz="2800" b="1" i="1" dirty="0">
                <a:solidFill>
                  <a:schemeClr val="accent2"/>
                </a:solidFill>
              </a:rPr>
              <a:t>belief</a:t>
            </a:r>
            <a:r>
              <a:rPr lang="en-US" altLang="en-US" sz="2800" b="1" dirty="0">
                <a:solidFill>
                  <a:schemeClr val="accent2"/>
                </a:solidFill>
              </a:rPr>
              <a:t> </a:t>
            </a:r>
            <a:r>
              <a:rPr lang="en-US" altLang="en-US" sz="2800" b="1" dirty="0"/>
              <a:t> in one’s capabilities to organize and execute the sources of action  required to manage prospective situations.” (Bandura, 1986)</a:t>
            </a:r>
          </a:p>
        </p:txBody>
      </p:sp>
    </p:spTree>
    <p:extLst>
      <p:ext uri="{BB962C8B-B14F-4D97-AF65-F5344CB8AC3E}">
        <p14:creationId xmlns:p14="http://schemas.microsoft.com/office/powerpoint/2010/main" val="393940464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5362"/>
                                        </p:tgtEl>
                                        <p:attrNameLst>
                                          <p:attrName>style.visibility</p:attrName>
                                        </p:attrNameLst>
                                      </p:cBhvr>
                                      <p:to>
                                        <p:strVal val="visible"/>
                                      </p:to>
                                    </p:set>
                                    <p:animEffect transition="in" filter="wipe(up)">
                                      <p:cBhvr>
                                        <p:cTn id="7" dur="500"/>
                                        <p:tgtEl>
                                          <p:spTgt spid="153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364"/>
                                        </p:tgtEl>
                                        <p:attrNameLst>
                                          <p:attrName>style.visibility</p:attrName>
                                        </p:attrNameLst>
                                      </p:cBhvr>
                                      <p:to>
                                        <p:strVal val="visible"/>
                                      </p:to>
                                    </p:set>
                                    <p:animEffect transition="in" filter="wipe(left)">
                                      <p:cBhvr>
                                        <p:cTn id="12" dur="500"/>
                                        <p:tgtEl>
                                          <p:spTgt spid="153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368"/>
                                        </p:tgtEl>
                                        <p:attrNameLst>
                                          <p:attrName>style.visibility</p:attrName>
                                        </p:attrNameLst>
                                      </p:cBhvr>
                                      <p:to>
                                        <p:strVal val="visible"/>
                                      </p:to>
                                    </p:set>
                                    <p:animEffect transition="in" filter="wipe(left)">
                                      <p:cBhvr>
                                        <p:cTn id="17" dur="500"/>
                                        <p:tgtEl>
                                          <p:spTgt spid="153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autoUpdateAnimBg="0"/>
      <p:bldP spid="15364" grpId="0" autoUpdateAnimBg="0"/>
      <p:bldP spid="15368"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838200" y="685800"/>
            <a:ext cx="7315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3200" b="1"/>
              <a:t>Self-Efficacy</a:t>
            </a:r>
            <a:endParaRPr lang="en-US" altLang="en-US" sz="3600" b="1">
              <a:solidFill>
                <a:schemeClr val="bg1"/>
              </a:solidFill>
            </a:endParaRPr>
          </a:p>
        </p:txBody>
      </p:sp>
      <p:sp>
        <p:nvSpPr>
          <p:cNvPr id="20483" name="Text Box 3"/>
          <p:cNvSpPr txBox="1">
            <a:spLocks noChangeArrowheads="1"/>
          </p:cNvSpPr>
          <p:nvPr/>
        </p:nvSpPr>
        <p:spPr bwMode="auto">
          <a:xfrm>
            <a:off x="914400" y="1752600"/>
            <a:ext cx="70104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t>Self-efficacy impacts</a:t>
            </a:r>
            <a:r>
              <a:rPr lang="en-US" altLang="en-US" b="1" dirty="0"/>
              <a:t>:</a:t>
            </a:r>
            <a:endParaRPr lang="en-US" altLang="en-US" dirty="0"/>
          </a:p>
        </p:txBody>
      </p:sp>
      <p:sp>
        <p:nvSpPr>
          <p:cNvPr id="20485" name="Text Box 5"/>
          <p:cNvSpPr txBox="1">
            <a:spLocks noChangeArrowheads="1"/>
          </p:cNvSpPr>
          <p:nvPr/>
        </p:nvSpPr>
        <p:spPr bwMode="auto">
          <a:xfrm>
            <a:off x="1143000" y="2362200"/>
            <a:ext cx="5715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0975" indent="-180975">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buFontTx/>
              <a:buChar char="•"/>
            </a:pPr>
            <a:r>
              <a:rPr lang="en-US" altLang="en-US" sz="2800" b="1"/>
              <a:t>The choices we make</a:t>
            </a:r>
            <a:endParaRPr lang="en-US" altLang="en-US" sz="3200" b="1"/>
          </a:p>
        </p:txBody>
      </p:sp>
      <p:sp>
        <p:nvSpPr>
          <p:cNvPr id="20486" name="Text Box 6"/>
          <p:cNvSpPr txBox="1">
            <a:spLocks noChangeArrowheads="1"/>
          </p:cNvSpPr>
          <p:nvPr/>
        </p:nvSpPr>
        <p:spPr bwMode="auto">
          <a:xfrm>
            <a:off x="1143000" y="2971800"/>
            <a:ext cx="7010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b="1" dirty="0"/>
              <a:t> </a:t>
            </a:r>
            <a:r>
              <a:rPr lang="en-US" altLang="en-US" sz="3600" b="1" dirty="0">
                <a:solidFill>
                  <a:schemeClr val="accent1">
                    <a:lumMod val="50000"/>
                  </a:schemeClr>
                </a:solidFill>
              </a:rPr>
              <a:t>The effort we put forth</a:t>
            </a:r>
            <a:endParaRPr lang="en-US" altLang="en-US" sz="3600" dirty="0">
              <a:solidFill>
                <a:schemeClr val="accent1">
                  <a:lumMod val="50000"/>
                </a:schemeClr>
              </a:solidFill>
            </a:endParaRPr>
          </a:p>
        </p:txBody>
      </p:sp>
      <p:sp>
        <p:nvSpPr>
          <p:cNvPr id="20487" name="Text Box 7"/>
          <p:cNvSpPr txBox="1">
            <a:spLocks noChangeArrowheads="1"/>
          </p:cNvSpPr>
          <p:nvPr/>
        </p:nvSpPr>
        <p:spPr bwMode="auto">
          <a:xfrm>
            <a:off x="1143000" y="3581400"/>
            <a:ext cx="73152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b="1" dirty="0"/>
              <a:t> </a:t>
            </a:r>
            <a:r>
              <a:rPr lang="en-US" altLang="en-US" sz="2800" b="1" dirty="0"/>
              <a:t>How long we persist when we confront obstacles (especially in the face of failure)</a:t>
            </a:r>
            <a:endParaRPr lang="en-US" altLang="en-US" sz="2800" dirty="0"/>
          </a:p>
        </p:txBody>
      </p:sp>
      <p:sp>
        <p:nvSpPr>
          <p:cNvPr id="20488" name="Text Box 8"/>
          <p:cNvSpPr txBox="1">
            <a:spLocks noChangeArrowheads="1"/>
          </p:cNvSpPr>
          <p:nvPr/>
        </p:nvSpPr>
        <p:spPr bwMode="auto">
          <a:xfrm>
            <a:off x="1143000" y="4988143"/>
            <a:ext cx="6858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b="1" dirty="0"/>
              <a:t> </a:t>
            </a:r>
            <a:r>
              <a:rPr lang="en-US" altLang="en-US" sz="2400" b="1" dirty="0">
                <a:solidFill>
                  <a:srgbClr val="0070C0"/>
                </a:solidFill>
              </a:rPr>
              <a:t>How we feel about ourselves, others, the task, etc.</a:t>
            </a:r>
            <a:endParaRPr lang="en-US" altLang="en-US" sz="2400" dirty="0">
              <a:solidFill>
                <a:srgbClr val="0070C0"/>
              </a:solidFill>
            </a:endParaRPr>
          </a:p>
        </p:txBody>
      </p:sp>
    </p:spTree>
    <p:extLst>
      <p:ext uri="{BB962C8B-B14F-4D97-AF65-F5344CB8AC3E}">
        <p14:creationId xmlns:p14="http://schemas.microsoft.com/office/powerpoint/2010/main" val="129328852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0483"/>
                                        </p:tgtEl>
                                        <p:attrNameLst>
                                          <p:attrName>style.visibility</p:attrName>
                                        </p:attrNameLst>
                                      </p:cBhvr>
                                      <p:to>
                                        <p:strVal val="visible"/>
                                      </p:to>
                                    </p:set>
                                    <p:animEffect transition="in" filter="wipe(up)">
                                      <p:cBhvr>
                                        <p:cTn id="7" dur="500"/>
                                        <p:tgtEl>
                                          <p:spTgt spid="204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485"/>
                                        </p:tgtEl>
                                        <p:attrNameLst>
                                          <p:attrName>style.visibility</p:attrName>
                                        </p:attrNameLst>
                                      </p:cBhvr>
                                      <p:to>
                                        <p:strVal val="visible"/>
                                      </p:to>
                                    </p:set>
                                    <p:animEffect transition="in" filter="wipe(left)">
                                      <p:cBhvr>
                                        <p:cTn id="12" dur="500"/>
                                        <p:tgtEl>
                                          <p:spTgt spid="2048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486"/>
                                        </p:tgtEl>
                                        <p:attrNameLst>
                                          <p:attrName>style.visibility</p:attrName>
                                        </p:attrNameLst>
                                      </p:cBhvr>
                                      <p:to>
                                        <p:strVal val="visible"/>
                                      </p:to>
                                    </p:set>
                                    <p:animEffect transition="in" filter="wipe(left)">
                                      <p:cBhvr>
                                        <p:cTn id="17" dur="500"/>
                                        <p:tgtEl>
                                          <p:spTgt spid="2048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487"/>
                                        </p:tgtEl>
                                        <p:attrNameLst>
                                          <p:attrName>style.visibility</p:attrName>
                                        </p:attrNameLst>
                                      </p:cBhvr>
                                      <p:to>
                                        <p:strVal val="visible"/>
                                      </p:to>
                                    </p:set>
                                    <p:animEffect transition="in" filter="wipe(left)">
                                      <p:cBhvr>
                                        <p:cTn id="22" dur="500"/>
                                        <p:tgtEl>
                                          <p:spTgt spid="2048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488"/>
                                        </p:tgtEl>
                                        <p:attrNameLst>
                                          <p:attrName>style.visibility</p:attrName>
                                        </p:attrNameLst>
                                      </p:cBhvr>
                                      <p:to>
                                        <p:strVal val="visible"/>
                                      </p:to>
                                    </p:set>
                                    <p:animEffect transition="in" filter="wipe(left)">
                                      <p:cBhvr>
                                        <p:cTn id="27" dur="500"/>
                                        <p:tgtEl>
                                          <p:spTgt spid="204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autoUpdateAnimBg="0"/>
      <p:bldP spid="20485" grpId="0" autoUpdateAnimBg="0"/>
      <p:bldP spid="20486" grpId="0" autoUpdateAnimBg="0"/>
      <p:bldP spid="20487" grpId="0" autoUpdateAnimBg="0"/>
      <p:bldP spid="20488"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838200" y="685800"/>
            <a:ext cx="7315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3200" b="1"/>
              <a:t>Self-Efficacy</a:t>
            </a:r>
            <a:endParaRPr lang="en-US" altLang="en-US" sz="3600" b="1">
              <a:solidFill>
                <a:schemeClr val="bg1"/>
              </a:solidFill>
            </a:endParaRPr>
          </a:p>
        </p:txBody>
      </p:sp>
      <p:sp>
        <p:nvSpPr>
          <p:cNvPr id="21507" name="Text Box 3"/>
          <p:cNvSpPr txBox="1">
            <a:spLocks noChangeArrowheads="1"/>
          </p:cNvSpPr>
          <p:nvPr/>
        </p:nvSpPr>
        <p:spPr bwMode="auto">
          <a:xfrm>
            <a:off x="1143000" y="1752600"/>
            <a:ext cx="70104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b="1" u="sng" dirty="0"/>
              <a:t>Self-efficacy is influenced by:</a:t>
            </a:r>
            <a:endParaRPr lang="en-US" altLang="en-US" sz="3200" u="sng" dirty="0"/>
          </a:p>
        </p:txBody>
      </p:sp>
      <p:sp>
        <p:nvSpPr>
          <p:cNvPr id="21508" name="Text Box 4"/>
          <p:cNvSpPr txBox="1">
            <a:spLocks noChangeArrowheads="1"/>
          </p:cNvSpPr>
          <p:nvPr/>
        </p:nvSpPr>
        <p:spPr bwMode="auto">
          <a:xfrm>
            <a:off x="1828800" y="2362200"/>
            <a:ext cx="4572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0975" indent="-180975">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buFontTx/>
              <a:buChar char="•"/>
            </a:pPr>
            <a:r>
              <a:rPr lang="en-US" altLang="en-US" sz="2800" b="1" dirty="0"/>
              <a:t>Mastery experiences</a:t>
            </a:r>
            <a:endParaRPr lang="en-US" altLang="en-US" sz="3200" b="1" dirty="0"/>
          </a:p>
        </p:txBody>
      </p:sp>
      <p:sp>
        <p:nvSpPr>
          <p:cNvPr id="21509" name="Text Box 5"/>
          <p:cNvSpPr txBox="1">
            <a:spLocks noChangeArrowheads="1"/>
          </p:cNvSpPr>
          <p:nvPr/>
        </p:nvSpPr>
        <p:spPr bwMode="auto">
          <a:xfrm>
            <a:off x="1828800" y="2971800"/>
            <a:ext cx="4572000" cy="1354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b="1" dirty="0"/>
              <a:t> </a:t>
            </a:r>
            <a:r>
              <a:rPr lang="en-US" altLang="en-US" sz="2800" b="1" dirty="0"/>
              <a:t>Vicarious </a:t>
            </a:r>
            <a:r>
              <a:rPr lang="en-US" altLang="en-US" sz="2800" b="1" dirty="0" smtClean="0"/>
              <a:t>experiences - </a:t>
            </a:r>
            <a:r>
              <a:rPr lang="en-AU" sz="1800" b="1" dirty="0"/>
              <a:t>vicarious</a:t>
            </a:r>
            <a:r>
              <a:rPr lang="en-AU" sz="1800" dirty="0"/>
              <a:t> reinforcement is our tendency to repeat or duplicate </a:t>
            </a:r>
            <a:r>
              <a:rPr lang="en-AU" sz="1800" dirty="0" smtClean="0"/>
              <a:t>behaviours </a:t>
            </a:r>
            <a:r>
              <a:rPr lang="en-AU" sz="1800" dirty="0"/>
              <a:t>for which others are being rewarded.</a:t>
            </a:r>
            <a:endParaRPr lang="en-US" altLang="en-US" sz="1800" dirty="0"/>
          </a:p>
        </p:txBody>
      </p:sp>
      <p:sp>
        <p:nvSpPr>
          <p:cNvPr id="21510" name="Text Box 6"/>
          <p:cNvSpPr txBox="1">
            <a:spLocks noChangeArrowheads="1"/>
          </p:cNvSpPr>
          <p:nvPr/>
        </p:nvSpPr>
        <p:spPr bwMode="auto">
          <a:xfrm>
            <a:off x="1790700" y="4317431"/>
            <a:ext cx="4572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b="1" dirty="0"/>
              <a:t> </a:t>
            </a:r>
            <a:r>
              <a:rPr lang="en-US" altLang="en-US" sz="2800" b="1" dirty="0"/>
              <a:t>Social persuasions</a:t>
            </a:r>
            <a:endParaRPr lang="en-US" altLang="en-US" sz="2800" dirty="0"/>
          </a:p>
        </p:txBody>
      </p:sp>
      <p:sp>
        <p:nvSpPr>
          <p:cNvPr id="21511" name="Text Box 7"/>
          <p:cNvSpPr txBox="1">
            <a:spLocks noChangeArrowheads="1"/>
          </p:cNvSpPr>
          <p:nvPr/>
        </p:nvSpPr>
        <p:spPr bwMode="auto">
          <a:xfrm>
            <a:off x="1866900" y="5016731"/>
            <a:ext cx="4495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Char char="•"/>
            </a:pPr>
            <a:r>
              <a:rPr lang="en-US" altLang="en-US" b="1" dirty="0"/>
              <a:t> </a:t>
            </a:r>
            <a:r>
              <a:rPr lang="en-US" altLang="en-US" sz="2800" b="1" dirty="0"/>
              <a:t>Physiological states</a:t>
            </a:r>
            <a:endParaRPr lang="en-US" altLang="en-US" sz="2800" dirty="0"/>
          </a:p>
        </p:txBody>
      </p:sp>
    </p:spTree>
    <p:extLst>
      <p:ext uri="{BB962C8B-B14F-4D97-AF65-F5344CB8AC3E}">
        <p14:creationId xmlns:p14="http://schemas.microsoft.com/office/powerpoint/2010/main" val="118725088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1507"/>
                                        </p:tgtEl>
                                        <p:attrNameLst>
                                          <p:attrName>style.visibility</p:attrName>
                                        </p:attrNameLst>
                                      </p:cBhvr>
                                      <p:to>
                                        <p:strVal val="visible"/>
                                      </p:to>
                                    </p:set>
                                    <p:animEffect transition="in" filter="wipe(up)">
                                      <p:cBhvr>
                                        <p:cTn id="7" dur="500"/>
                                        <p:tgtEl>
                                          <p:spTgt spid="215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508"/>
                                        </p:tgtEl>
                                        <p:attrNameLst>
                                          <p:attrName>style.visibility</p:attrName>
                                        </p:attrNameLst>
                                      </p:cBhvr>
                                      <p:to>
                                        <p:strVal val="visible"/>
                                      </p:to>
                                    </p:set>
                                    <p:animEffect transition="in" filter="wipe(left)">
                                      <p:cBhvr>
                                        <p:cTn id="12" dur="500"/>
                                        <p:tgtEl>
                                          <p:spTgt spid="2150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509"/>
                                        </p:tgtEl>
                                        <p:attrNameLst>
                                          <p:attrName>style.visibility</p:attrName>
                                        </p:attrNameLst>
                                      </p:cBhvr>
                                      <p:to>
                                        <p:strVal val="visible"/>
                                      </p:to>
                                    </p:set>
                                    <p:animEffect transition="in" filter="wipe(left)">
                                      <p:cBhvr>
                                        <p:cTn id="17" dur="500"/>
                                        <p:tgtEl>
                                          <p:spTgt spid="2150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510"/>
                                        </p:tgtEl>
                                        <p:attrNameLst>
                                          <p:attrName>style.visibility</p:attrName>
                                        </p:attrNameLst>
                                      </p:cBhvr>
                                      <p:to>
                                        <p:strVal val="visible"/>
                                      </p:to>
                                    </p:set>
                                    <p:animEffect transition="in" filter="wipe(left)">
                                      <p:cBhvr>
                                        <p:cTn id="22" dur="500"/>
                                        <p:tgtEl>
                                          <p:spTgt spid="2151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1511"/>
                                        </p:tgtEl>
                                        <p:attrNameLst>
                                          <p:attrName>style.visibility</p:attrName>
                                        </p:attrNameLst>
                                      </p:cBhvr>
                                      <p:to>
                                        <p:strVal val="visible"/>
                                      </p:to>
                                    </p:set>
                                    <p:animEffect transition="in" filter="wipe(left)">
                                      <p:cBhvr>
                                        <p:cTn id="27" dur="500"/>
                                        <p:tgtEl>
                                          <p:spTgt spid="215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autoUpdateAnimBg="0"/>
      <p:bldP spid="21508" grpId="0" autoUpdateAnimBg="0"/>
      <p:bldP spid="21509" grpId="0" autoUpdateAnimBg="0"/>
      <p:bldP spid="21510" grpId="0" autoUpdateAnimBg="0"/>
      <p:bldP spid="21511"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838200" y="685800"/>
            <a:ext cx="7315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3200" b="1"/>
              <a:t>Social Cognition</a:t>
            </a:r>
            <a:endParaRPr lang="en-US" altLang="en-US" sz="3600" b="1">
              <a:solidFill>
                <a:schemeClr val="bg1"/>
              </a:solidFill>
            </a:endParaRPr>
          </a:p>
        </p:txBody>
      </p:sp>
      <p:sp>
        <p:nvSpPr>
          <p:cNvPr id="16387" name="Rectangle 3"/>
          <p:cNvSpPr>
            <a:spLocks noChangeArrowheads="1"/>
          </p:cNvSpPr>
          <p:nvPr/>
        </p:nvSpPr>
        <p:spPr bwMode="auto">
          <a:xfrm>
            <a:off x="1295400" y="2667000"/>
            <a:ext cx="723900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b="1" dirty="0"/>
              <a:t>“</a:t>
            </a:r>
            <a:r>
              <a:rPr lang="en-US" altLang="en-US" sz="2800" b="1" dirty="0"/>
              <a:t>People's level of motivation, affective states, and actions are based more on what they </a:t>
            </a:r>
            <a:r>
              <a:rPr lang="en-US" altLang="en-US" sz="2800" b="1" i="1" dirty="0">
                <a:solidFill>
                  <a:srgbClr val="FF3300"/>
                </a:solidFill>
              </a:rPr>
              <a:t>believe</a:t>
            </a:r>
            <a:r>
              <a:rPr lang="en-US" altLang="en-US" sz="2800" b="1" dirty="0"/>
              <a:t> than on what is objectively the case.”</a:t>
            </a:r>
          </a:p>
        </p:txBody>
      </p:sp>
      <p:sp>
        <p:nvSpPr>
          <p:cNvPr id="16388" name="Text Box 4"/>
          <p:cNvSpPr txBox="1">
            <a:spLocks noChangeArrowheads="1"/>
          </p:cNvSpPr>
          <p:nvPr/>
        </p:nvSpPr>
        <p:spPr bwMode="auto">
          <a:xfrm>
            <a:off x="914400" y="1752600"/>
            <a:ext cx="65532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b="1" dirty="0"/>
              <a:t>Bandura’s basic position is that</a:t>
            </a:r>
            <a:endParaRPr lang="en-US" altLang="en-US" sz="3200" dirty="0"/>
          </a:p>
        </p:txBody>
      </p:sp>
    </p:spTree>
    <p:extLst>
      <p:ext uri="{BB962C8B-B14F-4D97-AF65-F5344CB8AC3E}">
        <p14:creationId xmlns:p14="http://schemas.microsoft.com/office/powerpoint/2010/main" val="424864841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6386"/>
                                        </p:tgtEl>
                                        <p:attrNameLst>
                                          <p:attrName>style.visibility</p:attrName>
                                        </p:attrNameLst>
                                      </p:cBhvr>
                                      <p:to>
                                        <p:strVal val="visible"/>
                                      </p:to>
                                    </p:set>
                                    <p:animEffect transition="in" filter="wipe(up)">
                                      <p:cBhvr>
                                        <p:cTn id="7" dur="500"/>
                                        <p:tgtEl>
                                          <p:spTgt spid="163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88"/>
                                        </p:tgtEl>
                                        <p:attrNameLst>
                                          <p:attrName>style.visibility</p:attrName>
                                        </p:attrNameLst>
                                      </p:cBhvr>
                                      <p:to>
                                        <p:strVal val="visible"/>
                                      </p:to>
                                    </p:set>
                                    <p:animEffect transition="in" filter="wipe(left)">
                                      <p:cBhvr>
                                        <p:cTn id="12" dur="500"/>
                                        <p:tgtEl>
                                          <p:spTgt spid="163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387"/>
                                        </p:tgtEl>
                                        <p:attrNameLst>
                                          <p:attrName>style.visibility</p:attrName>
                                        </p:attrNameLst>
                                      </p:cBhvr>
                                      <p:to>
                                        <p:strVal val="visible"/>
                                      </p:to>
                                    </p:set>
                                    <p:animEffect transition="in" filter="wipe(left)">
                                      <p:cBhvr>
                                        <p:cTn id="17" dur="500"/>
                                        <p:tgtEl>
                                          <p:spTgt spid="163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autoUpdateAnimBg="0"/>
      <p:bldP spid="16387" grpId="0" autoUpdateAnimBg="0"/>
      <p:bldP spid="16388"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258205" y="515063"/>
            <a:ext cx="6512511" cy="1143000"/>
          </a:xfrm>
        </p:spPr>
        <p:txBody>
          <a:bodyPr/>
          <a:lstStyle/>
          <a:p>
            <a:pPr algn="ctr" eaLnBrk="1" hangingPunct="1"/>
            <a:r>
              <a:rPr lang="en-US" altLang="en-US" sz="3200" dirty="0" smtClean="0"/>
              <a:t>Introduction to </a:t>
            </a:r>
            <a:r>
              <a:rPr lang="en-US" altLang="en-US" sz="3200" dirty="0" err="1" smtClean="0"/>
              <a:t>Mischel’s</a:t>
            </a:r>
            <a:r>
              <a:rPr lang="en-US" altLang="en-US" sz="3200" dirty="0" smtClean="0"/>
              <a:t>  Personality Theory</a:t>
            </a:r>
          </a:p>
        </p:txBody>
      </p:sp>
      <p:sp>
        <p:nvSpPr>
          <p:cNvPr id="12291" name="Rectangle 3"/>
          <p:cNvSpPr>
            <a:spLocks noGrp="1" noChangeArrowheads="1"/>
          </p:cNvSpPr>
          <p:nvPr>
            <p:ph type="body" idx="1"/>
          </p:nvPr>
        </p:nvSpPr>
        <p:spPr>
          <a:xfrm>
            <a:off x="674717" y="1894975"/>
            <a:ext cx="7772400" cy="3962400"/>
          </a:xfrm>
        </p:spPr>
        <p:txBody>
          <a:bodyPr/>
          <a:lstStyle/>
          <a:p>
            <a:pPr eaLnBrk="1" hangingPunct="1">
              <a:lnSpc>
                <a:spcPct val="80000"/>
              </a:lnSpc>
            </a:pPr>
            <a:r>
              <a:rPr lang="en-US" altLang="en-US" sz="2400" dirty="0" smtClean="0"/>
              <a:t>Early work objected to trait theory explanation of </a:t>
            </a:r>
            <a:r>
              <a:rPr lang="en-US" altLang="en-US" sz="2400" dirty="0" err="1" smtClean="0"/>
              <a:t>behaviour</a:t>
            </a:r>
            <a:endParaRPr lang="en-US" altLang="en-US" sz="2400" dirty="0" smtClean="0"/>
          </a:p>
          <a:p>
            <a:pPr eaLnBrk="1" hangingPunct="1">
              <a:lnSpc>
                <a:spcPct val="80000"/>
              </a:lnSpc>
            </a:pPr>
            <a:r>
              <a:rPr lang="en-US" altLang="en-US" sz="2400" dirty="0" smtClean="0"/>
              <a:t>Cognitive activities and specific situations play role in determining </a:t>
            </a:r>
            <a:r>
              <a:rPr lang="en-US" altLang="en-US" sz="2400" dirty="0" err="1" smtClean="0"/>
              <a:t>behaviour</a:t>
            </a:r>
            <a:endParaRPr lang="en-US" altLang="en-US" sz="2400" dirty="0" smtClean="0"/>
          </a:p>
          <a:p>
            <a:pPr eaLnBrk="1" hangingPunct="1">
              <a:lnSpc>
                <a:spcPct val="80000"/>
              </a:lnSpc>
            </a:pPr>
            <a:r>
              <a:rPr lang="en-US" altLang="en-US" sz="2400" dirty="0" smtClean="0"/>
              <a:t>Recently have advocated reconciliation between processing dynamics and personal dispositions approaches</a:t>
            </a:r>
          </a:p>
          <a:p>
            <a:pPr eaLnBrk="1" hangingPunct="1">
              <a:lnSpc>
                <a:spcPct val="80000"/>
              </a:lnSpc>
            </a:pPr>
            <a:r>
              <a:rPr lang="en-US" altLang="en-US" sz="2400" dirty="0" smtClean="0"/>
              <a:t>Holds that </a:t>
            </a:r>
            <a:r>
              <a:rPr lang="en-US" altLang="en-US" sz="2400" dirty="0" err="1" smtClean="0"/>
              <a:t>behaviour</a:t>
            </a:r>
            <a:r>
              <a:rPr lang="en-US" altLang="en-US" sz="2400" dirty="0" smtClean="0"/>
              <a:t> stems from relatively stable personal dispositions and cognitive-affective processes interacting with a particular situation</a:t>
            </a:r>
            <a:endParaRPr lang="en-US" altLang="en-US" sz="2400" dirty="0" smtClean="0"/>
          </a:p>
        </p:txBody>
      </p:sp>
    </p:spTree>
    <p:extLst>
      <p:ext uri="{BB962C8B-B14F-4D97-AF65-F5344CB8AC3E}">
        <p14:creationId xmlns:p14="http://schemas.microsoft.com/office/powerpoint/2010/main" val="206599640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026"/>
          <p:cNvSpPr>
            <a:spLocks noGrp="1" noChangeArrowheads="1"/>
          </p:cNvSpPr>
          <p:nvPr>
            <p:ph type="title"/>
          </p:nvPr>
        </p:nvSpPr>
        <p:spPr>
          <a:xfrm>
            <a:off x="1172605" y="914400"/>
            <a:ext cx="6512511" cy="1143000"/>
          </a:xfrm>
        </p:spPr>
        <p:txBody>
          <a:bodyPr/>
          <a:lstStyle/>
          <a:p>
            <a:pPr algn="ctr" eaLnBrk="1" hangingPunct="1"/>
            <a:r>
              <a:rPr lang="en-US" altLang="en-US" sz="2000" b="1" dirty="0" smtClean="0"/>
              <a:t>Background of the Cognitive-Affective Personality System</a:t>
            </a:r>
          </a:p>
        </p:txBody>
      </p:sp>
      <p:sp>
        <p:nvSpPr>
          <p:cNvPr id="14339" name="Rectangle 1027"/>
          <p:cNvSpPr>
            <a:spLocks noGrp="1" noChangeArrowheads="1"/>
          </p:cNvSpPr>
          <p:nvPr>
            <p:ph type="body" idx="1"/>
          </p:nvPr>
        </p:nvSpPr>
        <p:spPr>
          <a:xfrm>
            <a:off x="685800" y="2057400"/>
            <a:ext cx="7772400" cy="4038600"/>
          </a:xfrm>
        </p:spPr>
        <p:txBody>
          <a:bodyPr/>
          <a:lstStyle/>
          <a:p>
            <a:pPr eaLnBrk="1" hangingPunct="1">
              <a:lnSpc>
                <a:spcPct val="90000"/>
              </a:lnSpc>
            </a:pPr>
            <a:r>
              <a:rPr lang="en-US" altLang="en-US" sz="2000" dirty="0" smtClean="0"/>
              <a:t>Consistency Paradox</a:t>
            </a:r>
          </a:p>
          <a:p>
            <a:pPr lvl="1" eaLnBrk="1" hangingPunct="1">
              <a:lnSpc>
                <a:spcPct val="90000"/>
              </a:lnSpc>
            </a:pPr>
            <a:r>
              <a:rPr lang="en-US" altLang="en-US" sz="2000" dirty="0" smtClean="0"/>
              <a:t>Although both laypeople and professionals tend to believe that behavior is quite consistent, research suggests that it is not</a:t>
            </a:r>
          </a:p>
          <a:p>
            <a:pPr eaLnBrk="1" hangingPunct="1">
              <a:lnSpc>
                <a:spcPct val="90000"/>
              </a:lnSpc>
            </a:pPr>
            <a:r>
              <a:rPr lang="en-US" altLang="en-US" sz="2000" dirty="0" smtClean="0"/>
              <a:t>Person-Situation Interaction</a:t>
            </a:r>
          </a:p>
          <a:p>
            <a:pPr lvl="1" eaLnBrk="1" hangingPunct="1">
              <a:lnSpc>
                <a:spcPct val="90000"/>
              </a:lnSpc>
            </a:pPr>
            <a:r>
              <a:rPr lang="en-US" altLang="en-US" sz="2000" dirty="0" err="1" smtClean="0"/>
              <a:t>Mischel</a:t>
            </a:r>
            <a:r>
              <a:rPr lang="en-US" altLang="en-US" sz="2000" dirty="0" smtClean="0"/>
              <a:t> believes that behavior is best predicted from an understanding of the </a:t>
            </a:r>
            <a:r>
              <a:rPr lang="en-US" altLang="en-US" sz="2000" u="sng" dirty="0" smtClean="0"/>
              <a:t>person,</a:t>
            </a:r>
            <a:r>
              <a:rPr lang="en-US" altLang="en-US" sz="2000" dirty="0" smtClean="0"/>
              <a:t> the</a:t>
            </a:r>
            <a:r>
              <a:rPr lang="en-US" altLang="en-US" sz="2000" i="1" dirty="0" smtClean="0"/>
              <a:t> </a:t>
            </a:r>
            <a:r>
              <a:rPr lang="en-US" altLang="en-US" sz="2000" u="sng" dirty="0" smtClean="0"/>
              <a:t>situation, </a:t>
            </a:r>
            <a:r>
              <a:rPr lang="en-US" altLang="en-US" sz="2000" dirty="0" smtClean="0"/>
              <a:t>and the</a:t>
            </a:r>
            <a:r>
              <a:rPr lang="en-US" altLang="en-US" sz="2000" i="1" dirty="0" smtClean="0"/>
              <a:t> </a:t>
            </a:r>
            <a:r>
              <a:rPr lang="en-US" altLang="en-US" sz="2000" u="sng" dirty="0" smtClean="0"/>
              <a:t>interaction </a:t>
            </a:r>
            <a:r>
              <a:rPr lang="en-US" altLang="en-US" sz="2000" dirty="0" smtClean="0"/>
              <a:t>between person and situation </a:t>
            </a:r>
          </a:p>
          <a:p>
            <a:pPr lvl="1" eaLnBrk="1" hangingPunct="1">
              <a:lnSpc>
                <a:spcPct val="90000"/>
              </a:lnSpc>
            </a:pPr>
            <a:endParaRPr lang="en-US" altLang="en-US" dirty="0" smtClean="0"/>
          </a:p>
          <a:p>
            <a:pPr eaLnBrk="1" hangingPunct="1">
              <a:lnSpc>
                <a:spcPct val="90000"/>
              </a:lnSpc>
              <a:buFontTx/>
              <a:buNone/>
            </a:pPr>
            <a:endParaRPr lang="en-US" altLang="en-US" dirty="0" smtClean="0"/>
          </a:p>
        </p:txBody>
      </p:sp>
    </p:spTree>
    <p:extLst>
      <p:ext uri="{BB962C8B-B14F-4D97-AF65-F5344CB8AC3E}">
        <p14:creationId xmlns:p14="http://schemas.microsoft.com/office/powerpoint/2010/main" val="321943269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0" y="381000"/>
            <a:ext cx="9144000" cy="1066800"/>
          </a:xfrm>
        </p:spPr>
        <p:txBody>
          <a:bodyPr/>
          <a:lstStyle/>
          <a:p>
            <a:pPr algn="ctr" eaLnBrk="1" hangingPunct="1"/>
            <a:r>
              <a:rPr lang="en-US" altLang="en-US" sz="4000" dirty="0" smtClean="0"/>
              <a:t>Cognitive-Affective Personality System</a:t>
            </a:r>
          </a:p>
        </p:txBody>
      </p:sp>
      <p:sp>
        <p:nvSpPr>
          <p:cNvPr id="15363" name="Rectangle 3"/>
          <p:cNvSpPr>
            <a:spLocks noGrp="1" noChangeArrowheads="1"/>
          </p:cNvSpPr>
          <p:nvPr>
            <p:ph type="body" idx="1"/>
          </p:nvPr>
        </p:nvSpPr>
        <p:spPr>
          <a:xfrm>
            <a:off x="685800" y="1447800"/>
            <a:ext cx="8077200" cy="4953000"/>
          </a:xfrm>
        </p:spPr>
        <p:txBody>
          <a:bodyPr/>
          <a:lstStyle/>
          <a:p>
            <a:pPr eaLnBrk="1" hangingPunct="1"/>
            <a:r>
              <a:rPr lang="en-US" altLang="en-US" sz="2800" dirty="0" err="1" smtClean="0"/>
              <a:t>Behaviour</a:t>
            </a:r>
            <a:r>
              <a:rPr lang="en-US" altLang="en-US" sz="2800" dirty="0" smtClean="0"/>
              <a:t> </a:t>
            </a:r>
            <a:r>
              <a:rPr lang="en-US" altLang="en-US" sz="2800" dirty="0" smtClean="0"/>
              <a:t>Prediction</a:t>
            </a:r>
          </a:p>
          <a:p>
            <a:pPr lvl="1" eaLnBrk="1" hangingPunct="1"/>
            <a:r>
              <a:rPr lang="en-US" altLang="en-US" sz="2400" dirty="0" smtClean="0"/>
              <a:t>Individuals should behave differently as situations vary </a:t>
            </a:r>
          </a:p>
          <a:p>
            <a:pPr eaLnBrk="1" hangingPunct="1"/>
            <a:r>
              <a:rPr lang="en-US" altLang="en-US" sz="2800" dirty="0" smtClean="0"/>
              <a:t>Situation Variables</a:t>
            </a:r>
          </a:p>
          <a:p>
            <a:pPr lvl="1" eaLnBrk="1" hangingPunct="1"/>
            <a:r>
              <a:rPr lang="en-US" altLang="en-US" sz="2400" dirty="0" smtClean="0"/>
              <a:t>All those stimuli that people attend to in a given situation </a:t>
            </a:r>
          </a:p>
          <a:p>
            <a:pPr eaLnBrk="1" hangingPunct="1"/>
            <a:r>
              <a:rPr lang="en-US" altLang="en-US" sz="2800" dirty="0" smtClean="0"/>
              <a:t>Cognitive-Affective Units</a:t>
            </a:r>
          </a:p>
          <a:p>
            <a:pPr lvl="1" eaLnBrk="1" hangingPunct="1"/>
            <a:r>
              <a:rPr lang="en-US" altLang="en-US" sz="2400" dirty="0" smtClean="0"/>
              <a:t>Encoding strategies</a:t>
            </a:r>
          </a:p>
          <a:p>
            <a:pPr lvl="1" eaLnBrk="1" hangingPunct="1"/>
            <a:r>
              <a:rPr lang="en-US" altLang="en-US" sz="2400" dirty="0" smtClean="0"/>
              <a:t>Competencies and self-regulatory strategies</a:t>
            </a:r>
          </a:p>
          <a:p>
            <a:pPr lvl="1" eaLnBrk="1" hangingPunct="1"/>
            <a:r>
              <a:rPr lang="en-US" altLang="en-US" sz="2400" dirty="0" smtClean="0"/>
              <a:t>Expectancies and beliefs</a:t>
            </a:r>
          </a:p>
          <a:p>
            <a:pPr lvl="1" eaLnBrk="1" hangingPunct="1"/>
            <a:r>
              <a:rPr lang="en-US" altLang="en-US" sz="2400" dirty="0" smtClean="0"/>
              <a:t>Goals and values</a:t>
            </a:r>
          </a:p>
          <a:p>
            <a:pPr lvl="1" eaLnBrk="1" hangingPunct="1"/>
            <a:r>
              <a:rPr lang="en-US" altLang="en-US" sz="2400" dirty="0" smtClean="0"/>
              <a:t>Affective responses</a:t>
            </a:r>
          </a:p>
        </p:txBody>
      </p:sp>
    </p:spTree>
    <p:extLst>
      <p:ext uri="{BB962C8B-B14F-4D97-AF65-F5344CB8AC3E}">
        <p14:creationId xmlns:p14="http://schemas.microsoft.com/office/powerpoint/2010/main" val="251669878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theme/theme1.xml><?xml version="1.0" encoding="utf-8"?>
<a:theme xmlns:a="http://schemas.openxmlformats.org/drawingml/2006/main" name="Slipstream">
  <a:themeElements>
    <a:clrScheme name="Slipstream">
      <a:dk1>
        <a:srgbClr val="000000"/>
      </a:dk1>
      <a:lt1>
        <a:srgbClr val="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245</TotalTime>
  <Words>2283</Words>
  <Application>Microsoft Office PowerPoint</Application>
  <PresentationFormat>On-screen Show (4:3)</PresentationFormat>
  <Paragraphs>271</Paragraphs>
  <Slides>47</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47</vt:i4>
      </vt:variant>
    </vt:vector>
  </HeadingPairs>
  <TitlesOfParts>
    <vt:vector size="55" baseType="lpstr">
      <vt:lpstr>Noto Sans Symbols</vt:lpstr>
      <vt:lpstr>Arial</vt:lpstr>
      <vt:lpstr>Times New Roman</vt:lpstr>
      <vt:lpstr>Georgia</vt:lpstr>
      <vt:lpstr>Trebuchet MS</vt:lpstr>
      <vt:lpstr>Calibri</vt:lpstr>
      <vt:lpstr>Wingdings</vt:lpstr>
      <vt:lpstr>Slipstream</vt:lpstr>
      <vt:lpstr>PSYCHOLOGY OF PERSONALITY </vt:lpstr>
      <vt:lpstr>PowerPoint Presentation</vt:lpstr>
      <vt:lpstr>PowerPoint Presentation</vt:lpstr>
      <vt:lpstr>Theories summarised</vt:lpstr>
      <vt:lpstr>the main contribution to social psychology made by Floyd Allport</vt:lpstr>
      <vt:lpstr>PowerPoint Presentation</vt:lpstr>
      <vt:lpstr>PowerPoint Presentation</vt:lpstr>
      <vt:lpstr>TRAIT THEORIES of personality focus on individual differences between people rather than similarities:</vt:lpstr>
      <vt:lpstr>He derived 4 basic personality types from the first two main dimensions: </vt:lpstr>
      <vt:lpstr>EYSENCK: Personality differences reflect biological differences: supporting evidence through recent brain imaging</vt:lpstr>
      <vt:lpstr>PowerPoint Presentation</vt:lpstr>
      <vt:lpstr>TRAIT THEORY</vt:lpstr>
      <vt:lpstr>PowerPoint Presentation</vt:lpstr>
      <vt:lpstr>EXAMPLES OF PERSONALITY TESTS</vt:lpstr>
      <vt:lpstr>EXTRAVERSION AND AGREEABLENESS</vt:lpstr>
      <vt:lpstr>CONSCIENTIOUSNESS AND NEUROTICISM</vt:lpstr>
      <vt:lpstr>OPENNESS</vt:lpstr>
      <vt:lpstr>Trait theories have widespread acceptability in psychology and continue to contribute to research on personality development.</vt:lpstr>
      <vt:lpstr>CRITICISMS OF THE “BIG FIVE”</vt:lpstr>
      <vt:lpstr>PowerPoint Presentation</vt:lpstr>
      <vt:lpstr>THE BIG 5 AND JOB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Humanistic psychology has been influential in psychotherapy, education, parenting and business.</vt:lpstr>
      <vt:lpstr>HUMANISTIC THEORIES:  Focused on healthy personalities</vt:lpstr>
      <vt:lpstr>Other criticisms of Maslow’s theory:</vt:lpstr>
      <vt:lpstr>CONSISTENCY IN PERSONALITY: CONTINUITY IN PERSONALITY OVER TIME:</vt:lpstr>
      <vt:lpstr>CONSISTENCY OF PERSONALITY ACROSS SITUATIONS.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Introduction to Mischel’s  Personality Theory</vt:lpstr>
      <vt:lpstr>Background of the Cognitive-Affective Personality System</vt:lpstr>
      <vt:lpstr>Cognitive-Affective Personality System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Annabel Kanakis</dc:creator>
  <cp:lastModifiedBy>Annabel Kanakis</cp:lastModifiedBy>
  <cp:revision>17</cp:revision>
  <dcterms:modified xsi:type="dcterms:W3CDTF">2018-07-21T10:15:30Z</dcterms:modified>
</cp:coreProperties>
</file>