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6"/>
  </p:notesMasterIdLst>
  <p:sldIdLst>
    <p:sldId id="257" r:id="rId2"/>
    <p:sldId id="275" r:id="rId3"/>
    <p:sldId id="285" r:id="rId4"/>
    <p:sldId id="286" r:id="rId5"/>
    <p:sldId id="287" r:id="rId6"/>
    <p:sldId id="288" r:id="rId7"/>
    <p:sldId id="277" r:id="rId8"/>
    <p:sldId id="265" r:id="rId9"/>
    <p:sldId id="279" r:id="rId10"/>
    <p:sldId id="280" r:id="rId11"/>
    <p:sldId id="281" r:id="rId12"/>
    <p:sldId id="282" r:id="rId13"/>
    <p:sldId id="266" r:id="rId14"/>
    <p:sldId id="283" r:id="rId15"/>
    <p:sldId id="267" r:id="rId16"/>
    <p:sldId id="284" r:id="rId17"/>
    <p:sldId id="290" r:id="rId18"/>
    <p:sldId id="291" r:id="rId19"/>
    <p:sldId id="292" r:id="rId20"/>
    <p:sldId id="293" r:id="rId21"/>
    <p:sldId id="312" r:id="rId22"/>
    <p:sldId id="294" r:id="rId23"/>
    <p:sldId id="295" r:id="rId24"/>
    <p:sldId id="296" r:id="rId25"/>
    <p:sldId id="289" r:id="rId26"/>
    <p:sldId id="297" r:id="rId27"/>
    <p:sldId id="298" r:id="rId28"/>
    <p:sldId id="299" r:id="rId29"/>
    <p:sldId id="268" r:id="rId30"/>
    <p:sldId id="269" r:id="rId31"/>
    <p:sldId id="270" r:id="rId32"/>
    <p:sldId id="271" r:id="rId33"/>
    <p:sldId id="272" r:id="rId34"/>
    <p:sldId id="301" r:id="rId35"/>
    <p:sldId id="302" r:id="rId36"/>
    <p:sldId id="303" r:id="rId37"/>
    <p:sldId id="304" r:id="rId38"/>
    <p:sldId id="305" r:id="rId39"/>
    <p:sldId id="307" r:id="rId40"/>
    <p:sldId id="308" r:id="rId41"/>
    <p:sldId id="310" r:id="rId42"/>
    <p:sldId id="313" r:id="rId43"/>
    <p:sldId id="314" r:id="rId44"/>
    <p:sldId id="311" r:id="rId45"/>
  </p:sldIdLst>
  <p:sldSz cx="9144000" cy="6858000" type="screen4x3"/>
  <p:notesSz cx="6858000" cy="9144000"/>
  <p:embeddedFontLst>
    <p:embeddedFont>
      <p:font typeface="Trebuchet MS" panose="020B0603020202020204" pitchFamily="34" charset="0"/>
      <p:regular r:id="rId47"/>
      <p:bold r:id="rId48"/>
      <p:italic r:id="rId49"/>
      <p:boldItalic r:id="rId50"/>
    </p:embeddedFont>
    <p:embeddedFont>
      <p:font typeface="Calibri" panose="020F0502020204030204" pitchFamily="34" charset="0"/>
      <p:regular r:id="rId51"/>
      <p:bold r:id="rId52"/>
      <p:italic r:id="rId53"/>
      <p:boldItalic r:id="rId54"/>
    </p:embeddedFont>
    <p:embeddedFont>
      <p:font typeface="Georgia" panose="02040502050405020303" pitchFamily="18"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674" y="102"/>
      </p:cViewPr>
      <p:guideLst/>
    </p:cSldViewPr>
  </p:slideViewPr>
  <p:notesTextViewPr>
    <p:cViewPr>
      <p:scale>
        <a:sx n="1" d="1"/>
        <a:sy n="1" d="1"/>
      </p:scale>
      <p:origin x="0" y="0"/>
    </p:cViewPr>
  </p:notesTextViewPr>
  <p:sorterViewPr>
    <p:cViewPr>
      <p:scale>
        <a:sx n="100" d="100"/>
        <a:sy n="100" d="100"/>
      </p:scale>
      <p:origin x="0" y="-7263"/>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 name="Shape 4"/>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Shape 6"/>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317500" algn="l" rtl="0">
              <a:spcBef>
                <a:spcPts val="0"/>
              </a:spcBef>
              <a:spcAft>
                <a:spcPts val="0"/>
              </a:spcAft>
              <a:buSzPts val="1400"/>
              <a:buChar char="●"/>
              <a:defRPr/>
            </a:lvl1pPr>
            <a:lvl2pPr marL="914400" marR="0" lvl="1" indent="-317500" algn="l" rtl="0">
              <a:spcBef>
                <a:spcPts val="0"/>
              </a:spcBef>
              <a:spcAft>
                <a:spcPts val="0"/>
              </a:spcAft>
              <a:buSzPts val="1400"/>
              <a:buChar char="○"/>
              <a:defRPr/>
            </a:lvl2pPr>
            <a:lvl3pPr marL="1371600" marR="0" lvl="2" indent="-317500" algn="l" rtl="0">
              <a:spcBef>
                <a:spcPts val="0"/>
              </a:spcBef>
              <a:spcAft>
                <a:spcPts val="0"/>
              </a:spcAft>
              <a:buSzPts val="1400"/>
              <a:buChar char="■"/>
              <a:defRPr/>
            </a:lvl3pPr>
            <a:lvl4pPr marL="1828800" marR="0" lvl="3" indent="-317500" algn="l" rtl="0">
              <a:spcBef>
                <a:spcPts val="0"/>
              </a:spcBef>
              <a:spcAft>
                <a:spcPts val="0"/>
              </a:spcAft>
              <a:buSzPts val="1400"/>
              <a:buChar char="●"/>
              <a:defRPr/>
            </a:lvl4pPr>
            <a:lvl5pPr marL="2286000" marR="0" lvl="4" indent="-317500" algn="l" rtl="0">
              <a:spcBef>
                <a:spcPts val="0"/>
              </a:spcBef>
              <a:spcAft>
                <a:spcPts val="0"/>
              </a:spcAft>
              <a:buSzPts val="1400"/>
              <a:buChar char="○"/>
              <a:defRPr/>
            </a:lvl5pPr>
            <a:lvl6pPr marL="2743200" marR="0" lvl="5" indent="-317500" algn="l" rtl="0">
              <a:spcBef>
                <a:spcPts val="0"/>
              </a:spcBef>
              <a:spcAft>
                <a:spcPts val="0"/>
              </a:spcAft>
              <a:buSzPts val="1400"/>
              <a:buChar char="■"/>
              <a:defRPr/>
            </a:lvl6pPr>
            <a:lvl7pPr marL="3200400" marR="0" lvl="6" indent="-317500" algn="l" rtl="0">
              <a:spcBef>
                <a:spcPts val="0"/>
              </a:spcBef>
              <a:spcAft>
                <a:spcPts val="0"/>
              </a:spcAft>
              <a:buSzPts val="1400"/>
              <a:buChar char="●"/>
              <a:defRPr/>
            </a:lvl7pPr>
            <a:lvl8pPr marL="3657600" marR="0" lvl="7" indent="-317500" algn="l" rtl="0">
              <a:spcBef>
                <a:spcPts val="0"/>
              </a:spcBef>
              <a:spcAft>
                <a:spcPts val="0"/>
              </a:spcAft>
              <a:buSzPts val="1400"/>
              <a:buChar char="○"/>
              <a:defRPr/>
            </a:lvl8pPr>
            <a:lvl9pPr marL="4114800" marR="0" lvl="8" indent="-317500" algn="l" rtl="0">
              <a:spcBef>
                <a:spcPts val="0"/>
              </a:spcBef>
              <a:spcAft>
                <a:spcPts val="0"/>
              </a:spcAft>
              <a:buSzPts val="1400"/>
              <a:buChar char="■"/>
              <a:defRPr/>
            </a:lvl9pPr>
          </a:lstStyle>
          <a:p>
            <a:endParaRPr/>
          </a:p>
        </p:txBody>
      </p:sp>
      <p:sp>
        <p:nvSpPr>
          <p:cNvPr id="7" name="Shape 7"/>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8" name="Shape 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Shape 11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11" name="Shape 11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783" y="4715126"/>
            <a:ext cx="5486385" cy="4466975"/>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 name="Shape 82"/>
          <p:cNvSpPr>
            <a:spLocks noGrp="1" noRot="1" noChangeAspect="1"/>
          </p:cNvSpPr>
          <p:nvPr>
            <p:ph type="sldImg" idx="2"/>
          </p:nvPr>
        </p:nvSpPr>
        <p:spPr>
          <a:xfrm>
            <a:off x="947738" y="744538"/>
            <a:ext cx="4964112" cy="3722687"/>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4568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63" name="Shape 163"/>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799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Shape 159"/>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sp>
        <p:nvSpPr>
          <p:cNvPr id="160" name="Shape 160"/>
          <p:cNvSpPr txBox="1"/>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8</a:t>
            </a:fld>
            <a:endParaRPr sz="1200" b="0" i="0" u="none" strike="noStrike" cap="none">
              <a:solidFill>
                <a:schemeClr val="dk1"/>
              </a:solidFill>
              <a:latin typeface="Arial"/>
              <a:ea typeface="Arial"/>
              <a:cs typeface="Arial"/>
              <a:sym typeface="Arial"/>
            </a:endParaRPr>
          </a:p>
        </p:txBody>
      </p:sp>
      <p:sp>
        <p:nvSpPr>
          <p:cNvPr id="161" name="Shape 16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62" name="Shape 162"/>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Shape 199"/>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00" name="Shape 200"/>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201" name="Shape 201"/>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9</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4769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Shape 206"/>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10</a:t>
            </a:fld>
            <a:endParaRPr sz="1200" b="0" i="0" u="none" strike="noStrike" cap="none">
              <a:solidFill>
                <a:schemeClr val="dk1"/>
              </a:solidFill>
              <a:latin typeface="Arial"/>
              <a:ea typeface="Arial"/>
              <a:cs typeface="Arial"/>
              <a:sym typeface="Arial"/>
            </a:endParaRPr>
          </a:p>
        </p:txBody>
      </p:sp>
      <p:sp>
        <p:nvSpPr>
          <p:cNvPr id="207" name="Shape 207"/>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08" name="Shape 208"/>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68624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Shape 214"/>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11</a:t>
            </a:fld>
            <a:endParaRPr sz="1200" b="0" i="0" u="none" strike="noStrike" cap="none">
              <a:solidFill>
                <a:schemeClr val="dk1"/>
              </a:solidFill>
              <a:latin typeface="Arial"/>
              <a:ea typeface="Arial"/>
              <a:cs typeface="Arial"/>
              <a:sym typeface="Arial"/>
            </a:endParaRPr>
          </a:p>
        </p:txBody>
      </p:sp>
      <p:sp>
        <p:nvSpPr>
          <p:cNvPr id="215" name="Shape 215"/>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16" name="Shape 216"/>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89354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Shape 222"/>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12</a:t>
            </a:fld>
            <a:endParaRPr sz="1200" b="0" i="0" u="none" strike="noStrike" cap="none">
              <a:solidFill>
                <a:schemeClr val="dk1"/>
              </a:solidFill>
              <a:latin typeface="Arial"/>
              <a:ea typeface="Arial"/>
              <a:cs typeface="Arial"/>
              <a:sym typeface="Arial"/>
            </a:endParaRPr>
          </a:p>
        </p:txBody>
      </p:sp>
      <p:sp>
        <p:nvSpPr>
          <p:cNvPr id="223" name="Shape 223"/>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24" name="Shape 224"/>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95282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67" name="Shape 16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Shape 256"/>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57" name="Shape 257"/>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0193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Shape 17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73" name="Shape 17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16</a:t>
            </a:fld>
            <a:endParaRPr sz="1200" b="0" i="0" u="none" strike="noStrike" cap="none">
              <a:solidFill>
                <a:schemeClr val="dk1"/>
              </a:solidFill>
              <a:latin typeface="Arial"/>
              <a:ea typeface="Arial"/>
              <a:cs typeface="Arial"/>
              <a:sym typeface="Arial"/>
            </a:endParaRPr>
          </a:p>
        </p:txBody>
      </p:sp>
      <p:sp>
        <p:nvSpPr>
          <p:cNvPr id="238" name="Shape 238"/>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39" name="Shape 239"/>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0520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21</a:t>
            </a:fld>
            <a:endParaRPr sz="1200" b="0" i="0" u="none" strike="noStrike" cap="none">
              <a:solidFill>
                <a:schemeClr val="dk1"/>
              </a:solidFill>
              <a:latin typeface="Arial"/>
              <a:ea typeface="Arial"/>
              <a:cs typeface="Arial"/>
              <a:sym typeface="Arial"/>
            </a:endParaRPr>
          </a:p>
        </p:txBody>
      </p:sp>
      <p:sp>
        <p:nvSpPr>
          <p:cNvPr id="238" name="Shape 238"/>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39" name="Shape 239"/>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29197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Shape 17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79" name="Shape 17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Shape 18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85" name="Shape 18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Shape 19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91" name="Shape 19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Shape 19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97" name="Shape 19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03" name="Shape 2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8"/>
        <p:cNvGrpSpPr/>
        <p:nvPr/>
      </p:nvGrpSpPr>
      <p:grpSpPr>
        <a:xfrm>
          <a:off x="0" y="0"/>
          <a:ext cx="0" cy="0"/>
          <a:chOff x="0" y="0"/>
          <a:chExt cx="0" cy="0"/>
        </a:xfrm>
      </p:grpSpPr>
      <p:sp>
        <p:nvSpPr>
          <p:cNvPr id="29" name="Shape 29"/>
          <p:cNvSpPr/>
          <p:nvPr/>
        </p:nvSpPr>
        <p:spPr>
          <a:xfrm>
            <a:off x="0" y="3866920"/>
            <a:ext cx="9144000" cy="2991080"/>
          </a:xfrm>
          <a:prstGeom prst="rect">
            <a:avLst/>
          </a:prstGeom>
          <a:gradFill>
            <a:gsLst>
              <a:gs pos="0">
                <a:srgbClr val="FFFFFF">
                  <a:alpha val="90980"/>
                </a:srgbClr>
              </a:gs>
              <a:gs pos="37000">
                <a:srgbClr val="FFFFFF">
                  <a:alpha val="75686"/>
                </a:srgbClr>
              </a:gs>
              <a:gs pos="100000">
                <a:srgbClr val="B4DCFA">
                  <a:alpha val="7882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0" name="Shape 30"/>
          <p:cNvSpPr/>
          <p:nvPr/>
        </p:nvSpPr>
        <p:spPr>
          <a:xfrm>
            <a:off x="0" y="0"/>
            <a:ext cx="9144000" cy="3866920"/>
          </a:xfrm>
          <a:prstGeom prst="rect">
            <a:avLst/>
          </a:prstGeom>
          <a:gradFill>
            <a:gsLst>
              <a:gs pos="0">
                <a:srgbClr val="FFFFFF">
                  <a:alpha val="88627"/>
                </a:srgbClr>
              </a:gs>
              <a:gs pos="48000">
                <a:srgbClr val="FFFFFF">
                  <a:alpha val="61960"/>
                </a:srgbClr>
              </a:gs>
              <a:gs pos="100000">
                <a:srgbClr val="B4DCFA">
                  <a:alpha val="7882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1" name="Shape 31"/>
          <p:cNvSpPr/>
          <p:nvPr/>
        </p:nvSpPr>
        <p:spPr>
          <a:xfrm>
            <a:off x="0" y="2652311"/>
            <a:ext cx="9144000" cy="22860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2" name="Shape 32"/>
          <p:cNvSpPr/>
          <p:nvPr/>
        </p:nvSpPr>
        <p:spPr>
          <a:xfrm>
            <a:off x="0" y="1600200"/>
            <a:ext cx="9144000" cy="5105400"/>
          </a:xfrm>
          <a:prstGeom prst="ellipse">
            <a:avLst/>
          </a:prstGeom>
          <a:gradFill>
            <a:gsLst>
              <a:gs pos="0">
                <a:schemeClr val="lt1"/>
              </a:gs>
              <a:gs pos="54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3" name="Shape 33"/>
          <p:cNvSpPr txBox="1">
            <a:spLocks noGrp="1"/>
          </p:cNvSpPr>
          <p:nvPr>
            <p:ph type="subTitle" idx="1"/>
          </p:nvPr>
        </p:nvSpPr>
        <p:spPr>
          <a:xfrm>
            <a:off x="1473795" y="5052545"/>
            <a:ext cx="5637010" cy="882119"/>
          </a:xfrm>
          <a:prstGeom prst="rect">
            <a:avLst/>
          </a:prstGeom>
          <a:noFill/>
          <a:ln>
            <a:noFill/>
          </a:ln>
        </p:spPr>
        <p:txBody>
          <a:bodyPr spcFirstLastPara="1" wrap="square" lIns="91425" tIns="91425" rIns="91425" bIns="91425" anchor="t" anchorCtr="0"/>
          <a:lstStyle>
            <a:lvl1pPr marL="0" marR="0" lvl="0" indent="0" algn="l" rtl="0">
              <a:spcBef>
                <a:spcPts val="440"/>
              </a:spcBef>
              <a:spcAft>
                <a:spcPts val="0"/>
              </a:spcAft>
              <a:buClr>
                <a:srgbClr val="C3260C"/>
              </a:buClr>
              <a:buSzPts val="1400"/>
              <a:buFont typeface="Georgia"/>
              <a:buNone/>
              <a:defRPr/>
            </a:lvl1pPr>
            <a:lvl2pPr marL="457200" marR="0" lvl="1" indent="0" algn="ctr" rtl="0">
              <a:spcBef>
                <a:spcPts val="400"/>
              </a:spcBef>
              <a:spcAft>
                <a:spcPts val="0"/>
              </a:spcAft>
              <a:buClr>
                <a:srgbClr val="C3260C"/>
              </a:buClr>
              <a:buSzPts val="1400"/>
              <a:buFont typeface="Georgia"/>
              <a:buNone/>
              <a:defRPr/>
            </a:lvl2pPr>
            <a:lvl3pPr marL="914400" marR="0" lvl="2" indent="0" algn="ctr" rtl="0">
              <a:spcBef>
                <a:spcPts val="360"/>
              </a:spcBef>
              <a:spcAft>
                <a:spcPts val="0"/>
              </a:spcAft>
              <a:buClr>
                <a:srgbClr val="C3260C"/>
              </a:buClr>
              <a:buSzPts val="1400"/>
              <a:buFont typeface="Georgia"/>
              <a:buNone/>
              <a:defRPr/>
            </a:lvl3pPr>
            <a:lvl4pPr marL="1371600" marR="0" lvl="3" indent="0" algn="ctr" rtl="0">
              <a:spcBef>
                <a:spcPts val="320"/>
              </a:spcBef>
              <a:spcAft>
                <a:spcPts val="0"/>
              </a:spcAft>
              <a:buClr>
                <a:srgbClr val="C3260C"/>
              </a:buClr>
              <a:buSzPts val="1400"/>
              <a:buFont typeface="Georgia"/>
              <a:buNone/>
              <a:defRPr/>
            </a:lvl4pPr>
            <a:lvl5pPr marL="1828800" marR="0" lvl="4" indent="0" algn="ctr" rtl="0">
              <a:spcBef>
                <a:spcPts val="300"/>
              </a:spcBef>
              <a:spcAft>
                <a:spcPts val="0"/>
              </a:spcAft>
              <a:buClr>
                <a:srgbClr val="C3260C"/>
              </a:buClr>
              <a:buSzPts val="1400"/>
              <a:buFont typeface="Georgia"/>
              <a:buNone/>
              <a:defRPr/>
            </a:lvl5pPr>
            <a:lvl6pPr marL="2286000" marR="0" lvl="5" indent="0" algn="ctr" rtl="0">
              <a:spcBef>
                <a:spcPts val="300"/>
              </a:spcBef>
              <a:spcAft>
                <a:spcPts val="0"/>
              </a:spcAft>
              <a:buClr>
                <a:srgbClr val="C3260C"/>
              </a:buClr>
              <a:buSzPts val="1400"/>
              <a:buFont typeface="Georgia"/>
              <a:buNone/>
              <a:defRPr/>
            </a:lvl6pPr>
            <a:lvl7pPr marL="2743200" marR="0" lvl="6" indent="0" algn="ctr" rtl="0">
              <a:spcBef>
                <a:spcPts val="300"/>
              </a:spcBef>
              <a:spcAft>
                <a:spcPts val="0"/>
              </a:spcAft>
              <a:buClr>
                <a:srgbClr val="C3260C"/>
              </a:buClr>
              <a:buSzPts val="1400"/>
              <a:buFont typeface="Georgia"/>
              <a:buNone/>
              <a:defRPr/>
            </a:lvl7pPr>
            <a:lvl8pPr marL="3200400" marR="0" lvl="7" indent="0" algn="ctr" rtl="0">
              <a:spcBef>
                <a:spcPts val="300"/>
              </a:spcBef>
              <a:spcAft>
                <a:spcPts val="0"/>
              </a:spcAft>
              <a:buClr>
                <a:srgbClr val="C3260C"/>
              </a:buClr>
              <a:buSzPts val="1400"/>
              <a:buFont typeface="Georgia"/>
              <a:buNone/>
              <a:defRPr/>
            </a:lvl8pPr>
            <a:lvl9pPr marL="3657600" marR="0" lvl="8" indent="0" algn="ctr" rtl="0">
              <a:spcBef>
                <a:spcPts val="300"/>
              </a:spcBef>
              <a:spcAft>
                <a:spcPts val="300"/>
              </a:spcAft>
              <a:buClr>
                <a:srgbClr val="C3260C"/>
              </a:buClr>
              <a:buSzPts val="1400"/>
              <a:buFont typeface="Georgia"/>
              <a:buNone/>
              <a:defRPr/>
            </a:lvl9pPr>
          </a:lstStyle>
          <a:p>
            <a:endParaRPr/>
          </a:p>
        </p:txBody>
      </p:sp>
      <p:sp>
        <p:nvSpPr>
          <p:cNvPr id="34" name="Shape 34"/>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5" name="Shape 35"/>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6" name="Shape 36"/>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
        <p:nvSpPr>
          <p:cNvPr id="37" name="Shape 37"/>
          <p:cNvSpPr txBox="1">
            <a:spLocks noGrp="1"/>
          </p:cNvSpPr>
          <p:nvPr>
            <p:ph type="ctrTitle"/>
          </p:nvPr>
        </p:nvSpPr>
        <p:spPr>
          <a:xfrm>
            <a:off x="817581" y="3132290"/>
            <a:ext cx="7175351" cy="1793167"/>
          </a:xfrm>
          <a:prstGeom prst="rect">
            <a:avLst/>
          </a:prstGeom>
          <a:noFill/>
          <a:ln>
            <a:noFill/>
          </a:ln>
        </p:spPr>
        <p:txBody>
          <a:bodyPr spcFirstLastPara="1" wrap="square" lIns="91425" tIns="91425" rIns="91425" bIns="91425" anchor="t" anchorCtr="0"/>
          <a:lstStyle>
            <a:lvl1pPr marL="640080" marR="0" lvl="0" indent="-112268" algn="l" rtl="0">
              <a:spcBef>
                <a:spcPts val="0"/>
              </a:spcBef>
              <a:spcAft>
                <a:spcPts val="0"/>
              </a:spcAft>
              <a:buClr>
                <a:srgbClr val="C3260C"/>
              </a:buClr>
              <a:buSzPts val="1400"/>
              <a:buFont typeface="Georgia"/>
              <a:buChar char="*"/>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8"/>
        <p:cNvGrpSpPr/>
        <p:nvPr/>
      </p:nvGrpSpPr>
      <p:grpSpPr>
        <a:xfrm>
          <a:off x="0" y="0"/>
          <a:ext cx="0" cy="0"/>
          <a:chOff x="0" y="0"/>
          <a:chExt cx="0" cy="0"/>
        </a:xfrm>
      </p:grpSpPr>
      <p:sp>
        <p:nvSpPr>
          <p:cNvPr id="39" name="Shape 39"/>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0" name="Shape 40"/>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1" name="Shape 41"/>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
        <p:nvSpPr>
          <p:cNvPr id="42" name="Shape 42"/>
          <p:cNvSpPr txBox="1">
            <a:spLocks noGrp="1"/>
          </p:cNvSpPr>
          <p:nvPr>
            <p:ph type="title"/>
          </p:nvPr>
        </p:nvSpPr>
        <p:spPr>
          <a:xfrm>
            <a:off x="1793289" y="4372168"/>
            <a:ext cx="6512511" cy="1143000"/>
          </a:xfrm>
          <a:prstGeom prst="rect">
            <a:avLst/>
          </a:prstGeom>
          <a:noFill/>
          <a:ln>
            <a:noFill/>
          </a:ln>
        </p:spPr>
        <p:txBody>
          <a:bodyPr spcFirstLastPara="1" wrap="square" lIns="91425" tIns="91425" rIns="91425" bIns="91425" anchor="t" anchorCtr="0"/>
          <a:lstStyle>
            <a:lvl1pPr marL="320040" lvl="0" indent="-35052" algn="r" rtl="0">
              <a:spcBef>
                <a:spcPts val="0"/>
              </a:spcBef>
              <a:spcAft>
                <a:spcPts val="0"/>
              </a:spcAft>
              <a:buClr>
                <a:srgbClr val="C3260C"/>
              </a:buClr>
              <a:buSzPts val="1400"/>
              <a:buFont typeface="Georgia"/>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3" name="Shape 43"/>
          <p:cNvSpPr txBox="1">
            <a:spLocks noGrp="1"/>
          </p:cNvSpPr>
          <p:nvPr>
            <p:ph type="body" idx="1"/>
          </p:nvPr>
        </p:nvSpPr>
        <p:spPr>
          <a:xfrm>
            <a:off x="1143000" y="731520"/>
            <a:ext cx="6400800" cy="3474720"/>
          </a:xfrm>
          <a:prstGeom prst="rect">
            <a:avLst/>
          </a:prstGeom>
          <a:noFill/>
          <a:ln>
            <a:noFill/>
          </a:ln>
        </p:spPr>
        <p:txBody>
          <a:bodyPr spcFirstLastPara="1" wrap="square" lIns="91425" tIns="91425" rIns="91425" bIns="91425" anchor="t" anchorCtr="0"/>
          <a:lstStyle>
            <a:lvl1pPr marL="457200" lvl="0" indent="-317500" algn="l" rtl="0">
              <a:spcBef>
                <a:spcPts val="440"/>
              </a:spcBef>
              <a:spcAft>
                <a:spcPts val="0"/>
              </a:spcAft>
              <a:buClr>
                <a:srgbClr val="C3260C"/>
              </a:buClr>
              <a:buSzPts val="1400"/>
              <a:buFont typeface="Georgia"/>
              <a:buChar char="*"/>
              <a:defRPr/>
            </a:lvl1pPr>
            <a:lvl2pPr marL="914400" lvl="1" indent="-317500" algn="l" rtl="0">
              <a:spcBef>
                <a:spcPts val="400"/>
              </a:spcBef>
              <a:spcAft>
                <a:spcPts val="0"/>
              </a:spcAft>
              <a:buClr>
                <a:srgbClr val="C3260C"/>
              </a:buClr>
              <a:buSzPts val="1400"/>
              <a:buFont typeface="Georgia"/>
              <a:buChar char="*"/>
              <a:defRPr/>
            </a:lvl2pPr>
            <a:lvl3pPr marL="1371600" lvl="2" indent="-317500" algn="l" rtl="0">
              <a:spcBef>
                <a:spcPts val="360"/>
              </a:spcBef>
              <a:spcAft>
                <a:spcPts val="0"/>
              </a:spcAft>
              <a:buClr>
                <a:srgbClr val="C3260C"/>
              </a:buClr>
              <a:buSzPts val="1400"/>
              <a:buFont typeface="Georgia"/>
              <a:buChar char="*"/>
              <a:defRPr/>
            </a:lvl3pPr>
            <a:lvl4pPr marL="1828800" lvl="3" indent="-317500" algn="l" rtl="0">
              <a:spcBef>
                <a:spcPts val="320"/>
              </a:spcBef>
              <a:spcAft>
                <a:spcPts val="0"/>
              </a:spcAft>
              <a:buClr>
                <a:srgbClr val="C3260C"/>
              </a:buClr>
              <a:buSzPts val="1400"/>
              <a:buFont typeface="Georgia"/>
              <a:buChar char="*"/>
              <a:defRPr/>
            </a:lvl4pPr>
            <a:lvl5pPr marL="2286000" lvl="4" indent="-317500" algn="l" rtl="0">
              <a:spcBef>
                <a:spcPts val="300"/>
              </a:spcBef>
              <a:spcAft>
                <a:spcPts val="0"/>
              </a:spcAft>
              <a:buClr>
                <a:srgbClr val="C3260C"/>
              </a:buClr>
              <a:buSzPts val="1400"/>
              <a:buFont typeface="Georgia"/>
              <a:buChar char="*"/>
              <a:defRPr/>
            </a:lvl5pPr>
            <a:lvl6pPr marL="2743200" lvl="5" indent="-317500" algn="l" rtl="0">
              <a:spcBef>
                <a:spcPts val="300"/>
              </a:spcBef>
              <a:spcAft>
                <a:spcPts val="0"/>
              </a:spcAft>
              <a:buClr>
                <a:srgbClr val="C3260C"/>
              </a:buClr>
              <a:buSzPts val="1400"/>
              <a:buFont typeface="Georgia"/>
              <a:buChar char="*"/>
              <a:defRPr/>
            </a:lvl6pPr>
            <a:lvl7pPr marL="3200400" lvl="6" indent="-317500" algn="l" rtl="0">
              <a:spcBef>
                <a:spcPts val="300"/>
              </a:spcBef>
              <a:spcAft>
                <a:spcPts val="0"/>
              </a:spcAft>
              <a:buClr>
                <a:srgbClr val="C3260C"/>
              </a:buClr>
              <a:buSzPts val="1400"/>
              <a:buFont typeface="Georgia"/>
              <a:buChar char="*"/>
              <a:defRPr/>
            </a:lvl7pPr>
            <a:lvl8pPr marL="3657600" lvl="7" indent="-317500" algn="l" rtl="0">
              <a:spcBef>
                <a:spcPts val="300"/>
              </a:spcBef>
              <a:spcAft>
                <a:spcPts val="0"/>
              </a:spcAft>
              <a:buClr>
                <a:srgbClr val="C3260C"/>
              </a:buClr>
              <a:buSzPts val="1400"/>
              <a:buFont typeface="Georgia"/>
              <a:buChar char="*"/>
              <a:defRPr/>
            </a:lvl8pPr>
            <a:lvl9pPr marL="4114800" lvl="8" indent="-317500" algn="l" rtl="0">
              <a:spcBef>
                <a:spcPts val="300"/>
              </a:spcBef>
              <a:spcAft>
                <a:spcPts val="300"/>
              </a:spcAft>
              <a:buClr>
                <a:srgbClr val="C3260C"/>
              </a:buClr>
              <a:buSzPts val="1400"/>
              <a:buFont typeface="Georgia"/>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Shape 52"/>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53" name="Shape 53"/>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54" name="Shape 54"/>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5"/>
        <p:cNvGrpSpPr/>
        <p:nvPr/>
      </p:nvGrpSpPr>
      <p:grpSpPr>
        <a:xfrm>
          <a:off x="0" y="0"/>
          <a:ext cx="0" cy="0"/>
          <a:chOff x="0" y="0"/>
          <a:chExt cx="0" cy="0"/>
        </a:xfrm>
      </p:grpSpPr>
      <p:sp>
        <p:nvSpPr>
          <p:cNvPr id="56" name="Shape 56"/>
          <p:cNvSpPr/>
          <p:nvPr/>
        </p:nvSpPr>
        <p:spPr>
          <a:xfrm>
            <a:off x="0" y="3866920"/>
            <a:ext cx="9144000" cy="2991080"/>
          </a:xfrm>
          <a:prstGeom prst="rect">
            <a:avLst/>
          </a:prstGeom>
          <a:gradFill>
            <a:gsLst>
              <a:gs pos="0">
                <a:srgbClr val="FFFFFF">
                  <a:alpha val="91764"/>
                </a:srgbClr>
              </a:gs>
              <a:gs pos="37000">
                <a:srgbClr val="FFFFFF">
                  <a:alpha val="76862"/>
                </a:srgbClr>
              </a:gs>
              <a:gs pos="100000">
                <a:srgbClr val="B4DCFA">
                  <a:alpha val="8000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57" name="Shape 57"/>
          <p:cNvSpPr/>
          <p:nvPr/>
        </p:nvSpPr>
        <p:spPr>
          <a:xfrm>
            <a:off x="0" y="0"/>
            <a:ext cx="9144000" cy="3866920"/>
          </a:xfrm>
          <a:prstGeom prst="rect">
            <a:avLst/>
          </a:prstGeom>
          <a:gradFill>
            <a:gsLst>
              <a:gs pos="0">
                <a:srgbClr val="FFFFFF">
                  <a:alpha val="89803"/>
                </a:srgbClr>
              </a:gs>
              <a:gs pos="48000">
                <a:srgbClr val="FFFFFF">
                  <a:alpha val="62745"/>
                </a:srgbClr>
              </a:gs>
              <a:gs pos="100000">
                <a:srgbClr val="B4DCFA">
                  <a:alpha val="8000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58" name="Shape 58"/>
          <p:cNvSpPr/>
          <p:nvPr/>
        </p:nvSpPr>
        <p:spPr>
          <a:xfrm>
            <a:off x="0" y="2652311"/>
            <a:ext cx="9144000" cy="22860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59" name="Shape 59"/>
          <p:cNvSpPr/>
          <p:nvPr/>
        </p:nvSpPr>
        <p:spPr>
          <a:xfrm>
            <a:off x="0" y="1600200"/>
            <a:ext cx="9144000" cy="5105400"/>
          </a:xfrm>
          <a:prstGeom prst="ellipse">
            <a:avLst/>
          </a:prstGeom>
          <a:gradFill>
            <a:gsLst>
              <a:gs pos="0">
                <a:schemeClr val="lt1"/>
              </a:gs>
              <a:gs pos="54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60" name="Shape 60"/>
          <p:cNvSpPr txBox="1">
            <a:spLocks noGrp="1"/>
          </p:cNvSpPr>
          <p:nvPr>
            <p:ph type="title"/>
          </p:nvPr>
        </p:nvSpPr>
        <p:spPr>
          <a:xfrm>
            <a:off x="2033195" y="2172648"/>
            <a:ext cx="5966666" cy="2423346"/>
          </a:xfrm>
          <a:prstGeom prst="rect">
            <a:avLst/>
          </a:prstGeom>
          <a:noFill/>
          <a:ln>
            <a:noFill/>
          </a:ln>
        </p:spPr>
        <p:txBody>
          <a:bodyPr spcFirstLastPara="1" wrap="square" lIns="91425" tIns="91425" rIns="91425" bIns="91425" anchor="b" anchorCtr="0"/>
          <a:lstStyle>
            <a:lvl1pPr lvl="0" algn="r"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61" name="Shape 61"/>
          <p:cNvSpPr txBox="1">
            <a:spLocks noGrp="1"/>
          </p:cNvSpPr>
          <p:nvPr>
            <p:ph type="body" idx="1"/>
          </p:nvPr>
        </p:nvSpPr>
        <p:spPr>
          <a:xfrm>
            <a:off x="2022438" y="4607511"/>
            <a:ext cx="5970494" cy="835460"/>
          </a:xfrm>
          <a:prstGeom prst="rect">
            <a:avLst/>
          </a:prstGeom>
          <a:noFill/>
          <a:ln>
            <a:noFill/>
          </a:ln>
        </p:spPr>
        <p:txBody>
          <a:bodyPr spcFirstLastPara="1" wrap="square" lIns="91425" tIns="91425" rIns="91425" bIns="91425" anchor="t" anchorCtr="0"/>
          <a:lstStyle>
            <a:lvl1pPr marL="457200" lvl="0" indent="-228600" algn="r" rtl="0">
              <a:spcBef>
                <a:spcPts val="440"/>
              </a:spcBef>
              <a:spcAft>
                <a:spcPts val="0"/>
              </a:spcAft>
              <a:buClr>
                <a:schemeClr val="dk2"/>
              </a:buClr>
              <a:buSzPts val="1400"/>
              <a:buFont typeface="Trebuchet MS"/>
              <a:buNone/>
              <a:defRPr/>
            </a:lvl1pPr>
            <a:lvl2pPr marL="914400" lvl="1" indent="-228600" rtl="0">
              <a:spcBef>
                <a:spcPts val="400"/>
              </a:spcBef>
              <a:spcAft>
                <a:spcPts val="0"/>
              </a:spcAft>
              <a:buClr>
                <a:srgbClr val="888888"/>
              </a:buClr>
              <a:buSzPts val="1400"/>
              <a:buFont typeface="Trebuchet MS"/>
              <a:buNone/>
              <a:defRPr/>
            </a:lvl2pPr>
            <a:lvl3pPr marL="1371600" lvl="2" indent="-228600" rtl="0">
              <a:spcBef>
                <a:spcPts val="360"/>
              </a:spcBef>
              <a:spcAft>
                <a:spcPts val="0"/>
              </a:spcAft>
              <a:buClr>
                <a:srgbClr val="888888"/>
              </a:buClr>
              <a:buSzPts val="1400"/>
              <a:buFont typeface="Trebuchet MS"/>
              <a:buNone/>
              <a:defRPr/>
            </a:lvl3pPr>
            <a:lvl4pPr marL="1828800" lvl="3" indent="-228600" rtl="0">
              <a:spcBef>
                <a:spcPts val="320"/>
              </a:spcBef>
              <a:spcAft>
                <a:spcPts val="0"/>
              </a:spcAft>
              <a:buClr>
                <a:srgbClr val="888888"/>
              </a:buClr>
              <a:buSzPts val="1400"/>
              <a:buFont typeface="Trebuchet MS"/>
              <a:buNone/>
              <a:defRPr/>
            </a:lvl4pPr>
            <a:lvl5pPr marL="2286000" lvl="4" indent="-228600" rtl="0">
              <a:spcBef>
                <a:spcPts val="300"/>
              </a:spcBef>
              <a:spcAft>
                <a:spcPts val="0"/>
              </a:spcAft>
              <a:buClr>
                <a:srgbClr val="888888"/>
              </a:buClr>
              <a:buSzPts val="1400"/>
              <a:buFont typeface="Trebuchet MS"/>
              <a:buNone/>
              <a:defRPr/>
            </a:lvl5pPr>
            <a:lvl6pPr marL="2743200" lvl="5" indent="-228600" rtl="0">
              <a:spcBef>
                <a:spcPts val="300"/>
              </a:spcBef>
              <a:spcAft>
                <a:spcPts val="0"/>
              </a:spcAft>
              <a:buClr>
                <a:srgbClr val="888888"/>
              </a:buClr>
              <a:buSzPts val="1400"/>
              <a:buFont typeface="Trebuchet MS"/>
              <a:buNone/>
              <a:defRPr/>
            </a:lvl6pPr>
            <a:lvl7pPr marL="3200400" lvl="6" indent="-228600" rtl="0">
              <a:spcBef>
                <a:spcPts val="300"/>
              </a:spcBef>
              <a:spcAft>
                <a:spcPts val="0"/>
              </a:spcAft>
              <a:buClr>
                <a:srgbClr val="888888"/>
              </a:buClr>
              <a:buSzPts val="1400"/>
              <a:buFont typeface="Trebuchet MS"/>
              <a:buNone/>
              <a:defRPr/>
            </a:lvl7pPr>
            <a:lvl8pPr marL="3657600" lvl="7" indent="-228600" rtl="0">
              <a:spcBef>
                <a:spcPts val="300"/>
              </a:spcBef>
              <a:spcAft>
                <a:spcPts val="0"/>
              </a:spcAft>
              <a:buClr>
                <a:srgbClr val="888888"/>
              </a:buClr>
              <a:buSzPts val="1400"/>
              <a:buFont typeface="Trebuchet MS"/>
              <a:buNone/>
              <a:defRPr/>
            </a:lvl8pPr>
            <a:lvl9pPr marL="4114800" lvl="8" indent="-228600" rtl="0">
              <a:spcBef>
                <a:spcPts val="300"/>
              </a:spcBef>
              <a:spcAft>
                <a:spcPts val="300"/>
              </a:spcAft>
              <a:buClr>
                <a:srgbClr val="888888"/>
              </a:buClr>
              <a:buSzPts val="1400"/>
              <a:buFont typeface="Trebuchet MS"/>
              <a:buNone/>
              <a:defRPr/>
            </a:lvl9pPr>
          </a:lstStyle>
          <a:p>
            <a:endParaRPr/>
          </a:p>
        </p:txBody>
      </p:sp>
      <p:sp>
        <p:nvSpPr>
          <p:cNvPr id="62" name="Shape 62"/>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63" name="Shape 63"/>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64" name="Shape 64"/>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1793289" y="4372168"/>
            <a:ext cx="6512511" cy="1143000"/>
          </a:xfrm>
          <a:prstGeom prst="rect">
            <a:avLst/>
          </a:prstGeom>
          <a:noFill/>
          <a:ln>
            <a:noFill/>
          </a:ln>
        </p:spPr>
        <p:txBody>
          <a:bodyPr spcFirstLastPara="1" wrap="square" lIns="91425" tIns="91425" rIns="91425" bIns="91425" anchor="t" anchorCtr="0"/>
          <a:lstStyle>
            <a:lvl1pPr marL="320040" lvl="0" indent="-35052" algn="r" rtl="0">
              <a:spcBef>
                <a:spcPts val="0"/>
              </a:spcBef>
              <a:spcAft>
                <a:spcPts val="0"/>
              </a:spcAft>
              <a:buClr>
                <a:srgbClr val="C3260C"/>
              </a:buClr>
              <a:buSzPts val="1400"/>
              <a:buFont typeface="Georgia"/>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67" name="Shape 67"/>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68" name="Shape 68"/>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69" name="Shape 69"/>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839095" y="2209800"/>
            <a:ext cx="3636085" cy="1258493"/>
          </a:xfrm>
          <a:prstGeom prst="rect">
            <a:avLst/>
          </a:prstGeom>
          <a:noFill/>
          <a:ln>
            <a:noFill/>
          </a:ln>
        </p:spPr>
        <p:txBody>
          <a:bodyPr spcFirstLastPara="1" wrap="square" lIns="91425" tIns="91425" rIns="91425" bIns="91425" anchor="b" anchorCtr="0"/>
          <a:lstStyle>
            <a:lvl1pPr marL="228600" lvl="0" indent="-317500" algn="l"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72" name="Shape 72"/>
          <p:cNvSpPr txBox="1">
            <a:spLocks noGrp="1"/>
          </p:cNvSpPr>
          <p:nvPr>
            <p:ph type="body" idx="1"/>
          </p:nvPr>
        </p:nvSpPr>
        <p:spPr>
          <a:xfrm>
            <a:off x="4593515" y="731520"/>
            <a:ext cx="4017085" cy="4894730"/>
          </a:xfrm>
          <a:prstGeom prst="rect">
            <a:avLst/>
          </a:prstGeom>
          <a:noFill/>
          <a:ln>
            <a:noFill/>
          </a:ln>
        </p:spPr>
        <p:txBody>
          <a:bodyPr spcFirstLastPara="1" wrap="square" lIns="91425" tIns="91425" rIns="91425" bIns="91425" anchor="ctr" anchorCtr="0"/>
          <a:lstStyle>
            <a:lvl1pPr marL="457200" lvl="0" indent="-317500" rtl="0">
              <a:spcBef>
                <a:spcPts val="440"/>
              </a:spcBef>
              <a:spcAft>
                <a:spcPts val="0"/>
              </a:spcAft>
              <a:buSzPts val="1400"/>
              <a:buChar char="*"/>
              <a:defRPr/>
            </a:lvl1pPr>
            <a:lvl2pPr marL="914400" lvl="1" indent="-317500" rtl="0">
              <a:spcBef>
                <a:spcPts val="400"/>
              </a:spcBef>
              <a:spcAft>
                <a:spcPts val="0"/>
              </a:spcAft>
              <a:buSzPts val="1400"/>
              <a:buChar char="*"/>
              <a:defRPr/>
            </a:lvl2pPr>
            <a:lvl3pPr marL="1371600" lvl="2" indent="-317500" rtl="0">
              <a:spcBef>
                <a:spcPts val="360"/>
              </a:spcBef>
              <a:spcAft>
                <a:spcPts val="0"/>
              </a:spcAft>
              <a:buSzPts val="1400"/>
              <a:buChar char="*"/>
              <a:defRPr/>
            </a:lvl3pPr>
            <a:lvl4pPr marL="1828800" lvl="3" indent="-317500" rtl="0">
              <a:spcBef>
                <a:spcPts val="320"/>
              </a:spcBef>
              <a:spcAft>
                <a:spcPts val="0"/>
              </a:spcAft>
              <a:buSzPts val="1400"/>
              <a:buChar char="*"/>
              <a:defRPr/>
            </a:lvl4pPr>
            <a:lvl5pPr marL="2286000" lvl="4" indent="-317500" rtl="0">
              <a:spcBef>
                <a:spcPts val="300"/>
              </a:spcBef>
              <a:spcAft>
                <a:spcPts val="0"/>
              </a:spcAft>
              <a:buSzPts val="1400"/>
              <a:buChar char="*"/>
              <a:defRPr/>
            </a:lvl5pPr>
            <a:lvl6pPr marL="2743200" lvl="5" indent="-317500" rtl="0">
              <a:spcBef>
                <a:spcPts val="300"/>
              </a:spcBef>
              <a:spcAft>
                <a:spcPts val="0"/>
              </a:spcAft>
              <a:buSzPts val="1400"/>
              <a:buChar char="*"/>
              <a:defRPr/>
            </a:lvl6pPr>
            <a:lvl7pPr marL="3200400" lvl="6" indent="-317500" rtl="0">
              <a:spcBef>
                <a:spcPts val="300"/>
              </a:spcBef>
              <a:spcAft>
                <a:spcPts val="0"/>
              </a:spcAft>
              <a:buSzPts val="1400"/>
              <a:buChar char="*"/>
              <a:defRPr/>
            </a:lvl7pPr>
            <a:lvl8pPr marL="3657600" lvl="7" indent="-317500" rtl="0">
              <a:spcBef>
                <a:spcPts val="300"/>
              </a:spcBef>
              <a:spcAft>
                <a:spcPts val="0"/>
              </a:spcAft>
              <a:buSzPts val="1400"/>
              <a:buChar char="*"/>
              <a:defRPr/>
            </a:lvl8pPr>
            <a:lvl9pPr marL="4114800" lvl="8" indent="-317500" rtl="0">
              <a:spcBef>
                <a:spcPts val="300"/>
              </a:spcBef>
              <a:spcAft>
                <a:spcPts val="300"/>
              </a:spcAft>
              <a:buSzPts val="1400"/>
              <a:buChar char="*"/>
              <a:defRPr/>
            </a:lvl9pPr>
          </a:lstStyle>
          <a:p>
            <a:endParaRPr/>
          </a:p>
        </p:txBody>
      </p:sp>
      <p:sp>
        <p:nvSpPr>
          <p:cNvPr id="73" name="Shape 73"/>
          <p:cNvSpPr txBox="1">
            <a:spLocks noGrp="1"/>
          </p:cNvSpPr>
          <p:nvPr>
            <p:ph type="body" idx="2"/>
          </p:nvPr>
        </p:nvSpPr>
        <p:spPr>
          <a:xfrm>
            <a:off x="1075765" y="3497802"/>
            <a:ext cx="3388660" cy="2139518"/>
          </a:xfrm>
          <a:prstGeom prst="rect">
            <a:avLst/>
          </a:prstGeom>
          <a:noFill/>
          <a:ln>
            <a:noFill/>
          </a:ln>
        </p:spPr>
        <p:txBody>
          <a:bodyPr spcFirstLastPara="1" wrap="square" lIns="91425" tIns="91425" rIns="91425" bIns="91425" anchor="t" anchorCtr="0"/>
          <a:lstStyle>
            <a:lvl1pPr marL="457200" lvl="0" indent="-228600" rtl="0">
              <a:spcBef>
                <a:spcPts val="440"/>
              </a:spcBef>
              <a:spcAft>
                <a:spcPts val="0"/>
              </a:spcAft>
              <a:buSzPts val="1400"/>
              <a:buFont typeface="Trebuchet MS"/>
              <a:buNone/>
              <a:defRPr/>
            </a:lvl1pPr>
            <a:lvl2pPr marL="914400" lvl="1" indent="-228600" rtl="0">
              <a:spcBef>
                <a:spcPts val="400"/>
              </a:spcBef>
              <a:spcAft>
                <a:spcPts val="0"/>
              </a:spcAft>
              <a:buSzPts val="1400"/>
              <a:buFont typeface="Trebuchet MS"/>
              <a:buNone/>
              <a:defRPr/>
            </a:lvl2pPr>
            <a:lvl3pPr marL="1371600" lvl="2" indent="-228600" rtl="0">
              <a:spcBef>
                <a:spcPts val="360"/>
              </a:spcBef>
              <a:spcAft>
                <a:spcPts val="0"/>
              </a:spcAft>
              <a:buSzPts val="1400"/>
              <a:buFont typeface="Trebuchet MS"/>
              <a:buNone/>
              <a:defRPr/>
            </a:lvl3pPr>
            <a:lvl4pPr marL="1828800" lvl="3" indent="-228600" rtl="0">
              <a:spcBef>
                <a:spcPts val="320"/>
              </a:spcBef>
              <a:spcAft>
                <a:spcPts val="0"/>
              </a:spcAft>
              <a:buSzPts val="1400"/>
              <a:buFont typeface="Trebuchet MS"/>
              <a:buNone/>
              <a:defRPr/>
            </a:lvl4pPr>
            <a:lvl5pPr marL="2286000" lvl="4" indent="-228600" rtl="0">
              <a:spcBef>
                <a:spcPts val="300"/>
              </a:spcBef>
              <a:spcAft>
                <a:spcPts val="0"/>
              </a:spcAft>
              <a:buSzPts val="1400"/>
              <a:buFont typeface="Trebuchet MS"/>
              <a:buNone/>
              <a:defRPr/>
            </a:lvl5pPr>
            <a:lvl6pPr marL="2743200" lvl="5" indent="-228600" rtl="0">
              <a:spcBef>
                <a:spcPts val="300"/>
              </a:spcBef>
              <a:spcAft>
                <a:spcPts val="0"/>
              </a:spcAft>
              <a:buSzPts val="1400"/>
              <a:buFont typeface="Trebuchet MS"/>
              <a:buNone/>
              <a:defRPr/>
            </a:lvl6pPr>
            <a:lvl7pPr marL="3200400" lvl="6" indent="-228600" rtl="0">
              <a:spcBef>
                <a:spcPts val="300"/>
              </a:spcBef>
              <a:spcAft>
                <a:spcPts val="0"/>
              </a:spcAft>
              <a:buSzPts val="1400"/>
              <a:buFont typeface="Trebuchet MS"/>
              <a:buNone/>
              <a:defRPr/>
            </a:lvl7pPr>
            <a:lvl8pPr marL="3657600" lvl="7" indent="-228600" rtl="0">
              <a:spcBef>
                <a:spcPts val="300"/>
              </a:spcBef>
              <a:spcAft>
                <a:spcPts val="0"/>
              </a:spcAft>
              <a:buSzPts val="1400"/>
              <a:buFont typeface="Trebuchet MS"/>
              <a:buNone/>
              <a:defRPr/>
            </a:lvl8pPr>
            <a:lvl9pPr marL="4114800" lvl="8" indent="-228600" rtl="0">
              <a:spcBef>
                <a:spcPts val="300"/>
              </a:spcBef>
              <a:spcAft>
                <a:spcPts val="300"/>
              </a:spcAft>
              <a:buSzPts val="1400"/>
              <a:buFont typeface="Trebuchet MS"/>
              <a:buNone/>
              <a:defRPr/>
            </a:lvl9pPr>
          </a:lstStyle>
          <a:p>
            <a:endParaRPr/>
          </a:p>
        </p:txBody>
      </p:sp>
      <p:sp>
        <p:nvSpPr>
          <p:cNvPr id="74" name="Shape 74"/>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75" name="Shape 75"/>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76" name="Shape 76"/>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7"/>
        <p:cNvGrpSpPr/>
        <p:nvPr/>
      </p:nvGrpSpPr>
      <p:grpSpPr>
        <a:xfrm>
          <a:off x="0" y="0"/>
          <a:ext cx="0" cy="0"/>
          <a:chOff x="0" y="0"/>
          <a:chExt cx="0" cy="0"/>
        </a:xfrm>
      </p:grpSpPr>
      <p:sp>
        <p:nvSpPr>
          <p:cNvPr id="78" name="Shape 78"/>
          <p:cNvSpPr/>
          <p:nvPr/>
        </p:nvSpPr>
        <p:spPr>
          <a:xfrm>
            <a:off x="0" y="3866920"/>
            <a:ext cx="9144000" cy="2991080"/>
          </a:xfrm>
          <a:prstGeom prst="rect">
            <a:avLst/>
          </a:prstGeom>
          <a:gradFill>
            <a:gsLst>
              <a:gs pos="0">
                <a:srgbClr val="FFFFFF">
                  <a:alpha val="91764"/>
                </a:srgbClr>
              </a:gs>
              <a:gs pos="37000">
                <a:srgbClr val="FFFFFF">
                  <a:alpha val="76862"/>
                </a:srgbClr>
              </a:gs>
              <a:gs pos="100000">
                <a:srgbClr val="B4DCFA">
                  <a:alpha val="8000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9" name="Shape 79"/>
          <p:cNvSpPr/>
          <p:nvPr/>
        </p:nvSpPr>
        <p:spPr>
          <a:xfrm>
            <a:off x="0" y="0"/>
            <a:ext cx="9144000" cy="3866920"/>
          </a:xfrm>
          <a:prstGeom prst="rect">
            <a:avLst/>
          </a:prstGeom>
          <a:gradFill>
            <a:gsLst>
              <a:gs pos="0">
                <a:srgbClr val="FFFFFF">
                  <a:alpha val="89803"/>
                </a:srgbClr>
              </a:gs>
              <a:gs pos="48000">
                <a:srgbClr val="FFFFFF">
                  <a:alpha val="62745"/>
                </a:srgbClr>
              </a:gs>
              <a:gs pos="100000">
                <a:srgbClr val="B4DCFA">
                  <a:alpha val="8000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80" name="Shape 80"/>
          <p:cNvSpPr/>
          <p:nvPr/>
        </p:nvSpPr>
        <p:spPr>
          <a:xfrm>
            <a:off x="0" y="2652311"/>
            <a:ext cx="9144000" cy="22860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81" name="Shape 81"/>
          <p:cNvSpPr/>
          <p:nvPr/>
        </p:nvSpPr>
        <p:spPr>
          <a:xfrm>
            <a:off x="0" y="1600200"/>
            <a:ext cx="9144000" cy="5105400"/>
          </a:xfrm>
          <a:prstGeom prst="ellipse">
            <a:avLst/>
          </a:prstGeom>
          <a:gradFill>
            <a:gsLst>
              <a:gs pos="0">
                <a:schemeClr val="lt1"/>
              </a:gs>
              <a:gs pos="54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82" name="Shape 82"/>
          <p:cNvSpPr>
            <a:spLocks noGrp="1"/>
          </p:cNvSpPr>
          <p:nvPr>
            <p:ph type="pic" idx="2"/>
          </p:nvPr>
        </p:nvSpPr>
        <p:spPr>
          <a:xfrm>
            <a:off x="4475175" y="1143000"/>
            <a:ext cx="4114800" cy="3127806"/>
          </a:xfrm>
          <a:prstGeom prst="roundRect">
            <a:avLst>
              <a:gd name="adj" fmla="val 4230"/>
            </a:avLst>
          </a:prstGeom>
          <a:solidFill>
            <a:srgbClr val="8BC9F7"/>
          </a:solidFill>
          <a:ln>
            <a:noFill/>
          </a:ln>
          <a:effectLst>
            <a:reflection stA="23000" endA="300" endPos="28000" sy="-100000" algn="bl" rotWithShape="0"/>
          </a:effectLst>
        </p:spPr>
        <p:txBody>
          <a:bodyPr spcFirstLastPara="1" wrap="square" lIns="91425" tIns="91425" rIns="91425" bIns="91425" anchor="ctr" anchorCtr="0"/>
          <a:lstStyle>
            <a:lvl1pPr marL="0" marR="0" lvl="0" indent="0" algn="ctr" rtl="0">
              <a:spcBef>
                <a:spcPts val="0"/>
              </a:spcBef>
              <a:spcAft>
                <a:spcPts val="0"/>
              </a:spcAft>
              <a:buClr>
                <a:srgbClr val="7F7F7F"/>
              </a:buClr>
              <a:buSzPts val="1400"/>
              <a:buFont typeface="Trebuchet MS"/>
              <a:buNone/>
              <a:defRPr/>
            </a:lvl1pPr>
            <a:lvl2pPr marL="457200" marR="0" lvl="1" indent="0" algn="l" rtl="0">
              <a:spcBef>
                <a:spcPts val="0"/>
              </a:spcBef>
              <a:spcAft>
                <a:spcPts val="0"/>
              </a:spcAft>
              <a:buClr>
                <a:schemeClr val="dk1"/>
              </a:buClr>
              <a:buSzPts val="1400"/>
              <a:buFont typeface="Trebuchet MS"/>
              <a:buNone/>
              <a:defRPr/>
            </a:lvl2pPr>
            <a:lvl3pPr marL="914400" marR="0" lvl="2" indent="0" algn="l" rtl="0">
              <a:spcBef>
                <a:spcPts val="0"/>
              </a:spcBef>
              <a:spcAft>
                <a:spcPts val="0"/>
              </a:spcAft>
              <a:buClr>
                <a:schemeClr val="dk1"/>
              </a:buClr>
              <a:buSzPts val="1400"/>
              <a:buFont typeface="Trebuchet MS"/>
              <a:buNone/>
              <a:defRPr/>
            </a:lvl3pPr>
            <a:lvl4pPr marL="1371600" marR="0" lvl="3" indent="0" algn="l" rtl="0">
              <a:spcBef>
                <a:spcPts val="0"/>
              </a:spcBef>
              <a:spcAft>
                <a:spcPts val="0"/>
              </a:spcAft>
              <a:buClr>
                <a:schemeClr val="dk1"/>
              </a:buClr>
              <a:buSzPts val="1400"/>
              <a:buFont typeface="Trebuchet MS"/>
              <a:buNone/>
              <a:defRPr/>
            </a:lvl4pPr>
            <a:lvl5pPr marL="1828800" marR="0" lvl="4" indent="0" algn="l" rtl="0">
              <a:spcBef>
                <a:spcPts val="0"/>
              </a:spcBef>
              <a:spcAft>
                <a:spcPts val="0"/>
              </a:spcAft>
              <a:buClr>
                <a:schemeClr val="dk1"/>
              </a:buClr>
              <a:buSzPts val="1400"/>
              <a:buFont typeface="Trebuchet MS"/>
              <a:buNone/>
              <a:defRPr/>
            </a:lvl5pPr>
            <a:lvl6pPr marL="2286000" marR="0" lvl="5" indent="0" algn="l" rtl="0">
              <a:spcBef>
                <a:spcPts val="0"/>
              </a:spcBef>
              <a:spcAft>
                <a:spcPts val="0"/>
              </a:spcAft>
              <a:buClr>
                <a:schemeClr val="dk1"/>
              </a:buClr>
              <a:buSzPts val="1400"/>
              <a:buFont typeface="Trebuchet MS"/>
              <a:buNone/>
              <a:defRPr/>
            </a:lvl6pPr>
            <a:lvl7pPr marL="2743200" marR="0" lvl="6" indent="0" algn="l" rtl="0">
              <a:spcBef>
                <a:spcPts val="0"/>
              </a:spcBef>
              <a:spcAft>
                <a:spcPts val="0"/>
              </a:spcAft>
              <a:buClr>
                <a:schemeClr val="dk1"/>
              </a:buClr>
              <a:buSzPts val="1400"/>
              <a:buFont typeface="Trebuchet MS"/>
              <a:buNone/>
              <a:defRPr/>
            </a:lvl7pPr>
            <a:lvl8pPr marL="3200400" marR="0" lvl="7" indent="0" algn="l" rtl="0">
              <a:spcBef>
                <a:spcPts val="0"/>
              </a:spcBef>
              <a:spcAft>
                <a:spcPts val="0"/>
              </a:spcAft>
              <a:buClr>
                <a:schemeClr val="dk1"/>
              </a:buClr>
              <a:buSzPts val="1400"/>
              <a:buFont typeface="Trebuchet MS"/>
              <a:buNone/>
              <a:defRPr/>
            </a:lvl8pPr>
            <a:lvl9pPr marL="3657600" marR="0" lvl="8" indent="0" algn="l" rtl="0">
              <a:spcBef>
                <a:spcPts val="0"/>
              </a:spcBef>
              <a:spcAft>
                <a:spcPts val="0"/>
              </a:spcAft>
              <a:buClr>
                <a:schemeClr val="dk1"/>
              </a:buClr>
              <a:buSzPts val="1400"/>
              <a:buFont typeface="Trebuchet MS"/>
              <a:buNone/>
              <a:defRPr/>
            </a:lvl9pPr>
          </a:lstStyle>
          <a:p>
            <a:endParaRPr/>
          </a:p>
        </p:txBody>
      </p:sp>
      <p:sp>
        <p:nvSpPr>
          <p:cNvPr id="83" name="Shape 83"/>
          <p:cNvSpPr txBox="1">
            <a:spLocks noGrp="1"/>
          </p:cNvSpPr>
          <p:nvPr>
            <p:ph type="body" idx="1"/>
          </p:nvPr>
        </p:nvSpPr>
        <p:spPr>
          <a:xfrm>
            <a:off x="877887" y="1010486"/>
            <a:ext cx="3694114" cy="2163020"/>
          </a:xfrm>
          <a:prstGeom prst="rect">
            <a:avLst/>
          </a:prstGeom>
          <a:noFill/>
          <a:ln>
            <a:noFill/>
          </a:ln>
        </p:spPr>
        <p:txBody>
          <a:bodyPr spcFirstLastPara="1" wrap="square" lIns="91425" tIns="91425" rIns="91425" bIns="91425" anchor="b" anchorCtr="0"/>
          <a:lstStyle>
            <a:lvl1pPr marL="457200" lvl="0" indent="-317500" rtl="0">
              <a:spcBef>
                <a:spcPts val="440"/>
              </a:spcBef>
              <a:spcAft>
                <a:spcPts val="0"/>
              </a:spcAft>
              <a:buSzPts val="1400"/>
              <a:buFont typeface="Georgia"/>
              <a:buChar char="*"/>
              <a:defRPr/>
            </a:lvl1pPr>
            <a:lvl2pPr marL="914400" lvl="1" indent="-228600" rtl="0">
              <a:spcBef>
                <a:spcPts val="400"/>
              </a:spcBef>
              <a:spcAft>
                <a:spcPts val="0"/>
              </a:spcAft>
              <a:buSzPts val="1400"/>
              <a:buFont typeface="Trebuchet MS"/>
              <a:buNone/>
              <a:defRPr/>
            </a:lvl2pPr>
            <a:lvl3pPr marL="1371600" lvl="2" indent="-228600" rtl="0">
              <a:spcBef>
                <a:spcPts val="360"/>
              </a:spcBef>
              <a:spcAft>
                <a:spcPts val="0"/>
              </a:spcAft>
              <a:buSzPts val="1400"/>
              <a:buFont typeface="Trebuchet MS"/>
              <a:buNone/>
              <a:defRPr/>
            </a:lvl3pPr>
            <a:lvl4pPr marL="1828800" lvl="3" indent="-228600" rtl="0">
              <a:spcBef>
                <a:spcPts val="320"/>
              </a:spcBef>
              <a:spcAft>
                <a:spcPts val="0"/>
              </a:spcAft>
              <a:buSzPts val="1400"/>
              <a:buFont typeface="Trebuchet MS"/>
              <a:buNone/>
              <a:defRPr/>
            </a:lvl4pPr>
            <a:lvl5pPr marL="2286000" lvl="4" indent="-228600" rtl="0">
              <a:spcBef>
                <a:spcPts val="300"/>
              </a:spcBef>
              <a:spcAft>
                <a:spcPts val="0"/>
              </a:spcAft>
              <a:buSzPts val="1400"/>
              <a:buFont typeface="Trebuchet MS"/>
              <a:buNone/>
              <a:defRPr/>
            </a:lvl5pPr>
            <a:lvl6pPr marL="2743200" lvl="5" indent="-228600" rtl="0">
              <a:spcBef>
                <a:spcPts val="300"/>
              </a:spcBef>
              <a:spcAft>
                <a:spcPts val="0"/>
              </a:spcAft>
              <a:buSzPts val="1400"/>
              <a:buFont typeface="Trebuchet MS"/>
              <a:buNone/>
              <a:defRPr/>
            </a:lvl6pPr>
            <a:lvl7pPr marL="3200400" lvl="6" indent="-228600" rtl="0">
              <a:spcBef>
                <a:spcPts val="300"/>
              </a:spcBef>
              <a:spcAft>
                <a:spcPts val="0"/>
              </a:spcAft>
              <a:buSzPts val="1400"/>
              <a:buFont typeface="Trebuchet MS"/>
              <a:buNone/>
              <a:defRPr/>
            </a:lvl7pPr>
            <a:lvl8pPr marL="3657600" lvl="7" indent="-228600" rtl="0">
              <a:spcBef>
                <a:spcPts val="300"/>
              </a:spcBef>
              <a:spcAft>
                <a:spcPts val="0"/>
              </a:spcAft>
              <a:buSzPts val="1400"/>
              <a:buFont typeface="Trebuchet MS"/>
              <a:buNone/>
              <a:defRPr/>
            </a:lvl8pPr>
            <a:lvl9pPr marL="4114800" lvl="8" indent="-228600" rtl="0">
              <a:spcBef>
                <a:spcPts val="300"/>
              </a:spcBef>
              <a:spcAft>
                <a:spcPts val="300"/>
              </a:spcAft>
              <a:buSzPts val="1400"/>
              <a:buFont typeface="Trebuchet MS"/>
              <a:buNone/>
              <a:defRPr/>
            </a:lvl9pPr>
          </a:lstStyle>
          <a:p>
            <a:endParaRPr/>
          </a:p>
        </p:txBody>
      </p:sp>
      <p:sp>
        <p:nvSpPr>
          <p:cNvPr id="84" name="Shape 84"/>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85" name="Shape 85"/>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86" name="Shape 86"/>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
        <p:nvSpPr>
          <p:cNvPr id="87" name="Shape 87"/>
          <p:cNvSpPr txBox="1">
            <a:spLocks noGrp="1"/>
          </p:cNvSpPr>
          <p:nvPr>
            <p:ph type="title"/>
          </p:nvPr>
        </p:nvSpPr>
        <p:spPr>
          <a:xfrm>
            <a:off x="727268" y="4464421"/>
            <a:ext cx="6383538" cy="1143000"/>
          </a:xfrm>
          <a:prstGeom prst="rect">
            <a:avLst/>
          </a:prstGeom>
          <a:noFill/>
          <a:ln>
            <a:noFill/>
          </a:ln>
        </p:spPr>
        <p:txBody>
          <a:bodyPr spcFirstLastPara="1" wrap="square" lIns="91425" tIns="91425" rIns="91425" bIns="91425" anchor="b" anchorCtr="0"/>
          <a:lstStyle>
            <a:lvl1pPr lvl="0" algn="l"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Shape 89"/>
          <p:cNvSpPr txBox="1">
            <a:spLocks noGrp="1"/>
          </p:cNvSpPr>
          <p:nvPr>
            <p:ph type="title"/>
          </p:nvPr>
        </p:nvSpPr>
        <p:spPr>
          <a:xfrm>
            <a:off x="1793289" y="4372168"/>
            <a:ext cx="6512511" cy="1143000"/>
          </a:xfrm>
          <a:prstGeom prst="rect">
            <a:avLst/>
          </a:prstGeom>
          <a:noFill/>
          <a:ln>
            <a:noFill/>
          </a:ln>
        </p:spPr>
        <p:txBody>
          <a:bodyPr spcFirstLastPara="1" wrap="square" lIns="91425" tIns="91425" rIns="91425" bIns="91425" anchor="t" anchorCtr="0"/>
          <a:lstStyle>
            <a:lvl1pPr marL="320040" lvl="0" indent="-35052" algn="r" rtl="0">
              <a:spcBef>
                <a:spcPts val="0"/>
              </a:spcBef>
              <a:spcAft>
                <a:spcPts val="0"/>
              </a:spcAft>
              <a:buClr>
                <a:srgbClr val="C3260C"/>
              </a:buClr>
              <a:buSzPts val="1400"/>
              <a:buFont typeface="Georgia"/>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90" name="Shape 90"/>
          <p:cNvSpPr txBox="1">
            <a:spLocks noGrp="1"/>
          </p:cNvSpPr>
          <p:nvPr>
            <p:ph type="body" idx="1"/>
          </p:nvPr>
        </p:nvSpPr>
        <p:spPr>
          <a:xfrm rot="5400000">
            <a:off x="3368040" y="-731521"/>
            <a:ext cx="3474720" cy="6400800"/>
          </a:xfrm>
          <a:prstGeom prst="rect">
            <a:avLst/>
          </a:prstGeom>
          <a:noFill/>
          <a:ln>
            <a:noFill/>
          </a:ln>
        </p:spPr>
        <p:txBody>
          <a:bodyPr spcFirstLastPara="1" wrap="square" lIns="91425" tIns="91425" rIns="91425" bIns="91425" anchor="t" anchorCtr="0"/>
          <a:lstStyle>
            <a:lvl1pPr marL="457200" lvl="0" indent="-317500" algn="l" rtl="0">
              <a:spcBef>
                <a:spcPts val="440"/>
              </a:spcBef>
              <a:spcAft>
                <a:spcPts val="0"/>
              </a:spcAft>
              <a:buClr>
                <a:srgbClr val="C3260C"/>
              </a:buClr>
              <a:buSzPts val="1400"/>
              <a:buFont typeface="Georgia"/>
              <a:buChar char="*"/>
              <a:defRPr/>
            </a:lvl1pPr>
            <a:lvl2pPr marL="914400" lvl="1" indent="-317500" algn="l" rtl="0">
              <a:spcBef>
                <a:spcPts val="400"/>
              </a:spcBef>
              <a:spcAft>
                <a:spcPts val="0"/>
              </a:spcAft>
              <a:buClr>
                <a:srgbClr val="C3260C"/>
              </a:buClr>
              <a:buSzPts val="1400"/>
              <a:buFont typeface="Georgia"/>
              <a:buChar char="*"/>
              <a:defRPr/>
            </a:lvl2pPr>
            <a:lvl3pPr marL="1371600" lvl="2" indent="-317500" algn="l" rtl="0">
              <a:spcBef>
                <a:spcPts val="360"/>
              </a:spcBef>
              <a:spcAft>
                <a:spcPts val="0"/>
              </a:spcAft>
              <a:buClr>
                <a:srgbClr val="C3260C"/>
              </a:buClr>
              <a:buSzPts val="1400"/>
              <a:buFont typeface="Georgia"/>
              <a:buChar char="*"/>
              <a:defRPr/>
            </a:lvl3pPr>
            <a:lvl4pPr marL="1828800" lvl="3" indent="-317500" algn="l" rtl="0">
              <a:spcBef>
                <a:spcPts val="320"/>
              </a:spcBef>
              <a:spcAft>
                <a:spcPts val="0"/>
              </a:spcAft>
              <a:buClr>
                <a:srgbClr val="C3260C"/>
              </a:buClr>
              <a:buSzPts val="1400"/>
              <a:buFont typeface="Georgia"/>
              <a:buChar char="*"/>
              <a:defRPr/>
            </a:lvl4pPr>
            <a:lvl5pPr marL="2286000" lvl="4" indent="-317500" algn="l" rtl="0">
              <a:spcBef>
                <a:spcPts val="300"/>
              </a:spcBef>
              <a:spcAft>
                <a:spcPts val="0"/>
              </a:spcAft>
              <a:buClr>
                <a:srgbClr val="C3260C"/>
              </a:buClr>
              <a:buSzPts val="1400"/>
              <a:buFont typeface="Georgia"/>
              <a:buChar char="*"/>
              <a:defRPr/>
            </a:lvl5pPr>
            <a:lvl6pPr marL="2743200" lvl="5" indent="-317500" algn="l" rtl="0">
              <a:spcBef>
                <a:spcPts val="300"/>
              </a:spcBef>
              <a:spcAft>
                <a:spcPts val="0"/>
              </a:spcAft>
              <a:buClr>
                <a:srgbClr val="C3260C"/>
              </a:buClr>
              <a:buSzPts val="1400"/>
              <a:buFont typeface="Georgia"/>
              <a:buChar char="*"/>
              <a:defRPr/>
            </a:lvl6pPr>
            <a:lvl7pPr marL="3200400" lvl="6" indent="-317500" algn="l" rtl="0">
              <a:spcBef>
                <a:spcPts val="300"/>
              </a:spcBef>
              <a:spcAft>
                <a:spcPts val="0"/>
              </a:spcAft>
              <a:buClr>
                <a:srgbClr val="C3260C"/>
              </a:buClr>
              <a:buSzPts val="1400"/>
              <a:buFont typeface="Georgia"/>
              <a:buChar char="*"/>
              <a:defRPr/>
            </a:lvl7pPr>
            <a:lvl8pPr marL="3657600" lvl="7" indent="-317500" algn="l" rtl="0">
              <a:spcBef>
                <a:spcPts val="300"/>
              </a:spcBef>
              <a:spcAft>
                <a:spcPts val="0"/>
              </a:spcAft>
              <a:buClr>
                <a:srgbClr val="C3260C"/>
              </a:buClr>
              <a:buSzPts val="1400"/>
              <a:buFont typeface="Georgia"/>
              <a:buChar char="*"/>
              <a:defRPr/>
            </a:lvl8pPr>
            <a:lvl9pPr marL="4114800" lvl="8" indent="-317500" algn="l" rtl="0">
              <a:spcBef>
                <a:spcPts val="300"/>
              </a:spcBef>
              <a:spcAft>
                <a:spcPts val="300"/>
              </a:spcAft>
              <a:buClr>
                <a:srgbClr val="C3260C"/>
              </a:buClr>
              <a:buSzPts val="1400"/>
              <a:buFont typeface="Georgia"/>
              <a:buChar char="*"/>
              <a:defRPr/>
            </a:lvl9pPr>
          </a:lstStyle>
          <a:p>
            <a:endParaRPr/>
          </a:p>
        </p:txBody>
      </p:sp>
      <p:sp>
        <p:nvSpPr>
          <p:cNvPr id="91" name="Shape 91"/>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92" name="Shape 92"/>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93" name="Shape 93"/>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Shape 95"/>
          <p:cNvSpPr txBox="1">
            <a:spLocks noGrp="1"/>
          </p:cNvSpPr>
          <p:nvPr>
            <p:ph type="title"/>
          </p:nvPr>
        </p:nvSpPr>
        <p:spPr>
          <a:xfrm rot="5400000">
            <a:off x="-436711" y="1966986"/>
            <a:ext cx="5238339" cy="2057400"/>
          </a:xfrm>
          <a:prstGeom prst="rect">
            <a:avLst/>
          </a:prstGeom>
          <a:noFill/>
          <a:ln>
            <a:noFill/>
          </a:ln>
        </p:spPr>
        <p:txBody>
          <a:bodyPr spcFirstLastPara="1" wrap="square" lIns="91425" tIns="91425" rIns="91425" bIns="91425" anchor="t" anchorCtr="0"/>
          <a:lstStyle>
            <a:lvl1pPr lvl="0" algn="l"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96" name="Shape 96"/>
          <p:cNvSpPr txBox="1">
            <a:spLocks noGrp="1"/>
          </p:cNvSpPr>
          <p:nvPr>
            <p:ph type="body" idx="1"/>
          </p:nvPr>
        </p:nvSpPr>
        <p:spPr>
          <a:xfrm rot="5400000">
            <a:off x="3291392" y="764240"/>
            <a:ext cx="4894729" cy="4829287"/>
          </a:xfrm>
          <a:prstGeom prst="rect">
            <a:avLst/>
          </a:prstGeom>
          <a:noFill/>
          <a:ln>
            <a:noFill/>
          </a:ln>
        </p:spPr>
        <p:txBody>
          <a:bodyPr spcFirstLastPara="1" wrap="square" lIns="91425" tIns="91425" rIns="91425" bIns="91425" anchor="t" anchorCtr="0"/>
          <a:lstStyle>
            <a:lvl1pPr marL="457200" lvl="0" indent="-317500" algn="l" rtl="0">
              <a:spcBef>
                <a:spcPts val="440"/>
              </a:spcBef>
              <a:spcAft>
                <a:spcPts val="0"/>
              </a:spcAft>
              <a:buClr>
                <a:srgbClr val="C3260C"/>
              </a:buClr>
              <a:buSzPts val="1400"/>
              <a:buFont typeface="Georgia"/>
              <a:buChar char="*"/>
              <a:defRPr/>
            </a:lvl1pPr>
            <a:lvl2pPr marL="914400" lvl="1" indent="-317500" algn="l" rtl="0">
              <a:spcBef>
                <a:spcPts val="400"/>
              </a:spcBef>
              <a:spcAft>
                <a:spcPts val="0"/>
              </a:spcAft>
              <a:buClr>
                <a:srgbClr val="C3260C"/>
              </a:buClr>
              <a:buSzPts val="1400"/>
              <a:buFont typeface="Georgia"/>
              <a:buChar char="*"/>
              <a:defRPr/>
            </a:lvl2pPr>
            <a:lvl3pPr marL="1371600" lvl="2" indent="-317500" algn="l" rtl="0">
              <a:spcBef>
                <a:spcPts val="360"/>
              </a:spcBef>
              <a:spcAft>
                <a:spcPts val="0"/>
              </a:spcAft>
              <a:buClr>
                <a:srgbClr val="C3260C"/>
              </a:buClr>
              <a:buSzPts val="1400"/>
              <a:buFont typeface="Georgia"/>
              <a:buChar char="*"/>
              <a:defRPr/>
            </a:lvl3pPr>
            <a:lvl4pPr marL="1828800" lvl="3" indent="-317500" algn="l" rtl="0">
              <a:spcBef>
                <a:spcPts val="320"/>
              </a:spcBef>
              <a:spcAft>
                <a:spcPts val="0"/>
              </a:spcAft>
              <a:buClr>
                <a:srgbClr val="C3260C"/>
              </a:buClr>
              <a:buSzPts val="1400"/>
              <a:buFont typeface="Georgia"/>
              <a:buChar char="*"/>
              <a:defRPr/>
            </a:lvl4pPr>
            <a:lvl5pPr marL="2286000" lvl="4" indent="-317500" algn="l" rtl="0">
              <a:spcBef>
                <a:spcPts val="300"/>
              </a:spcBef>
              <a:spcAft>
                <a:spcPts val="0"/>
              </a:spcAft>
              <a:buClr>
                <a:srgbClr val="C3260C"/>
              </a:buClr>
              <a:buSzPts val="1400"/>
              <a:buFont typeface="Georgia"/>
              <a:buChar char="*"/>
              <a:defRPr/>
            </a:lvl5pPr>
            <a:lvl6pPr marL="2743200" lvl="5" indent="-317500" algn="l" rtl="0">
              <a:spcBef>
                <a:spcPts val="300"/>
              </a:spcBef>
              <a:spcAft>
                <a:spcPts val="0"/>
              </a:spcAft>
              <a:buClr>
                <a:srgbClr val="C3260C"/>
              </a:buClr>
              <a:buSzPts val="1400"/>
              <a:buFont typeface="Georgia"/>
              <a:buChar char="*"/>
              <a:defRPr/>
            </a:lvl6pPr>
            <a:lvl7pPr marL="3200400" lvl="6" indent="-317500" algn="l" rtl="0">
              <a:spcBef>
                <a:spcPts val="300"/>
              </a:spcBef>
              <a:spcAft>
                <a:spcPts val="0"/>
              </a:spcAft>
              <a:buClr>
                <a:srgbClr val="C3260C"/>
              </a:buClr>
              <a:buSzPts val="1400"/>
              <a:buFont typeface="Georgia"/>
              <a:buChar char="*"/>
              <a:defRPr/>
            </a:lvl7pPr>
            <a:lvl8pPr marL="3657600" lvl="7" indent="-317500" algn="l" rtl="0">
              <a:spcBef>
                <a:spcPts val="300"/>
              </a:spcBef>
              <a:spcAft>
                <a:spcPts val="0"/>
              </a:spcAft>
              <a:buClr>
                <a:srgbClr val="C3260C"/>
              </a:buClr>
              <a:buSzPts val="1400"/>
              <a:buFont typeface="Georgia"/>
              <a:buChar char="*"/>
              <a:defRPr/>
            </a:lvl8pPr>
            <a:lvl9pPr marL="4114800" lvl="8" indent="-317500" algn="l" rtl="0">
              <a:spcBef>
                <a:spcPts val="300"/>
              </a:spcBef>
              <a:spcAft>
                <a:spcPts val="300"/>
              </a:spcAft>
              <a:buClr>
                <a:srgbClr val="C3260C"/>
              </a:buClr>
              <a:buSzPts val="1400"/>
              <a:buFont typeface="Georgia"/>
              <a:buChar char="*"/>
              <a:defRPr/>
            </a:lvl9pPr>
          </a:lstStyle>
          <a:p>
            <a:endParaRPr/>
          </a:p>
        </p:txBody>
      </p:sp>
      <p:sp>
        <p:nvSpPr>
          <p:cNvPr id="97" name="Shape 97"/>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98" name="Shape 98"/>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99" name="Shape 99"/>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pic>
        <p:nvPicPr>
          <p:cNvPr id="30" name="Shape 30" descr="Celestia-R1---OverlayContentHD.png"/>
          <p:cNvPicPr preferRelativeResize="0"/>
          <p:nvPr/>
        </p:nvPicPr>
        <p:blipFill rotWithShape="1">
          <a:blip r:embed="rId2">
            <a:alphaModFix/>
          </a:blip>
          <a:srcRect/>
          <a:stretch/>
        </p:blipFill>
        <p:spPr>
          <a:xfrm>
            <a:off x="0" y="0"/>
            <a:ext cx="9141619" cy="6856214"/>
          </a:xfrm>
          <a:prstGeom prst="rect">
            <a:avLst/>
          </a:prstGeom>
          <a:noFill/>
          <a:ln>
            <a:noFill/>
          </a:ln>
        </p:spPr>
      </p:pic>
      <p:sp>
        <p:nvSpPr>
          <p:cNvPr id="31" name="Shape 31"/>
          <p:cNvSpPr txBox="1">
            <a:spLocks noGrp="1"/>
          </p:cNvSpPr>
          <p:nvPr>
            <p:ph type="title"/>
          </p:nvPr>
        </p:nvSpPr>
        <p:spPr>
          <a:xfrm>
            <a:off x="514351" y="609601"/>
            <a:ext cx="7598569" cy="1456267"/>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Clr>
                <a:schemeClr val="lt1"/>
              </a:buClr>
              <a:buSzPts val="1400"/>
              <a:buFont typeface="Calibri"/>
              <a:buNone/>
              <a:defRPr sz="2700" b="0" i="0" u="none" strike="noStrike" cap="none">
                <a:solidFill>
                  <a:schemeClr val="lt1"/>
                </a:solidFill>
                <a:latin typeface="Calibri"/>
                <a:ea typeface="Calibri"/>
                <a:cs typeface="Calibri"/>
                <a:sym typeface="Calibri"/>
              </a:defRPr>
            </a:lvl1pPr>
            <a:lvl2pPr marL="0" marR="0" lvl="1" indent="0" algn="l" rtl="0">
              <a:spcBef>
                <a:spcPts val="0"/>
              </a:spcBef>
              <a:spcAft>
                <a:spcPts val="0"/>
              </a:spcAft>
              <a:buSzPts val="1400"/>
              <a:buNone/>
              <a:defRPr sz="1350" b="0" i="0" u="none" strike="noStrike" cap="none">
                <a:solidFill>
                  <a:schemeClr val="lt2"/>
                </a:solidFill>
              </a:defRPr>
            </a:lvl2pPr>
            <a:lvl3pPr marL="0" marR="0" lvl="2" indent="0" algn="l" rtl="0">
              <a:spcBef>
                <a:spcPts val="0"/>
              </a:spcBef>
              <a:spcAft>
                <a:spcPts val="0"/>
              </a:spcAft>
              <a:buSzPts val="1400"/>
              <a:buNone/>
              <a:defRPr sz="1350" b="0" i="0" u="none" strike="noStrike" cap="none">
                <a:solidFill>
                  <a:schemeClr val="lt2"/>
                </a:solidFill>
              </a:defRPr>
            </a:lvl3pPr>
            <a:lvl4pPr marL="0" marR="0" lvl="3" indent="0" algn="l" rtl="0">
              <a:spcBef>
                <a:spcPts val="0"/>
              </a:spcBef>
              <a:spcAft>
                <a:spcPts val="0"/>
              </a:spcAft>
              <a:buSzPts val="1400"/>
              <a:buNone/>
              <a:defRPr sz="1350" b="0" i="0" u="none" strike="noStrike" cap="none">
                <a:solidFill>
                  <a:schemeClr val="lt2"/>
                </a:solidFill>
              </a:defRPr>
            </a:lvl4pPr>
            <a:lvl5pPr marL="0" marR="0" lvl="4" indent="0" algn="l" rtl="0">
              <a:spcBef>
                <a:spcPts val="0"/>
              </a:spcBef>
              <a:spcAft>
                <a:spcPts val="0"/>
              </a:spcAft>
              <a:buSzPts val="1400"/>
              <a:buNone/>
              <a:defRPr sz="1350" b="0" i="0" u="none" strike="noStrike" cap="none">
                <a:solidFill>
                  <a:schemeClr val="lt2"/>
                </a:solidFill>
              </a:defRPr>
            </a:lvl5pPr>
            <a:lvl6pPr marL="0" marR="0" lvl="5" indent="0" algn="l" rtl="0">
              <a:spcBef>
                <a:spcPts val="0"/>
              </a:spcBef>
              <a:spcAft>
                <a:spcPts val="0"/>
              </a:spcAft>
              <a:buSzPts val="1400"/>
              <a:buNone/>
              <a:defRPr sz="1350" b="0" i="0" u="none" strike="noStrike" cap="none">
                <a:solidFill>
                  <a:schemeClr val="lt2"/>
                </a:solidFill>
              </a:defRPr>
            </a:lvl6pPr>
            <a:lvl7pPr marL="0" marR="0" lvl="6" indent="0" algn="l" rtl="0">
              <a:spcBef>
                <a:spcPts val="0"/>
              </a:spcBef>
              <a:spcAft>
                <a:spcPts val="0"/>
              </a:spcAft>
              <a:buSzPts val="1400"/>
              <a:buNone/>
              <a:defRPr sz="1350" b="0" i="0" u="none" strike="noStrike" cap="none">
                <a:solidFill>
                  <a:schemeClr val="lt2"/>
                </a:solidFill>
              </a:defRPr>
            </a:lvl7pPr>
            <a:lvl8pPr marL="0" marR="0" lvl="7" indent="0" algn="l" rtl="0">
              <a:spcBef>
                <a:spcPts val="0"/>
              </a:spcBef>
              <a:spcAft>
                <a:spcPts val="0"/>
              </a:spcAft>
              <a:buSzPts val="1400"/>
              <a:buNone/>
              <a:defRPr sz="1350" b="0" i="0" u="none" strike="noStrike" cap="none">
                <a:solidFill>
                  <a:schemeClr val="lt2"/>
                </a:solidFill>
              </a:defRPr>
            </a:lvl8pPr>
            <a:lvl9pPr marL="0" marR="0" lvl="8" indent="0" algn="l" rtl="0">
              <a:spcBef>
                <a:spcPts val="0"/>
              </a:spcBef>
              <a:spcAft>
                <a:spcPts val="0"/>
              </a:spcAft>
              <a:buSzPts val="1400"/>
              <a:buNone/>
              <a:defRPr sz="1350" b="0" i="0" u="none" strike="noStrike" cap="none">
                <a:solidFill>
                  <a:schemeClr val="lt2"/>
                </a:solidFill>
              </a:defRPr>
            </a:lvl9pPr>
          </a:lstStyle>
          <a:p>
            <a:endParaRPr/>
          </a:p>
        </p:txBody>
      </p:sp>
      <p:sp>
        <p:nvSpPr>
          <p:cNvPr id="32" name="Shape 32"/>
          <p:cNvSpPr txBox="1">
            <a:spLocks noGrp="1"/>
          </p:cNvSpPr>
          <p:nvPr>
            <p:ph type="body" idx="1"/>
          </p:nvPr>
        </p:nvSpPr>
        <p:spPr>
          <a:xfrm>
            <a:off x="514351" y="2142067"/>
            <a:ext cx="3746501" cy="3649134"/>
          </a:xfrm>
          <a:prstGeom prst="rect">
            <a:avLst/>
          </a:prstGeom>
          <a:noFill/>
          <a:ln>
            <a:noFill/>
          </a:ln>
        </p:spPr>
        <p:txBody>
          <a:bodyPr spcFirstLastPara="1" wrap="square" lIns="91425" tIns="91425" rIns="91425" bIns="91425" anchor="ctr" anchorCtr="0"/>
          <a:lstStyle>
            <a:lvl1pPr marL="342900" marR="0" lvl="0" indent="-257175" algn="l" rtl="0">
              <a:spcBef>
                <a:spcPts val="0"/>
              </a:spcBef>
              <a:spcAft>
                <a:spcPts val="0"/>
              </a:spcAft>
              <a:buClr>
                <a:schemeClr val="lt1"/>
              </a:buClr>
              <a:buSzPts val="1800"/>
              <a:buFont typeface="Arial"/>
              <a:buChar char="•"/>
              <a:defRPr sz="1350" b="0" i="0" u="none" strike="noStrike" cap="none">
                <a:solidFill>
                  <a:schemeClr val="lt1"/>
                </a:solidFill>
                <a:latin typeface="Calibri"/>
                <a:ea typeface="Calibri"/>
                <a:cs typeface="Calibri"/>
                <a:sym typeface="Calibri"/>
              </a:defRPr>
            </a:lvl1pPr>
            <a:lvl2pPr marL="685800" marR="0" lvl="1" indent="-247650" algn="l" rtl="0">
              <a:spcBef>
                <a:spcPts val="750"/>
              </a:spcBef>
              <a:spcAft>
                <a:spcPts val="0"/>
              </a:spcAft>
              <a:buClr>
                <a:schemeClr val="lt1"/>
              </a:buClr>
              <a:buSzPts val="1600"/>
              <a:buFont typeface="Arial"/>
              <a:buChar char="•"/>
              <a:defRPr sz="1200" b="0" i="0" u="none" strike="noStrike" cap="none">
                <a:solidFill>
                  <a:schemeClr val="lt1"/>
                </a:solidFill>
                <a:latin typeface="Calibri"/>
                <a:ea typeface="Calibri"/>
                <a:cs typeface="Calibri"/>
                <a:sym typeface="Calibri"/>
              </a:defRPr>
            </a:lvl2pPr>
            <a:lvl3pPr marL="1028700" marR="0" lvl="2" indent="-238125" algn="l" rtl="0">
              <a:spcBef>
                <a:spcPts val="750"/>
              </a:spcBef>
              <a:spcAft>
                <a:spcPts val="0"/>
              </a:spcAft>
              <a:buClr>
                <a:schemeClr val="lt1"/>
              </a:buClr>
              <a:buSzPts val="1400"/>
              <a:buFont typeface="Arial"/>
              <a:buChar char="•"/>
              <a:defRPr sz="1050" b="0" i="0" u="none" strike="noStrike" cap="none">
                <a:solidFill>
                  <a:schemeClr val="lt1"/>
                </a:solidFill>
                <a:latin typeface="Calibri"/>
                <a:ea typeface="Calibri"/>
                <a:cs typeface="Calibri"/>
                <a:sym typeface="Calibri"/>
              </a:defRPr>
            </a:lvl3pPr>
            <a:lvl4pPr marL="1371600" marR="0" lvl="3"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4pPr>
            <a:lvl5pPr marL="1714500" marR="0" lvl="4"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5pPr>
            <a:lvl6pPr marL="2057400" marR="0" lvl="5"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6pPr>
            <a:lvl7pPr marL="2400300" marR="0" lvl="6"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7pPr>
            <a:lvl8pPr marL="2743200" marR="0" lvl="7"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8pPr>
            <a:lvl9pPr marL="3086100" marR="0" lvl="8" indent="-228600" algn="l" rtl="0">
              <a:spcBef>
                <a:spcPts val="750"/>
              </a:spcBef>
              <a:spcAft>
                <a:spcPts val="750"/>
              </a:spcAft>
              <a:buClr>
                <a:schemeClr val="lt1"/>
              </a:buClr>
              <a:buSzPts val="1200"/>
              <a:buFont typeface="Arial"/>
              <a:buChar char="•"/>
              <a:defRPr sz="900" b="0" i="0" u="none" strike="noStrike" cap="none">
                <a:solidFill>
                  <a:schemeClr val="lt1"/>
                </a:solidFill>
                <a:latin typeface="Calibri"/>
                <a:ea typeface="Calibri"/>
                <a:cs typeface="Calibri"/>
                <a:sym typeface="Calibri"/>
              </a:defRPr>
            </a:lvl9pPr>
          </a:lstStyle>
          <a:p>
            <a:endParaRPr/>
          </a:p>
        </p:txBody>
      </p:sp>
      <p:sp>
        <p:nvSpPr>
          <p:cNvPr id="33" name="Shape 33"/>
          <p:cNvSpPr txBox="1">
            <a:spLocks noGrp="1"/>
          </p:cNvSpPr>
          <p:nvPr>
            <p:ph type="body" idx="2"/>
          </p:nvPr>
        </p:nvSpPr>
        <p:spPr>
          <a:xfrm>
            <a:off x="4366421" y="2142068"/>
            <a:ext cx="3746499" cy="3649133"/>
          </a:xfrm>
          <a:prstGeom prst="rect">
            <a:avLst/>
          </a:prstGeom>
          <a:noFill/>
          <a:ln>
            <a:noFill/>
          </a:ln>
        </p:spPr>
        <p:txBody>
          <a:bodyPr spcFirstLastPara="1" wrap="square" lIns="91425" tIns="91425" rIns="91425" bIns="91425" anchor="ctr" anchorCtr="0"/>
          <a:lstStyle>
            <a:lvl1pPr marL="342900" marR="0" lvl="0" indent="-257175" algn="l" rtl="0">
              <a:spcBef>
                <a:spcPts val="0"/>
              </a:spcBef>
              <a:spcAft>
                <a:spcPts val="0"/>
              </a:spcAft>
              <a:buClr>
                <a:schemeClr val="lt1"/>
              </a:buClr>
              <a:buSzPts val="1800"/>
              <a:buFont typeface="Arial"/>
              <a:buChar char="•"/>
              <a:defRPr sz="1350" b="0" i="0" u="none" strike="noStrike" cap="none">
                <a:solidFill>
                  <a:schemeClr val="lt1"/>
                </a:solidFill>
                <a:latin typeface="Calibri"/>
                <a:ea typeface="Calibri"/>
                <a:cs typeface="Calibri"/>
                <a:sym typeface="Calibri"/>
              </a:defRPr>
            </a:lvl1pPr>
            <a:lvl2pPr marL="685800" marR="0" lvl="1" indent="-247650" algn="l" rtl="0">
              <a:spcBef>
                <a:spcPts val="750"/>
              </a:spcBef>
              <a:spcAft>
                <a:spcPts val="0"/>
              </a:spcAft>
              <a:buClr>
                <a:schemeClr val="lt1"/>
              </a:buClr>
              <a:buSzPts val="1600"/>
              <a:buFont typeface="Arial"/>
              <a:buChar char="•"/>
              <a:defRPr sz="1200" b="0" i="0" u="none" strike="noStrike" cap="none">
                <a:solidFill>
                  <a:schemeClr val="lt1"/>
                </a:solidFill>
                <a:latin typeface="Calibri"/>
                <a:ea typeface="Calibri"/>
                <a:cs typeface="Calibri"/>
                <a:sym typeface="Calibri"/>
              </a:defRPr>
            </a:lvl2pPr>
            <a:lvl3pPr marL="1028700" marR="0" lvl="2" indent="-238125" algn="l" rtl="0">
              <a:spcBef>
                <a:spcPts val="750"/>
              </a:spcBef>
              <a:spcAft>
                <a:spcPts val="0"/>
              </a:spcAft>
              <a:buClr>
                <a:schemeClr val="lt1"/>
              </a:buClr>
              <a:buSzPts val="1400"/>
              <a:buFont typeface="Arial"/>
              <a:buChar char="•"/>
              <a:defRPr sz="1050" b="0" i="0" u="none" strike="noStrike" cap="none">
                <a:solidFill>
                  <a:schemeClr val="lt1"/>
                </a:solidFill>
                <a:latin typeface="Calibri"/>
                <a:ea typeface="Calibri"/>
                <a:cs typeface="Calibri"/>
                <a:sym typeface="Calibri"/>
              </a:defRPr>
            </a:lvl3pPr>
            <a:lvl4pPr marL="1371600" marR="0" lvl="3"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4pPr>
            <a:lvl5pPr marL="1714500" marR="0" lvl="4"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5pPr>
            <a:lvl6pPr marL="2057400" marR="0" lvl="5"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6pPr>
            <a:lvl7pPr marL="2400300" marR="0" lvl="6"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7pPr>
            <a:lvl8pPr marL="2743200" marR="0" lvl="7"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8pPr>
            <a:lvl9pPr marL="3086100" marR="0" lvl="8" indent="-228600" algn="l" rtl="0">
              <a:spcBef>
                <a:spcPts val="750"/>
              </a:spcBef>
              <a:spcAft>
                <a:spcPts val="750"/>
              </a:spcAft>
              <a:buClr>
                <a:schemeClr val="lt1"/>
              </a:buClr>
              <a:buSzPts val="1200"/>
              <a:buFont typeface="Arial"/>
              <a:buChar char="•"/>
              <a:defRPr sz="900" b="0" i="0" u="none" strike="noStrike" cap="none">
                <a:solidFill>
                  <a:schemeClr val="lt1"/>
                </a:solidFill>
                <a:latin typeface="Calibri"/>
                <a:ea typeface="Calibri"/>
                <a:cs typeface="Calibri"/>
                <a:sym typeface="Calibri"/>
              </a:defRPr>
            </a:lvl9pPr>
          </a:lstStyle>
          <a:p>
            <a:endParaRPr/>
          </a:p>
        </p:txBody>
      </p:sp>
      <p:sp>
        <p:nvSpPr>
          <p:cNvPr id="34" name="Shape 34"/>
          <p:cNvSpPr txBox="1">
            <a:spLocks noGrp="1"/>
          </p:cNvSpPr>
          <p:nvPr>
            <p:ph type="dt" idx="10"/>
          </p:nvPr>
        </p:nvSpPr>
        <p:spPr>
          <a:xfrm>
            <a:off x="6442245" y="5870576"/>
            <a:ext cx="1200150" cy="3778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750" b="0" i="0" u="none" strike="noStrike" cap="none">
                <a:solidFill>
                  <a:schemeClr val="lt1"/>
                </a:solidFill>
                <a:latin typeface="Calibri"/>
                <a:ea typeface="Calibri"/>
                <a:cs typeface="Calibri"/>
                <a:sym typeface="Calibri"/>
              </a:defRPr>
            </a:lvl1pPr>
            <a:lvl2pPr marL="342900" marR="0" lvl="1"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2pPr>
            <a:lvl3pPr marL="685800" marR="0" lvl="2"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3pPr>
            <a:lvl4pPr marL="1028700" marR="0" lvl="3"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4pPr>
            <a:lvl5pPr marL="1371600" marR="0" lvl="4"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5pPr>
            <a:lvl6pPr marL="1714500" marR="0" lvl="5"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6pPr>
            <a:lvl7pPr marL="2057400" marR="0" lvl="6"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7pPr>
            <a:lvl8pPr marL="2400300" marR="0" lvl="7"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8pPr>
            <a:lvl9pPr marL="2743200" marR="0" lvl="8"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9pPr>
          </a:lstStyle>
          <a:p>
            <a:endParaRPr/>
          </a:p>
        </p:txBody>
      </p:sp>
      <p:sp>
        <p:nvSpPr>
          <p:cNvPr id="35" name="Shape 35"/>
          <p:cNvSpPr txBox="1">
            <a:spLocks noGrp="1"/>
          </p:cNvSpPr>
          <p:nvPr>
            <p:ph type="ftr" idx="11"/>
          </p:nvPr>
        </p:nvSpPr>
        <p:spPr>
          <a:xfrm>
            <a:off x="514351" y="5870576"/>
            <a:ext cx="5870744" cy="3778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750" b="0" i="0" u="none" strike="noStrike" cap="none">
                <a:solidFill>
                  <a:schemeClr val="lt1"/>
                </a:solidFill>
                <a:latin typeface="Calibri"/>
                <a:ea typeface="Calibri"/>
                <a:cs typeface="Calibri"/>
                <a:sym typeface="Calibri"/>
              </a:defRPr>
            </a:lvl1pPr>
            <a:lvl2pPr marL="342900" marR="0" lvl="1"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2pPr>
            <a:lvl3pPr marL="685800" marR="0" lvl="2"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3pPr>
            <a:lvl4pPr marL="1028700" marR="0" lvl="3"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4pPr>
            <a:lvl5pPr marL="1371600" marR="0" lvl="4"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5pPr>
            <a:lvl6pPr marL="1714500" marR="0" lvl="5"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6pPr>
            <a:lvl7pPr marL="2057400" marR="0" lvl="6"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7pPr>
            <a:lvl8pPr marL="2400300" marR="0" lvl="7"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8pPr>
            <a:lvl9pPr marL="2743200" marR="0" lvl="8"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9pPr>
          </a:lstStyle>
          <a:p>
            <a:endParaRPr/>
          </a:p>
        </p:txBody>
      </p:sp>
      <p:sp>
        <p:nvSpPr>
          <p:cNvPr id="36" name="Shape 36"/>
          <p:cNvSpPr txBox="1">
            <a:spLocks noGrp="1"/>
          </p:cNvSpPr>
          <p:nvPr>
            <p:ph type="sldNum" idx="12"/>
          </p:nvPr>
        </p:nvSpPr>
        <p:spPr>
          <a:xfrm>
            <a:off x="7699546" y="5870576"/>
            <a:ext cx="413375" cy="3778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750" b="0" i="0" u="none" strike="noStrike" cap="none">
                <a:solidFill>
                  <a:schemeClr val="lt1"/>
                </a:solidFill>
                <a:latin typeface="Calibri"/>
                <a:ea typeface="Calibri"/>
                <a:cs typeface="Calibri"/>
                <a:sym typeface="Calibri"/>
              </a:defRPr>
            </a:lvl1pPr>
            <a:lvl2pPr marL="0" marR="0" lvl="1" indent="0" algn="r" rtl="0">
              <a:spcBef>
                <a:spcPts val="0"/>
              </a:spcBef>
              <a:buNone/>
              <a:defRPr sz="750" b="0" i="0" u="none" strike="noStrike" cap="none">
                <a:solidFill>
                  <a:schemeClr val="lt1"/>
                </a:solidFill>
                <a:latin typeface="Calibri"/>
                <a:ea typeface="Calibri"/>
                <a:cs typeface="Calibri"/>
                <a:sym typeface="Calibri"/>
              </a:defRPr>
            </a:lvl2pPr>
            <a:lvl3pPr marL="0" marR="0" lvl="2" indent="0" algn="r" rtl="0">
              <a:spcBef>
                <a:spcPts val="0"/>
              </a:spcBef>
              <a:buNone/>
              <a:defRPr sz="750" b="0" i="0" u="none" strike="noStrike" cap="none">
                <a:solidFill>
                  <a:schemeClr val="lt1"/>
                </a:solidFill>
                <a:latin typeface="Calibri"/>
                <a:ea typeface="Calibri"/>
                <a:cs typeface="Calibri"/>
                <a:sym typeface="Calibri"/>
              </a:defRPr>
            </a:lvl3pPr>
            <a:lvl4pPr marL="0" marR="0" lvl="3" indent="0" algn="r" rtl="0">
              <a:spcBef>
                <a:spcPts val="0"/>
              </a:spcBef>
              <a:buNone/>
              <a:defRPr sz="750" b="0" i="0" u="none" strike="noStrike" cap="none">
                <a:solidFill>
                  <a:schemeClr val="lt1"/>
                </a:solidFill>
                <a:latin typeface="Calibri"/>
                <a:ea typeface="Calibri"/>
                <a:cs typeface="Calibri"/>
                <a:sym typeface="Calibri"/>
              </a:defRPr>
            </a:lvl4pPr>
            <a:lvl5pPr marL="0" marR="0" lvl="4" indent="0" algn="r" rtl="0">
              <a:spcBef>
                <a:spcPts val="0"/>
              </a:spcBef>
              <a:buNone/>
              <a:defRPr sz="750" b="0" i="0" u="none" strike="noStrike" cap="none">
                <a:solidFill>
                  <a:schemeClr val="lt1"/>
                </a:solidFill>
                <a:latin typeface="Calibri"/>
                <a:ea typeface="Calibri"/>
                <a:cs typeface="Calibri"/>
                <a:sym typeface="Calibri"/>
              </a:defRPr>
            </a:lvl5pPr>
            <a:lvl6pPr marL="0" marR="0" lvl="5" indent="0" algn="r" rtl="0">
              <a:spcBef>
                <a:spcPts val="0"/>
              </a:spcBef>
              <a:buNone/>
              <a:defRPr sz="750" b="0" i="0" u="none" strike="noStrike" cap="none">
                <a:solidFill>
                  <a:schemeClr val="lt1"/>
                </a:solidFill>
                <a:latin typeface="Calibri"/>
                <a:ea typeface="Calibri"/>
                <a:cs typeface="Calibri"/>
                <a:sym typeface="Calibri"/>
              </a:defRPr>
            </a:lvl6pPr>
            <a:lvl7pPr marL="0" marR="0" lvl="6" indent="0" algn="r" rtl="0">
              <a:spcBef>
                <a:spcPts val="0"/>
              </a:spcBef>
              <a:buNone/>
              <a:defRPr sz="750" b="0" i="0" u="none" strike="noStrike" cap="none">
                <a:solidFill>
                  <a:schemeClr val="lt1"/>
                </a:solidFill>
                <a:latin typeface="Calibri"/>
                <a:ea typeface="Calibri"/>
                <a:cs typeface="Calibri"/>
                <a:sym typeface="Calibri"/>
              </a:defRPr>
            </a:lvl7pPr>
            <a:lvl8pPr marL="0" marR="0" lvl="7" indent="0" algn="r" rtl="0">
              <a:spcBef>
                <a:spcPts val="0"/>
              </a:spcBef>
              <a:buNone/>
              <a:defRPr sz="750" b="0" i="0" u="none" strike="noStrike" cap="none">
                <a:solidFill>
                  <a:schemeClr val="lt1"/>
                </a:solidFill>
                <a:latin typeface="Calibri"/>
                <a:ea typeface="Calibri"/>
                <a:cs typeface="Calibri"/>
                <a:sym typeface="Calibri"/>
              </a:defRPr>
            </a:lvl8pPr>
            <a:lvl9pPr marL="0" marR="0" lvl="8" indent="0" algn="r" rtl="0">
              <a:spcBef>
                <a:spcPts val="0"/>
              </a:spcBef>
              <a:buNone/>
              <a:defRPr sz="750" b="0" i="0" u="none" strike="noStrike" cap="none">
                <a:solidFill>
                  <a:schemeClr val="lt1"/>
                </a:solidFill>
                <a:latin typeface="Calibri"/>
                <a:ea typeface="Calibri"/>
                <a:cs typeface="Calibri"/>
                <a:sym typeface="Calibri"/>
              </a:defRPr>
            </a:lvl9pPr>
          </a:lstStyle>
          <a:p>
            <a:fld id="{00000000-1234-1234-1234-123412341234}" type="slidenum">
              <a:rPr lang="en-AU" smtClean="0"/>
              <a:pPr/>
              <a:t>‹#›</a:t>
            </a:fld>
            <a:endParaRPr lang="en-AU"/>
          </a:p>
        </p:txBody>
      </p:sp>
    </p:spTree>
    <p:extLst>
      <p:ext uri="{BB962C8B-B14F-4D97-AF65-F5344CB8AC3E}">
        <p14:creationId xmlns:p14="http://schemas.microsoft.com/office/powerpoint/2010/main" val="3341883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A7D9FF"/>
            </a:gs>
            <a:gs pos="60000">
              <a:srgbClr val="FFFFFF"/>
            </a:gs>
            <a:gs pos="100000">
              <a:srgbClr val="69BDFC"/>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Shape 10"/>
          <p:cNvSpPr/>
          <p:nvPr/>
        </p:nvSpPr>
        <p:spPr>
          <a:xfrm>
            <a:off x="0" y="5105400"/>
            <a:ext cx="9144000" cy="1752600"/>
          </a:xfrm>
          <a:prstGeom prst="rect">
            <a:avLst/>
          </a:prstGeom>
          <a:gradFill>
            <a:gsLst>
              <a:gs pos="0">
                <a:srgbClr val="FFFFFF">
                  <a:alpha val="90980"/>
                </a:srgbClr>
              </a:gs>
              <a:gs pos="37000">
                <a:srgbClr val="FFFFFF">
                  <a:alpha val="75686"/>
                </a:srgbClr>
              </a:gs>
              <a:gs pos="100000">
                <a:srgbClr val="B4DCFA">
                  <a:alpha val="7882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1" name="Shape 11"/>
          <p:cNvSpPr/>
          <p:nvPr/>
        </p:nvSpPr>
        <p:spPr>
          <a:xfrm>
            <a:off x="0" y="0"/>
            <a:ext cx="9144000" cy="5105400"/>
          </a:xfrm>
          <a:prstGeom prst="rect">
            <a:avLst/>
          </a:prstGeom>
          <a:gradFill>
            <a:gsLst>
              <a:gs pos="0">
                <a:srgbClr val="FFFFFF">
                  <a:alpha val="88627"/>
                </a:srgbClr>
              </a:gs>
              <a:gs pos="48000">
                <a:srgbClr val="FFFFFF">
                  <a:alpha val="61960"/>
                </a:srgbClr>
              </a:gs>
              <a:gs pos="100000">
                <a:srgbClr val="B4DCFA">
                  <a:alpha val="7882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2" name="Shape 12"/>
          <p:cNvSpPr/>
          <p:nvPr/>
        </p:nvSpPr>
        <p:spPr>
          <a:xfrm>
            <a:off x="0" y="3768304"/>
            <a:ext cx="9144000" cy="22860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3" name="Shape 13"/>
          <p:cNvSpPr/>
          <p:nvPr/>
        </p:nvSpPr>
        <p:spPr>
          <a:xfrm>
            <a:off x="0" y="1600200"/>
            <a:ext cx="9144000" cy="5105400"/>
          </a:xfrm>
          <a:prstGeom prst="ellipse">
            <a:avLst/>
          </a:prstGeom>
          <a:gradFill>
            <a:gsLst>
              <a:gs pos="0">
                <a:schemeClr val="lt1"/>
              </a:gs>
              <a:gs pos="56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4" name="Shape 14"/>
          <p:cNvSpPr txBox="1">
            <a:spLocks noGrp="1"/>
          </p:cNvSpPr>
          <p:nvPr>
            <p:ph type="title"/>
          </p:nvPr>
        </p:nvSpPr>
        <p:spPr>
          <a:xfrm>
            <a:off x="1793289" y="4372168"/>
            <a:ext cx="6512511" cy="1143000"/>
          </a:xfrm>
          <a:prstGeom prst="rect">
            <a:avLst/>
          </a:prstGeom>
          <a:noFill/>
          <a:ln>
            <a:noFill/>
          </a:ln>
        </p:spPr>
        <p:txBody>
          <a:bodyPr spcFirstLastPara="1" wrap="square" lIns="91425" tIns="91425" rIns="91425" bIns="91425" anchor="t" anchorCtr="0"/>
          <a:lstStyle>
            <a:lvl1pPr marL="320040" marR="0" lvl="0" indent="-35052" algn="r" rtl="0">
              <a:spcBef>
                <a:spcPts val="0"/>
              </a:spcBef>
              <a:spcAft>
                <a:spcPts val="0"/>
              </a:spcAft>
              <a:buClr>
                <a:srgbClr val="C3260C"/>
              </a:buClr>
              <a:buSzPts val="1400"/>
              <a:buFont typeface="Georgia"/>
              <a:buChar char="*"/>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
        <p:nvSpPr>
          <p:cNvPr id="15" name="Shape 15"/>
          <p:cNvSpPr txBox="1">
            <a:spLocks noGrp="1"/>
          </p:cNvSpPr>
          <p:nvPr>
            <p:ph type="body" idx="1"/>
          </p:nvPr>
        </p:nvSpPr>
        <p:spPr>
          <a:xfrm>
            <a:off x="1143000" y="732260"/>
            <a:ext cx="6400800" cy="3474720"/>
          </a:xfrm>
          <a:prstGeom prst="rect">
            <a:avLst/>
          </a:prstGeom>
          <a:noFill/>
          <a:ln>
            <a:noFill/>
          </a:ln>
        </p:spPr>
        <p:txBody>
          <a:bodyPr spcFirstLastPara="1" wrap="square" lIns="91425" tIns="91425" rIns="91425" bIns="91425" anchor="t" anchorCtr="0"/>
          <a:lstStyle>
            <a:lvl1pPr marL="457200" marR="0" lvl="0" indent="-317500" algn="l" rtl="0">
              <a:spcBef>
                <a:spcPts val="440"/>
              </a:spcBef>
              <a:spcAft>
                <a:spcPts val="0"/>
              </a:spcAft>
              <a:buClr>
                <a:srgbClr val="C3260C"/>
              </a:buClr>
              <a:buSzPts val="1400"/>
              <a:buFont typeface="Georgia"/>
              <a:buChar char="*"/>
              <a:defRPr/>
            </a:lvl1pPr>
            <a:lvl2pPr marL="914400" marR="0" lvl="1" indent="-317500" algn="l" rtl="0">
              <a:spcBef>
                <a:spcPts val="400"/>
              </a:spcBef>
              <a:spcAft>
                <a:spcPts val="0"/>
              </a:spcAft>
              <a:buClr>
                <a:srgbClr val="C3260C"/>
              </a:buClr>
              <a:buSzPts val="1400"/>
              <a:buFont typeface="Georgia"/>
              <a:buChar char="*"/>
              <a:defRPr/>
            </a:lvl2pPr>
            <a:lvl3pPr marL="1371600" marR="0" lvl="2" indent="-317500" algn="l" rtl="0">
              <a:spcBef>
                <a:spcPts val="360"/>
              </a:spcBef>
              <a:spcAft>
                <a:spcPts val="0"/>
              </a:spcAft>
              <a:buClr>
                <a:srgbClr val="C3260C"/>
              </a:buClr>
              <a:buSzPts val="1400"/>
              <a:buFont typeface="Georgia"/>
              <a:buChar char="*"/>
              <a:defRPr/>
            </a:lvl3pPr>
            <a:lvl4pPr marL="1828800" marR="0" lvl="3" indent="-317500" algn="l" rtl="0">
              <a:spcBef>
                <a:spcPts val="320"/>
              </a:spcBef>
              <a:spcAft>
                <a:spcPts val="0"/>
              </a:spcAft>
              <a:buClr>
                <a:srgbClr val="C3260C"/>
              </a:buClr>
              <a:buSzPts val="1400"/>
              <a:buFont typeface="Georgia"/>
              <a:buChar char="*"/>
              <a:defRPr/>
            </a:lvl4pPr>
            <a:lvl5pPr marL="2286000" marR="0" lvl="4" indent="-317500" algn="l" rtl="0">
              <a:spcBef>
                <a:spcPts val="300"/>
              </a:spcBef>
              <a:spcAft>
                <a:spcPts val="0"/>
              </a:spcAft>
              <a:buClr>
                <a:srgbClr val="C3260C"/>
              </a:buClr>
              <a:buSzPts val="1400"/>
              <a:buFont typeface="Georgia"/>
              <a:buChar char="*"/>
              <a:defRPr/>
            </a:lvl5pPr>
            <a:lvl6pPr marL="2743200" marR="0" lvl="5" indent="-317500" algn="l" rtl="0">
              <a:spcBef>
                <a:spcPts val="300"/>
              </a:spcBef>
              <a:spcAft>
                <a:spcPts val="0"/>
              </a:spcAft>
              <a:buClr>
                <a:srgbClr val="C3260C"/>
              </a:buClr>
              <a:buSzPts val="1400"/>
              <a:buFont typeface="Georgia"/>
              <a:buChar char="*"/>
              <a:defRPr/>
            </a:lvl6pPr>
            <a:lvl7pPr marL="3200400" marR="0" lvl="6" indent="-317500" algn="l" rtl="0">
              <a:spcBef>
                <a:spcPts val="300"/>
              </a:spcBef>
              <a:spcAft>
                <a:spcPts val="0"/>
              </a:spcAft>
              <a:buClr>
                <a:srgbClr val="C3260C"/>
              </a:buClr>
              <a:buSzPts val="1400"/>
              <a:buFont typeface="Georgia"/>
              <a:buChar char="*"/>
              <a:defRPr/>
            </a:lvl7pPr>
            <a:lvl8pPr marL="3657600" marR="0" lvl="7" indent="-317500" algn="l" rtl="0">
              <a:spcBef>
                <a:spcPts val="300"/>
              </a:spcBef>
              <a:spcAft>
                <a:spcPts val="0"/>
              </a:spcAft>
              <a:buClr>
                <a:srgbClr val="C3260C"/>
              </a:buClr>
              <a:buSzPts val="1400"/>
              <a:buFont typeface="Georgia"/>
              <a:buChar char="*"/>
              <a:defRPr/>
            </a:lvl8pPr>
            <a:lvl9pPr marL="4114800" marR="0" lvl="8" indent="-317500" algn="l" rtl="0">
              <a:spcBef>
                <a:spcPts val="300"/>
              </a:spcBef>
              <a:spcAft>
                <a:spcPts val="300"/>
              </a:spcAft>
              <a:buClr>
                <a:srgbClr val="C3260C"/>
              </a:buClr>
              <a:buSzPts val="1400"/>
              <a:buFont typeface="Georgia"/>
              <a:buChar char="*"/>
              <a:defRPr/>
            </a:lvl9pPr>
          </a:lstStyle>
          <a:p>
            <a:endParaRPr/>
          </a:p>
        </p:txBody>
      </p:sp>
      <p:sp>
        <p:nvSpPr>
          <p:cNvPr id="16" name="Shape 16"/>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17" name="Shape 17"/>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18" name="Shape 18"/>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ncbi.nlm.nih.gov/pmc/articles/PMC2772175/#R36"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Shape 113"/>
          <p:cNvSpPr txBox="1">
            <a:spLocks noGrp="1"/>
          </p:cNvSpPr>
          <p:nvPr>
            <p:ph type="subTitle" idx="1"/>
          </p:nvPr>
        </p:nvSpPr>
        <p:spPr>
          <a:xfrm>
            <a:off x="179512" y="1484784"/>
            <a:ext cx="8208912" cy="5112568"/>
          </a:xfrm>
          <a:prstGeom prst="rect">
            <a:avLst/>
          </a:prstGeom>
          <a:noFill/>
          <a:ln>
            <a:noFill/>
          </a:ln>
        </p:spPr>
        <p:txBody>
          <a:bodyPr spcFirstLastPara="1" wrap="square" lIns="91425" tIns="45700" rIns="91425" bIns="45700" anchor="t" anchorCtr="0">
            <a:noAutofit/>
          </a:bodyPr>
          <a:lstStyle/>
          <a:p>
            <a:pPr marL="914400" marR="0" lvl="2" indent="0" algn="l" rtl="0">
              <a:lnSpc>
                <a:spcPct val="80000"/>
              </a:lnSpc>
              <a:spcBef>
                <a:spcPts val="0"/>
              </a:spcBef>
              <a:spcAft>
                <a:spcPts val="0"/>
              </a:spcAft>
              <a:buClr>
                <a:srgbClr val="C3260C"/>
              </a:buClr>
              <a:buFont typeface="Georgia"/>
              <a:buNone/>
            </a:pPr>
            <a:r>
              <a:rPr lang="en-AU" sz="3200" b="0" i="0" u="none" strike="noStrike" cap="none" dirty="0">
                <a:solidFill>
                  <a:srgbClr val="002060"/>
                </a:solidFill>
                <a:latin typeface="Arial"/>
                <a:ea typeface="Arial"/>
                <a:cs typeface="Arial"/>
                <a:sym typeface="Arial"/>
              </a:rPr>
              <a:t>Psychologists generally define </a:t>
            </a:r>
            <a:r>
              <a:rPr lang="en-AU" sz="3200" b="0" i="0" u="none" strike="noStrike" cap="none" dirty="0" smtClean="0">
                <a:solidFill>
                  <a:srgbClr val="002060"/>
                </a:solidFill>
                <a:latin typeface="Arial"/>
                <a:ea typeface="Arial"/>
                <a:cs typeface="Arial"/>
                <a:sym typeface="Arial"/>
              </a:rPr>
              <a:t>Personality as:</a:t>
            </a:r>
          </a:p>
          <a:p>
            <a:pPr marL="914400" marR="0" lvl="2" indent="0" algn="l" rtl="0">
              <a:lnSpc>
                <a:spcPct val="80000"/>
              </a:lnSpc>
              <a:spcBef>
                <a:spcPts val="0"/>
              </a:spcBef>
              <a:spcAft>
                <a:spcPts val="0"/>
              </a:spcAft>
              <a:buClr>
                <a:srgbClr val="C3260C"/>
              </a:buClr>
              <a:buFont typeface="Georgia"/>
              <a:buNone/>
            </a:pPr>
            <a:endParaRPr lang="en-AU" sz="3200" dirty="0">
              <a:solidFill>
                <a:srgbClr val="002060"/>
              </a:solidFill>
            </a:endParaRPr>
          </a:p>
          <a:p>
            <a:pPr marL="914400" marR="0" lvl="2" indent="0" algn="l" rtl="0">
              <a:lnSpc>
                <a:spcPct val="80000"/>
              </a:lnSpc>
              <a:spcBef>
                <a:spcPts val="0"/>
              </a:spcBef>
              <a:spcAft>
                <a:spcPts val="0"/>
              </a:spcAft>
              <a:buClr>
                <a:srgbClr val="C3260C"/>
              </a:buClr>
              <a:buFont typeface="Georgia"/>
              <a:buNone/>
            </a:pPr>
            <a:endParaRPr dirty="0"/>
          </a:p>
          <a:p>
            <a:pPr marL="2057400" marR="0" lvl="2" indent="-1143000" algn="l" rtl="0">
              <a:lnSpc>
                <a:spcPct val="80000"/>
              </a:lnSpc>
              <a:spcBef>
                <a:spcPts val="1100"/>
              </a:spcBef>
              <a:spcAft>
                <a:spcPts val="0"/>
              </a:spcAft>
              <a:buClr>
                <a:srgbClr val="C3260C"/>
              </a:buClr>
              <a:buSzPts val="5200"/>
              <a:buFont typeface="Arial"/>
              <a:buChar char="•"/>
            </a:pPr>
            <a:r>
              <a:rPr lang="en-AU" sz="3200" b="0" i="0" u="none" strike="noStrike" cap="none" dirty="0">
                <a:solidFill>
                  <a:srgbClr val="002060"/>
                </a:solidFill>
                <a:latin typeface="Arial"/>
                <a:ea typeface="Arial"/>
                <a:cs typeface="Arial"/>
                <a:sym typeface="Arial"/>
              </a:rPr>
              <a:t> “the </a:t>
            </a:r>
            <a:r>
              <a:rPr lang="en-AU" sz="3200" b="1" i="1" u="none" strike="noStrike" cap="none" dirty="0">
                <a:solidFill>
                  <a:srgbClr val="0070C0"/>
                </a:solidFill>
                <a:latin typeface="Arial"/>
                <a:ea typeface="Arial"/>
                <a:cs typeface="Arial"/>
                <a:sym typeface="Arial"/>
              </a:rPr>
              <a:t>characteristic</a:t>
            </a:r>
            <a:r>
              <a:rPr lang="en-AU" sz="3200" b="1" i="1" u="none" strike="noStrike" cap="none" dirty="0">
                <a:solidFill>
                  <a:srgbClr val="888888"/>
                </a:solidFill>
                <a:latin typeface="Arial"/>
                <a:ea typeface="Arial"/>
                <a:cs typeface="Arial"/>
                <a:sym typeface="Arial"/>
              </a:rPr>
              <a:t>  </a:t>
            </a:r>
            <a:r>
              <a:rPr lang="en-AU" sz="3200" b="0" i="0" u="none" strike="noStrike" cap="none" dirty="0">
                <a:solidFill>
                  <a:srgbClr val="002060"/>
                </a:solidFill>
                <a:latin typeface="Arial"/>
                <a:ea typeface="Arial"/>
                <a:cs typeface="Arial"/>
                <a:sym typeface="Arial"/>
              </a:rPr>
              <a:t>ways of </a:t>
            </a:r>
            <a:r>
              <a:rPr lang="en-AU" sz="3200" b="0" i="0" u="none" strike="noStrike" cap="none" dirty="0">
                <a:solidFill>
                  <a:srgbClr val="FF0000"/>
                </a:solidFill>
                <a:latin typeface="Arial"/>
                <a:ea typeface="Arial"/>
                <a:cs typeface="Arial"/>
                <a:sym typeface="Arial"/>
              </a:rPr>
              <a:t>F</a:t>
            </a:r>
            <a:r>
              <a:rPr lang="en-AU" sz="3200" b="0" i="0" u="none" strike="noStrike" cap="none" dirty="0">
                <a:solidFill>
                  <a:srgbClr val="002060"/>
                </a:solidFill>
                <a:latin typeface="Arial"/>
                <a:ea typeface="Arial"/>
                <a:cs typeface="Arial"/>
                <a:sym typeface="Arial"/>
              </a:rPr>
              <a:t>eeling,</a:t>
            </a:r>
            <a:r>
              <a:rPr lang="en-AU" sz="3200" b="0" i="0" u="none" strike="noStrike" cap="none" dirty="0">
                <a:solidFill>
                  <a:srgbClr val="888888"/>
                </a:solidFill>
                <a:latin typeface="Arial"/>
                <a:ea typeface="Arial"/>
                <a:cs typeface="Arial"/>
                <a:sym typeface="Arial"/>
              </a:rPr>
              <a:t> </a:t>
            </a:r>
            <a:r>
              <a:rPr lang="en-AU" sz="3200" b="0" i="0" u="none" strike="noStrike" cap="none" dirty="0">
                <a:solidFill>
                  <a:srgbClr val="FF0000"/>
                </a:solidFill>
                <a:latin typeface="Arial"/>
                <a:ea typeface="Arial"/>
                <a:cs typeface="Arial"/>
                <a:sym typeface="Arial"/>
              </a:rPr>
              <a:t>A</a:t>
            </a:r>
            <a:r>
              <a:rPr lang="en-AU" sz="3200" b="0" i="0" u="none" strike="noStrike" cap="none" dirty="0">
                <a:solidFill>
                  <a:srgbClr val="002060"/>
                </a:solidFill>
                <a:latin typeface="Arial"/>
                <a:ea typeface="Arial"/>
                <a:cs typeface="Arial"/>
                <a:sym typeface="Arial"/>
              </a:rPr>
              <a:t>cting and </a:t>
            </a:r>
            <a:r>
              <a:rPr lang="en-AU" sz="3200" b="0" i="0" u="none" strike="noStrike" cap="none" dirty="0">
                <a:solidFill>
                  <a:srgbClr val="888888"/>
                </a:solidFill>
                <a:latin typeface="Arial"/>
                <a:ea typeface="Arial"/>
                <a:cs typeface="Arial"/>
                <a:sym typeface="Arial"/>
              </a:rPr>
              <a:t> </a:t>
            </a:r>
            <a:r>
              <a:rPr lang="en-AU" sz="3200" b="0" i="0" u="none" strike="noStrike" cap="none" dirty="0">
                <a:solidFill>
                  <a:srgbClr val="FF0000"/>
                </a:solidFill>
                <a:latin typeface="Arial"/>
                <a:ea typeface="Arial"/>
                <a:cs typeface="Arial"/>
                <a:sym typeface="Arial"/>
              </a:rPr>
              <a:t>T</a:t>
            </a:r>
            <a:r>
              <a:rPr lang="en-AU" sz="3200" b="0" i="0" u="none" strike="noStrike" cap="none" dirty="0">
                <a:solidFill>
                  <a:srgbClr val="002060"/>
                </a:solidFill>
                <a:latin typeface="Arial"/>
                <a:ea typeface="Arial"/>
                <a:cs typeface="Arial"/>
                <a:sym typeface="Arial"/>
              </a:rPr>
              <a:t>hinking, that make a person </a:t>
            </a:r>
            <a:r>
              <a:rPr lang="en-AU" sz="4000" b="0" i="1" u="none" strike="noStrike" cap="none" dirty="0">
                <a:solidFill>
                  <a:srgbClr val="FF0000"/>
                </a:solidFill>
                <a:latin typeface="Arial"/>
                <a:ea typeface="Arial"/>
                <a:cs typeface="Arial"/>
                <a:sym typeface="Arial"/>
              </a:rPr>
              <a:t>“an individual”</a:t>
            </a:r>
            <a:r>
              <a:rPr lang="en-AU" sz="4000" b="0" i="1" u="none" strike="noStrike" cap="none" dirty="0">
                <a:solidFill>
                  <a:srgbClr val="34AC8B"/>
                </a:solidFill>
                <a:latin typeface="Arial"/>
                <a:ea typeface="Arial"/>
                <a:cs typeface="Arial"/>
                <a:sym typeface="Arial"/>
              </a:rPr>
              <a:t> </a:t>
            </a:r>
            <a:r>
              <a:rPr lang="en-AU" sz="3200" b="0" i="0" u="none" strike="noStrike" cap="none" dirty="0">
                <a:solidFill>
                  <a:srgbClr val="34AC8B"/>
                </a:solidFill>
                <a:latin typeface="Arial"/>
                <a:ea typeface="Arial"/>
                <a:cs typeface="Arial"/>
                <a:sym typeface="Arial"/>
              </a:rPr>
              <a:t> </a:t>
            </a:r>
            <a:endParaRPr dirty="0"/>
          </a:p>
          <a:p>
            <a:pPr marL="0" marR="0" lvl="0" indent="0" algn="l" rtl="0">
              <a:lnSpc>
                <a:spcPct val="80000"/>
              </a:lnSpc>
              <a:spcBef>
                <a:spcPts val="860"/>
              </a:spcBef>
              <a:spcAft>
                <a:spcPts val="300"/>
              </a:spcAft>
              <a:buClr>
                <a:srgbClr val="C3260C"/>
              </a:buClr>
              <a:buFont typeface="Georgia"/>
              <a:buNone/>
            </a:pPr>
            <a:endParaRPr sz="2800" b="1" i="0" u="none" strike="noStrike" cap="none" dirty="0">
              <a:solidFill>
                <a:srgbClr val="002060"/>
              </a:solidFill>
              <a:latin typeface="Trebuchet MS"/>
              <a:ea typeface="Trebuchet MS"/>
              <a:cs typeface="Trebuchet MS"/>
              <a:sym typeface="Trebuchet MS"/>
            </a:endParaRPr>
          </a:p>
        </p:txBody>
      </p:sp>
      <p:sp>
        <p:nvSpPr>
          <p:cNvPr id="114" name="Shape 114"/>
          <p:cNvSpPr txBox="1">
            <a:spLocks noGrp="1"/>
          </p:cNvSpPr>
          <p:nvPr>
            <p:ph type="ctrTitle"/>
          </p:nvPr>
        </p:nvSpPr>
        <p:spPr>
          <a:xfrm>
            <a:off x="251520" y="476672"/>
            <a:ext cx="8640960" cy="936104"/>
          </a:xfrm>
          <a:prstGeom prst="rect">
            <a:avLst/>
          </a:prstGeom>
          <a:noFill/>
          <a:ln>
            <a:noFill/>
          </a:ln>
        </p:spPr>
        <p:txBody>
          <a:bodyPr spcFirstLastPara="1" wrap="square" lIns="91425" tIns="45700" rIns="91425" bIns="45700" anchor="t" anchorCtr="0">
            <a:noAutofit/>
          </a:bodyPr>
          <a:lstStyle/>
          <a:p>
            <a:pPr marL="640080" marR="0" lvl="0" indent="-462280" algn="ctr" rtl="0">
              <a:spcBef>
                <a:spcPts val="0"/>
              </a:spcBef>
              <a:spcAft>
                <a:spcPts val="0"/>
              </a:spcAft>
              <a:buClr>
                <a:srgbClr val="C3260C"/>
              </a:buClr>
              <a:buSzPts val="3712"/>
              <a:buFont typeface="Georgia"/>
              <a:buChar char="*"/>
            </a:pPr>
            <a:r>
              <a:rPr lang="en-AU" sz="2900" b="1" i="0" u="none" strike="noStrike" cap="none" dirty="0" smtClean="0">
                <a:solidFill>
                  <a:schemeClr val="dk1"/>
                </a:solidFill>
                <a:latin typeface="Trebuchet MS"/>
                <a:ea typeface="Trebuchet MS"/>
                <a:cs typeface="Trebuchet MS"/>
                <a:sym typeface="Trebuchet MS"/>
              </a:rPr>
              <a:t>PSYCHOLOGY </a:t>
            </a:r>
            <a:r>
              <a:rPr lang="en-AU" sz="2900" b="1" i="0" u="none" strike="noStrike" cap="none" dirty="0">
                <a:solidFill>
                  <a:schemeClr val="dk1"/>
                </a:solidFill>
                <a:latin typeface="Trebuchet MS"/>
                <a:ea typeface="Trebuchet MS"/>
                <a:cs typeface="Trebuchet MS"/>
                <a:sym typeface="Trebuchet MS"/>
              </a:rPr>
              <a:t>OF PERSONALITY</a:t>
            </a:r>
            <a:br>
              <a:rPr lang="en-AU" sz="2900" b="1" i="0" u="none" strike="noStrike" cap="none" dirty="0">
                <a:solidFill>
                  <a:schemeClr val="dk1"/>
                </a:solidFill>
                <a:latin typeface="Trebuchet MS"/>
                <a:ea typeface="Trebuchet MS"/>
                <a:cs typeface="Trebuchet MS"/>
                <a:sym typeface="Trebuchet MS"/>
              </a:rPr>
            </a:br>
            <a:endParaRPr sz="2900" b="1" i="0" u="none" strike="noStrike" cap="none" dirty="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 calcmode="lin" valueType="num">
                                      <p:cBhvr additive="base">
                                        <p:cTn id="7" dur="500"/>
                                        <p:tgtEl>
                                          <p:spTgt spid="114"/>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13">
                                            <p:txEl>
                                              <p:pRg st="0" end="0"/>
                                            </p:txEl>
                                          </p:spTgt>
                                        </p:tgtEl>
                                        <p:attrNameLst>
                                          <p:attrName>style.visibility</p:attrName>
                                        </p:attrNameLst>
                                      </p:cBhvr>
                                      <p:to>
                                        <p:strVal val="visible"/>
                                      </p:to>
                                    </p:set>
                                    <p:anim calcmode="lin" valueType="num">
                                      <p:cBhvr additive="base">
                                        <p:cTn id="12" dur="500"/>
                                        <p:tgtEl>
                                          <p:spTgt spid="113">
                                            <p:txEl>
                                              <p:pRg st="0" end="0"/>
                                            </p:txEl>
                                          </p:spTgt>
                                        </p:tgtEl>
                                        <p:attrNameLst>
                                          <p:attrName>ppt_w</p:attrName>
                                        </p:attrNameLst>
                                      </p:cBhvr>
                                      <p:tavLst>
                                        <p:tav tm="0">
                                          <p:val>
                                            <p:strVal val="0"/>
                                          </p:val>
                                        </p:tav>
                                        <p:tav tm="100000">
                                          <p:val>
                                            <p:strVal val="#ppt_w"/>
                                          </p:val>
                                        </p:tav>
                                      </p:tavLst>
                                    </p:anim>
                                    <p:anim calcmode="lin" valueType="num">
                                      <p:cBhvr additive="base">
                                        <p:cTn id="13" dur="500"/>
                                        <p:tgtEl>
                                          <p:spTgt spid="113">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113">
                                            <p:txEl>
                                              <p:pRg st="3" end="3"/>
                                            </p:txEl>
                                          </p:spTgt>
                                        </p:tgtEl>
                                        <p:attrNameLst>
                                          <p:attrName>style.visibility</p:attrName>
                                        </p:attrNameLst>
                                      </p:cBhvr>
                                      <p:to>
                                        <p:strVal val="visible"/>
                                      </p:to>
                                    </p:set>
                                    <p:anim calcmode="lin" valueType="num">
                                      <p:cBhvr additive="base">
                                        <p:cTn id="18" dur="500"/>
                                        <p:tgtEl>
                                          <p:spTgt spid="113">
                                            <p:txEl>
                                              <p:pRg st="3" end="3"/>
                                            </p:txEl>
                                          </p:spTgt>
                                        </p:tgtEl>
                                        <p:attrNameLst>
                                          <p:attrName>ppt_w</p:attrName>
                                        </p:attrNameLst>
                                      </p:cBhvr>
                                      <p:tavLst>
                                        <p:tav tm="0">
                                          <p:val>
                                            <p:strVal val="0"/>
                                          </p:val>
                                        </p:tav>
                                        <p:tav tm="100000">
                                          <p:val>
                                            <p:strVal val="#ppt_w"/>
                                          </p:val>
                                        </p:tav>
                                      </p:tavLst>
                                    </p:anim>
                                    <p:anim calcmode="lin" valueType="num">
                                      <p:cBhvr additive="base">
                                        <p:cTn id="19" dur="500"/>
                                        <p:tgtEl>
                                          <p:spTgt spid="113">
                                            <p:txEl>
                                              <p:pRg st="3" end="3"/>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Shape 84"/>
          <p:cNvGrpSpPr/>
          <p:nvPr/>
        </p:nvGrpSpPr>
        <p:grpSpPr>
          <a:xfrm>
            <a:off x="769451" y="0"/>
            <a:ext cx="7573392" cy="6781691"/>
            <a:chOff x="453923" y="0"/>
            <a:chExt cx="7573392" cy="6781691"/>
          </a:xfrm>
        </p:grpSpPr>
        <p:sp>
          <p:nvSpPr>
            <p:cNvPr id="85" name="Shape 85"/>
            <p:cNvSpPr/>
            <p:nvPr/>
          </p:nvSpPr>
          <p:spPr>
            <a:xfrm>
              <a:off x="453923" y="0"/>
              <a:ext cx="2163826" cy="54221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Shape 86"/>
            <p:cNvSpPr txBox="1"/>
            <p:nvPr/>
          </p:nvSpPr>
          <p:spPr>
            <a:xfrm>
              <a:off x="469804" y="15881"/>
              <a:ext cx="2132064" cy="510449"/>
            </a:xfrm>
            <a:prstGeom prst="rect">
              <a:avLst/>
            </a:prstGeom>
            <a:noFill/>
            <a:ln>
              <a:noFill/>
            </a:ln>
          </p:spPr>
          <p:txBody>
            <a:bodyPr spcFirstLastPara="1" wrap="square" lIns="30475" tIns="20300" rIns="30475" bIns="20300" anchor="ctr" anchorCtr="0">
              <a:noAutofit/>
            </a:bodyPr>
            <a:lstStyle/>
            <a:p>
              <a:pPr marL="0" marR="0" lvl="0" indent="0" algn="ctr" rtl="0">
                <a:lnSpc>
                  <a:spcPct val="90000"/>
                </a:lnSpc>
                <a:spcBef>
                  <a:spcPts val="0"/>
                </a:spcBef>
                <a:spcAft>
                  <a:spcPts val="0"/>
                </a:spcAft>
                <a:buNone/>
              </a:pPr>
              <a:r>
                <a:rPr lang="en-AU" sz="1600" b="1" i="0" u="none" strike="noStrike" cap="none">
                  <a:solidFill>
                    <a:schemeClr val="lt1"/>
                  </a:solidFill>
                  <a:latin typeface="Calibri"/>
                  <a:ea typeface="Calibri"/>
                  <a:cs typeface="Calibri"/>
                  <a:sym typeface="Calibri"/>
                </a:rPr>
                <a:t>Trait Approach</a:t>
              </a:r>
              <a:endParaRPr sz="1600" b="1" i="0" u="none" strike="noStrike" cap="none">
                <a:solidFill>
                  <a:schemeClr val="lt1"/>
                </a:solidFill>
                <a:latin typeface="Calibri"/>
                <a:ea typeface="Calibri"/>
                <a:cs typeface="Calibri"/>
                <a:sym typeface="Calibri"/>
              </a:endParaRPr>
            </a:p>
          </p:txBody>
        </p:sp>
        <p:sp>
          <p:nvSpPr>
            <p:cNvPr id="87" name="Shape 87"/>
            <p:cNvSpPr/>
            <p:nvPr/>
          </p:nvSpPr>
          <p:spPr>
            <a:xfrm>
              <a:off x="670305" y="542211"/>
              <a:ext cx="143015" cy="530397"/>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88" name="Shape 88"/>
            <p:cNvSpPr/>
            <p:nvPr/>
          </p:nvSpPr>
          <p:spPr>
            <a:xfrm>
              <a:off x="813321" y="578175"/>
              <a:ext cx="1731061" cy="988868"/>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 name="Shape 89"/>
            <p:cNvSpPr txBox="1"/>
            <p:nvPr/>
          </p:nvSpPr>
          <p:spPr>
            <a:xfrm>
              <a:off x="842272" y="607150"/>
              <a:ext cx="1673100" cy="1154100"/>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Traits:</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are stable over time, </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differ among individuals </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are bipolar </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influence behavior</a:t>
              </a:r>
              <a:endParaRPr sz="1000" b="0" i="0" u="none" strike="noStrike" cap="none">
                <a:solidFill>
                  <a:schemeClr val="dk1"/>
                </a:solidFill>
                <a:latin typeface="Calibri"/>
                <a:ea typeface="Calibri"/>
                <a:cs typeface="Calibri"/>
                <a:sym typeface="Calibri"/>
              </a:endParaRPr>
            </a:p>
          </p:txBody>
        </p:sp>
        <p:sp>
          <p:nvSpPr>
            <p:cNvPr id="90" name="Shape 90"/>
            <p:cNvSpPr/>
            <p:nvPr/>
          </p:nvSpPr>
          <p:spPr>
            <a:xfrm>
              <a:off x="670305" y="542211"/>
              <a:ext cx="143015" cy="2471063"/>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91" name="Shape 91"/>
            <p:cNvSpPr/>
            <p:nvPr/>
          </p:nvSpPr>
          <p:spPr>
            <a:xfrm>
              <a:off x="813321" y="1837521"/>
              <a:ext cx="1731061" cy="2351505"/>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 name="Shape 92"/>
            <p:cNvSpPr txBox="1"/>
            <p:nvPr/>
          </p:nvSpPr>
          <p:spPr>
            <a:xfrm>
              <a:off x="864022" y="1888222"/>
              <a:ext cx="1629659" cy="2250103"/>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Mcrae and Costa’s Big Five</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OCEAN</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Openness to experience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Conscientiousness </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Extraversion</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Agreeableness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Neuroticism</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Consistency and continuity of traits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Rank order stability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Mean level consistency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Individual continuity</a:t>
              </a:r>
              <a:endParaRPr sz="1000" b="0" i="0" u="none" strike="noStrike" cap="none">
                <a:solidFill>
                  <a:schemeClr val="dk1"/>
                </a:solidFill>
                <a:latin typeface="Calibri"/>
                <a:ea typeface="Calibri"/>
                <a:cs typeface="Calibri"/>
                <a:sym typeface="Calibri"/>
              </a:endParaRPr>
            </a:p>
          </p:txBody>
        </p:sp>
        <p:sp>
          <p:nvSpPr>
            <p:cNvPr id="93" name="Shape 93"/>
            <p:cNvSpPr/>
            <p:nvPr/>
          </p:nvSpPr>
          <p:spPr>
            <a:xfrm>
              <a:off x="3158706" y="0"/>
              <a:ext cx="2163826" cy="54221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Shape 94"/>
            <p:cNvSpPr txBox="1"/>
            <p:nvPr/>
          </p:nvSpPr>
          <p:spPr>
            <a:xfrm>
              <a:off x="3174587" y="15881"/>
              <a:ext cx="2132064" cy="510449"/>
            </a:xfrm>
            <a:prstGeom prst="rect">
              <a:avLst/>
            </a:prstGeom>
            <a:noFill/>
            <a:ln>
              <a:noFill/>
            </a:ln>
          </p:spPr>
          <p:txBody>
            <a:bodyPr spcFirstLastPara="1" wrap="square" lIns="30475" tIns="20300" rIns="30475" bIns="20300" anchor="ctr" anchorCtr="0">
              <a:noAutofit/>
            </a:bodyPr>
            <a:lstStyle/>
            <a:p>
              <a:pPr marL="0" marR="0" lvl="0" indent="0" algn="ctr" rtl="0">
                <a:lnSpc>
                  <a:spcPct val="90000"/>
                </a:lnSpc>
                <a:spcBef>
                  <a:spcPts val="0"/>
                </a:spcBef>
                <a:spcAft>
                  <a:spcPts val="0"/>
                </a:spcAft>
                <a:buNone/>
              </a:pPr>
              <a:r>
                <a:rPr lang="en-AU" sz="1600" b="1" i="0" u="none" strike="noStrike" cap="none">
                  <a:solidFill>
                    <a:schemeClr val="lt1"/>
                  </a:solidFill>
                  <a:latin typeface="Calibri"/>
                  <a:ea typeface="Calibri"/>
                  <a:cs typeface="Calibri"/>
                  <a:sym typeface="Calibri"/>
                </a:rPr>
                <a:t>Humanistic Approach</a:t>
              </a:r>
              <a:endParaRPr sz="1600" b="1" i="0" u="none" strike="noStrike" cap="none">
                <a:solidFill>
                  <a:schemeClr val="lt1"/>
                </a:solidFill>
                <a:latin typeface="Calibri"/>
                <a:ea typeface="Calibri"/>
                <a:cs typeface="Calibri"/>
                <a:sym typeface="Calibri"/>
              </a:endParaRPr>
            </a:p>
          </p:txBody>
        </p:sp>
        <p:sp>
          <p:nvSpPr>
            <p:cNvPr id="95" name="Shape 95"/>
            <p:cNvSpPr/>
            <p:nvPr/>
          </p:nvSpPr>
          <p:spPr>
            <a:xfrm>
              <a:off x="3375088" y="542211"/>
              <a:ext cx="157556" cy="558403"/>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96" name="Shape 96"/>
            <p:cNvSpPr/>
            <p:nvPr/>
          </p:nvSpPr>
          <p:spPr>
            <a:xfrm>
              <a:off x="3532645" y="681962"/>
              <a:ext cx="1731061" cy="83730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 name="Shape 97"/>
            <p:cNvSpPr txBox="1"/>
            <p:nvPr/>
          </p:nvSpPr>
          <p:spPr>
            <a:xfrm>
              <a:off x="3557169" y="706486"/>
              <a:ext cx="1682013" cy="788255"/>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Key aspects</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Free will</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Humans are innately good</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Humans are motivated to reach their full potential</a:t>
              </a:r>
              <a:endParaRPr sz="1000" b="0" i="0" u="none" strike="noStrike" cap="none">
                <a:solidFill>
                  <a:schemeClr val="dk1"/>
                </a:solidFill>
                <a:latin typeface="Calibri"/>
                <a:ea typeface="Calibri"/>
                <a:cs typeface="Calibri"/>
                <a:sym typeface="Calibri"/>
              </a:endParaRPr>
            </a:p>
          </p:txBody>
        </p:sp>
        <p:sp>
          <p:nvSpPr>
            <p:cNvPr id="98" name="Shape 98"/>
            <p:cNvSpPr/>
            <p:nvPr/>
          </p:nvSpPr>
          <p:spPr>
            <a:xfrm>
              <a:off x="3375088" y="542211"/>
              <a:ext cx="157556" cy="1860501"/>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99" name="Shape 99"/>
            <p:cNvSpPr/>
            <p:nvPr/>
          </p:nvSpPr>
          <p:spPr>
            <a:xfrm>
              <a:off x="3532645" y="1789744"/>
              <a:ext cx="1731061" cy="1225937"/>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 name="Shape 100"/>
            <p:cNvSpPr txBox="1"/>
            <p:nvPr/>
          </p:nvSpPr>
          <p:spPr>
            <a:xfrm>
              <a:off x="3568551" y="1825650"/>
              <a:ext cx="1659249" cy="1154125"/>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Maslow</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Hierarchy of needs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Physiological</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Safety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Belongingness and love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Esteem</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Self actualisation</a:t>
              </a:r>
              <a:endParaRPr sz="1000" b="0" i="0" u="none" strike="noStrike" cap="none">
                <a:solidFill>
                  <a:schemeClr val="dk1"/>
                </a:solidFill>
                <a:latin typeface="Calibri"/>
                <a:ea typeface="Calibri"/>
                <a:cs typeface="Calibri"/>
                <a:sym typeface="Calibri"/>
              </a:endParaRPr>
            </a:p>
          </p:txBody>
        </p:sp>
        <p:sp>
          <p:nvSpPr>
            <p:cNvPr id="101" name="Shape 101"/>
            <p:cNvSpPr/>
            <p:nvPr/>
          </p:nvSpPr>
          <p:spPr>
            <a:xfrm>
              <a:off x="3375088" y="542211"/>
              <a:ext cx="157556" cy="4286427"/>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102" name="Shape 102"/>
            <p:cNvSpPr/>
            <p:nvPr/>
          </p:nvSpPr>
          <p:spPr>
            <a:xfrm>
              <a:off x="3532645" y="3286160"/>
              <a:ext cx="1731061" cy="3084956"/>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 name="Shape 103"/>
            <p:cNvSpPr txBox="1"/>
            <p:nvPr/>
          </p:nvSpPr>
          <p:spPr>
            <a:xfrm>
              <a:off x="3583346" y="3336861"/>
              <a:ext cx="1629659" cy="2983554"/>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Rogers</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When self image and ideal self match, it leads to personality congruence</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Higher congruence makes it easier to self actualise </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Incongruence leads to mental illness and low self worth</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Fully functioning people are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Open to experience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Live existentially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Trust organismically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Have experiential freedom and are creative</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Conditional and unconditional positive regard</a:t>
              </a:r>
              <a:endParaRPr sz="1000" b="0" i="0" u="none" strike="noStrike" cap="none">
                <a:solidFill>
                  <a:schemeClr val="dk1"/>
                </a:solidFill>
                <a:latin typeface="Calibri"/>
                <a:ea typeface="Calibri"/>
                <a:cs typeface="Calibri"/>
                <a:sym typeface="Calibri"/>
              </a:endParaRPr>
            </a:p>
          </p:txBody>
        </p:sp>
        <p:sp>
          <p:nvSpPr>
            <p:cNvPr id="104" name="Shape 104"/>
            <p:cNvSpPr/>
            <p:nvPr/>
          </p:nvSpPr>
          <p:spPr>
            <a:xfrm>
              <a:off x="5863489" y="0"/>
              <a:ext cx="2163826" cy="54221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 name="Shape 105"/>
            <p:cNvSpPr txBox="1"/>
            <p:nvPr/>
          </p:nvSpPr>
          <p:spPr>
            <a:xfrm>
              <a:off x="5879370" y="15881"/>
              <a:ext cx="2132064" cy="510449"/>
            </a:xfrm>
            <a:prstGeom prst="rect">
              <a:avLst/>
            </a:prstGeom>
            <a:noFill/>
            <a:ln>
              <a:noFill/>
            </a:ln>
          </p:spPr>
          <p:txBody>
            <a:bodyPr spcFirstLastPara="1" wrap="square" lIns="30475" tIns="20300" rIns="30475" bIns="20300" anchor="ctr" anchorCtr="0">
              <a:noAutofit/>
            </a:bodyPr>
            <a:lstStyle/>
            <a:p>
              <a:pPr marL="0" marR="0" lvl="0" indent="0" algn="ctr" rtl="0">
                <a:lnSpc>
                  <a:spcPct val="90000"/>
                </a:lnSpc>
                <a:spcBef>
                  <a:spcPts val="0"/>
                </a:spcBef>
                <a:spcAft>
                  <a:spcPts val="0"/>
                </a:spcAft>
                <a:buNone/>
              </a:pPr>
              <a:r>
                <a:rPr lang="en-AU" sz="1600" b="1" i="0" u="none" strike="noStrike" cap="none">
                  <a:solidFill>
                    <a:schemeClr val="lt1"/>
                  </a:solidFill>
                  <a:latin typeface="Calibri"/>
                  <a:ea typeface="Calibri"/>
                  <a:cs typeface="Calibri"/>
                  <a:sym typeface="Calibri"/>
                </a:rPr>
                <a:t>Social Cognitive approach</a:t>
              </a:r>
              <a:endParaRPr sz="1600" b="1" i="0" u="none" strike="noStrike" cap="none">
                <a:solidFill>
                  <a:schemeClr val="lt1"/>
                </a:solidFill>
                <a:latin typeface="Calibri"/>
                <a:ea typeface="Calibri"/>
                <a:cs typeface="Calibri"/>
                <a:sym typeface="Calibri"/>
              </a:endParaRPr>
            </a:p>
          </p:txBody>
        </p:sp>
        <p:sp>
          <p:nvSpPr>
            <p:cNvPr id="106" name="Shape 106"/>
            <p:cNvSpPr/>
            <p:nvPr/>
          </p:nvSpPr>
          <p:spPr>
            <a:xfrm>
              <a:off x="6079871" y="542211"/>
              <a:ext cx="213314" cy="610297"/>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107" name="Shape 107"/>
            <p:cNvSpPr/>
            <p:nvPr/>
          </p:nvSpPr>
          <p:spPr>
            <a:xfrm>
              <a:off x="6293186" y="611552"/>
              <a:ext cx="1731061" cy="108191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 name="Shape 108"/>
            <p:cNvSpPr txBox="1"/>
            <p:nvPr/>
          </p:nvSpPr>
          <p:spPr>
            <a:xfrm>
              <a:off x="6324874" y="643240"/>
              <a:ext cx="1667685" cy="1018537"/>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Key aspects</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Critical of trait approach</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Personality is shaped by interaction of person with their environment</a:t>
              </a:r>
              <a:endParaRPr sz="1000" b="0" i="0" u="none" strike="noStrike" cap="none">
                <a:solidFill>
                  <a:schemeClr val="dk1"/>
                </a:solidFill>
                <a:latin typeface="Calibri"/>
                <a:ea typeface="Calibri"/>
                <a:cs typeface="Calibri"/>
                <a:sym typeface="Calibri"/>
              </a:endParaRPr>
            </a:p>
          </p:txBody>
        </p:sp>
        <p:sp>
          <p:nvSpPr>
            <p:cNvPr id="109" name="Shape 109"/>
            <p:cNvSpPr/>
            <p:nvPr/>
          </p:nvSpPr>
          <p:spPr>
            <a:xfrm>
              <a:off x="6079871" y="542211"/>
              <a:ext cx="213314" cy="2500794"/>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110" name="Shape 110"/>
            <p:cNvSpPr/>
            <p:nvPr/>
          </p:nvSpPr>
          <p:spPr>
            <a:xfrm>
              <a:off x="6293186" y="1881144"/>
              <a:ext cx="1731061" cy="2323722"/>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 name="Shape 111"/>
            <p:cNvSpPr txBox="1"/>
            <p:nvPr/>
          </p:nvSpPr>
          <p:spPr>
            <a:xfrm>
              <a:off x="6343887" y="1931845"/>
              <a:ext cx="1629659" cy="2222320"/>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Bandura</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Reciprocal determinism</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Personal factors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Behaviour</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External environment</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 Self efficacy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Impacted by:</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Performance accomplishments</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Vicarious experiences</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Social persuasion</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Emotional state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Low self efficacy is a risk factor for mental illnesses</a:t>
              </a:r>
              <a:endParaRPr sz="1000" b="0" i="0" u="none" strike="noStrike" cap="none">
                <a:solidFill>
                  <a:schemeClr val="dk1"/>
                </a:solidFill>
                <a:latin typeface="Calibri"/>
                <a:ea typeface="Calibri"/>
                <a:cs typeface="Calibri"/>
                <a:sym typeface="Calibri"/>
              </a:endParaRPr>
            </a:p>
          </p:txBody>
        </p:sp>
        <p:sp>
          <p:nvSpPr>
            <p:cNvPr id="112" name="Shape 112"/>
            <p:cNvSpPr/>
            <p:nvPr/>
          </p:nvSpPr>
          <p:spPr>
            <a:xfrm>
              <a:off x="6079871" y="542211"/>
              <a:ext cx="213314" cy="5195996"/>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113" name="Shape 113"/>
            <p:cNvSpPr/>
            <p:nvPr/>
          </p:nvSpPr>
          <p:spPr>
            <a:xfrm>
              <a:off x="6293186" y="4694724"/>
              <a:ext cx="1731061" cy="2086967"/>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 name="Shape 114"/>
            <p:cNvSpPr txBox="1"/>
            <p:nvPr/>
          </p:nvSpPr>
          <p:spPr>
            <a:xfrm>
              <a:off x="6343887" y="4745425"/>
              <a:ext cx="1629659" cy="1985565"/>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Mischel’s cognitive and affective theory</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Cognitive personal variables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Encoding</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Expectancies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Affects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Goals and values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Competencies and self regulation</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Marshmallow test</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Self regulation often called self control</a:t>
              </a:r>
              <a:endParaRPr sz="1000" b="0" i="0" u="none" strike="noStrike" cap="none">
                <a:solidFill>
                  <a:schemeClr val="dk1"/>
                </a:solidFill>
                <a:latin typeface="Calibri"/>
                <a:ea typeface="Calibri"/>
                <a:cs typeface="Calibri"/>
                <a:sym typeface="Calibri"/>
              </a:endParaRPr>
            </a:p>
          </p:txBody>
        </p:sp>
      </p:grpSp>
      <p:sp>
        <p:nvSpPr>
          <p:cNvPr id="115" name="Shape 115"/>
          <p:cNvSpPr/>
          <p:nvPr/>
        </p:nvSpPr>
        <p:spPr>
          <a:xfrm rot="-5400000">
            <a:off x="-3038550" y="2973643"/>
            <a:ext cx="6846600" cy="7695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AU" sz="4400" b="1" i="0" u="none" strike="noStrike" cap="none">
                <a:solidFill>
                  <a:srgbClr val="A04400"/>
                </a:solidFill>
                <a:latin typeface="Calibri"/>
                <a:ea typeface="Calibri"/>
                <a:cs typeface="Calibri"/>
                <a:sym typeface="Calibri"/>
              </a:rPr>
              <a:t>Year 12 Personality theories</a:t>
            </a:r>
            <a:endParaRPr sz="4400" b="1" i="0" u="none" strike="noStrike" cap="none">
              <a:solidFill>
                <a:srgbClr val="A04400"/>
              </a:solidFill>
              <a:latin typeface="Calibri"/>
              <a:ea typeface="Calibri"/>
              <a:cs typeface="Calibri"/>
              <a:sym typeface="Calibri"/>
            </a:endParaRPr>
          </a:p>
        </p:txBody>
      </p:sp>
    </p:spTree>
    <p:extLst>
      <p:ext uri="{BB962C8B-B14F-4D97-AF65-F5344CB8AC3E}">
        <p14:creationId xmlns:p14="http://schemas.microsoft.com/office/powerpoint/2010/main" val="8287619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765" y="287848"/>
            <a:ext cx="6512511" cy="1143000"/>
          </a:xfrm>
        </p:spPr>
        <p:txBody>
          <a:bodyPr/>
          <a:lstStyle/>
          <a:p>
            <a:pPr marL="284988" indent="0" algn="ctr">
              <a:buNone/>
            </a:pPr>
            <a:r>
              <a:rPr lang="en-AU" sz="3200" b="1" dirty="0" smtClean="0">
                <a:solidFill>
                  <a:schemeClr val="tx2">
                    <a:lumMod val="50000"/>
                  </a:schemeClr>
                </a:solidFill>
              </a:rPr>
              <a:t>Theories summarised</a:t>
            </a:r>
            <a:endParaRPr lang="en-AU" sz="3200" b="1" dirty="0">
              <a:solidFill>
                <a:schemeClr val="tx2">
                  <a:lumMod val="50000"/>
                </a:schemeClr>
              </a:solidFill>
            </a:endParaRPr>
          </a:p>
        </p:txBody>
      </p:sp>
      <p:sp>
        <p:nvSpPr>
          <p:cNvPr id="3" name="Text Placeholder 2"/>
          <p:cNvSpPr>
            <a:spLocks noGrp="1"/>
          </p:cNvSpPr>
          <p:nvPr>
            <p:ph type="body" idx="1"/>
          </p:nvPr>
        </p:nvSpPr>
        <p:spPr>
          <a:xfrm>
            <a:off x="1046965" y="1252450"/>
            <a:ext cx="6400800" cy="3474720"/>
          </a:xfrm>
        </p:spPr>
        <p:txBody>
          <a:bodyPr/>
          <a:lstStyle/>
          <a:p>
            <a:pPr>
              <a:lnSpc>
                <a:spcPct val="150000"/>
              </a:lnSpc>
              <a:buFont typeface="Wingdings" panose="05000000000000000000" pitchFamily="2" charset="2"/>
              <a:buChar char="Ø"/>
            </a:pPr>
            <a:r>
              <a:rPr lang="en-AU" sz="2000" b="1" dirty="0" smtClean="0"/>
              <a:t>Trait Theory – personality traits are inherited – a result of genetics; stable and long-lasting characteristics; consistent</a:t>
            </a:r>
          </a:p>
          <a:p>
            <a:pPr>
              <a:lnSpc>
                <a:spcPct val="150000"/>
              </a:lnSpc>
              <a:buFont typeface="Wingdings" panose="05000000000000000000" pitchFamily="2" charset="2"/>
              <a:buChar char="Ø"/>
            </a:pPr>
            <a:r>
              <a:rPr lang="en-AU" sz="2000" b="1" dirty="0" smtClean="0"/>
              <a:t>Humanistic theories – personality develops based on our environment and people around us; “people are born good”</a:t>
            </a:r>
          </a:p>
          <a:p>
            <a:pPr>
              <a:lnSpc>
                <a:spcPct val="150000"/>
              </a:lnSpc>
              <a:buFont typeface="Wingdings" panose="05000000000000000000" pitchFamily="2" charset="2"/>
              <a:buChar char="Ø"/>
            </a:pPr>
            <a:r>
              <a:rPr lang="en-AU" sz="2000" b="1" dirty="0" smtClean="0"/>
              <a:t>Psychodynamic theory – personality develops from childhood experiences – environment; take into account the situation in which the behaviour is occurring</a:t>
            </a:r>
            <a:endParaRPr lang="en-AU" sz="2000" b="1" dirty="0"/>
          </a:p>
        </p:txBody>
      </p:sp>
    </p:spTree>
    <p:extLst>
      <p:ext uri="{BB962C8B-B14F-4D97-AF65-F5344CB8AC3E}">
        <p14:creationId xmlns:p14="http://schemas.microsoft.com/office/powerpoint/2010/main" val="1335432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RuffLife - Creative Commons Attribution-NonCommercial-ShareAlike License  https://www.flickr.com/photos/40993822@N06</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11996987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Photographing Travis - Creative Commons Attribution License  https://www.flickr.com/photos/94599716@N06</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20362315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Thomas Tolkien - Creative Commons Attribution License  https://www.flickr.com/photos/38585972@N04</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15514692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Shape 165"/>
          <p:cNvSpPr txBox="1">
            <a:spLocks noGrp="1"/>
          </p:cNvSpPr>
          <p:nvPr>
            <p:ph type="title"/>
          </p:nvPr>
        </p:nvSpPr>
        <p:spPr>
          <a:xfrm>
            <a:off x="1485900" y="1065611"/>
            <a:ext cx="6172200" cy="248840"/>
          </a:xfrm>
          <a:prstGeom prst="rect">
            <a:avLst/>
          </a:prstGeom>
          <a:noFill/>
          <a:ln>
            <a:noFill/>
          </a:ln>
        </p:spPr>
        <p:txBody>
          <a:bodyPr spcFirstLastPara="1" wrap="square" lIns="68569" tIns="34275" rIns="68569" bIns="34275" anchor="ctr" anchorCtr="0">
            <a:noAutofit/>
          </a:bodyPr>
          <a:lstStyle/>
          <a:p>
            <a:pPr marL="0" indent="0" algn="l">
              <a:buClr>
                <a:schemeClr val="lt1"/>
              </a:buClr>
              <a:buNone/>
            </a:pPr>
            <a:r>
              <a:rPr lang="en-AU" sz="2700" dirty="0">
                <a:solidFill>
                  <a:schemeClr val="tx1"/>
                </a:solidFill>
                <a:latin typeface="Calibri"/>
                <a:ea typeface="Calibri"/>
                <a:cs typeface="Calibri"/>
                <a:sym typeface="Calibri"/>
              </a:rPr>
              <a:t>TRAIT THEORY</a:t>
            </a:r>
            <a:endParaRPr sz="2700" dirty="0">
              <a:solidFill>
                <a:schemeClr val="tx1"/>
              </a:solidFill>
              <a:latin typeface="Calibri"/>
              <a:ea typeface="Calibri"/>
              <a:cs typeface="Calibri"/>
              <a:sym typeface="Calibri"/>
            </a:endParaRPr>
          </a:p>
        </p:txBody>
      </p:sp>
      <p:sp>
        <p:nvSpPr>
          <p:cNvPr id="166" name="Shape 166"/>
          <p:cNvSpPr txBox="1">
            <a:spLocks noGrp="1"/>
          </p:cNvSpPr>
          <p:nvPr>
            <p:ph type="body" idx="1"/>
          </p:nvPr>
        </p:nvSpPr>
        <p:spPr>
          <a:xfrm>
            <a:off x="1143000" y="1428750"/>
            <a:ext cx="6858000" cy="4800600"/>
          </a:xfrm>
          <a:prstGeom prst="rect">
            <a:avLst/>
          </a:prstGeom>
          <a:noFill/>
          <a:ln>
            <a:noFill/>
          </a:ln>
        </p:spPr>
        <p:txBody>
          <a:bodyPr spcFirstLastPara="1" wrap="square" lIns="68569" tIns="34275" rIns="68569" bIns="34275" anchor="ctr" anchorCtr="0">
            <a:noAutofit/>
          </a:bodyPr>
          <a:lstStyle/>
          <a:p>
            <a:pPr indent="-457200">
              <a:lnSpc>
                <a:spcPct val="90000"/>
              </a:lnSpc>
              <a:spcBef>
                <a:spcPts val="0"/>
              </a:spcBef>
              <a:buClr>
                <a:schemeClr val="lt1"/>
              </a:buClr>
              <a:buNone/>
            </a:pPr>
            <a:r>
              <a:rPr lang="en-AU" sz="2000" dirty="0">
                <a:solidFill>
                  <a:schemeClr val="accent1">
                    <a:lumMod val="75000"/>
                  </a:schemeClr>
                </a:solidFill>
                <a:latin typeface="Calibri"/>
                <a:ea typeface="Calibri"/>
                <a:cs typeface="Calibri"/>
                <a:sym typeface="Calibri"/>
              </a:rPr>
              <a:t>The </a:t>
            </a:r>
            <a:r>
              <a:rPr lang="en-AU" sz="2000" b="1" u="sng" dirty="0">
                <a:solidFill>
                  <a:schemeClr val="accent1">
                    <a:lumMod val="75000"/>
                  </a:schemeClr>
                </a:solidFill>
                <a:latin typeface="Calibri"/>
                <a:ea typeface="Calibri"/>
                <a:cs typeface="Calibri"/>
                <a:sym typeface="Calibri"/>
              </a:rPr>
              <a:t>five-factor theory</a:t>
            </a:r>
            <a:r>
              <a:rPr lang="en-AU" sz="2000" dirty="0">
                <a:solidFill>
                  <a:schemeClr val="accent1">
                    <a:lumMod val="75000"/>
                  </a:schemeClr>
                </a:solidFill>
                <a:latin typeface="Calibri"/>
                <a:ea typeface="Calibri"/>
                <a:cs typeface="Calibri"/>
                <a:sym typeface="Calibri"/>
              </a:rPr>
              <a:t> of personality by McCrae and Costa (1997) is the most recent addition to trait theory.  They believe in five core dimensions:</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Openness to Experience–creative &amp; willing to try new things</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Conscientiousness – reliable, responsible, thorough, dependable, hard-working</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Extraversion – outgoing, social, active, talkative</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Agreeableness – easy to get along with, pleasant, sympathetic, warm, cooperative</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Neuroticism – emotional stability</a:t>
            </a:r>
            <a:endParaRPr sz="2000" dirty="0">
              <a:solidFill>
                <a:schemeClr val="accent1">
                  <a:lumMod val="75000"/>
                </a:schemeClr>
              </a:solidFill>
            </a:endParaRPr>
          </a:p>
          <a:p>
            <a:pPr indent="-457200">
              <a:lnSpc>
                <a:spcPct val="90000"/>
              </a:lnSpc>
              <a:spcBef>
                <a:spcPts val="750"/>
              </a:spcBef>
              <a:buClr>
                <a:schemeClr val="lt1"/>
              </a:buClr>
              <a:buNone/>
            </a:pPr>
            <a:r>
              <a:rPr lang="en-AU" sz="2000" dirty="0">
                <a:solidFill>
                  <a:schemeClr val="accent1">
                    <a:lumMod val="75000"/>
                  </a:schemeClr>
                </a:solidFill>
                <a:latin typeface="Calibri"/>
                <a:ea typeface="Calibri"/>
                <a:cs typeface="Calibri"/>
                <a:sym typeface="Calibri"/>
              </a:rPr>
              <a:t>Acronym: OCEAN</a:t>
            </a:r>
            <a:endParaRPr sz="2000" dirty="0">
              <a:solidFill>
                <a:schemeClr val="accent1">
                  <a:lumMod val="75000"/>
                </a:schemeClr>
              </a:solidFill>
              <a:latin typeface="Calibri"/>
              <a:ea typeface="Calibri"/>
              <a:cs typeface="Calibri"/>
              <a:sym typeface="Calibri"/>
            </a:endParaRPr>
          </a:p>
          <a:p>
            <a:pPr indent="-457200">
              <a:lnSpc>
                <a:spcPct val="90000"/>
              </a:lnSpc>
              <a:spcBef>
                <a:spcPts val="750"/>
              </a:spcBef>
              <a:buClr>
                <a:schemeClr val="lt1"/>
              </a:buClr>
              <a:buNone/>
            </a:pPr>
            <a:endParaRPr sz="1350" dirty="0">
              <a:solidFill>
                <a:schemeClr val="lt1"/>
              </a:solidFill>
              <a:latin typeface="Calibri"/>
              <a:ea typeface="Calibri"/>
              <a:cs typeface="Calibri"/>
              <a:sym typeface="Calibri"/>
            </a:endParaRPr>
          </a:p>
          <a:p>
            <a:pPr indent="-457200">
              <a:lnSpc>
                <a:spcPct val="90000"/>
              </a:lnSpc>
              <a:spcBef>
                <a:spcPts val="750"/>
              </a:spcBef>
              <a:buClr>
                <a:schemeClr val="lt1"/>
              </a:buClr>
              <a:buNone/>
            </a:pPr>
            <a:endParaRPr sz="1800" dirty="0">
              <a:solidFill>
                <a:schemeClr val="lt1"/>
              </a:solidFill>
              <a:latin typeface="Calibri"/>
              <a:ea typeface="Calibri"/>
              <a:cs typeface="Calibri"/>
              <a:sym typeface="Calibri"/>
            </a:endParaRPr>
          </a:p>
          <a:p>
            <a:pPr indent="-457200">
              <a:lnSpc>
                <a:spcPct val="90000"/>
              </a:lnSpc>
              <a:spcBef>
                <a:spcPts val="750"/>
              </a:spcBef>
              <a:buClr>
                <a:schemeClr val="lt1"/>
              </a:buClr>
              <a:buNone/>
            </a:pPr>
            <a:r>
              <a:rPr lang="en-AU" sz="1350" dirty="0">
                <a:solidFill>
                  <a:schemeClr val="lt1"/>
                </a:solidFill>
                <a:latin typeface="Calibri"/>
                <a:ea typeface="Calibri"/>
                <a:cs typeface="Calibri"/>
                <a:sym typeface="Calibri"/>
              </a:rPr>
              <a:t> </a:t>
            </a:r>
            <a:endParaRPr sz="1800" dirty="0">
              <a:solidFill>
                <a:schemeClr val="lt1"/>
              </a:solidFill>
              <a:latin typeface="Calibri"/>
              <a:ea typeface="Calibri"/>
              <a:cs typeface="Calibri"/>
              <a:sym typeface="Calibri"/>
            </a:endParaRPr>
          </a:p>
        </p:txBody>
      </p:sp>
      <p:pic>
        <p:nvPicPr>
          <p:cNvPr id="167" name="Shape 167" descr="MPj04000070000[1]"/>
          <p:cNvPicPr preferRelativeResize="0"/>
          <p:nvPr/>
        </p:nvPicPr>
        <p:blipFill rotWithShape="1">
          <a:blip r:embed="rId3">
            <a:alphaModFix/>
          </a:blip>
          <a:srcRect/>
          <a:stretch/>
        </p:blipFill>
        <p:spPr>
          <a:xfrm>
            <a:off x="6262352" y="4522900"/>
            <a:ext cx="2034779" cy="1143000"/>
          </a:xfrm>
          <a:prstGeom prst="rect">
            <a:avLst/>
          </a:prstGeom>
          <a:noFill/>
          <a:ln>
            <a:noFill/>
          </a:ln>
        </p:spPr>
      </p:pic>
    </p:spTree>
    <p:extLst>
      <p:ext uri="{BB962C8B-B14F-4D97-AF65-F5344CB8AC3E}">
        <p14:creationId xmlns:p14="http://schemas.microsoft.com/office/powerpoint/2010/main" val="3327934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Shape 164" descr="11701_f10_04.jpg"/>
          <p:cNvPicPr preferRelativeResize="0"/>
          <p:nvPr/>
        </p:nvPicPr>
        <p:blipFill rotWithShape="1">
          <a:blip r:embed="rId3">
            <a:alphaModFix/>
          </a:blip>
          <a:srcRect/>
          <a:stretch/>
        </p:blipFill>
        <p:spPr>
          <a:xfrm>
            <a:off x="395536" y="116632"/>
            <a:ext cx="8280920" cy="64807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xfrm>
            <a:off x="1485900" y="976313"/>
            <a:ext cx="6172200" cy="857250"/>
          </a:xfrm>
          <a:prstGeom prst="rect">
            <a:avLst/>
          </a:prstGeom>
          <a:noFill/>
          <a:ln>
            <a:noFill/>
          </a:ln>
        </p:spPr>
        <p:txBody>
          <a:bodyPr spcFirstLastPara="1" wrap="square" lIns="68569" tIns="34275" rIns="68569" bIns="34275" anchor="ctr" anchorCtr="0">
            <a:noAutofit/>
          </a:bodyPr>
          <a:lstStyle/>
          <a:p>
            <a:pPr marL="0" indent="0" algn="l">
              <a:buClr>
                <a:schemeClr val="lt1"/>
              </a:buClr>
              <a:buNone/>
            </a:pPr>
            <a:r>
              <a:rPr lang="en-AU" sz="2700" dirty="0">
                <a:solidFill>
                  <a:schemeClr val="accent1">
                    <a:lumMod val="75000"/>
                  </a:schemeClr>
                </a:solidFill>
                <a:latin typeface="Calibri"/>
                <a:ea typeface="Calibri"/>
                <a:cs typeface="Calibri"/>
                <a:sym typeface="Calibri"/>
              </a:rPr>
              <a:t>EXAMPLES OF PERSONALITY TESTS</a:t>
            </a:r>
            <a:endParaRPr sz="2700" dirty="0">
              <a:solidFill>
                <a:schemeClr val="accent1">
                  <a:lumMod val="75000"/>
                </a:schemeClr>
              </a:solidFill>
              <a:latin typeface="Calibri"/>
              <a:ea typeface="Calibri"/>
              <a:cs typeface="Calibri"/>
              <a:sym typeface="Calibri"/>
            </a:endParaRPr>
          </a:p>
        </p:txBody>
      </p:sp>
      <p:sp>
        <p:nvSpPr>
          <p:cNvPr id="204" name="Shape 204"/>
          <p:cNvSpPr txBox="1">
            <a:spLocks noGrp="1"/>
          </p:cNvSpPr>
          <p:nvPr>
            <p:ph type="body" idx="1"/>
          </p:nvPr>
        </p:nvSpPr>
        <p:spPr>
          <a:xfrm>
            <a:off x="1485900" y="2000250"/>
            <a:ext cx="6343650" cy="3429000"/>
          </a:xfrm>
          <a:prstGeom prst="rect">
            <a:avLst/>
          </a:prstGeom>
          <a:noFill/>
          <a:ln>
            <a:noFill/>
          </a:ln>
        </p:spPr>
        <p:txBody>
          <a:bodyPr spcFirstLastPara="1" wrap="square" lIns="68569" tIns="34275" rIns="68569" bIns="34275" anchor="ctr" anchorCtr="0">
            <a:noAutofit/>
          </a:bodyPr>
          <a:lstStyle/>
          <a:p>
            <a:pPr marL="214313" indent="-214313">
              <a:spcBef>
                <a:spcPts val="0"/>
              </a:spcBef>
              <a:buClr>
                <a:schemeClr val="lt1"/>
              </a:buClr>
              <a:buSzPts val="2800"/>
              <a:buFont typeface="Arial"/>
              <a:buChar char="•"/>
            </a:pPr>
            <a:r>
              <a:rPr lang="en-AU" sz="2000" dirty="0">
                <a:solidFill>
                  <a:schemeClr val="tx1">
                    <a:lumMod val="95000"/>
                    <a:lumOff val="5000"/>
                  </a:schemeClr>
                </a:solidFill>
                <a:latin typeface="Calibri"/>
                <a:ea typeface="Calibri"/>
                <a:cs typeface="Calibri"/>
                <a:sym typeface="Calibri"/>
              </a:rPr>
              <a:t>NEO Five Factor Inventory (NEO-FFI)</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Full sentences, 240 items</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(Costa &amp; </a:t>
            </a:r>
            <a:r>
              <a:rPr lang="en-AU" sz="2000" dirty="0" smtClean="0">
                <a:solidFill>
                  <a:schemeClr val="tx1">
                    <a:lumMod val="95000"/>
                    <a:lumOff val="5000"/>
                  </a:schemeClr>
                </a:solidFill>
                <a:latin typeface="Calibri"/>
                <a:ea typeface="Calibri"/>
                <a:cs typeface="Calibri"/>
                <a:sym typeface="Calibri"/>
              </a:rPr>
              <a:t>McCrae </a:t>
            </a:r>
            <a:r>
              <a:rPr lang="en-AU" sz="2000" dirty="0">
                <a:solidFill>
                  <a:schemeClr val="tx1">
                    <a:lumMod val="95000"/>
                    <a:lumOff val="5000"/>
                  </a:schemeClr>
                </a:solidFill>
                <a:latin typeface="Calibri"/>
                <a:ea typeface="Calibri"/>
                <a:cs typeface="Calibri"/>
                <a:sym typeface="Calibri"/>
              </a:rPr>
              <a:t>, 1988)</a:t>
            </a:r>
            <a:endParaRPr sz="2000" dirty="0">
              <a:solidFill>
                <a:schemeClr val="tx1">
                  <a:lumMod val="95000"/>
                  <a:lumOff val="5000"/>
                </a:schemeClr>
              </a:solidFill>
            </a:endParaRPr>
          </a:p>
          <a:p>
            <a:pPr marL="214313" indent="-214313">
              <a:spcBef>
                <a:spcPts val="750"/>
              </a:spcBef>
              <a:buClr>
                <a:schemeClr val="lt1"/>
              </a:buClr>
              <a:buSzPts val="2800"/>
              <a:buFont typeface="Arial"/>
              <a:buChar char="•"/>
            </a:pPr>
            <a:r>
              <a:rPr lang="en-AU" sz="2000" dirty="0">
                <a:solidFill>
                  <a:schemeClr val="tx1">
                    <a:lumMod val="95000"/>
                    <a:lumOff val="5000"/>
                  </a:schemeClr>
                </a:solidFill>
                <a:latin typeface="Calibri"/>
                <a:ea typeface="Calibri"/>
                <a:cs typeface="Calibri"/>
                <a:sym typeface="Calibri"/>
              </a:rPr>
              <a:t>Big Five Inventory (BFI)</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Short phrases, 44 items</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(John &amp; Srivastava, 1999)</a:t>
            </a:r>
            <a:endParaRPr sz="2000" dirty="0">
              <a:solidFill>
                <a:schemeClr val="tx1">
                  <a:lumMod val="95000"/>
                  <a:lumOff val="5000"/>
                </a:schemeClr>
              </a:solidFill>
            </a:endParaRPr>
          </a:p>
          <a:p>
            <a:pPr marL="214313" indent="-214313">
              <a:spcBef>
                <a:spcPts val="750"/>
              </a:spcBef>
              <a:buClr>
                <a:schemeClr val="lt1"/>
              </a:buClr>
              <a:buSzPts val="2800"/>
              <a:buFont typeface="Arial"/>
              <a:buChar char="•"/>
            </a:pPr>
            <a:r>
              <a:rPr lang="en-AU" sz="2000" dirty="0">
                <a:solidFill>
                  <a:schemeClr val="tx1">
                    <a:lumMod val="95000"/>
                    <a:lumOff val="5000"/>
                  </a:schemeClr>
                </a:solidFill>
                <a:latin typeface="Calibri"/>
                <a:ea typeface="Calibri"/>
                <a:cs typeface="Calibri"/>
                <a:sym typeface="Calibri"/>
              </a:rPr>
              <a:t>Trait Descriptive Adjectives TDI </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100 trait-descriptive adjectives </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(Goldberg, 1992)</a:t>
            </a:r>
            <a:endParaRPr sz="2000" dirty="0">
              <a:solidFill>
                <a:schemeClr val="tx1">
                  <a:lumMod val="95000"/>
                  <a:lumOff val="5000"/>
                </a:schemeClr>
              </a:solidFill>
            </a:endParaRPr>
          </a:p>
        </p:txBody>
      </p:sp>
    </p:spTree>
    <p:extLst>
      <p:ext uri="{BB962C8B-B14F-4D97-AF65-F5344CB8AC3E}">
        <p14:creationId xmlns:p14="http://schemas.microsoft.com/office/powerpoint/2010/main" val="2069258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Shape 210"/>
          <p:cNvSpPr txBox="1">
            <a:spLocks noGrp="1"/>
          </p:cNvSpPr>
          <p:nvPr>
            <p:ph type="title"/>
          </p:nvPr>
        </p:nvSpPr>
        <p:spPr>
          <a:xfrm>
            <a:off x="514351" y="1314451"/>
            <a:ext cx="7598569" cy="1092200"/>
          </a:xfrm>
          <a:prstGeom prst="rect">
            <a:avLst/>
          </a:prstGeom>
          <a:noFill/>
          <a:ln>
            <a:noFill/>
          </a:ln>
        </p:spPr>
        <p:txBody>
          <a:bodyPr spcFirstLastPara="1" wrap="square" lIns="68569" tIns="34275" rIns="68569" bIns="34275" anchor="ctr" anchorCtr="0">
            <a:noAutofit/>
          </a:bodyPr>
          <a:lstStyle/>
          <a:p>
            <a:r>
              <a:rPr lang="en-AU" sz="3000" dirty="0">
                <a:solidFill>
                  <a:schemeClr val="tx1">
                    <a:lumMod val="95000"/>
                    <a:lumOff val="5000"/>
                  </a:schemeClr>
                </a:solidFill>
              </a:rPr>
              <a:t>EXTRAVERSION AND AGREEABLENESS</a:t>
            </a:r>
            <a:endParaRPr dirty="0">
              <a:solidFill>
                <a:schemeClr val="tx1">
                  <a:lumMod val="95000"/>
                  <a:lumOff val="5000"/>
                </a:schemeClr>
              </a:solidFill>
            </a:endParaRPr>
          </a:p>
        </p:txBody>
      </p:sp>
      <p:pic>
        <p:nvPicPr>
          <p:cNvPr id="211" name="Shape 211"/>
          <p:cNvPicPr preferRelativeResize="0">
            <a:picLocks noGrp="1"/>
          </p:cNvPicPr>
          <p:nvPr>
            <p:ph type="body" idx="1"/>
          </p:nvPr>
        </p:nvPicPr>
        <p:blipFill rotWithShape="1">
          <a:blip r:embed="rId3">
            <a:alphaModFix/>
          </a:blip>
          <a:srcRect/>
          <a:stretch/>
        </p:blipFill>
        <p:spPr>
          <a:xfrm>
            <a:off x="665018" y="2203451"/>
            <a:ext cx="3221183" cy="4175182"/>
          </a:xfrm>
          <a:prstGeom prst="rect">
            <a:avLst/>
          </a:prstGeom>
          <a:noFill/>
          <a:ln>
            <a:noFill/>
          </a:ln>
        </p:spPr>
      </p:pic>
      <p:pic>
        <p:nvPicPr>
          <p:cNvPr id="212" name="Shape 212"/>
          <p:cNvPicPr preferRelativeResize="0">
            <a:picLocks noGrp="1"/>
          </p:cNvPicPr>
          <p:nvPr>
            <p:ph type="body" idx="2"/>
          </p:nvPr>
        </p:nvPicPr>
        <p:blipFill rotWithShape="1">
          <a:blip r:embed="rId4">
            <a:alphaModFix/>
          </a:blip>
          <a:srcRect/>
          <a:stretch/>
        </p:blipFill>
        <p:spPr>
          <a:xfrm>
            <a:off x="4519679" y="2089150"/>
            <a:ext cx="3133571" cy="4073351"/>
          </a:xfrm>
          <a:prstGeom prst="rect">
            <a:avLst/>
          </a:prstGeom>
          <a:noFill/>
          <a:ln>
            <a:noFill/>
          </a:ln>
        </p:spPr>
      </p:pic>
    </p:spTree>
    <p:extLst>
      <p:ext uri="{BB962C8B-B14F-4D97-AF65-F5344CB8AC3E}">
        <p14:creationId xmlns:p14="http://schemas.microsoft.com/office/powerpoint/2010/main" val="11673982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Shape 218"/>
          <p:cNvSpPr txBox="1">
            <a:spLocks noGrp="1"/>
          </p:cNvSpPr>
          <p:nvPr>
            <p:ph type="title"/>
          </p:nvPr>
        </p:nvSpPr>
        <p:spPr>
          <a:xfrm>
            <a:off x="514351" y="1314451"/>
            <a:ext cx="7598569" cy="1092200"/>
          </a:xfrm>
          <a:prstGeom prst="rect">
            <a:avLst/>
          </a:prstGeom>
          <a:noFill/>
          <a:ln>
            <a:noFill/>
          </a:ln>
        </p:spPr>
        <p:txBody>
          <a:bodyPr spcFirstLastPara="1" wrap="square" lIns="68569" tIns="34275" rIns="68569" bIns="34275" anchor="ctr" anchorCtr="0">
            <a:noAutofit/>
          </a:bodyPr>
          <a:lstStyle/>
          <a:p>
            <a:r>
              <a:rPr lang="en-AU" sz="3000" dirty="0">
                <a:solidFill>
                  <a:schemeClr val="tx1">
                    <a:lumMod val="95000"/>
                    <a:lumOff val="5000"/>
                  </a:schemeClr>
                </a:solidFill>
              </a:rPr>
              <a:t>CONSCIENTIOUSNESS AND NEUROTICISM</a:t>
            </a:r>
            <a:endParaRPr dirty="0">
              <a:solidFill>
                <a:schemeClr val="tx1">
                  <a:lumMod val="95000"/>
                  <a:lumOff val="5000"/>
                </a:schemeClr>
              </a:solidFill>
            </a:endParaRPr>
          </a:p>
        </p:txBody>
      </p:sp>
      <p:pic>
        <p:nvPicPr>
          <p:cNvPr id="219" name="Shape 219"/>
          <p:cNvPicPr preferRelativeResize="0">
            <a:picLocks noGrp="1"/>
          </p:cNvPicPr>
          <p:nvPr>
            <p:ph type="body" idx="1"/>
          </p:nvPr>
        </p:nvPicPr>
        <p:blipFill rotWithShape="1">
          <a:blip r:embed="rId3">
            <a:alphaModFix/>
          </a:blip>
          <a:srcRect/>
          <a:stretch/>
        </p:blipFill>
        <p:spPr>
          <a:xfrm>
            <a:off x="1169324" y="2057399"/>
            <a:ext cx="2945476" cy="4204855"/>
          </a:xfrm>
          <a:prstGeom prst="rect">
            <a:avLst/>
          </a:prstGeom>
          <a:noFill/>
          <a:ln>
            <a:noFill/>
          </a:ln>
        </p:spPr>
      </p:pic>
      <p:pic>
        <p:nvPicPr>
          <p:cNvPr id="220" name="Shape 220"/>
          <p:cNvPicPr preferRelativeResize="0">
            <a:picLocks noGrp="1"/>
          </p:cNvPicPr>
          <p:nvPr>
            <p:ph type="body" idx="2"/>
          </p:nvPr>
        </p:nvPicPr>
        <p:blipFill rotWithShape="1">
          <a:blip r:embed="rId4">
            <a:alphaModFix/>
          </a:blip>
          <a:srcRect/>
          <a:stretch/>
        </p:blipFill>
        <p:spPr>
          <a:xfrm>
            <a:off x="4972050" y="2057399"/>
            <a:ext cx="2941666" cy="4016433"/>
          </a:xfrm>
          <a:prstGeom prst="rect">
            <a:avLst/>
          </a:prstGeom>
          <a:noFill/>
          <a:ln>
            <a:noFill/>
          </a:ln>
        </p:spPr>
      </p:pic>
    </p:spTree>
    <p:extLst>
      <p:ext uri="{BB962C8B-B14F-4D97-AF65-F5344CB8AC3E}">
        <p14:creationId xmlns:p14="http://schemas.microsoft.com/office/powerpoint/2010/main" val="2244660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1485900" y="976313"/>
            <a:ext cx="6172200" cy="857250"/>
          </a:xfrm>
          <a:prstGeom prst="rect">
            <a:avLst/>
          </a:prstGeom>
          <a:noFill/>
          <a:ln>
            <a:noFill/>
          </a:ln>
        </p:spPr>
        <p:txBody>
          <a:bodyPr spcFirstLastPara="1" wrap="square" lIns="68569" tIns="34275" rIns="68569" bIns="34275" anchor="ctr" anchorCtr="0">
            <a:noAutofit/>
          </a:bodyPr>
          <a:lstStyle/>
          <a:p>
            <a:pPr marL="0" indent="0" algn="l">
              <a:buClr>
                <a:schemeClr val="lt1"/>
              </a:buClr>
              <a:buNone/>
            </a:pPr>
            <a:r>
              <a:rPr lang="en-AU" sz="2700" b="1" dirty="0">
                <a:solidFill>
                  <a:schemeClr val="tx1">
                    <a:lumMod val="95000"/>
                    <a:lumOff val="5000"/>
                  </a:schemeClr>
                </a:solidFill>
                <a:latin typeface="Calibri"/>
                <a:ea typeface="Calibri"/>
                <a:cs typeface="Calibri"/>
                <a:sym typeface="Calibri"/>
              </a:rPr>
              <a:t>OPENNESS</a:t>
            </a:r>
            <a:endParaRPr b="1" dirty="0">
              <a:solidFill>
                <a:schemeClr val="tx1">
                  <a:lumMod val="95000"/>
                  <a:lumOff val="5000"/>
                </a:schemeClr>
              </a:solidFill>
            </a:endParaRPr>
          </a:p>
        </p:txBody>
      </p:sp>
      <p:pic>
        <p:nvPicPr>
          <p:cNvPr id="227" name="Shape 227"/>
          <p:cNvPicPr preferRelativeResize="0">
            <a:picLocks noGrp="1"/>
          </p:cNvPicPr>
          <p:nvPr>
            <p:ph type="body" idx="1"/>
          </p:nvPr>
        </p:nvPicPr>
        <p:blipFill rotWithShape="1">
          <a:blip r:embed="rId3">
            <a:alphaModFix/>
          </a:blip>
          <a:srcRect/>
          <a:stretch/>
        </p:blipFill>
        <p:spPr>
          <a:xfrm>
            <a:off x="4322619" y="1134341"/>
            <a:ext cx="3421380" cy="4712278"/>
          </a:xfrm>
          <a:prstGeom prst="rect">
            <a:avLst/>
          </a:prstGeom>
          <a:noFill/>
          <a:ln>
            <a:noFill/>
          </a:ln>
        </p:spPr>
      </p:pic>
    </p:spTree>
    <p:extLst>
      <p:ext uri="{BB962C8B-B14F-4D97-AF65-F5344CB8AC3E}">
        <p14:creationId xmlns:p14="http://schemas.microsoft.com/office/powerpoint/2010/main" val="42946328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Shape 169"/>
          <p:cNvSpPr txBox="1">
            <a:spLocks noGrp="1"/>
          </p:cNvSpPr>
          <p:nvPr>
            <p:ph type="title"/>
          </p:nvPr>
        </p:nvSpPr>
        <p:spPr>
          <a:xfrm>
            <a:off x="107504" y="260648"/>
            <a:ext cx="8884096" cy="1034752"/>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2560"/>
              <a:buFont typeface="Georgia"/>
              <a:buChar char="*"/>
            </a:pPr>
            <a:r>
              <a:rPr lang="en-AU" sz="2000" b="1" i="0" u="none" strike="noStrike" cap="none">
                <a:solidFill>
                  <a:schemeClr val="dk1"/>
                </a:solidFill>
                <a:latin typeface="Trebuchet MS"/>
                <a:ea typeface="Trebuchet MS"/>
                <a:cs typeface="Trebuchet MS"/>
                <a:sym typeface="Trebuchet MS"/>
              </a:rPr>
              <a:t>Trait theories have widespread acceptability in psychology and continue to contribute to research on personality development.</a:t>
            </a:r>
            <a:endParaRPr sz="2000" b="1" i="0" u="none" strike="noStrike" cap="none">
              <a:solidFill>
                <a:schemeClr val="dk1"/>
              </a:solidFill>
              <a:latin typeface="Trebuchet MS"/>
              <a:ea typeface="Trebuchet MS"/>
              <a:cs typeface="Trebuchet MS"/>
              <a:sym typeface="Trebuchet MS"/>
            </a:endParaRPr>
          </a:p>
        </p:txBody>
      </p:sp>
      <p:sp>
        <p:nvSpPr>
          <p:cNvPr id="170" name="Shape 170"/>
          <p:cNvSpPr txBox="1">
            <a:spLocks noGrp="1"/>
          </p:cNvSpPr>
          <p:nvPr>
            <p:ph type="body" idx="1"/>
          </p:nvPr>
        </p:nvSpPr>
        <p:spPr>
          <a:xfrm>
            <a:off x="107504" y="1554162"/>
            <a:ext cx="8884096" cy="4525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3260C"/>
              </a:buClr>
              <a:buFont typeface="Georgia"/>
              <a:buNone/>
            </a:pPr>
            <a:r>
              <a:rPr lang="en-AU" sz="2400" b="1" i="0" u="none" strike="noStrike" cap="none">
                <a:solidFill>
                  <a:srgbClr val="3F3F3F"/>
                </a:solidFill>
                <a:latin typeface="Trebuchet MS"/>
                <a:ea typeface="Trebuchet MS"/>
                <a:cs typeface="Trebuchet MS"/>
                <a:sym typeface="Trebuchet MS"/>
              </a:rPr>
              <a:t>THREE CRITICISMS OF TRAIT THEORIES:</a:t>
            </a:r>
            <a:endParaRPr sz="2400" b="1" i="0" u="none" strike="noStrike" cap="none">
              <a:solidFill>
                <a:srgbClr val="3F3F3F"/>
              </a:solidFill>
              <a:latin typeface="Trebuchet MS"/>
              <a:ea typeface="Trebuchet MS"/>
              <a:cs typeface="Trebuchet MS"/>
              <a:sym typeface="Trebuchet MS"/>
            </a:endParaRPr>
          </a:p>
          <a:p>
            <a:pPr marL="457200" marR="0" lvl="0" indent="-457200" algn="l" rtl="0">
              <a:lnSpc>
                <a:spcPct val="90000"/>
              </a:lnSpc>
              <a:spcBef>
                <a:spcPts val="780"/>
              </a:spcBef>
              <a:spcAft>
                <a:spcPts val="0"/>
              </a:spcAft>
              <a:buClr>
                <a:srgbClr val="C3260C"/>
              </a:buClr>
              <a:buSzPts val="3120"/>
              <a:buFont typeface="Trebuchet MS"/>
              <a:buAutoNum type="arabicPeriod"/>
            </a:pPr>
            <a:r>
              <a:rPr lang="en-AU" sz="2400" b="1" i="0" u="none" strike="noStrike" cap="none">
                <a:solidFill>
                  <a:srgbClr val="3F3F3F"/>
                </a:solidFill>
                <a:latin typeface="Trebuchet MS"/>
                <a:ea typeface="Trebuchet MS"/>
                <a:cs typeface="Trebuchet MS"/>
                <a:sym typeface="Trebuchet MS"/>
              </a:rPr>
              <a:t>It has been claimed that the traits identified are NOT personality BUT simply predispositions to behave in certain ways in different situations.</a:t>
            </a:r>
            <a:endParaRPr/>
          </a:p>
          <a:p>
            <a:pPr marL="457200" marR="0" lvl="0" indent="-457200" algn="l" rtl="0">
              <a:lnSpc>
                <a:spcPct val="90000"/>
              </a:lnSpc>
              <a:spcBef>
                <a:spcPts val="780"/>
              </a:spcBef>
              <a:spcAft>
                <a:spcPts val="0"/>
              </a:spcAft>
              <a:buClr>
                <a:srgbClr val="C3260C"/>
              </a:buClr>
              <a:buSzPts val="3120"/>
              <a:buFont typeface="Trebuchet MS"/>
              <a:buAutoNum type="arabicPeriod"/>
            </a:pPr>
            <a:r>
              <a:rPr lang="en-AU" sz="2400" b="1" i="0" u="none" strike="noStrike" cap="none">
                <a:solidFill>
                  <a:srgbClr val="3F3F3F"/>
                </a:solidFill>
                <a:latin typeface="Trebuchet MS"/>
                <a:ea typeface="Trebuchet MS"/>
                <a:cs typeface="Trebuchet MS"/>
                <a:sym typeface="Trebuchet MS"/>
              </a:rPr>
              <a:t>Saying that some of our personality is inherited and some the result of environmental influence does not really tell us very much about the nature and development of individual differences in personality.</a:t>
            </a:r>
            <a:endParaRPr/>
          </a:p>
          <a:p>
            <a:pPr marL="457200" marR="0" lvl="0" indent="-457200" algn="l" rtl="0">
              <a:lnSpc>
                <a:spcPct val="90000"/>
              </a:lnSpc>
              <a:spcBef>
                <a:spcPts val="780"/>
              </a:spcBef>
              <a:spcAft>
                <a:spcPts val="300"/>
              </a:spcAft>
              <a:buClr>
                <a:srgbClr val="C3260C"/>
              </a:buClr>
              <a:buSzPts val="3120"/>
              <a:buFont typeface="Trebuchet MS"/>
              <a:buAutoNum type="arabicPeriod"/>
            </a:pPr>
            <a:r>
              <a:rPr lang="en-AU" sz="2400" b="1" i="0" u="none" strike="noStrike" cap="none">
                <a:solidFill>
                  <a:srgbClr val="3F3F3F"/>
                </a:solidFill>
                <a:latin typeface="Trebuchet MS"/>
                <a:ea typeface="Trebuchet MS"/>
                <a:cs typeface="Trebuchet MS"/>
                <a:sym typeface="Trebuchet MS"/>
              </a:rPr>
              <a:t>Trait theories fail to take into account unconscious processes, beliefs and motives that may influence personality and may be useful in descriptions of development and change in personality</a:t>
            </a:r>
            <a:endParaRPr sz="2400" b="1" i="0"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anim calcmode="lin" valueType="num">
                                      <p:cBhvr additive="base">
                                        <p:cTn id="7" dur="500"/>
                                        <p:tgtEl>
                                          <p:spTgt spid="17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0">
                                            <p:txEl>
                                              <p:pRg st="1" end="1"/>
                                            </p:txEl>
                                          </p:spTgt>
                                        </p:tgtEl>
                                        <p:attrNameLst>
                                          <p:attrName>style.visibility</p:attrName>
                                        </p:attrNameLst>
                                      </p:cBhvr>
                                      <p:to>
                                        <p:strVal val="visible"/>
                                      </p:to>
                                    </p:set>
                                    <p:anim calcmode="lin" valueType="num">
                                      <p:cBhvr additive="base">
                                        <p:cTn id="12" dur="500"/>
                                        <p:tgtEl>
                                          <p:spTgt spid="17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0">
                                            <p:txEl>
                                              <p:pRg st="2" end="2"/>
                                            </p:txEl>
                                          </p:spTgt>
                                        </p:tgtEl>
                                        <p:attrNameLst>
                                          <p:attrName>style.visibility</p:attrName>
                                        </p:attrNameLst>
                                      </p:cBhvr>
                                      <p:to>
                                        <p:strVal val="visible"/>
                                      </p:to>
                                    </p:set>
                                    <p:anim calcmode="lin" valueType="num">
                                      <p:cBhvr additive="base">
                                        <p:cTn id="17" dur="500"/>
                                        <p:tgtEl>
                                          <p:spTgt spid="17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0">
                                            <p:txEl>
                                              <p:pRg st="3" end="3"/>
                                            </p:txEl>
                                          </p:spTgt>
                                        </p:tgtEl>
                                        <p:attrNameLst>
                                          <p:attrName>style.visibility</p:attrName>
                                        </p:attrNameLst>
                                      </p:cBhvr>
                                      <p:to>
                                        <p:strVal val="visible"/>
                                      </p:to>
                                    </p:set>
                                    <p:anim calcmode="lin" valueType="num">
                                      <p:cBhvr additive="base">
                                        <p:cTn id="22" dur="500"/>
                                        <p:tgtEl>
                                          <p:spTgt spid="17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Shape 259"/>
          <p:cNvSpPr txBox="1">
            <a:spLocks noGrp="1"/>
          </p:cNvSpPr>
          <p:nvPr>
            <p:ph type="title"/>
          </p:nvPr>
        </p:nvSpPr>
        <p:spPr>
          <a:xfrm>
            <a:off x="514351" y="1314451"/>
            <a:ext cx="7598569" cy="1092200"/>
          </a:xfrm>
          <a:prstGeom prst="rect">
            <a:avLst/>
          </a:prstGeom>
          <a:noFill/>
          <a:ln>
            <a:noFill/>
          </a:ln>
        </p:spPr>
        <p:txBody>
          <a:bodyPr spcFirstLastPara="1" wrap="square" lIns="68569" tIns="34275" rIns="68569" bIns="34275" anchor="ctr" anchorCtr="0">
            <a:noAutofit/>
          </a:bodyPr>
          <a:lstStyle/>
          <a:p>
            <a:r>
              <a:rPr lang="en-AU" b="1" dirty="0">
                <a:solidFill>
                  <a:schemeClr val="tx1">
                    <a:lumMod val="95000"/>
                    <a:lumOff val="5000"/>
                  </a:schemeClr>
                </a:solidFill>
              </a:rPr>
              <a:t>CRITICISMS OF THE “BIG FIVE”</a:t>
            </a:r>
            <a:endParaRPr b="1" dirty="0">
              <a:solidFill>
                <a:schemeClr val="tx1">
                  <a:lumMod val="95000"/>
                  <a:lumOff val="5000"/>
                </a:schemeClr>
              </a:solidFill>
            </a:endParaRPr>
          </a:p>
        </p:txBody>
      </p:sp>
      <p:sp>
        <p:nvSpPr>
          <p:cNvPr id="260" name="Shape 260"/>
          <p:cNvSpPr txBox="1">
            <a:spLocks noGrp="1"/>
          </p:cNvSpPr>
          <p:nvPr>
            <p:ph type="body" idx="1"/>
          </p:nvPr>
        </p:nvSpPr>
        <p:spPr>
          <a:xfrm>
            <a:off x="514351" y="2463801"/>
            <a:ext cx="7598569" cy="2736850"/>
          </a:xfrm>
          <a:prstGeom prst="rect">
            <a:avLst/>
          </a:prstGeom>
          <a:noFill/>
          <a:ln>
            <a:noFill/>
          </a:ln>
        </p:spPr>
        <p:txBody>
          <a:bodyPr spcFirstLastPara="1" wrap="square" lIns="68569" tIns="34275" rIns="68569" bIns="34275" anchor="ctr" anchorCtr="0">
            <a:noAutofit/>
          </a:bodyPr>
          <a:lstStyle/>
          <a:p>
            <a:pPr marL="214313" indent="-214313">
              <a:buSzPts val="2400"/>
              <a:buFont typeface="Noto Sans Symbols"/>
              <a:buChar char="∙"/>
            </a:pPr>
            <a:r>
              <a:rPr lang="en-AU" sz="2000" dirty="0">
                <a:solidFill>
                  <a:schemeClr val="accent1">
                    <a:lumMod val="50000"/>
                  </a:schemeClr>
                </a:solidFill>
              </a:rPr>
              <a:t>Most of the other four factors generalize across cultures and countries, but the fifth factor (openness to experience) is usually the dimension that varies </a:t>
            </a:r>
            <a:endParaRPr sz="2000" dirty="0">
              <a:solidFill>
                <a:schemeClr val="accent1">
                  <a:lumMod val="50000"/>
                </a:schemeClr>
              </a:solidFill>
            </a:endParaRPr>
          </a:p>
          <a:p>
            <a:pPr marL="214313" indent="-214313">
              <a:spcBef>
                <a:spcPts val="750"/>
              </a:spcBef>
              <a:buNone/>
            </a:pPr>
            <a:endParaRPr sz="2000" dirty="0">
              <a:solidFill>
                <a:schemeClr val="accent1">
                  <a:lumMod val="50000"/>
                </a:schemeClr>
              </a:solidFill>
            </a:endParaRPr>
          </a:p>
          <a:p>
            <a:pPr marL="214313" indent="-214313">
              <a:spcBef>
                <a:spcPts val="750"/>
              </a:spcBef>
              <a:buSzPts val="2400"/>
              <a:buFont typeface="Noto Sans Symbols"/>
              <a:buChar char="∙"/>
            </a:pPr>
            <a:r>
              <a:rPr lang="en-AU" sz="2000" dirty="0">
                <a:solidFill>
                  <a:schemeClr val="accent1">
                    <a:lumMod val="50000"/>
                  </a:schemeClr>
                </a:solidFill>
              </a:rPr>
              <a:t>In Netherlands, their ‘openness to experience’ emphasized unconventionality and rebelliousness, rather than intellect and imagination (as in ours)</a:t>
            </a:r>
            <a:endParaRPr sz="2000" dirty="0">
              <a:solidFill>
                <a:schemeClr val="accent1">
                  <a:lumMod val="50000"/>
                </a:schemeClr>
              </a:solidFill>
            </a:endParaRPr>
          </a:p>
        </p:txBody>
      </p:sp>
    </p:spTree>
    <p:extLst>
      <p:ext uri="{BB962C8B-B14F-4D97-AF65-F5344CB8AC3E}">
        <p14:creationId xmlns:p14="http://schemas.microsoft.com/office/powerpoint/2010/main" val="7960309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Shape 175"/>
          <p:cNvSpPr txBox="1">
            <a:spLocks noGrp="1"/>
          </p:cNvSpPr>
          <p:nvPr>
            <p:ph type="title"/>
          </p:nvPr>
        </p:nvSpPr>
        <p:spPr>
          <a:xfrm>
            <a:off x="1793289" y="4372168"/>
            <a:ext cx="6512511" cy="1143000"/>
          </a:xfrm>
          <a:prstGeom prst="rect">
            <a:avLst/>
          </a:prstGeom>
          <a:noFill/>
          <a:ln>
            <a:noFill/>
          </a:ln>
        </p:spPr>
        <p:txBody>
          <a:bodyPr spcFirstLastPara="1" wrap="square" lIns="91425" tIns="45700" rIns="91425" bIns="45700" anchor="t" anchorCtr="0">
            <a:noAutofit/>
          </a:bodyPr>
          <a:lstStyle/>
          <a:p>
            <a:pPr marL="320040" marR="0" lvl="0" indent="53847" algn="r" rtl="0">
              <a:spcBef>
                <a:spcPts val="0"/>
              </a:spcBef>
              <a:spcAft>
                <a:spcPts val="0"/>
              </a:spcAft>
              <a:buClr>
                <a:srgbClr val="C3260C"/>
              </a:buClr>
              <a:buSzPts val="5888"/>
              <a:buFont typeface="Georgia"/>
              <a:buNone/>
            </a:pPr>
            <a:endParaRPr sz="4600" b="1" i="0" u="none" strike="noStrike" cap="none">
              <a:solidFill>
                <a:schemeClr val="dk1"/>
              </a:solidFill>
              <a:latin typeface="Trebuchet MS"/>
              <a:ea typeface="Trebuchet MS"/>
              <a:cs typeface="Trebuchet MS"/>
              <a:sym typeface="Trebuchet MS"/>
            </a:endParaRPr>
          </a:p>
        </p:txBody>
      </p:sp>
      <p:sp>
        <p:nvSpPr>
          <p:cNvPr id="176" name="Shape 176"/>
          <p:cNvSpPr txBox="1">
            <a:spLocks noGrp="1"/>
          </p:cNvSpPr>
          <p:nvPr>
            <p:ph type="body" idx="1"/>
          </p:nvPr>
        </p:nvSpPr>
        <p:spPr>
          <a:xfrm>
            <a:off x="827584" y="476672"/>
            <a:ext cx="7416824" cy="5328592"/>
          </a:xfrm>
          <a:prstGeom prst="rect">
            <a:avLst/>
          </a:prstGeom>
          <a:noFill/>
          <a:ln>
            <a:noFill/>
          </a:ln>
        </p:spPr>
        <p:txBody>
          <a:bodyPr spcFirstLastPara="1" wrap="square" lIns="91425" tIns="45700" rIns="91425" bIns="45700" anchor="t" anchorCtr="0">
            <a:noAutofit/>
          </a:bodyPr>
          <a:lstStyle/>
          <a:p>
            <a:pPr marL="228600" marR="0" lvl="0" indent="-190500" algn="l" rtl="0">
              <a:spcBef>
                <a:spcPts val="0"/>
              </a:spcBef>
              <a:spcAft>
                <a:spcPts val="0"/>
              </a:spcAft>
              <a:buClr>
                <a:srgbClr val="C3260C"/>
              </a:buClr>
              <a:buFont typeface="Georgia"/>
              <a:buNone/>
            </a:pPr>
            <a:r>
              <a:rPr lang="en-AU" sz="2200" b="1" i="0" u="none" strike="noStrike" cap="none">
                <a:solidFill>
                  <a:schemeClr val="dk1"/>
                </a:solidFill>
                <a:latin typeface="Trebuchet MS"/>
                <a:ea typeface="Trebuchet MS"/>
                <a:cs typeface="Trebuchet MS"/>
                <a:sym typeface="Trebuchet MS"/>
              </a:rPr>
              <a:t>While McCRAE &amp; COSTA thought there were five:</a:t>
            </a:r>
            <a:endParaRPr/>
          </a:p>
          <a:p>
            <a:pPr marL="228600" marR="0" lvl="0" indent="-190500" algn="l" rtl="0">
              <a:spcBef>
                <a:spcPts val="740"/>
              </a:spcBef>
              <a:spcAft>
                <a:spcPts val="0"/>
              </a:spcAft>
              <a:buClr>
                <a:srgbClr val="C3260C"/>
              </a:buClr>
              <a:buSzPts val="2860"/>
              <a:buFont typeface="Georgia"/>
              <a:buChar char="*"/>
            </a:pPr>
            <a:r>
              <a:rPr lang="en-AU" sz="2200" b="1" i="0" u="none" strike="noStrike" cap="none">
                <a:solidFill>
                  <a:schemeClr val="dk1"/>
                </a:solidFill>
                <a:latin typeface="Trebuchet MS"/>
                <a:ea typeface="Trebuchet MS"/>
                <a:cs typeface="Trebuchet MS"/>
                <a:sym typeface="Trebuchet MS"/>
              </a:rPr>
              <a:t>EXTRAVERSION, NEUROTICISM, OPENNESS TO EXPERIENCE, AGREEABLENESS &amp; CONSCIENTIOUSNESS.</a:t>
            </a:r>
            <a:endParaRPr/>
          </a:p>
          <a:p>
            <a:pPr marL="228600" marR="0" lvl="0" indent="-190500" algn="l" rtl="0">
              <a:spcBef>
                <a:spcPts val="740"/>
              </a:spcBef>
              <a:spcAft>
                <a:spcPts val="0"/>
              </a:spcAft>
              <a:buClr>
                <a:srgbClr val="C3260C"/>
              </a:buClr>
              <a:buSzPts val="2860"/>
              <a:buFont typeface="Georgia"/>
              <a:buChar char="*"/>
            </a:pPr>
            <a:r>
              <a:rPr lang="en-AU" sz="2200" b="1" i="0" u="none" strike="noStrike" cap="none">
                <a:solidFill>
                  <a:schemeClr val="dk1"/>
                </a:solidFill>
                <a:latin typeface="Trebuchet MS"/>
                <a:ea typeface="Trebuchet MS"/>
                <a:cs typeface="Trebuchet MS"/>
                <a:sym typeface="Trebuchet MS"/>
              </a:rPr>
              <a:t>MICHAEL ASHTON added a 6</a:t>
            </a:r>
            <a:r>
              <a:rPr lang="en-AU" sz="2200" b="1" i="0" u="none" strike="noStrike" cap="none" baseline="30000">
                <a:solidFill>
                  <a:schemeClr val="dk1"/>
                </a:solidFill>
                <a:latin typeface="Trebuchet MS"/>
                <a:ea typeface="Trebuchet MS"/>
                <a:cs typeface="Trebuchet MS"/>
                <a:sym typeface="Trebuchet MS"/>
              </a:rPr>
              <a:t>th</a:t>
            </a:r>
            <a:r>
              <a:rPr lang="en-AU" sz="2200" b="1" i="0" u="none" strike="noStrike" cap="none">
                <a:solidFill>
                  <a:schemeClr val="dk1"/>
                </a:solidFill>
                <a:latin typeface="Trebuchet MS"/>
                <a:ea typeface="Trebuchet MS"/>
                <a:cs typeface="Trebuchet MS"/>
                <a:sym typeface="Trebuchet MS"/>
              </a:rPr>
              <a:t> factor: HONESTY-HUMILITY.</a:t>
            </a:r>
            <a:endParaRPr/>
          </a:p>
          <a:p>
            <a:pPr marL="228600" marR="0" lvl="0" indent="-190500" algn="l" rtl="0">
              <a:spcBef>
                <a:spcPts val="740"/>
              </a:spcBef>
              <a:spcAft>
                <a:spcPts val="300"/>
              </a:spcAft>
              <a:buClr>
                <a:srgbClr val="C3260C"/>
              </a:buClr>
              <a:buSzPts val="2860"/>
              <a:buFont typeface="Georgia"/>
              <a:buChar char="*"/>
            </a:pPr>
            <a:r>
              <a:rPr lang="en-AU" sz="2200" b="1" i="0" u="none" strike="noStrike" cap="none">
                <a:solidFill>
                  <a:schemeClr val="dk1"/>
                </a:solidFill>
                <a:latin typeface="Trebuchet MS"/>
                <a:ea typeface="Trebuchet MS"/>
                <a:cs typeface="Trebuchet MS"/>
                <a:sym typeface="Trebuchet MS"/>
              </a:rPr>
              <a:t>All trait theories claim that these “personality traits” are stable, enduring characteristics.  It is also believed that our biological make-up (Genetics) plays a major role in determining our personality. There is evidence in adoption studies that our genes do play an important role in personality development.</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6">
                                            <p:txEl>
                                              <p:pRg st="0" end="0"/>
                                            </p:txEl>
                                          </p:spTgt>
                                        </p:tgtEl>
                                        <p:attrNameLst>
                                          <p:attrName>style.visibility</p:attrName>
                                        </p:attrNameLst>
                                      </p:cBhvr>
                                      <p:to>
                                        <p:strVal val="visible"/>
                                      </p:to>
                                    </p:set>
                                    <p:anim calcmode="lin" valueType="num">
                                      <p:cBhvr additive="base">
                                        <p:cTn id="7" dur="500"/>
                                        <p:tgtEl>
                                          <p:spTgt spid="17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6">
                                            <p:txEl>
                                              <p:pRg st="1" end="1"/>
                                            </p:txEl>
                                          </p:spTgt>
                                        </p:tgtEl>
                                        <p:attrNameLst>
                                          <p:attrName>style.visibility</p:attrName>
                                        </p:attrNameLst>
                                      </p:cBhvr>
                                      <p:to>
                                        <p:strVal val="visible"/>
                                      </p:to>
                                    </p:set>
                                    <p:anim calcmode="lin" valueType="num">
                                      <p:cBhvr additive="base">
                                        <p:cTn id="12" dur="500"/>
                                        <p:tgtEl>
                                          <p:spTgt spid="17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6">
                                            <p:txEl>
                                              <p:pRg st="2" end="2"/>
                                            </p:txEl>
                                          </p:spTgt>
                                        </p:tgtEl>
                                        <p:attrNameLst>
                                          <p:attrName>style.visibility</p:attrName>
                                        </p:attrNameLst>
                                      </p:cBhvr>
                                      <p:to>
                                        <p:strVal val="visible"/>
                                      </p:to>
                                    </p:set>
                                    <p:anim calcmode="lin" valueType="num">
                                      <p:cBhvr additive="base">
                                        <p:cTn id="17" dur="500"/>
                                        <p:tgtEl>
                                          <p:spTgt spid="17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6">
                                            <p:txEl>
                                              <p:pRg st="3" end="3"/>
                                            </p:txEl>
                                          </p:spTgt>
                                        </p:tgtEl>
                                        <p:attrNameLst>
                                          <p:attrName>style.visibility</p:attrName>
                                        </p:attrNameLst>
                                      </p:cBhvr>
                                      <p:to>
                                        <p:strVal val="visible"/>
                                      </p:to>
                                    </p:set>
                                    <p:anim calcmode="lin" valueType="num">
                                      <p:cBhvr additive="base">
                                        <p:cTn id="22" dur="500"/>
                                        <p:tgtEl>
                                          <p:spTgt spid="17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Shape 241"/>
          <p:cNvSpPr txBox="1">
            <a:spLocks noGrp="1"/>
          </p:cNvSpPr>
          <p:nvPr>
            <p:ph type="title"/>
          </p:nvPr>
        </p:nvSpPr>
        <p:spPr>
          <a:xfrm>
            <a:off x="1485900" y="976313"/>
            <a:ext cx="6172200" cy="857250"/>
          </a:xfrm>
          <a:prstGeom prst="rect">
            <a:avLst/>
          </a:prstGeom>
          <a:noFill/>
          <a:ln>
            <a:noFill/>
          </a:ln>
        </p:spPr>
        <p:txBody>
          <a:bodyPr spcFirstLastPara="1" wrap="square" lIns="68569" tIns="34275" rIns="68569" bIns="34275" anchor="ctr" anchorCtr="0">
            <a:noAutofit/>
          </a:bodyPr>
          <a:lstStyle/>
          <a:p>
            <a:pPr marL="0" indent="0" algn="l">
              <a:buClr>
                <a:schemeClr val="lt1"/>
              </a:buClr>
              <a:buNone/>
            </a:pPr>
            <a:r>
              <a:rPr lang="en-AU" sz="2700" b="1" dirty="0">
                <a:solidFill>
                  <a:schemeClr val="accent1">
                    <a:lumMod val="50000"/>
                  </a:schemeClr>
                </a:solidFill>
                <a:latin typeface="Calibri"/>
                <a:ea typeface="Calibri"/>
                <a:cs typeface="Calibri"/>
                <a:sym typeface="Calibri"/>
              </a:rPr>
              <a:t>THE BIG 5 AND JOB PERFORMANCE</a:t>
            </a:r>
            <a:endParaRPr b="1" dirty="0">
              <a:solidFill>
                <a:schemeClr val="accent1">
                  <a:lumMod val="50000"/>
                </a:schemeClr>
              </a:solidFill>
            </a:endParaRPr>
          </a:p>
        </p:txBody>
      </p:sp>
      <p:sp>
        <p:nvSpPr>
          <p:cNvPr id="242" name="Shape 242"/>
          <p:cNvSpPr txBox="1">
            <a:spLocks noGrp="1"/>
          </p:cNvSpPr>
          <p:nvPr>
            <p:ph type="body" idx="1"/>
          </p:nvPr>
        </p:nvSpPr>
        <p:spPr>
          <a:xfrm>
            <a:off x="428223" y="1833562"/>
            <a:ext cx="8287555" cy="3815366"/>
          </a:xfrm>
          <a:prstGeom prst="rect">
            <a:avLst/>
          </a:prstGeom>
          <a:noFill/>
          <a:ln>
            <a:noFill/>
          </a:ln>
        </p:spPr>
        <p:txBody>
          <a:bodyPr spcFirstLastPara="1" wrap="square" lIns="68569" tIns="34275" rIns="68569" bIns="34275" anchor="ctr" anchorCtr="0">
            <a:noAutofit/>
          </a:bodyPr>
          <a:lstStyle/>
          <a:p>
            <a:pPr marL="214313" indent="-214313">
              <a:lnSpc>
                <a:spcPct val="90000"/>
              </a:lnSpc>
              <a:spcBef>
                <a:spcPts val="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Barrick, M. R., &amp; Mount, M. K. (1991). The Big Five personality dimensions and job performance: A meta-analysis. </a:t>
            </a:r>
            <a:r>
              <a:rPr lang="en-AU" sz="1800" b="1" i="1" dirty="0">
                <a:solidFill>
                  <a:schemeClr val="tx2">
                    <a:lumMod val="50000"/>
                  </a:schemeClr>
                </a:solidFill>
                <a:latin typeface="Calibri"/>
                <a:ea typeface="Calibri"/>
                <a:cs typeface="Calibri"/>
                <a:sym typeface="Calibri"/>
              </a:rPr>
              <a:t>Personnel Psychology, 44 </a:t>
            </a:r>
            <a:r>
              <a:rPr lang="en-AU" sz="1800" b="1" dirty="0">
                <a:solidFill>
                  <a:schemeClr val="tx2">
                    <a:lumMod val="50000"/>
                  </a:schemeClr>
                </a:solidFill>
                <a:latin typeface="Calibri"/>
                <a:ea typeface="Calibri"/>
                <a:cs typeface="Calibri"/>
                <a:sym typeface="Calibri"/>
              </a:rPr>
              <a:t>(1), 1-26.</a:t>
            </a:r>
            <a:endParaRPr sz="1800" b="1" dirty="0">
              <a:solidFill>
                <a:schemeClr val="tx2">
                  <a:lumMod val="50000"/>
                </a:schemeClr>
              </a:solidFill>
            </a:endParaRPr>
          </a:p>
          <a:p>
            <a:pPr marL="214313" indent="-214313">
              <a:lnSpc>
                <a:spcPct val="90000"/>
              </a:lnSpc>
              <a:spcBef>
                <a:spcPts val="750"/>
              </a:spcBef>
              <a:buClr>
                <a:schemeClr val="lt1"/>
              </a:buClr>
              <a:buNone/>
            </a:pPr>
            <a:endParaRPr sz="1800" b="1" dirty="0">
              <a:solidFill>
                <a:schemeClr val="tx2">
                  <a:lumMod val="50000"/>
                </a:schemeClr>
              </a:solidFill>
              <a:latin typeface="Calibri"/>
              <a:ea typeface="Calibri"/>
              <a:cs typeface="Calibri"/>
              <a:sym typeface="Calibri"/>
            </a:endParaRPr>
          </a:p>
          <a:p>
            <a:pPr marL="557213" lvl="1" indent="-214313">
              <a:lnSpc>
                <a:spcPct val="90000"/>
              </a:lnSpc>
              <a:spcBef>
                <a:spcPts val="75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C showed consistent relations with all job performance criteria for all occupational groups</a:t>
            </a:r>
            <a:endParaRPr sz="1800" b="1" dirty="0">
              <a:solidFill>
                <a:schemeClr val="tx2">
                  <a:lumMod val="50000"/>
                </a:schemeClr>
              </a:solidFill>
            </a:endParaRPr>
          </a:p>
          <a:p>
            <a:pPr marL="557213" lvl="1" indent="-119063">
              <a:lnSpc>
                <a:spcPct val="90000"/>
              </a:lnSpc>
              <a:spcBef>
                <a:spcPts val="750"/>
              </a:spcBef>
              <a:buClr>
                <a:schemeClr val="lt1"/>
              </a:buClr>
              <a:buSzPts val="2000"/>
              <a:buNone/>
            </a:pPr>
            <a:endParaRPr sz="1800" b="1" dirty="0">
              <a:solidFill>
                <a:schemeClr val="tx2">
                  <a:lumMod val="50000"/>
                </a:schemeClr>
              </a:solidFill>
              <a:latin typeface="Calibri"/>
              <a:ea typeface="Calibri"/>
              <a:cs typeface="Calibri"/>
              <a:sym typeface="Calibri"/>
            </a:endParaRPr>
          </a:p>
          <a:p>
            <a:pPr marL="557213" lvl="1" indent="-214313">
              <a:lnSpc>
                <a:spcPct val="90000"/>
              </a:lnSpc>
              <a:spcBef>
                <a:spcPts val="75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E predicted success in management and sales (requiring social interaction)</a:t>
            </a:r>
            <a:endParaRPr sz="1800" b="1" dirty="0">
              <a:solidFill>
                <a:schemeClr val="tx2">
                  <a:lumMod val="50000"/>
                </a:schemeClr>
              </a:solidFill>
            </a:endParaRPr>
          </a:p>
          <a:p>
            <a:pPr marL="557213" lvl="1" indent="-119063">
              <a:lnSpc>
                <a:spcPct val="90000"/>
              </a:lnSpc>
              <a:spcBef>
                <a:spcPts val="750"/>
              </a:spcBef>
              <a:buClr>
                <a:schemeClr val="lt1"/>
              </a:buClr>
              <a:buSzPts val="2000"/>
              <a:buNone/>
            </a:pPr>
            <a:endParaRPr sz="1800" b="1" dirty="0">
              <a:solidFill>
                <a:schemeClr val="tx2">
                  <a:lumMod val="50000"/>
                </a:schemeClr>
              </a:solidFill>
              <a:latin typeface="Calibri"/>
              <a:ea typeface="Calibri"/>
              <a:cs typeface="Calibri"/>
              <a:sym typeface="Calibri"/>
            </a:endParaRPr>
          </a:p>
          <a:p>
            <a:pPr marL="557213" lvl="1" indent="-214313">
              <a:lnSpc>
                <a:spcPct val="90000"/>
              </a:lnSpc>
              <a:spcBef>
                <a:spcPts val="75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O and E predicted training proficiency</a:t>
            </a:r>
            <a:endParaRPr sz="1800" b="1" dirty="0">
              <a:solidFill>
                <a:schemeClr val="tx2">
                  <a:lumMod val="50000"/>
                </a:schemeClr>
              </a:solidFill>
            </a:endParaRPr>
          </a:p>
          <a:p>
            <a:pPr marL="557213" lvl="1" indent="-119063">
              <a:lnSpc>
                <a:spcPct val="90000"/>
              </a:lnSpc>
              <a:spcBef>
                <a:spcPts val="750"/>
              </a:spcBef>
              <a:buClr>
                <a:schemeClr val="lt1"/>
              </a:buClr>
              <a:buSzPts val="2000"/>
              <a:buNone/>
            </a:pPr>
            <a:endParaRPr sz="1800" b="1" dirty="0">
              <a:solidFill>
                <a:schemeClr val="tx2">
                  <a:lumMod val="50000"/>
                </a:schemeClr>
              </a:solidFill>
              <a:latin typeface="Calibri"/>
              <a:ea typeface="Calibri"/>
              <a:cs typeface="Calibri"/>
              <a:sym typeface="Calibri"/>
            </a:endParaRPr>
          </a:p>
          <a:p>
            <a:pPr marL="557213" lvl="1" indent="-214313">
              <a:lnSpc>
                <a:spcPct val="90000"/>
              </a:lnSpc>
              <a:spcBef>
                <a:spcPts val="75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A and N predict performance when employees work in groups</a:t>
            </a:r>
            <a:endParaRPr sz="1800" b="1" dirty="0">
              <a:solidFill>
                <a:schemeClr val="tx2">
                  <a:lumMod val="50000"/>
                </a:schemeClr>
              </a:solidFill>
            </a:endParaRPr>
          </a:p>
          <a:p>
            <a:pPr marL="557213" lvl="1" indent="-214313">
              <a:lnSpc>
                <a:spcPct val="90000"/>
              </a:lnSpc>
              <a:spcBef>
                <a:spcPts val="750"/>
              </a:spcBef>
              <a:buClr>
                <a:schemeClr val="lt1"/>
              </a:buClr>
              <a:buNone/>
            </a:pPr>
            <a:endParaRPr sz="1500" dirty="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9212278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Robert S. Donovan - Creative Commons Attribution-NonCommercial License  https://www.flickr.com/photos/10687935@N04</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3539381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sean dreilinger - Creative Commons Attribution-NonCommercial-ShareAlike License  https://www.flickr.com/photos/43927576@N00</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1798219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Ranger56112 - Creative Commons Attribution-NonCommercial License  https://www.flickr.com/photos/83820802@N02</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2888545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drubuntu - Creative Commons Attribution-NonCommercial-ShareAlike License  https://www.flickr.com/photos/51980416@N03</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4090887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Shape 241"/>
          <p:cNvSpPr txBox="1">
            <a:spLocks noGrp="1"/>
          </p:cNvSpPr>
          <p:nvPr>
            <p:ph type="title"/>
          </p:nvPr>
        </p:nvSpPr>
        <p:spPr>
          <a:xfrm>
            <a:off x="1485900" y="976313"/>
            <a:ext cx="6172200" cy="857250"/>
          </a:xfrm>
          <a:prstGeom prst="rect">
            <a:avLst/>
          </a:prstGeom>
          <a:noFill/>
          <a:ln>
            <a:noFill/>
          </a:ln>
        </p:spPr>
        <p:txBody>
          <a:bodyPr spcFirstLastPara="1" wrap="square" lIns="68569" tIns="34275" rIns="68569" bIns="34275" anchor="ctr" anchorCtr="0">
            <a:noAutofit/>
          </a:bodyPr>
          <a:lstStyle/>
          <a:p>
            <a:pPr marL="0" indent="0" algn="l">
              <a:buClr>
                <a:schemeClr val="lt1"/>
              </a:buClr>
              <a:buNone/>
            </a:pPr>
            <a:r>
              <a:rPr lang="en-AU" sz="2700" b="1" dirty="0" smtClean="0">
                <a:solidFill>
                  <a:schemeClr val="accent1">
                    <a:lumMod val="50000"/>
                  </a:schemeClr>
                </a:solidFill>
                <a:latin typeface="Calibri"/>
                <a:ea typeface="Calibri"/>
                <a:cs typeface="Calibri"/>
                <a:sym typeface="Calibri"/>
              </a:rPr>
              <a:t>Vocab - Rogers</a:t>
            </a:r>
            <a:endParaRPr b="1" dirty="0">
              <a:solidFill>
                <a:schemeClr val="accent1">
                  <a:lumMod val="50000"/>
                </a:schemeClr>
              </a:solidFill>
            </a:endParaRPr>
          </a:p>
        </p:txBody>
      </p:sp>
      <p:sp>
        <p:nvSpPr>
          <p:cNvPr id="242" name="Shape 242"/>
          <p:cNvSpPr txBox="1">
            <a:spLocks noGrp="1"/>
          </p:cNvSpPr>
          <p:nvPr>
            <p:ph type="body" idx="1"/>
          </p:nvPr>
        </p:nvSpPr>
        <p:spPr>
          <a:xfrm>
            <a:off x="428223" y="1833562"/>
            <a:ext cx="8287555" cy="3815366"/>
          </a:xfrm>
          <a:prstGeom prst="rect">
            <a:avLst/>
          </a:prstGeom>
          <a:noFill/>
          <a:ln>
            <a:noFill/>
          </a:ln>
        </p:spPr>
        <p:txBody>
          <a:bodyPr spcFirstLastPara="1" wrap="square" lIns="68569" tIns="34275" rIns="68569" bIns="34275" anchor="ctr" anchorCtr="0">
            <a:noAutofit/>
          </a:bodyPr>
          <a:lstStyle/>
          <a:p>
            <a:pPr marL="0" indent="0">
              <a:lnSpc>
                <a:spcPct val="90000"/>
              </a:lnSpc>
              <a:spcBef>
                <a:spcPts val="0"/>
              </a:spcBef>
              <a:buClr>
                <a:schemeClr val="lt1"/>
              </a:buClr>
              <a:buSzPts val="2000"/>
              <a:buNone/>
            </a:pPr>
            <a:r>
              <a:rPr lang="en-AU" sz="2400" b="1" dirty="0" smtClean="0">
                <a:solidFill>
                  <a:schemeClr val="tx1"/>
                </a:solidFill>
                <a:latin typeface="Calibri"/>
                <a:ea typeface="Calibri"/>
                <a:cs typeface="Calibri"/>
                <a:sym typeface="Calibri"/>
              </a:rPr>
              <a:t>People help us grow by providing us genuineness, acceptance and empathy</a:t>
            </a:r>
          </a:p>
          <a:p>
            <a:pPr marL="0" indent="0">
              <a:lnSpc>
                <a:spcPct val="90000"/>
              </a:lnSpc>
              <a:spcBef>
                <a:spcPts val="0"/>
              </a:spcBef>
              <a:buClr>
                <a:schemeClr val="lt1"/>
              </a:buClr>
              <a:buSzPts val="2000"/>
              <a:buNone/>
            </a:pPr>
            <a:endParaRPr lang="en-AU" sz="2400" b="1" dirty="0" smtClean="0">
              <a:solidFill>
                <a:schemeClr val="tx1"/>
              </a:solidFill>
              <a:latin typeface="Calibri"/>
              <a:ea typeface="Calibri"/>
              <a:cs typeface="Calibri"/>
              <a:sym typeface="Calibri"/>
            </a:endParaRPr>
          </a:p>
          <a:p>
            <a:pPr marL="0" indent="0">
              <a:lnSpc>
                <a:spcPct val="90000"/>
              </a:lnSpc>
              <a:spcBef>
                <a:spcPts val="0"/>
              </a:spcBef>
              <a:buClr>
                <a:schemeClr val="lt1"/>
              </a:buClr>
              <a:buSzPts val="2000"/>
              <a:buNone/>
            </a:pPr>
            <a:r>
              <a:rPr lang="en-AU" sz="2400" b="1" dirty="0" smtClean="0">
                <a:solidFill>
                  <a:schemeClr val="tx1"/>
                </a:solidFill>
                <a:latin typeface="Calibri"/>
                <a:ea typeface="Calibri"/>
                <a:cs typeface="Calibri"/>
                <a:sym typeface="Calibri"/>
              </a:rPr>
              <a:t>‘Unconditional positive regard’ – when somebody accepts you as you are, with all your shortcomings</a:t>
            </a:r>
          </a:p>
          <a:p>
            <a:pPr marL="0" indent="0">
              <a:lnSpc>
                <a:spcPct val="90000"/>
              </a:lnSpc>
              <a:spcBef>
                <a:spcPts val="0"/>
              </a:spcBef>
              <a:buClr>
                <a:schemeClr val="lt1"/>
              </a:buClr>
              <a:buSzPts val="2000"/>
              <a:buNone/>
            </a:pPr>
            <a:endParaRPr lang="en-AU" sz="2400" b="1" dirty="0" smtClean="0">
              <a:solidFill>
                <a:schemeClr val="tx1"/>
              </a:solidFill>
              <a:latin typeface="Calibri"/>
              <a:ea typeface="Calibri"/>
              <a:cs typeface="Calibri"/>
              <a:sym typeface="Calibri"/>
            </a:endParaRPr>
          </a:p>
          <a:p>
            <a:pPr marL="0" indent="0">
              <a:lnSpc>
                <a:spcPct val="90000"/>
              </a:lnSpc>
              <a:spcBef>
                <a:spcPts val="0"/>
              </a:spcBef>
              <a:buClr>
                <a:schemeClr val="lt1"/>
              </a:buClr>
              <a:buSzPts val="2000"/>
              <a:buNone/>
            </a:pPr>
            <a:r>
              <a:rPr lang="en-AU" sz="2400" b="1" dirty="0" smtClean="0">
                <a:solidFill>
                  <a:schemeClr val="tx1"/>
                </a:solidFill>
                <a:latin typeface="Calibri"/>
                <a:cs typeface="Calibri"/>
                <a:sym typeface="Calibri"/>
              </a:rPr>
              <a:t>‘well-adjusted personality’ – results from a match between our ideal and true self</a:t>
            </a:r>
          </a:p>
          <a:p>
            <a:pPr marL="0" indent="0">
              <a:lnSpc>
                <a:spcPct val="90000"/>
              </a:lnSpc>
              <a:spcBef>
                <a:spcPts val="0"/>
              </a:spcBef>
              <a:buClr>
                <a:schemeClr val="lt1"/>
              </a:buClr>
              <a:buSzPts val="2000"/>
              <a:buNone/>
            </a:pPr>
            <a:endParaRPr lang="en-AU" sz="2400" b="1" dirty="0">
              <a:solidFill>
                <a:schemeClr val="tx1"/>
              </a:solidFill>
              <a:latin typeface="Calibri"/>
              <a:cs typeface="Calibri"/>
              <a:sym typeface="Calibri"/>
            </a:endParaRPr>
          </a:p>
          <a:p>
            <a:pPr marL="0" indent="0">
              <a:lnSpc>
                <a:spcPct val="90000"/>
              </a:lnSpc>
              <a:spcBef>
                <a:spcPts val="0"/>
              </a:spcBef>
              <a:buClr>
                <a:schemeClr val="lt1"/>
              </a:buClr>
              <a:buSzPts val="2000"/>
              <a:buNone/>
            </a:pPr>
            <a:r>
              <a:rPr lang="en-AU" sz="2400" b="1" dirty="0" smtClean="0">
                <a:solidFill>
                  <a:schemeClr val="tx1"/>
                </a:solidFill>
                <a:latin typeface="Calibri"/>
                <a:cs typeface="Calibri"/>
                <a:sym typeface="Calibri"/>
              </a:rPr>
              <a:t>Q-sort test: stacks of cards with statements, match ideal to true self</a:t>
            </a:r>
            <a:endParaRPr sz="2400" b="1" dirty="0">
              <a:solidFill>
                <a:schemeClr val="tx1"/>
              </a:solidFill>
            </a:endParaRPr>
          </a:p>
          <a:p>
            <a:pPr marL="557213" lvl="1" indent="-214313">
              <a:lnSpc>
                <a:spcPct val="90000"/>
              </a:lnSpc>
              <a:spcBef>
                <a:spcPts val="750"/>
              </a:spcBef>
              <a:buClr>
                <a:schemeClr val="lt1"/>
              </a:buClr>
              <a:buNone/>
            </a:pPr>
            <a:endParaRPr sz="1500" dirty="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277213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Luc Galoppin - Creative Commons Attribution License  https://www.flickr.com/photos/7572628@N03</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1549337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bachmont - Creative Commons Attribution License  https://www.flickr.com/photos/8845870@N07</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25840669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Damon | Photography - Creative Commons Attribution-NonCommercial-ShareAlike License  https://www.flickr.com/photos/9906699@N07</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972102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cesarharada.com - Creative Commons Attribution-NonCommercial-ShareAlike License  https://www.flickr.com/photos/27703797@N06</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3843311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Geraint Rowland Photography - Creative Commons Attribution-NonCommercial License  https://www.flickr.com/photos/33909206@N04</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305421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wilgengebroed - Creative Commons Attribution-NonCommercial License  https://www.flickr.com/photos/82655797@N00</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5254635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GotCredit - Creative Commons Attribution License  https://www.flickr.com/photos/30576334@N05</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447200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Shape 181"/>
          <p:cNvSpPr txBox="1">
            <a:spLocks noGrp="1"/>
          </p:cNvSpPr>
          <p:nvPr>
            <p:ph type="title"/>
          </p:nvPr>
        </p:nvSpPr>
        <p:spPr>
          <a:xfrm>
            <a:off x="304800" y="188640"/>
            <a:ext cx="8686800" cy="1080120"/>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072"/>
              <a:buFont typeface="Georgia"/>
              <a:buChar char="*"/>
            </a:pPr>
            <a:r>
              <a:rPr lang="en-AU" sz="2400" b="1" i="0" u="none" strike="noStrike" cap="none">
                <a:solidFill>
                  <a:schemeClr val="dk1"/>
                </a:solidFill>
                <a:latin typeface="Trebuchet MS"/>
                <a:ea typeface="Trebuchet MS"/>
                <a:cs typeface="Trebuchet MS"/>
                <a:sym typeface="Trebuchet MS"/>
              </a:rPr>
              <a:t>Humanistic psychology has been influential in psychotherapy, education, parenting and business.</a:t>
            </a:r>
            <a:endParaRPr sz="2400" b="1" i="0" u="none" strike="noStrike" cap="none">
              <a:solidFill>
                <a:schemeClr val="dk1"/>
              </a:solidFill>
              <a:latin typeface="Trebuchet MS"/>
              <a:ea typeface="Trebuchet MS"/>
              <a:cs typeface="Trebuchet MS"/>
              <a:sym typeface="Trebuchet MS"/>
            </a:endParaRPr>
          </a:p>
        </p:txBody>
      </p:sp>
      <p:sp>
        <p:nvSpPr>
          <p:cNvPr id="182" name="Shape 182"/>
          <p:cNvSpPr txBox="1">
            <a:spLocks noGrp="1"/>
          </p:cNvSpPr>
          <p:nvPr>
            <p:ph type="body" idx="1"/>
          </p:nvPr>
        </p:nvSpPr>
        <p:spPr>
          <a:xfrm>
            <a:off x="179512" y="1484784"/>
            <a:ext cx="8640960" cy="45953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3260C"/>
              </a:buClr>
              <a:buFont typeface="Georgia"/>
              <a:buNone/>
            </a:pPr>
            <a:r>
              <a:rPr lang="en-AU" sz="2200" b="1" i="0" u="none" strike="noStrike" cap="none">
                <a:solidFill>
                  <a:srgbClr val="3F3F3F"/>
                </a:solidFill>
                <a:latin typeface="Trebuchet MS"/>
                <a:ea typeface="Trebuchet MS"/>
                <a:cs typeface="Trebuchet MS"/>
                <a:sym typeface="Trebuchet MS"/>
              </a:rPr>
              <a:t>It has been criticised on two points:</a:t>
            </a:r>
            <a:endParaRPr/>
          </a:p>
          <a:p>
            <a:pPr marL="514350" marR="0" lvl="0" indent="-514350" algn="l" rtl="0">
              <a:spcBef>
                <a:spcPts val="740"/>
              </a:spcBef>
              <a:spcAft>
                <a:spcPts val="0"/>
              </a:spcAft>
              <a:buClr>
                <a:srgbClr val="C3260C"/>
              </a:buClr>
              <a:buSzPts val="2860"/>
              <a:buFont typeface="Trebuchet MS"/>
              <a:buAutoNum type="arabicPeriod"/>
            </a:pPr>
            <a:r>
              <a:rPr lang="en-AU" sz="2200" b="1" i="0" u="none" strike="noStrike" cap="none">
                <a:solidFill>
                  <a:srgbClr val="3F3F3F"/>
                </a:solidFill>
                <a:latin typeface="Trebuchet MS"/>
                <a:ea typeface="Trebuchet MS"/>
                <a:cs typeface="Trebuchet MS"/>
                <a:sym typeface="Trebuchet MS"/>
              </a:rPr>
              <a:t>Humanistic theories are hard to test scientifically; they are based on clinical observation (cases) or philosophical assumptions rather than empirical research. Concepts like the </a:t>
            </a:r>
            <a:r>
              <a:rPr lang="en-AU" sz="2200" b="1" i="1" u="none" strike="noStrike" cap="none">
                <a:solidFill>
                  <a:srgbClr val="3F3F3F"/>
                </a:solidFill>
                <a:latin typeface="Trebuchet MS"/>
                <a:ea typeface="Trebuchet MS"/>
                <a:cs typeface="Trebuchet MS"/>
                <a:sym typeface="Trebuchet MS"/>
              </a:rPr>
              <a:t>‘actualising tendency’ </a:t>
            </a:r>
            <a:r>
              <a:rPr lang="en-AU" sz="2200" b="1" i="0" u="none" strike="noStrike" cap="none">
                <a:solidFill>
                  <a:srgbClr val="3F3F3F"/>
                </a:solidFill>
                <a:latin typeface="Trebuchet MS"/>
                <a:ea typeface="Trebuchet MS"/>
                <a:cs typeface="Trebuchet MS"/>
                <a:sym typeface="Trebuchet MS"/>
              </a:rPr>
              <a:t>and </a:t>
            </a:r>
            <a:r>
              <a:rPr lang="en-AU" sz="2200" b="1" i="1" u="none" strike="noStrike" cap="none">
                <a:solidFill>
                  <a:srgbClr val="3F3F3F"/>
                </a:solidFill>
                <a:latin typeface="Trebuchet MS"/>
                <a:ea typeface="Trebuchet MS"/>
                <a:cs typeface="Trebuchet MS"/>
                <a:sym typeface="Trebuchet MS"/>
              </a:rPr>
              <a:t>‘positive regard’ </a:t>
            </a:r>
            <a:r>
              <a:rPr lang="en-AU" sz="2200" b="1" i="0" u="none" strike="noStrike" cap="none">
                <a:solidFill>
                  <a:srgbClr val="3F3F3F"/>
                </a:solidFill>
                <a:latin typeface="Trebuchet MS"/>
                <a:ea typeface="Trebuchet MS"/>
                <a:cs typeface="Trebuchet MS"/>
                <a:sym typeface="Trebuchet MS"/>
              </a:rPr>
              <a:t>are difficult to observe, measure and study objectively.</a:t>
            </a:r>
            <a:endParaRPr/>
          </a:p>
          <a:p>
            <a:pPr marL="514350" marR="0" lvl="0" indent="-514350" algn="l" rtl="0">
              <a:spcBef>
                <a:spcPts val="740"/>
              </a:spcBef>
              <a:spcAft>
                <a:spcPts val="0"/>
              </a:spcAft>
              <a:buClr>
                <a:srgbClr val="C3260C"/>
              </a:buClr>
              <a:buSzPts val="2860"/>
              <a:buFont typeface="Trebuchet MS"/>
              <a:buAutoNum type="arabicPeriod"/>
            </a:pPr>
            <a:r>
              <a:rPr lang="en-AU" sz="2200" b="1" i="0" u="none" strike="noStrike" cap="none">
                <a:solidFill>
                  <a:srgbClr val="3F3F3F"/>
                </a:solidFill>
                <a:latin typeface="Trebuchet MS"/>
                <a:ea typeface="Trebuchet MS"/>
                <a:cs typeface="Trebuchet MS"/>
                <a:sym typeface="Trebuchet MS"/>
              </a:rPr>
              <a:t>The fundamental basic premise that humans are inherently good may be too optimistic or naïve.</a:t>
            </a:r>
            <a:endParaRPr/>
          </a:p>
          <a:p>
            <a:pPr marL="514350" marR="0" lvl="0" indent="-332740" algn="l" rtl="0">
              <a:spcBef>
                <a:spcPts val="740"/>
              </a:spcBef>
              <a:spcAft>
                <a:spcPts val="300"/>
              </a:spcAft>
              <a:buClr>
                <a:srgbClr val="C3260C"/>
              </a:buClr>
              <a:buSzPts val="2860"/>
              <a:buFont typeface="Trebuchet MS"/>
              <a:buNone/>
            </a:pPr>
            <a:endParaRPr sz="2200" b="1" i="0"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Shape 187"/>
          <p:cNvSpPr txBox="1">
            <a:spLocks noGrp="1"/>
          </p:cNvSpPr>
          <p:nvPr>
            <p:ph type="title"/>
          </p:nvPr>
        </p:nvSpPr>
        <p:spPr>
          <a:xfrm>
            <a:off x="0" y="260648"/>
            <a:ext cx="8991600" cy="648072"/>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584"/>
              <a:buFont typeface="Georgia"/>
              <a:buChar char="*"/>
            </a:pPr>
            <a:r>
              <a:rPr lang="en-AU" sz="2800" b="1" i="0" u="sng" strike="noStrike" cap="none">
                <a:solidFill>
                  <a:schemeClr val="dk1"/>
                </a:solidFill>
                <a:latin typeface="Trebuchet MS"/>
                <a:ea typeface="Trebuchet MS"/>
                <a:cs typeface="Trebuchet MS"/>
                <a:sym typeface="Trebuchet MS"/>
              </a:rPr>
              <a:t>HUMANISTIC THEORIES: </a:t>
            </a:r>
            <a:br>
              <a:rPr lang="en-AU" sz="2800" b="1" i="0" u="sng" strike="noStrike" cap="none">
                <a:solidFill>
                  <a:schemeClr val="dk1"/>
                </a:solidFill>
                <a:latin typeface="Trebuchet MS"/>
                <a:ea typeface="Trebuchet MS"/>
                <a:cs typeface="Trebuchet MS"/>
                <a:sym typeface="Trebuchet MS"/>
              </a:rPr>
            </a:br>
            <a:r>
              <a:rPr lang="en-AU" sz="2400" b="1" i="0" u="sng" strike="noStrike" cap="none">
                <a:solidFill>
                  <a:schemeClr val="dk1"/>
                </a:solidFill>
                <a:latin typeface="Trebuchet MS"/>
                <a:ea typeface="Trebuchet MS"/>
                <a:cs typeface="Trebuchet MS"/>
                <a:sym typeface="Trebuchet MS"/>
              </a:rPr>
              <a:t>Focused on healthy personalities</a:t>
            </a:r>
            <a:endParaRPr sz="2400" b="1" i="0" u="sng" strike="noStrike" cap="none">
              <a:solidFill>
                <a:schemeClr val="dk1"/>
              </a:solidFill>
              <a:latin typeface="Trebuchet MS"/>
              <a:ea typeface="Trebuchet MS"/>
              <a:cs typeface="Trebuchet MS"/>
              <a:sym typeface="Trebuchet MS"/>
            </a:endParaRPr>
          </a:p>
        </p:txBody>
      </p:sp>
      <p:sp>
        <p:nvSpPr>
          <p:cNvPr id="188" name="Shape 188"/>
          <p:cNvSpPr txBox="1">
            <a:spLocks noGrp="1"/>
          </p:cNvSpPr>
          <p:nvPr>
            <p:ph type="body" idx="1"/>
          </p:nvPr>
        </p:nvSpPr>
        <p:spPr>
          <a:xfrm>
            <a:off x="304800" y="1268760"/>
            <a:ext cx="8686800" cy="4811365"/>
          </a:xfrm>
          <a:prstGeom prst="rect">
            <a:avLst/>
          </a:prstGeom>
          <a:noFill/>
          <a:ln>
            <a:noFill/>
          </a:ln>
        </p:spPr>
        <p:txBody>
          <a:bodyPr spcFirstLastPara="1" wrap="square" lIns="91425" tIns="45700" rIns="91425" bIns="45700" anchor="t" anchorCtr="0">
            <a:noAutofit/>
          </a:bodyPr>
          <a:lstStyle/>
          <a:p>
            <a:pPr marL="228600" marR="0" lvl="0" indent="-190500" algn="l" rtl="0">
              <a:spcBef>
                <a:spcPts val="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They regarded people as </a:t>
            </a:r>
            <a:r>
              <a:rPr lang="en-AU" sz="2200" b="1" i="0" u="none" strike="noStrike" cap="none">
                <a:solidFill>
                  <a:schemeClr val="dk1"/>
                </a:solidFill>
                <a:latin typeface="Trebuchet MS"/>
                <a:ea typeface="Trebuchet MS"/>
                <a:cs typeface="Trebuchet MS"/>
                <a:sym typeface="Trebuchet MS"/>
              </a:rPr>
              <a:t>inherently good </a:t>
            </a:r>
            <a:r>
              <a:rPr lang="en-AU" sz="2200" b="0" i="0" u="none" strike="noStrike" cap="none">
                <a:solidFill>
                  <a:schemeClr val="dk1"/>
                </a:solidFill>
                <a:latin typeface="Trebuchet MS"/>
                <a:ea typeface="Trebuchet MS"/>
                <a:cs typeface="Trebuchet MS"/>
                <a:sym typeface="Trebuchet MS"/>
              </a:rPr>
              <a:t>and based this on the belief that </a:t>
            </a:r>
            <a:r>
              <a:rPr lang="en-AU" sz="2200" b="1" i="1" u="none" strike="noStrike" cap="none">
                <a:solidFill>
                  <a:schemeClr val="dk1"/>
                </a:solidFill>
                <a:latin typeface="Trebuchet MS"/>
                <a:ea typeface="Trebuchet MS"/>
                <a:cs typeface="Trebuchet MS"/>
                <a:sym typeface="Trebuchet MS"/>
              </a:rPr>
              <a:t>people grow psychologically from within </a:t>
            </a:r>
            <a:r>
              <a:rPr lang="en-AU" sz="2200" b="0" i="0" u="none" strike="noStrike" cap="none">
                <a:solidFill>
                  <a:schemeClr val="dk1"/>
                </a:solidFill>
                <a:latin typeface="Trebuchet MS"/>
                <a:ea typeface="Trebuchet MS"/>
                <a:cs typeface="Trebuchet MS"/>
                <a:sym typeface="Trebuchet MS"/>
              </a:rPr>
              <a:t>and are motivated to do so.</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The main criticism is that t</a:t>
            </a:r>
            <a:r>
              <a:rPr lang="en-AU" sz="2200" b="0" i="0" u="none" strike="noStrike" cap="none">
                <a:solidFill>
                  <a:srgbClr val="3F3F3F"/>
                </a:solidFill>
                <a:latin typeface="Trebuchet MS"/>
                <a:ea typeface="Trebuchet MS"/>
                <a:cs typeface="Trebuchet MS"/>
                <a:sym typeface="Trebuchet MS"/>
              </a:rPr>
              <a:t>he Theory as a whole </a:t>
            </a:r>
            <a:r>
              <a:rPr lang="en-AU" sz="2200" b="1" i="1" u="none" strike="noStrike" cap="none">
                <a:solidFill>
                  <a:srgbClr val="3F3F3F"/>
                </a:solidFill>
                <a:latin typeface="Trebuchet MS"/>
                <a:ea typeface="Trebuchet MS"/>
                <a:cs typeface="Trebuchet MS"/>
                <a:sym typeface="Trebuchet MS"/>
              </a:rPr>
              <a:t>cannot be tested.</a:t>
            </a:r>
            <a:r>
              <a:rPr lang="en-AU" sz="2200" b="1" i="1" u="none" strike="noStrike" cap="none">
                <a:solidFill>
                  <a:schemeClr val="dk1"/>
                </a:solidFill>
                <a:latin typeface="Trebuchet MS"/>
                <a:ea typeface="Trebuchet MS"/>
                <a:cs typeface="Trebuchet MS"/>
                <a:sym typeface="Trebuchet MS"/>
              </a:rPr>
              <a:t> (open to dispute)</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 </a:t>
            </a:r>
            <a:r>
              <a:rPr lang="en-AU" sz="2200" b="1" i="0" u="none" strike="noStrike" cap="none">
                <a:solidFill>
                  <a:schemeClr val="dk1"/>
                </a:solidFill>
                <a:latin typeface="Trebuchet MS"/>
                <a:ea typeface="Trebuchet MS"/>
                <a:cs typeface="Trebuchet MS"/>
                <a:sym typeface="Trebuchet MS"/>
              </a:rPr>
              <a:t>Not all </a:t>
            </a:r>
            <a:r>
              <a:rPr lang="en-AU" sz="2200" b="0" i="0" u="none" strike="noStrike" cap="none">
                <a:solidFill>
                  <a:schemeClr val="dk1"/>
                </a:solidFill>
                <a:latin typeface="Trebuchet MS"/>
                <a:ea typeface="Trebuchet MS"/>
                <a:cs typeface="Trebuchet MS"/>
                <a:sym typeface="Trebuchet MS"/>
              </a:rPr>
              <a:t>will </a:t>
            </a:r>
            <a:r>
              <a:rPr lang="en-AU" sz="2200" b="1" i="1" u="none" strike="noStrike" cap="none">
                <a:solidFill>
                  <a:schemeClr val="dk1"/>
                </a:solidFill>
                <a:latin typeface="Trebuchet MS"/>
                <a:ea typeface="Trebuchet MS"/>
                <a:cs typeface="Trebuchet MS"/>
                <a:sym typeface="Trebuchet MS"/>
              </a:rPr>
              <a:t>agree</a:t>
            </a:r>
            <a:r>
              <a:rPr lang="en-AU" sz="2200" b="0" i="0" u="none" strike="noStrike" cap="none">
                <a:solidFill>
                  <a:srgbClr val="3F3F3F"/>
                </a:solidFill>
                <a:latin typeface="Trebuchet MS"/>
                <a:ea typeface="Trebuchet MS"/>
                <a:cs typeface="Trebuchet MS"/>
                <a:sym typeface="Trebuchet MS"/>
              </a:rPr>
              <a:t> that people are motivated by a need for personal growth and are striving to achieve their potential.</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Also a major concern is the </a:t>
            </a:r>
            <a:r>
              <a:rPr lang="en-AU" sz="2200" b="1" i="0" u="none" strike="noStrike" cap="none">
                <a:solidFill>
                  <a:srgbClr val="3F3F3F"/>
                </a:solidFill>
                <a:latin typeface="Trebuchet MS"/>
                <a:ea typeface="Trebuchet MS"/>
                <a:cs typeface="Trebuchet MS"/>
                <a:sym typeface="Trebuchet MS"/>
              </a:rPr>
              <a:t>vagueness of concepts</a:t>
            </a:r>
            <a:r>
              <a:rPr lang="en-AU" sz="2200" b="0" i="0" u="none" strike="noStrike" cap="none">
                <a:solidFill>
                  <a:srgbClr val="3F3F3F"/>
                </a:solidFill>
                <a:latin typeface="Trebuchet MS"/>
                <a:ea typeface="Trebuchet MS"/>
                <a:cs typeface="Trebuchet MS"/>
                <a:sym typeface="Trebuchet MS"/>
              </a:rPr>
              <a:t> such as “self-actualisation.’ </a:t>
            </a:r>
            <a:r>
              <a:rPr lang="en-AU" sz="2200" b="1" i="0" u="none" strike="noStrike" cap="none">
                <a:solidFill>
                  <a:srgbClr val="3F3F3F"/>
                </a:solidFill>
                <a:latin typeface="Trebuchet MS"/>
                <a:ea typeface="Trebuchet MS"/>
                <a:cs typeface="Trebuchet MS"/>
                <a:sym typeface="Trebuchet MS"/>
              </a:rPr>
              <a:t>Vague concepts are very difficult to investigate scientifically </a:t>
            </a:r>
            <a:endParaRPr/>
          </a:p>
          <a:p>
            <a:pPr marL="228600" marR="0" lvl="0" indent="-8890" algn="l" rtl="0">
              <a:spcBef>
                <a:spcPts val="740"/>
              </a:spcBef>
              <a:spcAft>
                <a:spcPts val="300"/>
              </a:spcAft>
              <a:buClr>
                <a:srgbClr val="C3260C"/>
              </a:buClr>
              <a:buSzPts val="2860"/>
              <a:buFont typeface="Georgia"/>
              <a:buNone/>
            </a:pPr>
            <a:endParaRPr sz="2200" b="0" i="0"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8">
                                            <p:txEl>
                                              <p:pRg st="0" end="0"/>
                                            </p:txEl>
                                          </p:spTgt>
                                        </p:tgtEl>
                                        <p:attrNameLst>
                                          <p:attrName>style.visibility</p:attrName>
                                        </p:attrNameLst>
                                      </p:cBhvr>
                                      <p:to>
                                        <p:strVal val="visible"/>
                                      </p:to>
                                    </p:set>
                                    <p:anim calcmode="lin" valueType="num">
                                      <p:cBhvr additive="base">
                                        <p:cTn id="7" dur="500"/>
                                        <p:tgtEl>
                                          <p:spTgt spid="18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88">
                                            <p:txEl>
                                              <p:pRg st="1" end="1"/>
                                            </p:txEl>
                                          </p:spTgt>
                                        </p:tgtEl>
                                        <p:attrNameLst>
                                          <p:attrName>style.visibility</p:attrName>
                                        </p:attrNameLst>
                                      </p:cBhvr>
                                      <p:to>
                                        <p:strVal val="visible"/>
                                      </p:to>
                                    </p:set>
                                    <p:anim calcmode="lin" valueType="num">
                                      <p:cBhvr additive="base">
                                        <p:cTn id="12" dur="500"/>
                                        <p:tgtEl>
                                          <p:spTgt spid="18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8">
                                            <p:txEl>
                                              <p:pRg st="2" end="2"/>
                                            </p:txEl>
                                          </p:spTgt>
                                        </p:tgtEl>
                                        <p:attrNameLst>
                                          <p:attrName>style.visibility</p:attrName>
                                        </p:attrNameLst>
                                      </p:cBhvr>
                                      <p:to>
                                        <p:strVal val="visible"/>
                                      </p:to>
                                    </p:set>
                                    <p:anim calcmode="lin" valueType="num">
                                      <p:cBhvr additive="base">
                                        <p:cTn id="17" dur="500"/>
                                        <p:tgtEl>
                                          <p:spTgt spid="18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88">
                                            <p:txEl>
                                              <p:pRg st="3" end="3"/>
                                            </p:txEl>
                                          </p:spTgt>
                                        </p:tgtEl>
                                        <p:attrNameLst>
                                          <p:attrName>style.visibility</p:attrName>
                                        </p:attrNameLst>
                                      </p:cBhvr>
                                      <p:to>
                                        <p:strVal val="visible"/>
                                      </p:to>
                                    </p:set>
                                    <p:anim calcmode="lin" valueType="num">
                                      <p:cBhvr additive="base">
                                        <p:cTn id="22" dur="500"/>
                                        <p:tgtEl>
                                          <p:spTgt spid="18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88">
                                            <p:txEl>
                                              <p:pRg st="4" end="4"/>
                                            </p:txEl>
                                          </p:spTgt>
                                        </p:tgtEl>
                                        <p:attrNameLst>
                                          <p:attrName>style.visibility</p:attrName>
                                        </p:attrNameLst>
                                      </p:cBhvr>
                                      <p:to>
                                        <p:strVal val="visible"/>
                                      </p:to>
                                    </p:set>
                                    <p:anim calcmode="lin" valueType="num">
                                      <p:cBhvr additive="base">
                                        <p:cTn id="27" dur="500"/>
                                        <p:tgtEl>
                                          <p:spTgt spid="18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Shape 193"/>
          <p:cNvSpPr txBox="1">
            <a:spLocks noGrp="1"/>
          </p:cNvSpPr>
          <p:nvPr>
            <p:ph type="title"/>
          </p:nvPr>
        </p:nvSpPr>
        <p:spPr>
          <a:xfrm>
            <a:off x="251520" y="332656"/>
            <a:ext cx="8496943" cy="1152128"/>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4608"/>
              <a:buFont typeface="Georgia"/>
              <a:buChar char="*"/>
            </a:pPr>
            <a:r>
              <a:rPr lang="en-AU" sz="3600" b="1" i="0" u="none" strike="noStrike" cap="none">
                <a:solidFill>
                  <a:schemeClr val="dk1"/>
                </a:solidFill>
                <a:latin typeface="Trebuchet MS"/>
                <a:ea typeface="Trebuchet MS"/>
                <a:cs typeface="Trebuchet MS"/>
                <a:sym typeface="Trebuchet MS"/>
              </a:rPr>
              <a:t>Other criticisms of Maslow’s theory:</a:t>
            </a:r>
            <a:endParaRPr sz="3600" b="1" i="0" u="none" strike="noStrike" cap="none">
              <a:solidFill>
                <a:schemeClr val="dk1"/>
              </a:solidFill>
              <a:latin typeface="Trebuchet MS"/>
              <a:ea typeface="Trebuchet MS"/>
              <a:cs typeface="Trebuchet MS"/>
              <a:sym typeface="Trebuchet MS"/>
            </a:endParaRPr>
          </a:p>
        </p:txBody>
      </p:sp>
      <p:sp>
        <p:nvSpPr>
          <p:cNvPr id="194" name="Shape 194"/>
          <p:cNvSpPr txBox="1">
            <a:spLocks noGrp="1"/>
          </p:cNvSpPr>
          <p:nvPr>
            <p:ph type="body" idx="1"/>
          </p:nvPr>
        </p:nvSpPr>
        <p:spPr>
          <a:xfrm>
            <a:off x="467544" y="1700808"/>
            <a:ext cx="7920880" cy="3888432"/>
          </a:xfrm>
          <a:prstGeom prst="rect">
            <a:avLst/>
          </a:prstGeom>
          <a:noFill/>
          <a:ln>
            <a:noFill/>
          </a:ln>
        </p:spPr>
        <p:txBody>
          <a:bodyPr spcFirstLastPara="1" wrap="square" lIns="91425" tIns="45700" rIns="91425" bIns="45700" anchor="t" anchorCtr="0">
            <a:noAutofit/>
          </a:bodyPr>
          <a:lstStyle/>
          <a:p>
            <a:pPr marL="228600" marR="0" lvl="0" indent="-190500" algn="l" rtl="0">
              <a:spcBef>
                <a:spcPts val="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Critics suggested that his descriptions of characteristics of a self-actualised person </a:t>
            </a:r>
            <a:r>
              <a:rPr lang="en-AU" sz="2200" b="1" i="1" u="none" strike="noStrike" cap="none">
                <a:solidFill>
                  <a:srgbClr val="3F3F3F"/>
                </a:solidFill>
                <a:latin typeface="Trebuchet MS"/>
                <a:ea typeface="Trebuchet MS"/>
                <a:cs typeface="Trebuchet MS"/>
                <a:sym typeface="Trebuchet MS"/>
              </a:rPr>
              <a:t>were simply a list of HIS OWN values of persons studied. (Subjective viewpoint)</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Critics also said that his theories are </a:t>
            </a:r>
            <a:r>
              <a:rPr lang="en-AU" sz="2200" b="1" i="0" u="none" strike="noStrike" cap="none">
                <a:solidFill>
                  <a:srgbClr val="3F3F3F"/>
                </a:solidFill>
                <a:latin typeface="Trebuchet MS"/>
                <a:ea typeface="Trebuchet MS"/>
                <a:cs typeface="Trebuchet MS"/>
                <a:sym typeface="Trebuchet MS"/>
              </a:rPr>
              <a:t>overly optimistic</a:t>
            </a:r>
            <a:r>
              <a:rPr lang="en-AU" sz="2200" b="0" i="0" u="none" strike="noStrike" cap="none">
                <a:solidFill>
                  <a:srgbClr val="3F3F3F"/>
                </a:solidFill>
                <a:latin typeface="Trebuchet MS"/>
                <a:ea typeface="Trebuchet MS"/>
                <a:cs typeface="Trebuchet MS"/>
                <a:sym typeface="Trebuchet MS"/>
              </a:rPr>
              <a:t> and </a:t>
            </a:r>
            <a:r>
              <a:rPr lang="en-AU" sz="2200" b="1" i="1" u="none" strike="noStrike" cap="none">
                <a:solidFill>
                  <a:srgbClr val="3F3F3F"/>
                </a:solidFill>
                <a:latin typeface="Trebuchet MS"/>
                <a:ea typeface="Trebuchet MS"/>
                <a:cs typeface="Trebuchet MS"/>
                <a:sym typeface="Trebuchet MS"/>
              </a:rPr>
              <a:t>fail to take into account the human capacity for evil.</a:t>
            </a:r>
            <a:endParaRPr/>
          </a:p>
          <a:p>
            <a:pPr marL="228600" marR="0" lvl="0" indent="-190500" algn="l" rtl="0">
              <a:spcBef>
                <a:spcPts val="740"/>
              </a:spcBef>
              <a:spcAft>
                <a:spcPts val="300"/>
              </a:spcAft>
              <a:buClr>
                <a:srgbClr val="C3260C"/>
              </a:buClr>
              <a:buSzPts val="2860"/>
              <a:buFont typeface="Georgia"/>
              <a:buChar char="*"/>
            </a:pPr>
            <a:r>
              <a:rPr lang="en-AU" sz="2200" b="1" i="1" u="none" strike="noStrike" cap="none">
                <a:solidFill>
                  <a:srgbClr val="3F3F3F"/>
                </a:solidFill>
                <a:latin typeface="Trebuchet MS"/>
                <a:ea typeface="Trebuchet MS"/>
                <a:cs typeface="Trebuchet MS"/>
                <a:sym typeface="Trebuchet MS"/>
              </a:rPr>
              <a:t>We need to acknowledge BOTH good and evil in the world if we are to be realistic.</a:t>
            </a:r>
            <a:endParaRPr sz="2200" b="1" i="1"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
                                            <p:txEl>
                                              <p:pRg st="0" end="0"/>
                                            </p:txEl>
                                          </p:spTgt>
                                        </p:tgtEl>
                                        <p:attrNameLst>
                                          <p:attrName>style.visibility</p:attrName>
                                        </p:attrNameLst>
                                      </p:cBhvr>
                                      <p:to>
                                        <p:strVal val="visible"/>
                                      </p:to>
                                    </p:set>
                                    <p:anim calcmode="lin" valueType="num">
                                      <p:cBhvr additive="base">
                                        <p:cTn id="7" dur="500"/>
                                        <p:tgtEl>
                                          <p:spTgt spid="1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94">
                                            <p:txEl>
                                              <p:pRg st="1" end="1"/>
                                            </p:txEl>
                                          </p:spTgt>
                                        </p:tgtEl>
                                        <p:attrNameLst>
                                          <p:attrName>style.visibility</p:attrName>
                                        </p:attrNameLst>
                                      </p:cBhvr>
                                      <p:to>
                                        <p:strVal val="visible"/>
                                      </p:to>
                                    </p:set>
                                    <p:anim calcmode="lin" valueType="num">
                                      <p:cBhvr additive="base">
                                        <p:cTn id="12" dur="500"/>
                                        <p:tgtEl>
                                          <p:spTgt spid="19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4">
                                            <p:txEl>
                                              <p:pRg st="2" end="2"/>
                                            </p:txEl>
                                          </p:spTgt>
                                        </p:tgtEl>
                                        <p:attrNameLst>
                                          <p:attrName>style.visibility</p:attrName>
                                        </p:attrNameLst>
                                      </p:cBhvr>
                                      <p:to>
                                        <p:strVal val="visible"/>
                                      </p:to>
                                    </p:set>
                                    <p:anim calcmode="lin" valueType="num">
                                      <p:cBhvr additive="base">
                                        <p:cTn id="17" dur="500"/>
                                        <p:tgtEl>
                                          <p:spTgt spid="19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Shape 199"/>
          <p:cNvSpPr txBox="1">
            <a:spLocks noGrp="1"/>
          </p:cNvSpPr>
          <p:nvPr>
            <p:ph type="title"/>
          </p:nvPr>
        </p:nvSpPr>
        <p:spPr>
          <a:xfrm>
            <a:off x="304800" y="476672"/>
            <a:ext cx="8686800" cy="1080120"/>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072"/>
              <a:buFont typeface="Georgia"/>
              <a:buChar char="*"/>
            </a:pPr>
            <a:r>
              <a:rPr lang="en-AU" sz="2400" b="1" i="0" u="none" strike="noStrike" cap="none">
                <a:solidFill>
                  <a:schemeClr val="dk1"/>
                </a:solidFill>
                <a:latin typeface="Trebuchet MS"/>
                <a:ea typeface="Trebuchet MS"/>
                <a:cs typeface="Trebuchet MS"/>
                <a:sym typeface="Trebuchet MS"/>
              </a:rPr>
              <a:t>CONSISTENCY IN PERSONALITY:</a:t>
            </a:r>
            <a:br>
              <a:rPr lang="en-AU" sz="2400" b="1" i="0" u="none" strike="noStrike" cap="none">
                <a:solidFill>
                  <a:schemeClr val="dk1"/>
                </a:solidFill>
                <a:latin typeface="Trebuchet MS"/>
                <a:ea typeface="Trebuchet MS"/>
                <a:cs typeface="Trebuchet MS"/>
                <a:sym typeface="Trebuchet MS"/>
              </a:rPr>
            </a:br>
            <a:r>
              <a:rPr lang="en-AU" sz="2400" b="1" i="0" u="none" strike="noStrike" cap="none">
                <a:solidFill>
                  <a:schemeClr val="dk1"/>
                </a:solidFill>
                <a:latin typeface="Trebuchet MS"/>
                <a:ea typeface="Trebuchet MS"/>
                <a:cs typeface="Trebuchet MS"/>
                <a:sym typeface="Trebuchet MS"/>
              </a:rPr>
              <a:t>CONTINUITY IN PERSONALITY OVER TIME:</a:t>
            </a:r>
            <a:endParaRPr sz="2400" b="1" i="0" u="none" strike="noStrike" cap="none">
              <a:solidFill>
                <a:schemeClr val="dk1"/>
              </a:solidFill>
              <a:latin typeface="Trebuchet MS"/>
              <a:ea typeface="Trebuchet MS"/>
              <a:cs typeface="Trebuchet MS"/>
              <a:sym typeface="Trebuchet MS"/>
            </a:endParaRPr>
          </a:p>
        </p:txBody>
      </p:sp>
      <p:sp>
        <p:nvSpPr>
          <p:cNvPr id="200" name="Shape 200"/>
          <p:cNvSpPr txBox="1">
            <a:spLocks noGrp="1"/>
          </p:cNvSpPr>
          <p:nvPr>
            <p:ph type="body" idx="1"/>
          </p:nvPr>
        </p:nvSpPr>
        <p:spPr>
          <a:xfrm>
            <a:off x="251520" y="1412776"/>
            <a:ext cx="8424936" cy="4320480"/>
          </a:xfrm>
          <a:prstGeom prst="rect">
            <a:avLst/>
          </a:prstGeom>
          <a:noFill/>
          <a:ln>
            <a:noFill/>
          </a:ln>
        </p:spPr>
        <p:txBody>
          <a:bodyPr spcFirstLastPara="1" wrap="square" lIns="91425" tIns="45700" rIns="91425" bIns="45700" anchor="t" anchorCtr="0">
            <a:noAutofit/>
          </a:bodyPr>
          <a:lstStyle/>
          <a:p>
            <a:pPr marL="228600" marR="0" lvl="0" indent="-190500" algn="l" rtl="0">
              <a:spcBef>
                <a:spcPts val="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There is considerable research evidence to indicate that </a:t>
            </a:r>
            <a:r>
              <a:rPr lang="en-AU" sz="2200" b="1" i="0" u="none" strike="noStrike" cap="none">
                <a:solidFill>
                  <a:schemeClr val="dk1"/>
                </a:solidFill>
                <a:latin typeface="Trebuchet MS"/>
                <a:ea typeface="Trebuchet MS"/>
                <a:cs typeface="Trebuchet MS"/>
                <a:sym typeface="Trebuchet MS"/>
              </a:rPr>
              <a:t>once adulthood is reached personality is largely stable</a:t>
            </a:r>
            <a:r>
              <a:rPr lang="en-AU" sz="2200" b="0" i="0" u="none" strike="noStrike" cap="none">
                <a:solidFill>
                  <a:schemeClr val="dk1"/>
                </a:solidFill>
                <a:latin typeface="Trebuchet MS"/>
                <a:ea typeface="Trebuchet MS"/>
                <a:cs typeface="Trebuchet MS"/>
                <a:sym typeface="Trebuchet MS"/>
              </a:rPr>
              <a:t>, BUT the specific age at which personality stabilises is </a:t>
            </a:r>
            <a:r>
              <a:rPr lang="en-AU" sz="2200" b="1" i="0" u="none" strike="noStrike" cap="none">
                <a:solidFill>
                  <a:schemeClr val="dk1"/>
                </a:solidFill>
                <a:latin typeface="Trebuchet MS"/>
                <a:ea typeface="Trebuchet MS"/>
                <a:cs typeface="Trebuchet MS"/>
                <a:sym typeface="Trebuchet MS"/>
              </a:rPr>
              <a:t>varied.</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Studies indicate that </a:t>
            </a:r>
            <a:r>
              <a:rPr lang="en-AU" sz="2200" b="1" i="0" u="none" strike="noStrike" cap="none">
                <a:solidFill>
                  <a:schemeClr val="dk1"/>
                </a:solidFill>
                <a:latin typeface="Trebuchet MS"/>
                <a:ea typeface="Trebuchet MS"/>
                <a:cs typeface="Trebuchet MS"/>
                <a:sym typeface="Trebuchet MS"/>
              </a:rPr>
              <a:t>adolescents</a:t>
            </a:r>
            <a:r>
              <a:rPr lang="en-AU" sz="2200" b="0" i="0" u="none" strike="noStrike" cap="none">
                <a:solidFill>
                  <a:schemeClr val="dk1"/>
                </a:solidFill>
                <a:latin typeface="Trebuchet MS"/>
                <a:ea typeface="Trebuchet MS"/>
                <a:cs typeface="Trebuchet MS"/>
                <a:sym typeface="Trebuchet MS"/>
              </a:rPr>
              <a:t> are </a:t>
            </a:r>
            <a:r>
              <a:rPr lang="en-AU" sz="2200" b="1" i="1" u="none" strike="noStrike" cap="none">
                <a:solidFill>
                  <a:schemeClr val="dk1"/>
                </a:solidFill>
                <a:latin typeface="Trebuchet MS"/>
                <a:ea typeface="Trebuchet MS"/>
                <a:cs typeface="Trebuchet MS"/>
                <a:sym typeface="Trebuchet MS"/>
              </a:rPr>
              <a:t>very similar </a:t>
            </a:r>
            <a:r>
              <a:rPr lang="en-AU" sz="2200" b="1" i="0" u="none" strike="noStrike" cap="none">
                <a:solidFill>
                  <a:schemeClr val="dk1"/>
                </a:solidFill>
                <a:latin typeface="Trebuchet MS"/>
                <a:ea typeface="Trebuchet MS"/>
                <a:cs typeface="Trebuchet MS"/>
                <a:sym typeface="Trebuchet MS"/>
              </a:rPr>
              <a:t>to young adults in the stability of their personality traits </a:t>
            </a:r>
            <a:r>
              <a:rPr lang="en-AU" sz="2200" b="0" i="0" u="none" strike="noStrike" cap="none">
                <a:solidFill>
                  <a:schemeClr val="dk1"/>
                </a:solidFill>
                <a:latin typeface="Trebuchet MS"/>
                <a:ea typeface="Trebuchet MS"/>
                <a:cs typeface="Trebuchet MS"/>
                <a:sym typeface="Trebuchet MS"/>
              </a:rPr>
              <a:t>at individual level. </a:t>
            </a:r>
            <a:endParaRPr sz="2200" b="0" i="0" u="none" strike="noStrike" cap="none">
              <a:solidFill>
                <a:schemeClr val="dk1"/>
              </a:solidFill>
              <a:latin typeface="Trebuchet MS"/>
              <a:ea typeface="Trebuchet MS"/>
              <a:cs typeface="Trebuchet MS"/>
              <a:sym typeface="Trebuchet MS"/>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They also found that by the age of 16 the adolescents had reached the </a:t>
            </a:r>
            <a:r>
              <a:rPr lang="en-AU" sz="2200" b="1" i="1" u="none" strike="noStrike" cap="none">
                <a:solidFill>
                  <a:schemeClr val="dk1"/>
                </a:solidFill>
                <a:latin typeface="Trebuchet MS"/>
                <a:ea typeface="Trebuchet MS"/>
                <a:cs typeface="Trebuchet MS"/>
                <a:sym typeface="Trebuchet MS"/>
              </a:rPr>
              <a:t>rank-order stability  </a:t>
            </a:r>
            <a:r>
              <a:rPr lang="en-AU" sz="2200" b="0" i="0" u="none" strike="noStrike" cap="none">
                <a:solidFill>
                  <a:schemeClr val="dk1"/>
                </a:solidFill>
                <a:latin typeface="Trebuchet MS"/>
                <a:ea typeface="Trebuchet MS"/>
                <a:cs typeface="Trebuchet MS"/>
                <a:sym typeface="Trebuchet MS"/>
              </a:rPr>
              <a:t>typical of young adults.</a:t>
            </a:r>
            <a:r>
              <a:rPr lang="en-AU" sz="2200" b="0" i="0" u="none" strike="noStrike" cap="none">
                <a:solidFill>
                  <a:srgbClr val="3F3F3F"/>
                </a:solidFill>
                <a:latin typeface="Trebuchet MS"/>
                <a:ea typeface="Trebuchet MS"/>
                <a:cs typeface="Trebuchet MS"/>
                <a:sym typeface="Trebuchet MS"/>
              </a:rPr>
              <a:t> </a:t>
            </a:r>
            <a:endParaRPr sz="2200" b="0" i="0" u="none" strike="noStrike" cap="none">
              <a:solidFill>
                <a:srgbClr val="3F3F3F"/>
              </a:solidFill>
              <a:latin typeface="Trebuchet MS"/>
              <a:ea typeface="Trebuchet MS"/>
              <a:cs typeface="Trebuchet MS"/>
              <a:sym typeface="Trebuchet MS"/>
            </a:endParaRPr>
          </a:p>
          <a:p>
            <a:pPr marL="228600" marR="0" lvl="0" indent="-190500" algn="l" rtl="0">
              <a:spcBef>
                <a:spcPts val="700"/>
              </a:spcBef>
              <a:spcAft>
                <a:spcPts val="300"/>
              </a:spcAft>
              <a:buClr>
                <a:srgbClr val="C3260C"/>
              </a:buClr>
              <a:buSzPts val="2600"/>
              <a:buFont typeface="Georgia"/>
              <a:buChar char="*"/>
            </a:pPr>
            <a:r>
              <a:rPr lang="en-AU" sz="2000" b="1" i="0" u="none" strike="noStrike" cap="none">
                <a:solidFill>
                  <a:srgbClr val="3F3F3F"/>
                </a:solidFill>
                <a:latin typeface="Trebuchet MS"/>
                <a:ea typeface="Trebuchet MS"/>
                <a:cs typeface="Trebuchet MS"/>
                <a:sym typeface="Trebuchet MS"/>
              </a:rPr>
              <a:t>Rank Order of stability </a:t>
            </a:r>
            <a:r>
              <a:rPr lang="en-AU" sz="2000" b="0" i="0" u="none" strike="noStrike" cap="none">
                <a:solidFill>
                  <a:srgbClr val="3F3F3F"/>
                </a:solidFill>
                <a:latin typeface="Trebuchet MS"/>
                <a:ea typeface="Trebuchet MS"/>
                <a:cs typeface="Trebuchet MS"/>
                <a:sym typeface="Trebuchet MS"/>
              </a:rPr>
              <a:t>– stability in personality relative to all others in the population, keeping their individual ranking in a group (measurement of introversion in relation to others)</a:t>
            </a:r>
            <a:endParaRPr sz="2000" b="0" i="0" u="none" strike="noStrike" cap="none">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0">
                                            <p:txEl>
                                              <p:pRg st="0" end="0"/>
                                            </p:txEl>
                                          </p:spTgt>
                                        </p:tgtEl>
                                        <p:attrNameLst>
                                          <p:attrName>style.visibility</p:attrName>
                                        </p:attrNameLst>
                                      </p:cBhvr>
                                      <p:to>
                                        <p:strVal val="visible"/>
                                      </p:to>
                                    </p:set>
                                    <p:anim calcmode="lin" valueType="num">
                                      <p:cBhvr additive="base">
                                        <p:cTn id="7" dur="500"/>
                                        <p:tgtEl>
                                          <p:spTgt spid="20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0">
                                            <p:txEl>
                                              <p:pRg st="1" end="1"/>
                                            </p:txEl>
                                          </p:spTgt>
                                        </p:tgtEl>
                                        <p:attrNameLst>
                                          <p:attrName>style.visibility</p:attrName>
                                        </p:attrNameLst>
                                      </p:cBhvr>
                                      <p:to>
                                        <p:strVal val="visible"/>
                                      </p:to>
                                    </p:set>
                                    <p:anim calcmode="lin" valueType="num">
                                      <p:cBhvr additive="base">
                                        <p:cTn id="12" dur="500"/>
                                        <p:tgtEl>
                                          <p:spTgt spid="20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0">
                                            <p:txEl>
                                              <p:pRg st="2" end="2"/>
                                            </p:txEl>
                                          </p:spTgt>
                                        </p:tgtEl>
                                        <p:attrNameLst>
                                          <p:attrName>style.visibility</p:attrName>
                                        </p:attrNameLst>
                                      </p:cBhvr>
                                      <p:to>
                                        <p:strVal val="visible"/>
                                      </p:to>
                                    </p:set>
                                    <p:anim calcmode="lin" valueType="num">
                                      <p:cBhvr additive="base">
                                        <p:cTn id="17" dur="500"/>
                                        <p:tgtEl>
                                          <p:spTgt spid="20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00">
                                            <p:txEl>
                                              <p:pRg st="3" end="3"/>
                                            </p:txEl>
                                          </p:spTgt>
                                        </p:tgtEl>
                                        <p:attrNameLst>
                                          <p:attrName>style.visibility</p:attrName>
                                        </p:attrNameLst>
                                      </p:cBhvr>
                                      <p:to>
                                        <p:strVal val="visible"/>
                                      </p:to>
                                    </p:set>
                                    <p:anim calcmode="lin" valueType="num">
                                      <p:cBhvr additive="base">
                                        <p:cTn id="22" dur="500"/>
                                        <p:tgtEl>
                                          <p:spTgt spid="20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539553" y="116632"/>
            <a:ext cx="7766248" cy="1008112"/>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584"/>
              <a:buFont typeface="Georgia"/>
              <a:buChar char="*"/>
            </a:pPr>
            <a:r>
              <a:rPr lang="en-AU" sz="2800" b="1" i="0" u="none" strike="noStrike" cap="none">
                <a:solidFill>
                  <a:schemeClr val="dk1"/>
                </a:solidFill>
                <a:latin typeface="Trebuchet MS"/>
                <a:ea typeface="Trebuchet MS"/>
                <a:cs typeface="Trebuchet MS"/>
                <a:sym typeface="Trebuchet MS"/>
              </a:rPr>
              <a:t>CONSISTENCY OF PERSONALITY ACROSS SITUATIONS.</a:t>
            </a:r>
            <a:endParaRPr sz="2800" b="1" i="0" u="none" strike="noStrike" cap="none">
              <a:solidFill>
                <a:schemeClr val="dk1"/>
              </a:solidFill>
              <a:latin typeface="Trebuchet MS"/>
              <a:ea typeface="Trebuchet MS"/>
              <a:cs typeface="Trebuchet MS"/>
              <a:sym typeface="Trebuchet MS"/>
            </a:endParaRPr>
          </a:p>
        </p:txBody>
      </p:sp>
      <p:sp>
        <p:nvSpPr>
          <p:cNvPr id="206" name="Shape 206"/>
          <p:cNvSpPr txBox="1">
            <a:spLocks noGrp="1"/>
          </p:cNvSpPr>
          <p:nvPr>
            <p:ph type="body" idx="1"/>
          </p:nvPr>
        </p:nvSpPr>
        <p:spPr>
          <a:xfrm>
            <a:off x="251520" y="1412776"/>
            <a:ext cx="8352928" cy="3960440"/>
          </a:xfrm>
          <a:prstGeom prst="rect">
            <a:avLst/>
          </a:prstGeom>
          <a:noFill/>
          <a:ln>
            <a:noFill/>
          </a:ln>
        </p:spPr>
        <p:txBody>
          <a:bodyPr spcFirstLastPara="1" wrap="square" lIns="91425" tIns="45700" rIns="91425" bIns="45700" anchor="t" anchorCtr="0">
            <a:noAutofit/>
          </a:bodyPr>
          <a:lstStyle/>
          <a:p>
            <a:pPr marL="228600" marR="0" lvl="0" indent="-190499" algn="l" rtl="0">
              <a:spcBef>
                <a:spcPts val="0"/>
              </a:spcBef>
              <a:spcAft>
                <a:spcPts val="0"/>
              </a:spcAft>
              <a:buClr>
                <a:srgbClr val="C3260C"/>
              </a:buClr>
              <a:buSzPts val="2665"/>
              <a:buFont typeface="Georgia"/>
              <a:buChar char="*"/>
            </a:pPr>
            <a:r>
              <a:rPr lang="en-AU" sz="2050" b="0" i="0" u="none" strike="noStrike" cap="none" dirty="0">
                <a:solidFill>
                  <a:schemeClr val="dk1"/>
                </a:solidFill>
                <a:latin typeface="Trebuchet MS"/>
                <a:ea typeface="Trebuchet MS"/>
                <a:cs typeface="Trebuchet MS"/>
                <a:sym typeface="Trebuchet MS"/>
              </a:rPr>
              <a:t>If we </a:t>
            </a:r>
            <a:r>
              <a:rPr lang="en-AU" sz="2050" b="1" i="1" u="none" strike="noStrike" cap="none" dirty="0">
                <a:solidFill>
                  <a:schemeClr val="dk1"/>
                </a:solidFill>
                <a:latin typeface="Trebuchet MS"/>
                <a:ea typeface="Trebuchet MS"/>
                <a:cs typeface="Trebuchet MS"/>
                <a:sym typeface="Trebuchet MS"/>
              </a:rPr>
              <a:t>consistently</a:t>
            </a:r>
            <a:r>
              <a:rPr lang="en-AU" sz="2050" b="0" i="0" u="none" strike="noStrike" cap="none" dirty="0">
                <a:solidFill>
                  <a:schemeClr val="dk1"/>
                </a:solidFill>
                <a:latin typeface="Trebuchet MS"/>
                <a:ea typeface="Trebuchet MS"/>
                <a:cs typeface="Trebuchet MS"/>
                <a:sym typeface="Trebuchet MS"/>
              </a:rPr>
              <a:t> report our personality in such a way that we score high on </a:t>
            </a:r>
            <a:r>
              <a:rPr lang="en-AU" sz="2050" b="1" i="0" u="none" strike="noStrike" cap="none" dirty="0">
                <a:solidFill>
                  <a:schemeClr val="dk1"/>
                </a:solidFill>
                <a:latin typeface="Trebuchet MS"/>
                <a:ea typeface="Trebuchet MS"/>
                <a:cs typeface="Trebuchet MS"/>
                <a:sym typeface="Trebuchet MS"/>
              </a:rPr>
              <a:t>conscientiousness &amp; agreeableness,</a:t>
            </a:r>
            <a:r>
              <a:rPr lang="en-AU" sz="2050" b="0" i="0" u="none" strike="noStrike" cap="none" dirty="0">
                <a:solidFill>
                  <a:schemeClr val="dk1"/>
                </a:solidFill>
                <a:latin typeface="Trebuchet MS"/>
                <a:ea typeface="Trebuchet MS"/>
                <a:cs typeface="Trebuchet MS"/>
                <a:sym typeface="Trebuchet MS"/>
              </a:rPr>
              <a:t> does this mean that we will behave in a cheerful and helpful way </a:t>
            </a:r>
            <a:r>
              <a:rPr lang="en-AU" sz="2050" b="1" i="1" u="none" strike="noStrike" cap="none" dirty="0">
                <a:solidFill>
                  <a:schemeClr val="dk1"/>
                </a:solidFill>
                <a:latin typeface="Trebuchet MS"/>
                <a:ea typeface="Trebuchet MS"/>
                <a:cs typeface="Trebuchet MS"/>
                <a:sym typeface="Trebuchet MS"/>
              </a:rPr>
              <a:t>regardless</a:t>
            </a:r>
            <a:r>
              <a:rPr lang="en-AU" sz="2050" b="0" i="0" u="none" strike="noStrike" cap="none" dirty="0">
                <a:solidFill>
                  <a:schemeClr val="dk1"/>
                </a:solidFill>
                <a:latin typeface="Trebuchet MS"/>
                <a:ea typeface="Trebuchet MS"/>
                <a:cs typeface="Trebuchet MS"/>
                <a:sym typeface="Trebuchet MS"/>
              </a:rPr>
              <a:t> of the task we are doing or the </a:t>
            </a:r>
            <a:r>
              <a:rPr lang="en-AU" sz="2050" b="1" i="1" u="none" strike="noStrike" cap="none" dirty="0">
                <a:solidFill>
                  <a:schemeClr val="dk1"/>
                </a:solidFill>
                <a:latin typeface="Trebuchet MS"/>
                <a:ea typeface="Trebuchet MS"/>
                <a:cs typeface="Trebuchet MS"/>
                <a:sym typeface="Trebuchet MS"/>
              </a:rPr>
              <a:t>company</a:t>
            </a:r>
            <a:r>
              <a:rPr lang="en-AU" sz="2050" b="0" i="0" u="none" strike="noStrike" cap="none" dirty="0">
                <a:solidFill>
                  <a:schemeClr val="dk1"/>
                </a:solidFill>
                <a:latin typeface="Trebuchet MS"/>
                <a:ea typeface="Trebuchet MS"/>
                <a:cs typeface="Trebuchet MS"/>
                <a:sym typeface="Trebuchet MS"/>
              </a:rPr>
              <a:t> we are in???  </a:t>
            </a:r>
            <a:endParaRPr dirty="0"/>
          </a:p>
          <a:p>
            <a:pPr marL="228600" marR="0" lvl="0" indent="-190499" algn="l" rtl="0">
              <a:spcBef>
                <a:spcPts val="710"/>
              </a:spcBef>
              <a:spcAft>
                <a:spcPts val="0"/>
              </a:spcAft>
              <a:buClr>
                <a:srgbClr val="C3260C"/>
              </a:buClr>
              <a:buSzPts val="2665"/>
              <a:buFont typeface="Georgia"/>
              <a:buChar char="*"/>
            </a:pPr>
            <a:r>
              <a:rPr lang="en-AU" sz="2050" b="0" i="0" u="none" strike="noStrike" cap="none" dirty="0">
                <a:solidFill>
                  <a:schemeClr val="dk1"/>
                </a:solidFill>
                <a:latin typeface="Trebuchet MS"/>
                <a:ea typeface="Trebuchet MS"/>
                <a:cs typeface="Trebuchet MS"/>
                <a:sym typeface="Trebuchet MS"/>
              </a:rPr>
              <a:t>Research indicates that this is </a:t>
            </a:r>
            <a:r>
              <a:rPr lang="en-AU" sz="2050" b="1" i="0" u="none" strike="noStrike" cap="none" dirty="0">
                <a:solidFill>
                  <a:schemeClr val="dk1"/>
                </a:solidFill>
                <a:latin typeface="Trebuchet MS"/>
                <a:ea typeface="Trebuchet MS"/>
                <a:cs typeface="Trebuchet MS"/>
                <a:sym typeface="Trebuchet MS"/>
              </a:rPr>
              <a:t>NOT</a:t>
            </a:r>
            <a:r>
              <a:rPr lang="en-AU" sz="2050" b="0" i="0" u="none" strike="noStrike" cap="none" dirty="0">
                <a:solidFill>
                  <a:schemeClr val="dk1"/>
                </a:solidFill>
                <a:latin typeface="Trebuchet MS"/>
                <a:ea typeface="Trebuchet MS"/>
                <a:cs typeface="Trebuchet MS"/>
                <a:sym typeface="Trebuchet MS"/>
              </a:rPr>
              <a:t> necessarily the case. </a:t>
            </a:r>
            <a:endParaRPr dirty="0"/>
          </a:p>
          <a:p>
            <a:pPr marL="228600" marR="0" lvl="0" indent="-190499" algn="l" rtl="0">
              <a:spcBef>
                <a:spcPts val="710"/>
              </a:spcBef>
              <a:spcAft>
                <a:spcPts val="0"/>
              </a:spcAft>
              <a:buClr>
                <a:srgbClr val="C3260C"/>
              </a:buClr>
              <a:buSzPts val="2665"/>
              <a:buFont typeface="Georgia"/>
              <a:buChar char="*"/>
            </a:pPr>
            <a:r>
              <a:rPr lang="en-AU" sz="2050" b="0" i="0" u="none" strike="noStrike" cap="none" dirty="0">
                <a:solidFill>
                  <a:schemeClr val="dk1"/>
                </a:solidFill>
                <a:latin typeface="Trebuchet MS"/>
                <a:ea typeface="Trebuchet MS"/>
                <a:cs typeface="Trebuchet MS"/>
                <a:sym typeface="Trebuchet MS"/>
              </a:rPr>
              <a:t>Walter </a:t>
            </a:r>
            <a:r>
              <a:rPr lang="en-AU" sz="2050" b="0" i="0" u="none" strike="noStrike" cap="none" dirty="0" err="1">
                <a:solidFill>
                  <a:schemeClr val="dk1"/>
                </a:solidFill>
                <a:latin typeface="Trebuchet MS"/>
                <a:ea typeface="Trebuchet MS"/>
                <a:cs typeface="Trebuchet MS"/>
                <a:sym typeface="Trebuchet MS"/>
              </a:rPr>
              <a:t>Mischel</a:t>
            </a:r>
            <a:r>
              <a:rPr lang="en-AU" sz="2050" b="0" i="0" u="none" strike="noStrike" cap="none" dirty="0">
                <a:solidFill>
                  <a:schemeClr val="dk1"/>
                </a:solidFill>
                <a:latin typeface="Trebuchet MS"/>
                <a:ea typeface="Trebuchet MS"/>
                <a:cs typeface="Trebuchet MS"/>
                <a:sym typeface="Trebuchet MS"/>
              </a:rPr>
              <a:t> (1984) found that conscientiousness in college students could </a:t>
            </a:r>
            <a:r>
              <a:rPr lang="en-AU" sz="2050" b="1" i="1" u="none" strike="noStrike" cap="none" dirty="0">
                <a:solidFill>
                  <a:schemeClr val="dk1"/>
                </a:solidFill>
                <a:latin typeface="Trebuchet MS"/>
                <a:ea typeface="Trebuchet MS"/>
                <a:cs typeface="Trebuchet MS"/>
                <a:sym typeface="Trebuchet MS"/>
              </a:rPr>
              <a:t>ONLY be predicted with a moderate degree of success.</a:t>
            </a:r>
            <a:r>
              <a:rPr lang="en-AU" sz="2050" b="0" i="0" u="none" strike="noStrike" cap="none" dirty="0">
                <a:solidFill>
                  <a:schemeClr val="dk1"/>
                </a:solidFill>
                <a:latin typeface="Trebuchet MS"/>
                <a:ea typeface="Trebuchet MS"/>
                <a:cs typeface="Trebuchet MS"/>
                <a:sym typeface="Trebuchet MS"/>
              </a:rPr>
              <a:t>  He found that scores on personality tests only </a:t>
            </a:r>
            <a:r>
              <a:rPr lang="en-AU" sz="2050" b="1" i="1" u="none" strike="noStrike" cap="none" dirty="0">
                <a:solidFill>
                  <a:schemeClr val="dk1"/>
                </a:solidFill>
                <a:latin typeface="Trebuchet MS"/>
                <a:ea typeface="Trebuchet MS"/>
                <a:cs typeface="Trebuchet MS"/>
                <a:sym typeface="Trebuchet MS"/>
              </a:rPr>
              <a:t>mildly predicted behaviour.  </a:t>
            </a:r>
            <a:r>
              <a:rPr lang="en-AU" sz="2050" b="0" i="0" u="none" strike="noStrike" cap="none" dirty="0">
                <a:solidFill>
                  <a:schemeClr val="dk1"/>
                </a:solidFill>
                <a:latin typeface="Trebuchet MS"/>
                <a:ea typeface="Trebuchet MS"/>
                <a:cs typeface="Trebuchet MS"/>
                <a:sym typeface="Trebuchet MS"/>
              </a:rPr>
              <a:t>It is unfair to expect personality traits to predict behaviour on </a:t>
            </a:r>
            <a:r>
              <a:rPr lang="en-AU" sz="2050" b="1" i="0" u="none" strike="noStrike" cap="none" dirty="0">
                <a:solidFill>
                  <a:schemeClr val="dk1"/>
                </a:solidFill>
                <a:latin typeface="Trebuchet MS"/>
                <a:ea typeface="Trebuchet MS"/>
                <a:cs typeface="Trebuchet MS"/>
                <a:sym typeface="Trebuchet MS"/>
              </a:rPr>
              <a:t>every specific occasion as other factors do come into play.     (read </a:t>
            </a:r>
            <a:r>
              <a:rPr lang="en-AU" sz="2050" b="1" i="0" u="none" strike="noStrike" cap="none" dirty="0" smtClean="0">
                <a:solidFill>
                  <a:schemeClr val="dk1"/>
                </a:solidFill>
                <a:latin typeface="Trebuchet MS"/>
                <a:ea typeface="Trebuchet MS"/>
                <a:cs typeface="Trebuchet MS"/>
                <a:sym typeface="Trebuchet MS"/>
              </a:rPr>
              <a:t>pages 238-239)</a:t>
            </a:r>
            <a:endParaRPr dirty="0"/>
          </a:p>
          <a:p>
            <a:pPr marL="228600" marR="0" lvl="0" indent="-22510" algn="l" rtl="0">
              <a:spcBef>
                <a:spcPts val="707"/>
              </a:spcBef>
              <a:spcAft>
                <a:spcPts val="300"/>
              </a:spcAft>
              <a:buClr>
                <a:srgbClr val="C3260C"/>
              </a:buClr>
              <a:buSzPts val="2646"/>
              <a:buFont typeface="Georgia"/>
              <a:buNone/>
            </a:pPr>
            <a:endParaRPr sz="2050" b="0" i="0" u="none" strike="noStrike" cap="none" dirty="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 calcmode="lin" valueType="num">
                                      <p:cBhvr additive="base">
                                        <p:cTn id="7" dur="500"/>
                                        <p:tgtEl>
                                          <p:spTgt spid="20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6">
                                            <p:txEl>
                                              <p:pRg st="1" end="1"/>
                                            </p:txEl>
                                          </p:spTgt>
                                        </p:tgtEl>
                                        <p:attrNameLst>
                                          <p:attrName>style.visibility</p:attrName>
                                        </p:attrNameLst>
                                      </p:cBhvr>
                                      <p:to>
                                        <p:strVal val="visible"/>
                                      </p:to>
                                    </p:set>
                                    <p:anim calcmode="lin" valueType="num">
                                      <p:cBhvr additive="base">
                                        <p:cTn id="12" dur="500"/>
                                        <p:tgtEl>
                                          <p:spTgt spid="20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6">
                                            <p:txEl>
                                              <p:pRg st="2" end="2"/>
                                            </p:txEl>
                                          </p:spTgt>
                                        </p:tgtEl>
                                        <p:attrNameLst>
                                          <p:attrName>style.visibility</p:attrName>
                                        </p:attrNameLst>
                                      </p:cBhvr>
                                      <p:to>
                                        <p:strVal val="visible"/>
                                      </p:to>
                                    </p:set>
                                    <p:anim calcmode="lin" valueType="num">
                                      <p:cBhvr additive="base">
                                        <p:cTn id="17" dur="500"/>
                                        <p:tgtEl>
                                          <p:spTgt spid="20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Text Box 6"/>
          <p:cNvSpPr txBox="1">
            <a:spLocks noChangeArrowheads="1"/>
          </p:cNvSpPr>
          <p:nvPr/>
        </p:nvSpPr>
        <p:spPr bwMode="auto">
          <a:xfrm>
            <a:off x="990600" y="1447800"/>
            <a:ext cx="5257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000" b="1" dirty="0"/>
              <a:t>Bandura developed the concept of reciprocal determinism to account for human </a:t>
            </a:r>
            <a:r>
              <a:rPr lang="en-US" altLang="en-US" sz="2000" b="1" dirty="0" err="1" smtClean="0"/>
              <a:t>behaviour</a:t>
            </a:r>
            <a:r>
              <a:rPr lang="en-US" altLang="en-US" sz="2000" b="1" dirty="0"/>
              <a:t>.</a:t>
            </a:r>
            <a:endParaRPr lang="en-US" altLang="en-US" sz="2000" dirty="0"/>
          </a:p>
        </p:txBody>
      </p:sp>
      <p:sp>
        <p:nvSpPr>
          <p:cNvPr id="13319" name="Rectangle 7"/>
          <p:cNvSpPr>
            <a:spLocks noChangeArrowheads="1"/>
          </p:cNvSpPr>
          <p:nvPr/>
        </p:nvSpPr>
        <p:spPr bwMode="auto">
          <a:xfrm>
            <a:off x="3276600" y="2438400"/>
            <a:ext cx="228600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en-US" sz="1800" b="1" dirty="0" smtClean="0">
                <a:solidFill>
                  <a:schemeClr val="accent1">
                    <a:lumMod val="50000"/>
                  </a:schemeClr>
                </a:solidFill>
              </a:rPr>
              <a:t>BEHAVIOUR</a:t>
            </a:r>
            <a:endParaRPr lang="en-US" altLang="en-US" sz="1800" b="1" dirty="0">
              <a:solidFill>
                <a:schemeClr val="accent1">
                  <a:lumMod val="50000"/>
                </a:schemeClr>
              </a:solidFill>
            </a:endParaRPr>
          </a:p>
        </p:txBody>
      </p:sp>
      <p:sp>
        <p:nvSpPr>
          <p:cNvPr id="13320" name="Rectangle 8"/>
          <p:cNvSpPr>
            <a:spLocks noChangeArrowheads="1"/>
          </p:cNvSpPr>
          <p:nvPr/>
        </p:nvSpPr>
        <p:spPr bwMode="auto">
          <a:xfrm>
            <a:off x="381000" y="5410200"/>
            <a:ext cx="228600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r">
              <a:spcBef>
                <a:spcPct val="50000"/>
              </a:spcBef>
            </a:pPr>
            <a:r>
              <a:rPr lang="en-US" altLang="en-US" sz="1800" b="1" dirty="0" smtClean="0">
                <a:solidFill>
                  <a:schemeClr val="accent1">
                    <a:lumMod val="50000"/>
                  </a:schemeClr>
                </a:solidFill>
              </a:rPr>
              <a:t>COGNITION</a:t>
            </a:r>
            <a:endParaRPr lang="en-US" altLang="en-US" sz="1800" b="1" dirty="0">
              <a:solidFill>
                <a:schemeClr val="accent1">
                  <a:lumMod val="50000"/>
                </a:schemeClr>
              </a:solidFill>
            </a:endParaRPr>
          </a:p>
        </p:txBody>
      </p:sp>
      <p:sp>
        <p:nvSpPr>
          <p:cNvPr id="13321" name="Line 9"/>
          <p:cNvSpPr>
            <a:spLocks noChangeShapeType="1"/>
          </p:cNvSpPr>
          <p:nvPr/>
        </p:nvSpPr>
        <p:spPr bwMode="auto">
          <a:xfrm flipV="1">
            <a:off x="2590800" y="3505200"/>
            <a:ext cx="1371600" cy="1828800"/>
          </a:xfrm>
          <a:prstGeom prst="line">
            <a:avLst/>
          </a:prstGeom>
          <a:noFill/>
          <a:ln w="762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3322" name="Rectangle 10"/>
          <p:cNvSpPr>
            <a:spLocks noChangeArrowheads="1"/>
          </p:cNvSpPr>
          <p:nvPr/>
        </p:nvSpPr>
        <p:spPr bwMode="auto">
          <a:xfrm>
            <a:off x="5943600" y="5486400"/>
            <a:ext cx="297180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1800" b="1" dirty="0">
                <a:solidFill>
                  <a:schemeClr val="accent1">
                    <a:lumMod val="50000"/>
                  </a:schemeClr>
                </a:solidFill>
              </a:rPr>
              <a:t>ENVIRONMENT</a:t>
            </a:r>
          </a:p>
        </p:txBody>
      </p:sp>
      <p:sp>
        <p:nvSpPr>
          <p:cNvPr id="13323" name="Line 11"/>
          <p:cNvSpPr>
            <a:spLocks noChangeShapeType="1"/>
          </p:cNvSpPr>
          <p:nvPr/>
        </p:nvSpPr>
        <p:spPr bwMode="auto">
          <a:xfrm>
            <a:off x="4800600" y="3505200"/>
            <a:ext cx="1447800" cy="1828800"/>
          </a:xfrm>
          <a:prstGeom prst="line">
            <a:avLst/>
          </a:prstGeom>
          <a:noFill/>
          <a:ln w="762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3324" name="Line 12"/>
          <p:cNvSpPr>
            <a:spLocks noChangeShapeType="1"/>
          </p:cNvSpPr>
          <p:nvPr/>
        </p:nvSpPr>
        <p:spPr bwMode="auto">
          <a:xfrm>
            <a:off x="2819400" y="5867400"/>
            <a:ext cx="3124200" cy="0"/>
          </a:xfrm>
          <a:prstGeom prst="line">
            <a:avLst/>
          </a:prstGeom>
          <a:noFill/>
          <a:ln w="762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3326" name="Text Box 14"/>
          <p:cNvSpPr txBox="1">
            <a:spLocks noChangeArrowheads="1"/>
          </p:cNvSpPr>
          <p:nvPr/>
        </p:nvSpPr>
        <p:spPr bwMode="auto">
          <a:xfrm>
            <a:off x="-381000" y="601662"/>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dirty="0"/>
              <a:t>Social Cognition</a:t>
            </a:r>
            <a:endParaRPr lang="en-US" altLang="en-US" sz="3600" b="1" dirty="0">
              <a:solidFill>
                <a:schemeClr val="bg1"/>
              </a:solidFill>
            </a:endParaRPr>
          </a:p>
        </p:txBody>
      </p:sp>
      <p:pic>
        <p:nvPicPr>
          <p:cNvPr id="10" name="Picture 11" descr="P:\EDS 302 Files\EDS 302 Presentations\302 images\Bandura.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457200"/>
            <a:ext cx="236220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7678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8"/>
                                        </p:tgtEl>
                                        <p:attrNameLst>
                                          <p:attrName>style.visibility</p:attrName>
                                        </p:attrNameLst>
                                      </p:cBhvr>
                                      <p:to>
                                        <p:strVal val="visible"/>
                                      </p:to>
                                    </p:set>
                                    <p:animEffect transition="in" filter="wipe(left)">
                                      <p:cBhvr>
                                        <p:cTn id="7" dur="500"/>
                                        <p:tgtEl>
                                          <p:spTgt spid="1331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9"/>
                                        </p:tgtEl>
                                        <p:attrNameLst>
                                          <p:attrName>style.visibility</p:attrName>
                                        </p:attrNameLst>
                                      </p:cBhvr>
                                      <p:to>
                                        <p:strVal val="visible"/>
                                      </p:to>
                                    </p:set>
                                    <p:animEffect transition="in" filter="wipe(left)">
                                      <p:cBhvr>
                                        <p:cTn id="11" dur="500"/>
                                        <p:tgtEl>
                                          <p:spTgt spid="133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320"/>
                                        </p:tgtEl>
                                        <p:attrNameLst>
                                          <p:attrName>style.visibility</p:attrName>
                                        </p:attrNameLst>
                                      </p:cBhvr>
                                      <p:to>
                                        <p:strVal val="visible"/>
                                      </p:to>
                                    </p:set>
                                    <p:animEffect transition="in" filter="wipe(left)">
                                      <p:cBhvr>
                                        <p:cTn id="16" dur="500"/>
                                        <p:tgtEl>
                                          <p:spTgt spid="13320"/>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13321"/>
                                        </p:tgtEl>
                                        <p:attrNameLst>
                                          <p:attrName>style.visibility</p:attrName>
                                        </p:attrNameLst>
                                      </p:cBhvr>
                                      <p:to>
                                        <p:strVal val="visible"/>
                                      </p:to>
                                    </p:set>
                                    <p:animEffect transition="in" filter="dissolve">
                                      <p:cBhvr>
                                        <p:cTn id="20" dur="500"/>
                                        <p:tgtEl>
                                          <p:spTgt spid="133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322"/>
                                        </p:tgtEl>
                                        <p:attrNameLst>
                                          <p:attrName>style.visibility</p:attrName>
                                        </p:attrNameLst>
                                      </p:cBhvr>
                                      <p:to>
                                        <p:strVal val="visible"/>
                                      </p:to>
                                    </p:set>
                                    <p:animEffect transition="in" filter="wipe(left)">
                                      <p:cBhvr>
                                        <p:cTn id="25" dur="500"/>
                                        <p:tgtEl>
                                          <p:spTgt spid="13322"/>
                                        </p:tgtEl>
                                      </p:cBhvr>
                                    </p:animEffect>
                                  </p:childTnLst>
                                </p:cTn>
                              </p:par>
                            </p:childTnLst>
                          </p:cTn>
                        </p:par>
                        <p:par>
                          <p:cTn id="26" fill="hold" nodeType="afterGroup">
                            <p:stCondLst>
                              <p:cond delay="500"/>
                            </p:stCondLst>
                            <p:childTnLst>
                              <p:par>
                                <p:cTn id="27" presetID="9" presetClass="entr" presetSubtype="0" fill="hold" nodeType="afterEffect">
                                  <p:stCondLst>
                                    <p:cond delay="0"/>
                                  </p:stCondLst>
                                  <p:childTnLst>
                                    <p:set>
                                      <p:cBhvr>
                                        <p:cTn id="28" dur="1" fill="hold">
                                          <p:stCondLst>
                                            <p:cond delay="0"/>
                                          </p:stCondLst>
                                        </p:cTn>
                                        <p:tgtEl>
                                          <p:spTgt spid="13323"/>
                                        </p:tgtEl>
                                        <p:attrNameLst>
                                          <p:attrName>style.visibility</p:attrName>
                                        </p:attrNameLst>
                                      </p:cBhvr>
                                      <p:to>
                                        <p:strVal val="visible"/>
                                      </p:to>
                                    </p:set>
                                    <p:animEffect transition="in" filter="dissolve">
                                      <p:cBhvr>
                                        <p:cTn id="29" dur="500"/>
                                        <p:tgtEl>
                                          <p:spTgt spid="1332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nodeType="clickEffect">
                                  <p:stCondLst>
                                    <p:cond delay="0"/>
                                  </p:stCondLst>
                                  <p:childTnLst>
                                    <p:set>
                                      <p:cBhvr>
                                        <p:cTn id="33" dur="1" fill="hold">
                                          <p:stCondLst>
                                            <p:cond delay="0"/>
                                          </p:stCondLst>
                                        </p:cTn>
                                        <p:tgtEl>
                                          <p:spTgt spid="13324"/>
                                        </p:tgtEl>
                                        <p:attrNameLst>
                                          <p:attrName>style.visibility</p:attrName>
                                        </p:attrNameLst>
                                      </p:cBhvr>
                                      <p:to>
                                        <p:strVal val="visible"/>
                                      </p:to>
                                    </p:set>
                                    <p:anim calcmode="lin" valueType="num">
                                      <p:cBhvr>
                                        <p:cTn id="34" dur="500" fill="hold"/>
                                        <p:tgtEl>
                                          <p:spTgt spid="13324"/>
                                        </p:tgtEl>
                                        <p:attrNameLst>
                                          <p:attrName>ppt_w</p:attrName>
                                        </p:attrNameLst>
                                      </p:cBhvr>
                                      <p:tavLst>
                                        <p:tav tm="0">
                                          <p:val>
                                            <p:fltVal val="0"/>
                                          </p:val>
                                        </p:tav>
                                        <p:tav tm="100000">
                                          <p:val>
                                            <p:strVal val="#ppt_w"/>
                                          </p:val>
                                        </p:tav>
                                      </p:tavLst>
                                    </p:anim>
                                    <p:anim calcmode="lin" valueType="num">
                                      <p:cBhvr>
                                        <p:cTn id="35" dur="500" fill="hold"/>
                                        <p:tgtEl>
                                          <p:spTgt spid="1332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autoUpdateAnimBg="0"/>
      <p:bldP spid="13319" grpId="0" autoUpdateAnimBg="0"/>
      <p:bldP spid="13320" grpId="0" autoUpdateAnimBg="0"/>
      <p:bldP spid="13322"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026"/>
          <p:cNvSpPr txBox="1">
            <a:spLocks noChangeArrowheads="1"/>
          </p:cNvSpPr>
          <p:nvPr/>
        </p:nvSpPr>
        <p:spPr bwMode="auto">
          <a:xfrm>
            <a:off x="838200" y="685800"/>
            <a:ext cx="7315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Social Cognition</a:t>
            </a:r>
            <a:endParaRPr lang="en-US" altLang="en-US" sz="3600" b="1">
              <a:solidFill>
                <a:schemeClr val="bg1"/>
              </a:solidFill>
            </a:endParaRPr>
          </a:p>
        </p:txBody>
      </p:sp>
      <p:sp>
        <p:nvSpPr>
          <p:cNvPr id="14340" name="Text Box 1028"/>
          <p:cNvSpPr txBox="1">
            <a:spLocks noChangeArrowheads="1"/>
          </p:cNvSpPr>
          <p:nvPr/>
        </p:nvSpPr>
        <p:spPr bwMode="auto">
          <a:xfrm>
            <a:off x="914400" y="1752600"/>
            <a:ext cx="7239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solidFill>
                  <a:schemeClr val="tx1"/>
                </a:solidFill>
              </a:rPr>
              <a:t>Bandura believes that human beings have specific abilities and that only reciprocal determinism can explain their operation and interaction:</a:t>
            </a:r>
            <a:endParaRPr lang="en-US" altLang="en-US" sz="2000" dirty="0">
              <a:solidFill>
                <a:schemeClr val="tx1"/>
              </a:solidFill>
            </a:endParaRPr>
          </a:p>
        </p:txBody>
      </p:sp>
      <p:sp>
        <p:nvSpPr>
          <p:cNvPr id="14341" name="Text Box 1029"/>
          <p:cNvSpPr txBox="1">
            <a:spLocks noChangeArrowheads="1"/>
          </p:cNvSpPr>
          <p:nvPr/>
        </p:nvSpPr>
        <p:spPr bwMode="auto">
          <a:xfrm>
            <a:off x="1447800" y="2993766"/>
            <a:ext cx="5867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000" b="1" dirty="0">
                <a:solidFill>
                  <a:schemeClr val="tx1"/>
                </a:solidFill>
              </a:rPr>
              <a:t> Model and imitate</a:t>
            </a:r>
            <a:endParaRPr lang="en-US" altLang="en-US" sz="2000" dirty="0">
              <a:solidFill>
                <a:schemeClr val="tx1"/>
              </a:solidFill>
            </a:endParaRPr>
          </a:p>
        </p:txBody>
      </p:sp>
      <p:sp>
        <p:nvSpPr>
          <p:cNvPr id="14342" name="Text Box 1030"/>
          <p:cNvSpPr txBox="1">
            <a:spLocks noChangeArrowheads="1"/>
          </p:cNvSpPr>
          <p:nvPr/>
        </p:nvSpPr>
        <p:spPr bwMode="auto">
          <a:xfrm>
            <a:off x="1447800" y="4150169"/>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000" b="1" dirty="0">
                <a:solidFill>
                  <a:schemeClr val="tx1"/>
                </a:solidFill>
              </a:rPr>
              <a:t> Regulate own </a:t>
            </a:r>
            <a:r>
              <a:rPr lang="en-US" altLang="en-US" sz="2000" b="1" dirty="0" err="1" smtClean="0">
                <a:solidFill>
                  <a:schemeClr val="tx1"/>
                </a:solidFill>
              </a:rPr>
              <a:t>behaviour</a:t>
            </a:r>
            <a:endParaRPr lang="en-US" altLang="en-US" sz="2000" b="1" dirty="0">
              <a:solidFill>
                <a:schemeClr val="tx1"/>
              </a:solidFill>
            </a:endParaRPr>
          </a:p>
        </p:txBody>
      </p:sp>
      <p:sp>
        <p:nvSpPr>
          <p:cNvPr id="14343" name="Text Box 1031"/>
          <p:cNvSpPr txBox="1">
            <a:spLocks noChangeArrowheads="1"/>
          </p:cNvSpPr>
          <p:nvPr/>
        </p:nvSpPr>
        <p:spPr bwMode="auto">
          <a:xfrm>
            <a:off x="1447800" y="3615341"/>
            <a:ext cx="5486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000" b="1" dirty="0">
                <a:solidFill>
                  <a:schemeClr val="tx1"/>
                </a:solidFill>
              </a:rPr>
              <a:t> Self-reflect</a:t>
            </a:r>
            <a:endParaRPr lang="en-US" altLang="en-US" sz="2000" dirty="0">
              <a:solidFill>
                <a:schemeClr val="tx1"/>
              </a:solidFill>
            </a:endParaRPr>
          </a:p>
        </p:txBody>
      </p:sp>
      <p:sp>
        <p:nvSpPr>
          <p:cNvPr id="7" name="Text Box 1028"/>
          <p:cNvSpPr txBox="1">
            <a:spLocks noChangeArrowheads="1"/>
          </p:cNvSpPr>
          <p:nvPr/>
        </p:nvSpPr>
        <p:spPr bwMode="auto">
          <a:xfrm>
            <a:off x="876300" y="5087112"/>
            <a:ext cx="7239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smtClean="0">
                <a:solidFill>
                  <a:schemeClr val="tx1"/>
                </a:solidFill>
              </a:rPr>
              <a:t>‘Vicarious’ learning – when you learn through other’s behavior by watching them. However, only if </a:t>
            </a:r>
            <a:r>
              <a:rPr lang="en-US" altLang="en-US" sz="2000" b="1" smtClean="0">
                <a:solidFill>
                  <a:schemeClr val="tx1"/>
                </a:solidFill>
              </a:rPr>
              <a:t>you </a:t>
            </a:r>
            <a:r>
              <a:rPr lang="en-US" altLang="en-US" sz="2000" b="1" dirty="0" err="1" smtClean="0">
                <a:solidFill>
                  <a:schemeClr val="tx1"/>
                </a:solidFill>
              </a:rPr>
              <a:t>v</a:t>
            </a:r>
            <a:r>
              <a:rPr lang="en-US" altLang="en-US" sz="2000" b="1" smtClean="0">
                <a:solidFill>
                  <a:schemeClr val="tx1"/>
                </a:solidFill>
              </a:rPr>
              <a:t>alue </a:t>
            </a:r>
            <a:r>
              <a:rPr lang="en-US" altLang="en-US" sz="2000" b="1" dirty="0" smtClean="0">
                <a:solidFill>
                  <a:schemeClr val="tx1"/>
                </a:solidFill>
              </a:rPr>
              <a:t>the behavior and have necessary skills.</a:t>
            </a:r>
            <a:endParaRPr lang="en-US" altLang="en-US" sz="2000" dirty="0">
              <a:solidFill>
                <a:schemeClr val="tx1"/>
              </a:solidFill>
            </a:endParaRPr>
          </a:p>
        </p:txBody>
      </p:sp>
    </p:spTree>
    <p:extLst>
      <p:ext uri="{BB962C8B-B14F-4D97-AF65-F5344CB8AC3E}">
        <p14:creationId xmlns:p14="http://schemas.microsoft.com/office/powerpoint/2010/main" val="34402861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left)">
                                      <p:cBhvr>
                                        <p:cTn id="7" dur="500"/>
                                        <p:tgtEl>
                                          <p:spTgt spid="14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341"/>
                                        </p:tgtEl>
                                        <p:attrNameLst>
                                          <p:attrName>style.visibility</p:attrName>
                                        </p:attrNameLst>
                                      </p:cBhvr>
                                      <p:to>
                                        <p:strVal val="visible"/>
                                      </p:to>
                                    </p:set>
                                    <p:animEffect transition="in" filter="wipe(up)">
                                      <p:cBhvr>
                                        <p:cTn id="12" dur="500"/>
                                        <p:tgtEl>
                                          <p:spTgt spid="143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343"/>
                                        </p:tgtEl>
                                        <p:attrNameLst>
                                          <p:attrName>style.visibility</p:attrName>
                                        </p:attrNameLst>
                                      </p:cBhvr>
                                      <p:to>
                                        <p:strVal val="visible"/>
                                      </p:to>
                                    </p:set>
                                    <p:animEffect transition="in" filter="wipe(up)">
                                      <p:cBhvr>
                                        <p:cTn id="17" dur="500"/>
                                        <p:tgtEl>
                                          <p:spTgt spid="143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342"/>
                                        </p:tgtEl>
                                        <p:attrNameLst>
                                          <p:attrName>style.visibility</p:attrName>
                                        </p:attrNameLst>
                                      </p:cBhvr>
                                      <p:to>
                                        <p:strVal val="visible"/>
                                      </p:to>
                                    </p:set>
                                    <p:animEffect transition="in" filter="wipe(up)">
                                      <p:cBhvr>
                                        <p:cTn id="22" dur="500"/>
                                        <p:tgtEl>
                                          <p:spTgt spid="143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utoUpdateAnimBg="0"/>
      <p:bldP spid="14341" grpId="0" autoUpdateAnimBg="0"/>
      <p:bldP spid="14342" grpId="0" autoUpdateAnimBg="0"/>
      <p:bldP spid="14343" grpId="0" autoUpdateAnimBg="0"/>
      <p:bldP spid="7"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Self-Efficacy</a:t>
            </a:r>
            <a:endParaRPr lang="en-US" altLang="en-US" sz="3600" b="1">
              <a:solidFill>
                <a:schemeClr val="bg1"/>
              </a:solidFill>
            </a:endParaRPr>
          </a:p>
        </p:txBody>
      </p:sp>
      <p:sp>
        <p:nvSpPr>
          <p:cNvPr id="15364" name="Text Box 4"/>
          <p:cNvSpPr txBox="1">
            <a:spLocks noChangeArrowheads="1"/>
          </p:cNvSpPr>
          <p:nvPr/>
        </p:nvSpPr>
        <p:spPr bwMode="auto">
          <a:xfrm>
            <a:off x="914400" y="1752600"/>
            <a:ext cx="7010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dirty="0"/>
              <a:t>Self-reflection is a second human quality and is expressed in the concept of self-efficacy.</a:t>
            </a:r>
            <a:endParaRPr lang="en-US" altLang="en-US" sz="1800" dirty="0"/>
          </a:p>
        </p:txBody>
      </p:sp>
      <p:sp>
        <p:nvSpPr>
          <p:cNvPr id="15368" name="Text Box 8"/>
          <p:cNvSpPr txBox="1">
            <a:spLocks noChangeArrowheads="1"/>
          </p:cNvSpPr>
          <p:nvPr/>
        </p:nvSpPr>
        <p:spPr bwMode="auto">
          <a:xfrm>
            <a:off x="1295400" y="2895600"/>
            <a:ext cx="69342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t>“</a:t>
            </a:r>
            <a:r>
              <a:rPr lang="en-US" altLang="en-US" sz="2800" b="1" dirty="0"/>
              <a:t>Self-efficacy is the </a:t>
            </a:r>
            <a:r>
              <a:rPr lang="en-US" altLang="en-US" sz="2800" b="1" i="1" dirty="0">
                <a:solidFill>
                  <a:schemeClr val="accent2"/>
                </a:solidFill>
              </a:rPr>
              <a:t>belief</a:t>
            </a:r>
            <a:r>
              <a:rPr lang="en-US" altLang="en-US" sz="2800" b="1" dirty="0">
                <a:solidFill>
                  <a:schemeClr val="accent2"/>
                </a:solidFill>
              </a:rPr>
              <a:t> </a:t>
            </a:r>
            <a:r>
              <a:rPr lang="en-US" altLang="en-US" sz="2800" b="1" dirty="0"/>
              <a:t> in one’s capabilities to organize and execute the sources of action  required to manage prospective situations.” (Bandura, 1986)</a:t>
            </a:r>
          </a:p>
        </p:txBody>
      </p:sp>
    </p:spTree>
    <p:extLst>
      <p:ext uri="{BB962C8B-B14F-4D97-AF65-F5344CB8AC3E}">
        <p14:creationId xmlns:p14="http://schemas.microsoft.com/office/powerpoint/2010/main" val="3939404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wipe(up)">
                                      <p:cBhvr>
                                        <p:cTn id="7" dur="500"/>
                                        <p:tgtEl>
                                          <p:spTgt spid="15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4"/>
                                        </p:tgtEl>
                                        <p:attrNameLst>
                                          <p:attrName>style.visibility</p:attrName>
                                        </p:attrNameLst>
                                      </p:cBhvr>
                                      <p:to>
                                        <p:strVal val="visible"/>
                                      </p:to>
                                    </p:set>
                                    <p:animEffect transition="in" filter="wipe(left)">
                                      <p:cBhvr>
                                        <p:cTn id="12" dur="500"/>
                                        <p:tgtEl>
                                          <p:spTgt spid="15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8"/>
                                        </p:tgtEl>
                                        <p:attrNameLst>
                                          <p:attrName>style.visibility</p:attrName>
                                        </p:attrNameLst>
                                      </p:cBhvr>
                                      <p:to>
                                        <p:strVal val="visible"/>
                                      </p:to>
                                    </p:set>
                                    <p:animEffect transition="in" filter="wipe(left)">
                                      <p:cBhvr>
                                        <p:cTn id="17" dur="500"/>
                                        <p:tgtEl>
                                          <p:spTgt spid="15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4" grpId="0" autoUpdateAnimBg="0"/>
      <p:bldP spid="15368"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Self-Efficacy</a:t>
            </a:r>
            <a:endParaRPr lang="en-US" altLang="en-US" sz="3600" b="1">
              <a:solidFill>
                <a:schemeClr val="bg1"/>
              </a:solidFill>
            </a:endParaRPr>
          </a:p>
        </p:txBody>
      </p:sp>
      <p:sp>
        <p:nvSpPr>
          <p:cNvPr id="20483" name="Text Box 3"/>
          <p:cNvSpPr txBox="1">
            <a:spLocks noChangeArrowheads="1"/>
          </p:cNvSpPr>
          <p:nvPr/>
        </p:nvSpPr>
        <p:spPr bwMode="auto">
          <a:xfrm>
            <a:off x="914400" y="1752600"/>
            <a:ext cx="7010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dirty="0">
                <a:solidFill>
                  <a:schemeClr val="tx1"/>
                </a:solidFill>
                <a:latin typeface="+mn-lt"/>
              </a:rPr>
              <a:t>Self-efficacy impacts:</a:t>
            </a:r>
            <a:endParaRPr lang="en-US" altLang="en-US" sz="2400" dirty="0">
              <a:solidFill>
                <a:schemeClr val="tx1"/>
              </a:solidFill>
              <a:latin typeface="+mn-lt"/>
            </a:endParaRPr>
          </a:p>
        </p:txBody>
      </p:sp>
      <p:sp>
        <p:nvSpPr>
          <p:cNvPr id="20485" name="Text Box 5"/>
          <p:cNvSpPr txBox="1">
            <a:spLocks noChangeArrowheads="1"/>
          </p:cNvSpPr>
          <p:nvPr/>
        </p:nvSpPr>
        <p:spPr bwMode="auto">
          <a:xfrm>
            <a:off x="1143000" y="2362200"/>
            <a:ext cx="5715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US" altLang="en-US" b="1" dirty="0">
                <a:latin typeface="+mn-lt"/>
              </a:rPr>
              <a:t>The choices we make</a:t>
            </a:r>
          </a:p>
        </p:txBody>
      </p:sp>
      <p:sp>
        <p:nvSpPr>
          <p:cNvPr id="20486" name="Text Box 6"/>
          <p:cNvSpPr txBox="1">
            <a:spLocks noChangeArrowheads="1"/>
          </p:cNvSpPr>
          <p:nvPr/>
        </p:nvSpPr>
        <p:spPr bwMode="auto">
          <a:xfrm>
            <a:off x="1143000" y="2971800"/>
            <a:ext cx="7010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dirty="0">
                <a:solidFill>
                  <a:schemeClr val="tx1"/>
                </a:solidFill>
                <a:latin typeface="+mn-lt"/>
              </a:rPr>
              <a:t> The effort we put forth</a:t>
            </a:r>
            <a:endParaRPr lang="en-US" altLang="en-US" sz="2400" dirty="0">
              <a:solidFill>
                <a:schemeClr val="tx1"/>
              </a:solidFill>
              <a:latin typeface="+mn-lt"/>
            </a:endParaRPr>
          </a:p>
        </p:txBody>
      </p:sp>
      <p:sp>
        <p:nvSpPr>
          <p:cNvPr id="20487" name="Text Box 7"/>
          <p:cNvSpPr txBox="1">
            <a:spLocks noChangeArrowheads="1"/>
          </p:cNvSpPr>
          <p:nvPr/>
        </p:nvSpPr>
        <p:spPr bwMode="auto">
          <a:xfrm>
            <a:off x="1143000" y="3581400"/>
            <a:ext cx="7315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dirty="0">
                <a:solidFill>
                  <a:schemeClr val="tx1"/>
                </a:solidFill>
                <a:latin typeface="+mn-lt"/>
              </a:rPr>
              <a:t> How long we persist when we confront obstacles (especially in the face of failure)</a:t>
            </a:r>
            <a:endParaRPr lang="en-US" altLang="en-US" sz="2400" dirty="0">
              <a:solidFill>
                <a:schemeClr val="tx1"/>
              </a:solidFill>
              <a:latin typeface="+mn-lt"/>
            </a:endParaRPr>
          </a:p>
        </p:txBody>
      </p:sp>
      <p:sp>
        <p:nvSpPr>
          <p:cNvPr id="20488" name="Text Box 8"/>
          <p:cNvSpPr txBox="1">
            <a:spLocks noChangeArrowheads="1"/>
          </p:cNvSpPr>
          <p:nvPr/>
        </p:nvSpPr>
        <p:spPr bwMode="auto">
          <a:xfrm>
            <a:off x="1143000" y="4560332"/>
            <a:ext cx="6858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dirty="0">
                <a:solidFill>
                  <a:schemeClr val="tx1"/>
                </a:solidFill>
                <a:latin typeface="+mn-lt"/>
              </a:rPr>
              <a:t> How we feel about ourselves, others, the task, etc.</a:t>
            </a:r>
            <a:endParaRPr lang="en-US" altLang="en-US" sz="2400" dirty="0">
              <a:solidFill>
                <a:schemeClr val="tx1"/>
              </a:solidFill>
              <a:latin typeface="+mn-lt"/>
            </a:endParaRPr>
          </a:p>
        </p:txBody>
      </p:sp>
    </p:spTree>
    <p:extLst>
      <p:ext uri="{BB962C8B-B14F-4D97-AF65-F5344CB8AC3E}">
        <p14:creationId xmlns:p14="http://schemas.microsoft.com/office/powerpoint/2010/main" val="12932885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wipe(up)">
                                      <p:cBhvr>
                                        <p:cTn id="7" dur="500"/>
                                        <p:tgtEl>
                                          <p:spTgt spid="204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5"/>
                                        </p:tgtEl>
                                        <p:attrNameLst>
                                          <p:attrName>style.visibility</p:attrName>
                                        </p:attrNameLst>
                                      </p:cBhvr>
                                      <p:to>
                                        <p:strVal val="visible"/>
                                      </p:to>
                                    </p:set>
                                    <p:animEffect transition="in" filter="wipe(left)">
                                      <p:cBhvr>
                                        <p:cTn id="12" dur="500"/>
                                        <p:tgtEl>
                                          <p:spTgt spid="204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6"/>
                                        </p:tgtEl>
                                        <p:attrNameLst>
                                          <p:attrName>style.visibility</p:attrName>
                                        </p:attrNameLst>
                                      </p:cBhvr>
                                      <p:to>
                                        <p:strVal val="visible"/>
                                      </p:to>
                                    </p:set>
                                    <p:animEffect transition="in" filter="wipe(left)">
                                      <p:cBhvr>
                                        <p:cTn id="17" dur="500"/>
                                        <p:tgtEl>
                                          <p:spTgt spid="204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7"/>
                                        </p:tgtEl>
                                        <p:attrNameLst>
                                          <p:attrName>style.visibility</p:attrName>
                                        </p:attrNameLst>
                                      </p:cBhvr>
                                      <p:to>
                                        <p:strVal val="visible"/>
                                      </p:to>
                                    </p:set>
                                    <p:animEffect transition="in" filter="wipe(left)">
                                      <p:cBhvr>
                                        <p:cTn id="22" dur="500"/>
                                        <p:tgtEl>
                                          <p:spTgt spid="204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8"/>
                                        </p:tgtEl>
                                        <p:attrNameLst>
                                          <p:attrName>style.visibility</p:attrName>
                                        </p:attrNameLst>
                                      </p:cBhvr>
                                      <p:to>
                                        <p:strVal val="visible"/>
                                      </p:to>
                                    </p:set>
                                    <p:animEffect transition="in" filter="wipe(left)">
                                      <p:cBhvr>
                                        <p:cTn id="27" dur="5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5" grpId="0" autoUpdateAnimBg="0"/>
      <p:bldP spid="20486" grpId="0" autoUpdateAnimBg="0"/>
      <p:bldP spid="20487" grpId="0" autoUpdateAnimBg="0"/>
      <p:bldP spid="2048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Self-Efficacy</a:t>
            </a:r>
            <a:endParaRPr lang="en-US" altLang="en-US" sz="3600" b="1">
              <a:solidFill>
                <a:schemeClr val="bg1"/>
              </a:solidFill>
            </a:endParaRPr>
          </a:p>
        </p:txBody>
      </p:sp>
      <p:sp>
        <p:nvSpPr>
          <p:cNvPr id="21507" name="Text Box 3"/>
          <p:cNvSpPr txBox="1">
            <a:spLocks noChangeArrowheads="1"/>
          </p:cNvSpPr>
          <p:nvPr/>
        </p:nvSpPr>
        <p:spPr bwMode="auto">
          <a:xfrm>
            <a:off x="1143000" y="1652016"/>
            <a:ext cx="7010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u="sng" dirty="0">
                <a:solidFill>
                  <a:schemeClr val="tx1"/>
                </a:solidFill>
                <a:latin typeface="+mn-lt"/>
              </a:rPr>
              <a:t>Self-efficacy is influenced by:</a:t>
            </a:r>
            <a:endParaRPr lang="en-US" altLang="en-US" sz="2000" u="sng" dirty="0">
              <a:solidFill>
                <a:schemeClr val="tx1"/>
              </a:solidFill>
              <a:latin typeface="+mn-lt"/>
            </a:endParaRPr>
          </a:p>
        </p:txBody>
      </p:sp>
      <p:sp>
        <p:nvSpPr>
          <p:cNvPr id="21508" name="Text Box 4"/>
          <p:cNvSpPr txBox="1">
            <a:spLocks noChangeArrowheads="1"/>
          </p:cNvSpPr>
          <p:nvPr/>
        </p:nvSpPr>
        <p:spPr bwMode="auto">
          <a:xfrm>
            <a:off x="1828800" y="2261616"/>
            <a:ext cx="4572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US" altLang="en-US" sz="2000" b="1" dirty="0">
                <a:latin typeface="+mn-lt"/>
              </a:rPr>
              <a:t>Mastery experiences</a:t>
            </a:r>
          </a:p>
        </p:txBody>
      </p:sp>
      <p:sp>
        <p:nvSpPr>
          <p:cNvPr id="21509" name="Text Box 5"/>
          <p:cNvSpPr txBox="1">
            <a:spLocks noChangeArrowheads="1"/>
          </p:cNvSpPr>
          <p:nvPr/>
        </p:nvSpPr>
        <p:spPr bwMode="auto">
          <a:xfrm>
            <a:off x="1828800" y="2871216"/>
            <a:ext cx="45720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000" b="1" dirty="0">
                <a:solidFill>
                  <a:schemeClr val="tx1"/>
                </a:solidFill>
                <a:latin typeface="+mn-lt"/>
              </a:rPr>
              <a:t> Vicarious </a:t>
            </a:r>
            <a:r>
              <a:rPr lang="en-US" altLang="en-US" sz="2000" b="1" dirty="0" smtClean="0">
                <a:solidFill>
                  <a:schemeClr val="tx1"/>
                </a:solidFill>
                <a:latin typeface="+mn-lt"/>
              </a:rPr>
              <a:t>experiences - </a:t>
            </a:r>
            <a:r>
              <a:rPr lang="en-AU" sz="2000" b="1" dirty="0">
                <a:solidFill>
                  <a:schemeClr val="tx1"/>
                </a:solidFill>
                <a:latin typeface="+mn-lt"/>
              </a:rPr>
              <a:t>vicarious</a:t>
            </a:r>
            <a:r>
              <a:rPr lang="en-AU" sz="2000" dirty="0">
                <a:solidFill>
                  <a:schemeClr val="tx1"/>
                </a:solidFill>
                <a:latin typeface="+mn-lt"/>
              </a:rPr>
              <a:t> reinforcement is our tendency to repeat or duplicate </a:t>
            </a:r>
            <a:r>
              <a:rPr lang="en-AU" sz="2000" dirty="0" smtClean="0">
                <a:solidFill>
                  <a:schemeClr val="tx1"/>
                </a:solidFill>
                <a:latin typeface="+mn-lt"/>
              </a:rPr>
              <a:t>behaviours </a:t>
            </a:r>
            <a:r>
              <a:rPr lang="en-AU" sz="2000" dirty="0">
                <a:solidFill>
                  <a:schemeClr val="tx1"/>
                </a:solidFill>
                <a:latin typeface="+mn-lt"/>
              </a:rPr>
              <a:t>for which others are being rewarded.</a:t>
            </a:r>
            <a:endParaRPr lang="en-US" altLang="en-US" sz="2000" dirty="0">
              <a:solidFill>
                <a:schemeClr val="tx1"/>
              </a:solidFill>
              <a:latin typeface="+mn-lt"/>
            </a:endParaRPr>
          </a:p>
        </p:txBody>
      </p:sp>
      <p:sp>
        <p:nvSpPr>
          <p:cNvPr id="21510" name="Text Box 6"/>
          <p:cNvSpPr txBox="1">
            <a:spLocks noChangeArrowheads="1"/>
          </p:cNvSpPr>
          <p:nvPr/>
        </p:nvSpPr>
        <p:spPr bwMode="auto">
          <a:xfrm>
            <a:off x="1866900" y="4502432"/>
            <a:ext cx="4572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000" b="1" dirty="0">
                <a:solidFill>
                  <a:schemeClr val="tx1"/>
                </a:solidFill>
                <a:latin typeface="+mn-lt"/>
              </a:rPr>
              <a:t> Social persuasions</a:t>
            </a:r>
            <a:endParaRPr lang="en-US" altLang="en-US" sz="2000" dirty="0">
              <a:solidFill>
                <a:schemeClr val="tx1"/>
              </a:solidFill>
              <a:latin typeface="+mn-lt"/>
            </a:endParaRPr>
          </a:p>
        </p:txBody>
      </p:sp>
      <p:sp>
        <p:nvSpPr>
          <p:cNvPr id="21511" name="Text Box 7"/>
          <p:cNvSpPr txBox="1">
            <a:spLocks noChangeArrowheads="1"/>
          </p:cNvSpPr>
          <p:nvPr/>
        </p:nvSpPr>
        <p:spPr bwMode="auto">
          <a:xfrm>
            <a:off x="1866900" y="4916147"/>
            <a:ext cx="4495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000" b="1" dirty="0">
                <a:solidFill>
                  <a:schemeClr val="tx1"/>
                </a:solidFill>
                <a:latin typeface="+mn-lt"/>
              </a:rPr>
              <a:t> Physiological states</a:t>
            </a:r>
            <a:endParaRPr lang="en-US" altLang="en-US" sz="2000" dirty="0">
              <a:solidFill>
                <a:schemeClr val="tx1"/>
              </a:solidFill>
              <a:latin typeface="+mn-lt"/>
            </a:endParaRPr>
          </a:p>
        </p:txBody>
      </p:sp>
    </p:spTree>
    <p:extLst>
      <p:ext uri="{BB962C8B-B14F-4D97-AF65-F5344CB8AC3E}">
        <p14:creationId xmlns:p14="http://schemas.microsoft.com/office/powerpoint/2010/main" val="1187250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wipe(up)">
                                      <p:cBhvr>
                                        <p:cTn id="7" dur="500"/>
                                        <p:tgtEl>
                                          <p:spTgt spid="215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8"/>
                                        </p:tgtEl>
                                        <p:attrNameLst>
                                          <p:attrName>style.visibility</p:attrName>
                                        </p:attrNameLst>
                                      </p:cBhvr>
                                      <p:to>
                                        <p:strVal val="visible"/>
                                      </p:to>
                                    </p:set>
                                    <p:animEffect transition="in" filter="wipe(left)">
                                      <p:cBhvr>
                                        <p:cTn id="12" dur="500"/>
                                        <p:tgtEl>
                                          <p:spTgt spid="215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09"/>
                                        </p:tgtEl>
                                        <p:attrNameLst>
                                          <p:attrName>style.visibility</p:attrName>
                                        </p:attrNameLst>
                                      </p:cBhvr>
                                      <p:to>
                                        <p:strVal val="visible"/>
                                      </p:to>
                                    </p:set>
                                    <p:animEffect transition="in" filter="wipe(left)">
                                      <p:cBhvr>
                                        <p:cTn id="17" dur="500"/>
                                        <p:tgtEl>
                                          <p:spTgt spid="215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10"/>
                                        </p:tgtEl>
                                        <p:attrNameLst>
                                          <p:attrName>style.visibility</p:attrName>
                                        </p:attrNameLst>
                                      </p:cBhvr>
                                      <p:to>
                                        <p:strVal val="visible"/>
                                      </p:to>
                                    </p:set>
                                    <p:animEffect transition="in" filter="wipe(left)">
                                      <p:cBhvr>
                                        <p:cTn id="22" dur="500"/>
                                        <p:tgtEl>
                                          <p:spTgt spid="215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11"/>
                                        </p:tgtEl>
                                        <p:attrNameLst>
                                          <p:attrName>style.visibility</p:attrName>
                                        </p:attrNameLst>
                                      </p:cBhvr>
                                      <p:to>
                                        <p:strVal val="visible"/>
                                      </p:to>
                                    </p:set>
                                    <p:animEffect transition="in" filter="wipe(left)">
                                      <p:cBhvr>
                                        <p:cTn id="27" dur="500"/>
                                        <p:tgtEl>
                                          <p:spTgt spid="21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utoUpdateAnimBg="0"/>
      <p:bldP spid="21508" grpId="0" autoUpdateAnimBg="0"/>
      <p:bldP spid="21509" grpId="0" autoUpdateAnimBg="0"/>
      <p:bldP spid="21510" grpId="0" autoUpdateAnimBg="0"/>
      <p:bldP spid="21511"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Social Cognition</a:t>
            </a:r>
            <a:endParaRPr lang="en-US" altLang="en-US" sz="3600" b="1">
              <a:solidFill>
                <a:schemeClr val="bg1"/>
              </a:solidFill>
            </a:endParaRPr>
          </a:p>
        </p:txBody>
      </p:sp>
      <p:sp>
        <p:nvSpPr>
          <p:cNvPr id="16387" name="Rectangle 3"/>
          <p:cNvSpPr>
            <a:spLocks noChangeArrowheads="1"/>
          </p:cNvSpPr>
          <p:nvPr/>
        </p:nvSpPr>
        <p:spPr bwMode="auto">
          <a:xfrm>
            <a:off x="1295400" y="2667000"/>
            <a:ext cx="72390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dirty="0"/>
              <a:t>“</a:t>
            </a:r>
            <a:r>
              <a:rPr lang="en-US" altLang="en-US" sz="2800" b="1" dirty="0"/>
              <a:t>People's level of motivation, affective states, and actions are based more on what they </a:t>
            </a:r>
            <a:r>
              <a:rPr lang="en-US" altLang="en-US" sz="2800" b="1" i="1" dirty="0">
                <a:solidFill>
                  <a:srgbClr val="FF3300"/>
                </a:solidFill>
              </a:rPr>
              <a:t>believe</a:t>
            </a:r>
            <a:r>
              <a:rPr lang="en-US" altLang="en-US" sz="2800" b="1" dirty="0"/>
              <a:t> than on what is objectively the case.”</a:t>
            </a:r>
          </a:p>
        </p:txBody>
      </p:sp>
      <p:sp>
        <p:nvSpPr>
          <p:cNvPr id="16388" name="Text Box 4"/>
          <p:cNvSpPr txBox="1">
            <a:spLocks noChangeArrowheads="1"/>
          </p:cNvSpPr>
          <p:nvPr/>
        </p:nvSpPr>
        <p:spPr bwMode="auto">
          <a:xfrm>
            <a:off x="914400" y="1752600"/>
            <a:ext cx="6553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dirty="0"/>
              <a:t>Bandura’s basic position is that</a:t>
            </a:r>
            <a:endParaRPr lang="en-US" altLang="en-US" sz="3200" dirty="0"/>
          </a:p>
        </p:txBody>
      </p:sp>
    </p:spTree>
    <p:extLst>
      <p:ext uri="{BB962C8B-B14F-4D97-AF65-F5344CB8AC3E}">
        <p14:creationId xmlns:p14="http://schemas.microsoft.com/office/powerpoint/2010/main" val="4248648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wipe(up)">
                                      <p:cBhvr>
                                        <p:cTn id="7" dur="500"/>
                                        <p:tgtEl>
                                          <p:spTgt spid="16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8"/>
                                        </p:tgtEl>
                                        <p:attrNameLst>
                                          <p:attrName>style.visibility</p:attrName>
                                        </p:attrNameLst>
                                      </p:cBhvr>
                                      <p:to>
                                        <p:strVal val="visible"/>
                                      </p:to>
                                    </p:set>
                                    <p:animEffect transition="in" filter="wipe(left)">
                                      <p:cBhvr>
                                        <p:cTn id="12" dur="500"/>
                                        <p:tgtEl>
                                          <p:spTgt spid="163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7"/>
                                        </p:tgtEl>
                                        <p:attrNameLst>
                                          <p:attrName>style.visibility</p:attrName>
                                        </p:attrNameLst>
                                      </p:cBhvr>
                                      <p:to>
                                        <p:strVal val="visible"/>
                                      </p:to>
                                    </p:set>
                                    <p:animEffect transition="in" filter="wipe(left)">
                                      <p:cBhvr>
                                        <p:cTn id="17" dur="500"/>
                                        <p:tgtEl>
                                          <p:spTgt spid="16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autoUpdateAnimBg="0"/>
      <p:bldP spid="16388"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58205" y="515063"/>
            <a:ext cx="6512511" cy="1143000"/>
          </a:xfrm>
        </p:spPr>
        <p:txBody>
          <a:bodyPr/>
          <a:lstStyle/>
          <a:p>
            <a:pPr algn="ctr" eaLnBrk="1" hangingPunct="1"/>
            <a:r>
              <a:rPr lang="en-US" altLang="en-US" sz="3200" dirty="0" smtClean="0"/>
              <a:t>Introduction to </a:t>
            </a:r>
            <a:r>
              <a:rPr lang="en-US" altLang="en-US" sz="3200" dirty="0" err="1" smtClean="0"/>
              <a:t>Mischel’s</a:t>
            </a:r>
            <a:r>
              <a:rPr lang="en-US" altLang="en-US" sz="3200" dirty="0" smtClean="0"/>
              <a:t>  Personality Theory</a:t>
            </a:r>
          </a:p>
        </p:txBody>
      </p:sp>
      <p:sp>
        <p:nvSpPr>
          <p:cNvPr id="12291" name="Rectangle 3"/>
          <p:cNvSpPr>
            <a:spLocks noGrp="1" noChangeArrowheads="1"/>
          </p:cNvSpPr>
          <p:nvPr>
            <p:ph type="body" idx="1"/>
          </p:nvPr>
        </p:nvSpPr>
        <p:spPr>
          <a:xfrm>
            <a:off x="674717" y="1894975"/>
            <a:ext cx="7772400" cy="3962400"/>
          </a:xfrm>
        </p:spPr>
        <p:txBody>
          <a:bodyPr/>
          <a:lstStyle/>
          <a:p>
            <a:pPr eaLnBrk="1" hangingPunct="1">
              <a:lnSpc>
                <a:spcPct val="80000"/>
              </a:lnSpc>
            </a:pPr>
            <a:r>
              <a:rPr lang="en-US" altLang="en-US" sz="2400" dirty="0" smtClean="0"/>
              <a:t>Early work objected to trait theory explanation of </a:t>
            </a:r>
            <a:r>
              <a:rPr lang="en-US" altLang="en-US" sz="2400" dirty="0" err="1" smtClean="0"/>
              <a:t>behaviour</a:t>
            </a:r>
            <a:endParaRPr lang="en-US" altLang="en-US" sz="2400" dirty="0" smtClean="0"/>
          </a:p>
          <a:p>
            <a:pPr eaLnBrk="1" hangingPunct="1">
              <a:lnSpc>
                <a:spcPct val="80000"/>
              </a:lnSpc>
            </a:pPr>
            <a:r>
              <a:rPr lang="en-US" altLang="en-US" sz="2400" dirty="0" smtClean="0"/>
              <a:t>Cognitive activities and specific situations play role in determining </a:t>
            </a:r>
            <a:r>
              <a:rPr lang="en-US" altLang="en-US" sz="2400" dirty="0" err="1" smtClean="0"/>
              <a:t>behaviour</a:t>
            </a:r>
            <a:endParaRPr lang="en-US" altLang="en-US" sz="2400" dirty="0" smtClean="0"/>
          </a:p>
          <a:p>
            <a:pPr eaLnBrk="1" hangingPunct="1">
              <a:lnSpc>
                <a:spcPct val="80000"/>
              </a:lnSpc>
            </a:pPr>
            <a:r>
              <a:rPr lang="en-US" altLang="en-US" sz="2400" dirty="0" smtClean="0"/>
              <a:t>Recently have advocated reconciliation between processing dynamics and personal dispositions approaches</a:t>
            </a:r>
          </a:p>
          <a:p>
            <a:pPr eaLnBrk="1" hangingPunct="1">
              <a:lnSpc>
                <a:spcPct val="80000"/>
              </a:lnSpc>
            </a:pPr>
            <a:r>
              <a:rPr lang="en-US" altLang="en-US" sz="2400" dirty="0" smtClean="0"/>
              <a:t>Holds that </a:t>
            </a:r>
            <a:r>
              <a:rPr lang="en-US" altLang="en-US" sz="2400" dirty="0" err="1" smtClean="0"/>
              <a:t>behaviour</a:t>
            </a:r>
            <a:r>
              <a:rPr lang="en-US" altLang="en-US" sz="2400" dirty="0" smtClean="0"/>
              <a:t> stems from relatively stable personal dispositions and cognitive-affective processes interacting with a particular situation</a:t>
            </a:r>
          </a:p>
        </p:txBody>
      </p:sp>
    </p:spTree>
    <p:extLst>
      <p:ext uri="{BB962C8B-B14F-4D97-AF65-F5344CB8AC3E}">
        <p14:creationId xmlns:p14="http://schemas.microsoft.com/office/powerpoint/2010/main" val="20659964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6"/>
          <p:cNvSpPr>
            <a:spLocks noGrp="1" noChangeArrowheads="1"/>
          </p:cNvSpPr>
          <p:nvPr>
            <p:ph type="title"/>
          </p:nvPr>
        </p:nvSpPr>
        <p:spPr>
          <a:xfrm>
            <a:off x="1081165" y="178404"/>
            <a:ext cx="6512511" cy="1143000"/>
          </a:xfrm>
        </p:spPr>
        <p:txBody>
          <a:bodyPr/>
          <a:lstStyle/>
          <a:p>
            <a:pPr algn="ctr" eaLnBrk="1" hangingPunct="1"/>
            <a:r>
              <a:rPr lang="en-US" altLang="en-US" sz="2000" b="1" dirty="0" smtClean="0"/>
              <a:t>Background of the Cognitive-Affective Personality System</a:t>
            </a:r>
          </a:p>
        </p:txBody>
      </p:sp>
      <p:sp>
        <p:nvSpPr>
          <p:cNvPr id="14339" name="Rectangle 1027"/>
          <p:cNvSpPr>
            <a:spLocks noGrp="1" noChangeArrowheads="1"/>
          </p:cNvSpPr>
          <p:nvPr>
            <p:ph type="body" idx="1"/>
          </p:nvPr>
        </p:nvSpPr>
        <p:spPr>
          <a:xfrm>
            <a:off x="539496" y="1005840"/>
            <a:ext cx="8833104" cy="4038600"/>
          </a:xfrm>
        </p:spPr>
        <p:txBody>
          <a:bodyPr/>
          <a:lstStyle/>
          <a:p>
            <a:pPr eaLnBrk="1" hangingPunct="1">
              <a:lnSpc>
                <a:spcPct val="90000"/>
              </a:lnSpc>
            </a:pPr>
            <a:r>
              <a:rPr lang="en-US" altLang="en-US" sz="2000" dirty="0" smtClean="0"/>
              <a:t>Consistency Paradox</a:t>
            </a:r>
          </a:p>
          <a:p>
            <a:pPr lvl="1" eaLnBrk="1" hangingPunct="1">
              <a:lnSpc>
                <a:spcPct val="90000"/>
              </a:lnSpc>
            </a:pPr>
            <a:r>
              <a:rPr lang="en-US" altLang="en-US" sz="2000" dirty="0" smtClean="0"/>
              <a:t>Although both laypeople and professionals tend to believe that behavior is quite consistent, research suggests that it is not</a:t>
            </a:r>
          </a:p>
          <a:p>
            <a:pPr eaLnBrk="1" hangingPunct="1">
              <a:lnSpc>
                <a:spcPct val="90000"/>
              </a:lnSpc>
            </a:pPr>
            <a:r>
              <a:rPr lang="en-US" altLang="en-US" sz="2000" dirty="0" smtClean="0"/>
              <a:t>Person-Situation Interaction</a:t>
            </a:r>
          </a:p>
          <a:p>
            <a:pPr lvl="1" eaLnBrk="1" hangingPunct="1">
              <a:lnSpc>
                <a:spcPct val="90000"/>
              </a:lnSpc>
            </a:pPr>
            <a:r>
              <a:rPr lang="en-US" altLang="en-US" sz="2000" dirty="0" err="1" smtClean="0"/>
              <a:t>Mischel</a:t>
            </a:r>
            <a:r>
              <a:rPr lang="en-US" altLang="en-US" sz="2000" dirty="0" smtClean="0"/>
              <a:t> believes that behavior is best predicted from an understanding of the </a:t>
            </a:r>
            <a:r>
              <a:rPr lang="en-US" altLang="en-US" sz="2000" u="sng" dirty="0" smtClean="0"/>
              <a:t>person,</a:t>
            </a:r>
            <a:r>
              <a:rPr lang="en-US" altLang="en-US" sz="2000" dirty="0" smtClean="0"/>
              <a:t> the</a:t>
            </a:r>
            <a:r>
              <a:rPr lang="en-US" altLang="en-US" sz="2000" i="1" dirty="0" smtClean="0"/>
              <a:t> </a:t>
            </a:r>
            <a:r>
              <a:rPr lang="en-US" altLang="en-US" sz="2000" u="sng" dirty="0" smtClean="0"/>
              <a:t>situation, </a:t>
            </a:r>
            <a:r>
              <a:rPr lang="en-US" altLang="en-US" sz="2000" dirty="0" smtClean="0"/>
              <a:t>and the</a:t>
            </a:r>
            <a:r>
              <a:rPr lang="en-US" altLang="en-US" sz="2000" i="1" dirty="0" smtClean="0"/>
              <a:t> </a:t>
            </a:r>
            <a:r>
              <a:rPr lang="en-US" altLang="en-US" sz="2000" u="sng" dirty="0" smtClean="0"/>
              <a:t>interaction </a:t>
            </a:r>
            <a:r>
              <a:rPr lang="en-US" altLang="en-US" sz="2000" dirty="0" smtClean="0"/>
              <a:t>between person and situation </a:t>
            </a:r>
          </a:p>
          <a:p>
            <a:pPr lvl="1" eaLnBrk="1" hangingPunct="1">
              <a:lnSpc>
                <a:spcPct val="90000"/>
              </a:lnSpc>
            </a:pPr>
            <a:endParaRPr lang="en-US" altLang="en-US" dirty="0" smtClean="0"/>
          </a:p>
          <a:p>
            <a:pPr eaLnBrk="1" hangingPunct="1">
              <a:lnSpc>
                <a:spcPct val="90000"/>
              </a:lnSpc>
              <a:buFontTx/>
              <a:buNone/>
            </a:pPr>
            <a:endParaRPr lang="en-US" altLang="en-US" dirty="0" smtClean="0"/>
          </a:p>
        </p:txBody>
      </p:sp>
      <p:pic>
        <p:nvPicPr>
          <p:cNvPr id="2" name="Picture 1"/>
          <p:cNvPicPr>
            <a:picLocks noChangeAspect="1"/>
          </p:cNvPicPr>
          <p:nvPr/>
        </p:nvPicPr>
        <p:blipFill>
          <a:blip r:embed="rId2"/>
          <a:stretch>
            <a:fillRect/>
          </a:stretch>
        </p:blipFill>
        <p:spPr>
          <a:xfrm>
            <a:off x="1554826" y="3325177"/>
            <a:ext cx="6038850" cy="3438525"/>
          </a:xfrm>
          <a:prstGeom prst="rect">
            <a:avLst/>
          </a:prstGeom>
        </p:spPr>
      </p:pic>
    </p:spTree>
    <p:extLst>
      <p:ext uri="{BB962C8B-B14F-4D97-AF65-F5344CB8AC3E}">
        <p14:creationId xmlns:p14="http://schemas.microsoft.com/office/powerpoint/2010/main" val="32194326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6"/>
          <p:cNvSpPr>
            <a:spLocks noGrp="1" noChangeArrowheads="1"/>
          </p:cNvSpPr>
          <p:nvPr>
            <p:ph type="title"/>
          </p:nvPr>
        </p:nvSpPr>
        <p:spPr>
          <a:xfrm>
            <a:off x="1081165" y="178404"/>
            <a:ext cx="6512511" cy="1143000"/>
          </a:xfrm>
        </p:spPr>
        <p:txBody>
          <a:bodyPr/>
          <a:lstStyle/>
          <a:p>
            <a:pPr algn="ctr" eaLnBrk="1" hangingPunct="1"/>
            <a:r>
              <a:rPr lang="en-US" altLang="en-US" sz="2000" b="1" dirty="0" smtClean="0"/>
              <a:t>Background of the Cognitive-Affective Personality System</a:t>
            </a:r>
          </a:p>
        </p:txBody>
      </p:sp>
      <p:sp>
        <p:nvSpPr>
          <p:cNvPr id="14339" name="Rectangle 1027"/>
          <p:cNvSpPr>
            <a:spLocks noGrp="1" noChangeArrowheads="1"/>
          </p:cNvSpPr>
          <p:nvPr>
            <p:ph type="body" idx="1"/>
          </p:nvPr>
        </p:nvSpPr>
        <p:spPr>
          <a:xfrm>
            <a:off x="539496" y="1005840"/>
            <a:ext cx="7523050" cy="4038600"/>
          </a:xfrm>
        </p:spPr>
        <p:txBody>
          <a:bodyPr/>
          <a:lstStyle/>
          <a:p>
            <a:pPr fontAlgn="base"/>
            <a:r>
              <a:rPr lang="en-AU" sz="2000" b="1" dirty="0"/>
              <a:t>Personality Signatures</a:t>
            </a:r>
          </a:p>
          <a:p>
            <a:pPr fontAlgn="base"/>
            <a:r>
              <a:rPr lang="en-AU" sz="2000" dirty="0" err="1"/>
              <a:t>Mischel</a:t>
            </a:r>
            <a:r>
              <a:rPr lang="en-AU" sz="2000" dirty="0"/>
              <a:t> suggested that consistency would be found in distinctive but stable patterns of “if-then” situation-</a:t>
            </a:r>
            <a:r>
              <a:rPr lang="en-AU" sz="2000" dirty="0" err="1"/>
              <a:t>behavior</a:t>
            </a:r>
            <a:r>
              <a:rPr lang="en-AU" sz="2000" dirty="0"/>
              <a:t> relations that form personality signatures. In other words, if </a:t>
            </a:r>
            <a:r>
              <a:rPr lang="en-AU" sz="2000" i="1" dirty="0"/>
              <a:t>x </a:t>
            </a:r>
            <a:r>
              <a:rPr lang="en-AU" sz="2000" dirty="0"/>
              <a:t>situation occurs, then </a:t>
            </a:r>
            <a:r>
              <a:rPr lang="en-AU" sz="2000" i="1" dirty="0"/>
              <a:t>y </a:t>
            </a:r>
            <a:r>
              <a:rPr lang="en-AU" sz="2000" dirty="0" err="1"/>
              <a:t>behavior</a:t>
            </a:r>
            <a:r>
              <a:rPr lang="en-AU" sz="2000" dirty="0"/>
              <a:t> might result. Rather than defining people merely by their traits (“he is an irritable person”), he argued that personality research should factor in the importance of the context (“he is irritable when talked down to”). In this way, </a:t>
            </a:r>
            <a:r>
              <a:rPr lang="en-AU" sz="2000" dirty="0" err="1"/>
              <a:t>Mischel</a:t>
            </a:r>
            <a:r>
              <a:rPr lang="en-AU" sz="2000" dirty="0"/>
              <a:t> emphasized the importance of physical, social, and environmental forces in shaping </a:t>
            </a:r>
            <a:r>
              <a:rPr lang="en-AU" sz="2000" dirty="0" err="1"/>
              <a:t>behavior</a:t>
            </a:r>
            <a:r>
              <a:rPr lang="en-AU" sz="2000" dirty="0"/>
              <a:t>.</a:t>
            </a:r>
          </a:p>
          <a:p>
            <a:pPr lvl="1" eaLnBrk="1" hangingPunct="1">
              <a:lnSpc>
                <a:spcPct val="90000"/>
              </a:lnSpc>
            </a:pPr>
            <a:endParaRPr lang="en-US" altLang="en-US" dirty="0" smtClean="0"/>
          </a:p>
          <a:p>
            <a:pPr eaLnBrk="1" hangingPunct="1">
              <a:lnSpc>
                <a:spcPct val="90000"/>
              </a:lnSpc>
              <a:buFontTx/>
              <a:buNone/>
            </a:pPr>
            <a:endParaRPr lang="en-US" altLang="en-US" dirty="0" smtClean="0"/>
          </a:p>
        </p:txBody>
      </p:sp>
    </p:spTree>
    <p:extLst>
      <p:ext uri="{BB962C8B-B14F-4D97-AF65-F5344CB8AC3E}">
        <p14:creationId xmlns:p14="http://schemas.microsoft.com/office/powerpoint/2010/main" val="1816164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6"/>
          <p:cNvSpPr>
            <a:spLocks noGrp="1" noChangeArrowheads="1"/>
          </p:cNvSpPr>
          <p:nvPr>
            <p:ph type="title"/>
          </p:nvPr>
        </p:nvSpPr>
        <p:spPr>
          <a:xfrm>
            <a:off x="1081165" y="178404"/>
            <a:ext cx="6512511" cy="1143000"/>
          </a:xfrm>
        </p:spPr>
        <p:txBody>
          <a:bodyPr/>
          <a:lstStyle/>
          <a:p>
            <a:pPr algn="ctr" eaLnBrk="1" hangingPunct="1"/>
            <a:r>
              <a:rPr lang="en-US" altLang="en-US" sz="2000" b="1" dirty="0" smtClean="0"/>
              <a:t>Background of the Cognitive-Affective Personality System</a:t>
            </a:r>
          </a:p>
        </p:txBody>
      </p:sp>
      <p:sp>
        <p:nvSpPr>
          <p:cNvPr id="14339" name="Rectangle 1027"/>
          <p:cNvSpPr>
            <a:spLocks noGrp="1" noChangeArrowheads="1"/>
          </p:cNvSpPr>
          <p:nvPr>
            <p:ph type="body" idx="1"/>
          </p:nvPr>
        </p:nvSpPr>
        <p:spPr>
          <a:xfrm>
            <a:off x="539496" y="1005840"/>
            <a:ext cx="7523050" cy="4038600"/>
          </a:xfrm>
        </p:spPr>
        <p:txBody>
          <a:bodyPr/>
          <a:lstStyle/>
          <a:p>
            <a:pPr fontAlgn="base"/>
            <a:r>
              <a:rPr lang="en-AU" sz="1800" dirty="0"/>
              <a:t>The relationship between psychological features of situations and </a:t>
            </a:r>
            <a:r>
              <a:rPr lang="en-AU" sz="1800" dirty="0" err="1"/>
              <a:t>behavior</a:t>
            </a:r>
            <a:r>
              <a:rPr lang="en-AU" sz="1800" dirty="0"/>
              <a:t> is assumed to be mediated by five types of person variables (</a:t>
            </a:r>
            <a:r>
              <a:rPr lang="en-AU" sz="1800" dirty="0" err="1">
                <a:hlinkClick r:id="rId2"/>
              </a:rPr>
              <a:t>Mischel</a:t>
            </a:r>
            <a:r>
              <a:rPr lang="en-AU" sz="1800" dirty="0">
                <a:hlinkClick r:id="rId2"/>
              </a:rPr>
              <a:t>, 1973</a:t>
            </a:r>
            <a:r>
              <a:rPr lang="en-AU" sz="1800" dirty="0"/>
              <a:t>) or </a:t>
            </a:r>
            <a:endParaRPr lang="en-AU" sz="1800" dirty="0" smtClean="0"/>
          </a:p>
          <a:p>
            <a:pPr fontAlgn="base"/>
            <a:endParaRPr lang="en-AU" sz="1800" b="1" dirty="0"/>
          </a:p>
          <a:p>
            <a:pPr fontAlgn="base"/>
            <a:r>
              <a:rPr lang="en-AU" sz="1800" b="1" dirty="0" smtClean="0"/>
              <a:t>‘cognitive-affective </a:t>
            </a:r>
            <a:r>
              <a:rPr lang="en-AU" sz="1800" b="1" dirty="0"/>
              <a:t>units (CAUs</a:t>
            </a:r>
            <a:r>
              <a:rPr lang="en-AU" sz="1800" b="1" dirty="0" smtClean="0"/>
              <a:t>)’: </a:t>
            </a:r>
          </a:p>
          <a:p>
            <a:pPr fontAlgn="base"/>
            <a:r>
              <a:rPr lang="en-AU" sz="1800" dirty="0" smtClean="0"/>
              <a:t>(</a:t>
            </a:r>
            <a:r>
              <a:rPr lang="en-AU" sz="1800" dirty="0"/>
              <a:t>1) encodings and </a:t>
            </a:r>
            <a:r>
              <a:rPr lang="en-AU" sz="1800" dirty="0" err="1"/>
              <a:t>construals</a:t>
            </a:r>
            <a:r>
              <a:rPr lang="en-AU" sz="1800" dirty="0"/>
              <a:t>; </a:t>
            </a:r>
            <a:endParaRPr lang="en-AU" sz="1800" dirty="0" smtClean="0"/>
          </a:p>
          <a:p>
            <a:pPr fontAlgn="base"/>
            <a:r>
              <a:rPr lang="en-AU" sz="1800" dirty="0" smtClean="0"/>
              <a:t>(</a:t>
            </a:r>
            <a:r>
              <a:rPr lang="en-AU" sz="1800" dirty="0"/>
              <a:t>2) expectations and beliefs; </a:t>
            </a:r>
            <a:endParaRPr lang="en-AU" sz="1800" dirty="0" smtClean="0"/>
          </a:p>
          <a:p>
            <a:pPr fontAlgn="base"/>
            <a:r>
              <a:rPr lang="en-AU" sz="1800" dirty="0" smtClean="0"/>
              <a:t>(</a:t>
            </a:r>
            <a:r>
              <a:rPr lang="en-AU" sz="1800" dirty="0"/>
              <a:t>3) feelings and emotions (affects); </a:t>
            </a:r>
            <a:endParaRPr lang="en-AU" sz="1800" dirty="0" smtClean="0"/>
          </a:p>
          <a:p>
            <a:pPr fontAlgn="base"/>
            <a:r>
              <a:rPr lang="en-AU" sz="1800" dirty="0" smtClean="0"/>
              <a:t>(4</a:t>
            </a:r>
            <a:r>
              <a:rPr lang="en-AU" sz="1800" dirty="0"/>
              <a:t>) goals and values; and </a:t>
            </a:r>
            <a:endParaRPr lang="en-AU" sz="1800" dirty="0" smtClean="0"/>
          </a:p>
          <a:p>
            <a:pPr fontAlgn="base"/>
            <a:r>
              <a:rPr lang="en-AU" sz="1800" dirty="0" smtClean="0"/>
              <a:t>(</a:t>
            </a:r>
            <a:r>
              <a:rPr lang="en-AU" sz="1800" dirty="0"/>
              <a:t>5) competencies and self-regulatory abilities. </a:t>
            </a:r>
            <a:endParaRPr lang="en-US" altLang="en-US" sz="1800" dirty="0" smtClean="0"/>
          </a:p>
          <a:p>
            <a:pPr eaLnBrk="1" hangingPunct="1">
              <a:lnSpc>
                <a:spcPct val="90000"/>
              </a:lnSpc>
              <a:buFontTx/>
              <a:buNone/>
            </a:pPr>
            <a:endParaRPr lang="en-US" altLang="en-US" dirty="0" smtClean="0"/>
          </a:p>
        </p:txBody>
      </p:sp>
    </p:spTree>
    <p:extLst>
      <p:ext uri="{BB962C8B-B14F-4D97-AF65-F5344CB8AC3E}">
        <p14:creationId xmlns:p14="http://schemas.microsoft.com/office/powerpoint/2010/main" val="1897682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381000"/>
            <a:ext cx="9144000" cy="1066800"/>
          </a:xfrm>
        </p:spPr>
        <p:txBody>
          <a:bodyPr/>
          <a:lstStyle/>
          <a:p>
            <a:pPr algn="ctr" eaLnBrk="1" hangingPunct="1"/>
            <a:r>
              <a:rPr lang="en-US" altLang="en-US" sz="4000" dirty="0" err="1" smtClean="0"/>
              <a:t>Crisicisms</a:t>
            </a:r>
            <a:r>
              <a:rPr lang="en-US" altLang="en-US" sz="4000" dirty="0" smtClean="0"/>
              <a:t> of social cognitive:</a:t>
            </a:r>
          </a:p>
        </p:txBody>
      </p:sp>
      <p:sp>
        <p:nvSpPr>
          <p:cNvPr id="15363" name="Rectangle 3"/>
          <p:cNvSpPr>
            <a:spLocks noGrp="1" noChangeArrowheads="1"/>
          </p:cNvSpPr>
          <p:nvPr>
            <p:ph type="body" idx="1"/>
          </p:nvPr>
        </p:nvSpPr>
        <p:spPr>
          <a:xfrm>
            <a:off x="685800" y="1447800"/>
            <a:ext cx="8077200" cy="4953000"/>
          </a:xfrm>
        </p:spPr>
        <p:txBody>
          <a:bodyPr/>
          <a:lstStyle/>
          <a:p>
            <a:pPr eaLnBrk="1" hangingPunct="1"/>
            <a:r>
              <a:rPr lang="en-US" altLang="en-US" sz="2400" dirty="0" smtClean="0"/>
              <a:t>Not many!</a:t>
            </a:r>
          </a:p>
          <a:p>
            <a:pPr eaLnBrk="1" hangingPunct="1"/>
            <a:r>
              <a:rPr lang="en-US" altLang="en-US" sz="2400" dirty="0" smtClean="0"/>
              <a:t>Doesn’t include unconscious desires or motives</a:t>
            </a:r>
          </a:p>
          <a:p>
            <a:pPr eaLnBrk="1" hangingPunct="1"/>
            <a:endParaRPr lang="en-US" altLang="en-US" sz="2400" dirty="0"/>
          </a:p>
          <a:p>
            <a:pPr fontAlgn="base"/>
            <a:r>
              <a:rPr lang="en-AU" dirty="0" smtClean="0"/>
              <a:t>not </a:t>
            </a:r>
            <a:r>
              <a:rPr lang="en-AU" dirty="0"/>
              <a:t>all </a:t>
            </a:r>
            <a:r>
              <a:rPr lang="en-AU" b="1" dirty="0"/>
              <a:t>social learning can be directly observed. </a:t>
            </a:r>
            <a:r>
              <a:rPr lang="en-AU" dirty="0"/>
              <a:t>Because of this, it can be difficult to quantify the effect that social cognition has on development. Similarly, many aspects of personality are subjective and can be equally hard to measure and quantify.</a:t>
            </a:r>
          </a:p>
          <a:p>
            <a:pPr fontAlgn="base"/>
            <a:r>
              <a:rPr lang="en-AU" dirty="0"/>
              <a:t>Finally, this theory </a:t>
            </a:r>
            <a:r>
              <a:rPr lang="en-AU" b="1" dirty="0"/>
              <a:t>tends to ignore maturation throughout the lifespan. </a:t>
            </a:r>
            <a:r>
              <a:rPr lang="en-AU" dirty="0"/>
              <a:t>Because of this, the understanding of how a child learns through observation and how an adult learns through observation are not differentiated, and factors of development are not included.</a:t>
            </a:r>
          </a:p>
          <a:p>
            <a:pPr eaLnBrk="1" hangingPunct="1"/>
            <a:endParaRPr lang="en-US" altLang="en-US" sz="2400" dirty="0" smtClean="0"/>
          </a:p>
        </p:txBody>
      </p:sp>
    </p:spTree>
    <p:extLst>
      <p:ext uri="{BB962C8B-B14F-4D97-AF65-F5344CB8AC3E}">
        <p14:creationId xmlns:p14="http://schemas.microsoft.com/office/powerpoint/2010/main" val="25166987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Slipstream">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416</TotalTime>
  <Words>2186</Words>
  <Application>Microsoft Office PowerPoint</Application>
  <PresentationFormat>On-screen Show (4:3)</PresentationFormat>
  <Paragraphs>244</Paragraphs>
  <Slides>44</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Trebuchet MS</vt:lpstr>
      <vt:lpstr>Arial</vt:lpstr>
      <vt:lpstr>Calibri</vt:lpstr>
      <vt:lpstr>Wingdings</vt:lpstr>
      <vt:lpstr>Noto Sans Symbols</vt:lpstr>
      <vt:lpstr>Georgia</vt:lpstr>
      <vt:lpstr>Slipstream</vt:lpstr>
      <vt:lpstr>PSYCHOLOGY OF PERSONALITY </vt:lpstr>
      <vt:lpstr>PowerPoint Presentation</vt:lpstr>
      <vt:lpstr>Theories summarised</vt:lpstr>
      <vt:lpstr>PowerPoint Presentation</vt:lpstr>
      <vt:lpstr>PowerPoint Presentation</vt:lpstr>
      <vt:lpstr>PowerPoint Presentation</vt:lpstr>
      <vt:lpstr>TRAIT THEORY</vt:lpstr>
      <vt:lpstr>PowerPoint Presentation</vt:lpstr>
      <vt:lpstr>EXAMPLES OF PERSONALITY TESTS</vt:lpstr>
      <vt:lpstr>EXTRAVERSION AND AGREEABLENESS</vt:lpstr>
      <vt:lpstr>CONSCIENTIOUSNESS AND NEUROTICISM</vt:lpstr>
      <vt:lpstr>OPENNESS</vt:lpstr>
      <vt:lpstr>Trait theories have widespread acceptability in psychology and continue to contribute to research on personality development.</vt:lpstr>
      <vt:lpstr>CRITICISMS OF THE “BIG FIVE”</vt:lpstr>
      <vt:lpstr>PowerPoint Presentation</vt:lpstr>
      <vt:lpstr>THE BIG 5 AND JOB PERFORMANCE</vt:lpstr>
      <vt:lpstr>PowerPoint Presentation</vt:lpstr>
      <vt:lpstr>PowerPoint Presentation</vt:lpstr>
      <vt:lpstr>PowerPoint Presentation</vt:lpstr>
      <vt:lpstr>PowerPoint Presentation</vt:lpstr>
      <vt:lpstr>Vocab - Rogers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Humanistic psychology has been influential in psychotherapy, education, parenting and business.</vt:lpstr>
      <vt:lpstr>HUMANISTIC THEORIES:  Focused on healthy personalities</vt:lpstr>
      <vt:lpstr>Other criticisms of Maslow’s theory:</vt:lpstr>
      <vt:lpstr>CONSISTENCY IN PERSONALITY: CONTINUITY IN PERSONALITY OVER TIME:</vt:lpstr>
      <vt:lpstr>CONSISTENCY OF PERSONALITY ACROSS SITUATIONS.</vt:lpstr>
      <vt:lpstr>PowerPoint Presentation</vt:lpstr>
      <vt:lpstr>PowerPoint Presentation</vt:lpstr>
      <vt:lpstr>PowerPoint Presentation</vt:lpstr>
      <vt:lpstr>PowerPoint Presentation</vt:lpstr>
      <vt:lpstr>PowerPoint Presentation</vt:lpstr>
      <vt:lpstr>PowerPoint Presentation</vt:lpstr>
      <vt:lpstr>Introduction to Mischel’s  Personality Theory</vt:lpstr>
      <vt:lpstr>Background of the Cognitive-Affective Personality System</vt:lpstr>
      <vt:lpstr>Background of the Cognitive-Affective Personality System</vt:lpstr>
      <vt:lpstr>Background of the Cognitive-Affective Personality System</vt:lpstr>
      <vt:lpstr>Crisicisms of social cognitive: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Annabel Kanakis</dc:creator>
  <cp:lastModifiedBy>Natalie EDWARDS</cp:lastModifiedBy>
  <cp:revision>24</cp:revision>
  <dcterms:modified xsi:type="dcterms:W3CDTF">2021-06-17T07:02:56Z</dcterms:modified>
</cp:coreProperties>
</file>