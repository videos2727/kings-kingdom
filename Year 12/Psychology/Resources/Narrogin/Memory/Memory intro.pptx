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Memory intro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811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Learning intention: to understand the multi-store model of memory (Atkinson &amp; </a:t>
            </a:r>
            <a:r>
              <a:rPr lang="en-GB" dirty="0" err="1"/>
              <a:t>shiffrin</a:t>
            </a:r>
            <a:r>
              <a:rPr lang="en-GB" dirty="0"/>
              <a:t>) </a:t>
            </a:r>
            <a:br>
              <a:rPr lang="en-GB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 smtClean="0"/>
              <a:t>Success </a:t>
            </a:r>
            <a:r>
              <a:rPr lang="en-GB" dirty="0"/>
              <a:t>criteria:  </a:t>
            </a:r>
          </a:p>
          <a:p>
            <a:pPr fontAlgn="base"/>
            <a:r>
              <a:rPr lang="en-GB" dirty="0"/>
              <a:t>Categorise memories as declarative (explicit) or non-declarative (implicit) </a:t>
            </a:r>
          </a:p>
          <a:p>
            <a:pPr fontAlgn="base"/>
            <a:r>
              <a:rPr lang="en-GB" dirty="0"/>
              <a:t>describe the sensory register, short-term memory and long-term memory </a:t>
            </a:r>
          </a:p>
          <a:p>
            <a:pPr fontAlgn="base"/>
            <a:r>
              <a:rPr lang="en-GB" dirty="0"/>
              <a:t>Explain how these work together 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992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428" y="785611"/>
            <a:ext cx="8275366" cy="521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4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Declarative (explicit) memory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AU" dirty="0" smtClean="0"/>
              <a:t>controlled </a:t>
            </a:r>
            <a:r>
              <a:rPr lang="en-AU" dirty="0"/>
              <a:t>consciously, intentionally, and flexibly. </a:t>
            </a:r>
            <a:r>
              <a:rPr lang="en-AU" dirty="0" smtClean="0"/>
              <a:t>involves </a:t>
            </a:r>
            <a:r>
              <a:rPr lang="en-AU" dirty="0"/>
              <a:t>some effort and </a:t>
            </a:r>
            <a:r>
              <a:rPr lang="en-AU" dirty="0" smtClean="0"/>
              <a:t>intention</a:t>
            </a:r>
          </a:p>
          <a:p>
            <a:r>
              <a:rPr lang="en-AU" dirty="0" smtClean="0"/>
              <a:t>mediated </a:t>
            </a:r>
            <a:r>
              <a:rPr lang="en-AU" dirty="0"/>
              <a:t>by the hippocampus and frontal </a:t>
            </a:r>
            <a:r>
              <a:rPr lang="en-AU" dirty="0" smtClean="0"/>
              <a:t>lobes</a:t>
            </a:r>
          </a:p>
          <a:p>
            <a:r>
              <a:rPr lang="en-AU" dirty="0" smtClean="0"/>
              <a:t>people </a:t>
            </a:r>
            <a:r>
              <a:rPr lang="en-AU" dirty="0"/>
              <a:t>with damage to the hippocampus have difficulty forming new long-term declarative memories, while those with frontal lobe damage may </a:t>
            </a:r>
            <a:r>
              <a:rPr lang="en-AU" dirty="0" smtClean="0"/>
              <a:t>experience deficits </a:t>
            </a:r>
            <a:r>
              <a:rPr lang="en-AU" dirty="0"/>
              <a:t>in working memory.</a:t>
            </a:r>
          </a:p>
          <a:p>
            <a:r>
              <a:rPr lang="en-AU" dirty="0" smtClean="0"/>
              <a:t>measured </a:t>
            </a:r>
            <a:r>
              <a:rPr lang="en-AU" dirty="0"/>
              <a:t>with explicit memory </a:t>
            </a:r>
            <a:r>
              <a:rPr lang="en-AU" dirty="0" smtClean="0"/>
              <a:t>tests</a:t>
            </a:r>
          </a:p>
          <a:p>
            <a:r>
              <a:rPr lang="en-AU" dirty="0" smtClean="0"/>
              <a:t>It </a:t>
            </a:r>
            <a:r>
              <a:rPr lang="en-AU" dirty="0"/>
              <a:t>generally declines with age.</a:t>
            </a:r>
          </a:p>
          <a:p>
            <a:r>
              <a:rPr lang="en-AU" dirty="0" smtClean="0"/>
              <a:t>Examples: recalling </a:t>
            </a:r>
            <a:r>
              <a:rPr lang="en-AU" dirty="0"/>
              <a:t>the name of an old friend, remembering a list of items to pick up at the store, remembering </a:t>
            </a:r>
            <a:r>
              <a:rPr lang="en-AU" dirty="0" smtClean="0"/>
              <a:t>information for </a:t>
            </a:r>
            <a:r>
              <a:rPr lang="en-AU" dirty="0"/>
              <a:t>a test, learning a phone number, and recalling </a:t>
            </a:r>
            <a:r>
              <a:rPr lang="en-AU" dirty="0" smtClean="0"/>
              <a:t>your PIN number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044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Nondeclarative</a:t>
            </a:r>
            <a:r>
              <a:rPr lang="en-AU" dirty="0" smtClean="0"/>
              <a:t> (implicit) memory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influences our current perceptions and </a:t>
            </a:r>
            <a:r>
              <a:rPr lang="en-AU" dirty="0" err="1"/>
              <a:t>behavior</a:t>
            </a:r>
            <a:r>
              <a:rPr lang="en-AU" dirty="0"/>
              <a:t> without our knowledge, awareness, or intention</a:t>
            </a:r>
            <a:r>
              <a:rPr lang="en-AU" dirty="0" smtClean="0"/>
              <a:t>.</a:t>
            </a:r>
          </a:p>
          <a:p>
            <a:r>
              <a:rPr lang="en-AU" dirty="0"/>
              <a:t>assessed with an implicit memory test in which the individual is unaware she or he is taking a memory test</a:t>
            </a:r>
            <a:r>
              <a:rPr lang="en-AU" dirty="0" smtClean="0"/>
              <a:t>.</a:t>
            </a:r>
          </a:p>
          <a:p>
            <a:r>
              <a:rPr lang="en-AU" dirty="0"/>
              <a:t>mediated by cortical areas, the cerebellum, and the basal ganglia. </a:t>
            </a:r>
            <a:endParaRPr lang="en-AU" dirty="0" smtClean="0"/>
          </a:p>
          <a:p>
            <a:r>
              <a:rPr lang="en-AU" dirty="0"/>
              <a:t>Damage to the cerebellum and basal ganglia can impair classical conditioning and procedural memory. </a:t>
            </a:r>
            <a:endParaRPr lang="en-AU" dirty="0" smtClean="0"/>
          </a:p>
          <a:p>
            <a:r>
              <a:rPr lang="en-AU" dirty="0"/>
              <a:t>first discovered in work with people who had anterograde </a:t>
            </a:r>
            <a:r>
              <a:rPr lang="en-AU" dirty="0" smtClean="0"/>
              <a:t>amnesia</a:t>
            </a:r>
          </a:p>
          <a:p>
            <a:r>
              <a:rPr lang="en-AU" dirty="0"/>
              <a:t>It remains relatively stable with normal aging. </a:t>
            </a:r>
          </a:p>
          <a:p>
            <a:r>
              <a:rPr lang="en-AU" dirty="0" smtClean="0"/>
              <a:t>Examples: riding </a:t>
            </a:r>
            <a:r>
              <a:rPr lang="en-AU"/>
              <a:t>a </a:t>
            </a:r>
            <a:r>
              <a:rPr lang="en-AU" smtClean="0"/>
              <a:t>bike, </a:t>
            </a:r>
            <a:r>
              <a:rPr lang="en-AU" dirty="0" smtClean="0"/>
              <a:t>driving </a:t>
            </a:r>
            <a:r>
              <a:rPr lang="en-AU"/>
              <a:t>a </a:t>
            </a:r>
            <a:r>
              <a:rPr lang="en-AU" smtClean="0"/>
              <a:t>manual </a:t>
            </a:r>
            <a:r>
              <a:rPr lang="en-AU" dirty="0"/>
              <a:t>car, using the same verbal patterns as friends (e.g., saying “like” repeatedly), and classical conditioning. </a:t>
            </a:r>
          </a:p>
        </p:txBody>
      </p:sp>
    </p:spTree>
    <p:extLst>
      <p:ext uri="{BB962C8B-B14F-4D97-AF65-F5344CB8AC3E}">
        <p14:creationId xmlns:p14="http://schemas.microsoft.com/office/powerpoint/2010/main" val="3006516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</TotalTime>
  <Words>274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Memory intro</vt:lpstr>
      <vt:lpstr>Learning intention: to understand the multi-store model of memory (Atkinson &amp; shiffrin)  </vt:lpstr>
      <vt:lpstr>PowerPoint Presentation</vt:lpstr>
      <vt:lpstr>Declarative (explicit) memory</vt:lpstr>
      <vt:lpstr>Nondeclarative (implicit) memory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intro</dc:title>
  <dc:creator>EDWARDS Natalie [Narrogin Senior High School]</dc:creator>
  <cp:lastModifiedBy>EDWARDS Natalie [Narrogin Senior High School]</cp:lastModifiedBy>
  <cp:revision>1</cp:revision>
  <dcterms:created xsi:type="dcterms:W3CDTF">2021-02-16T01:38:13Z</dcterms:created>
  <dcterms:modified xsi:type="dcterms:W3CDTF">2021-02-16T01:45:39Z</dcterms:modified>
</cp:coreProperties>
</file>