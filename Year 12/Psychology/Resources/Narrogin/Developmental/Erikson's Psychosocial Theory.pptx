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930"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Shape 10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03" name="Shape 10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Shape 10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09" name="Shape 10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Shape 114"/>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15" name="Shape 11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21" name="Shape 1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Shape 126"/>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27" name="Shape 12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Shape 13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33" name="Shape 13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Shape 13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39" name="Shape 13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Shape 144"/>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45" name="Shape 14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Shape 150"/>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51" name="Shape 15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Shape 156"/>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57" name="Shape 15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Shape 162"/>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63" name="Shape 16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Shape 168"/>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noAutofit/>
          </a:bodyPr>
          <a:lstStyle/>
          <a:p>
            <a:pPr lvl="0">
              <a:spcBef>
                <a:spcPts val="0"/>
              </a:spcBef>
              <a:buNone/>
            </a:pPr>
            <a:endParaRPr/>
          </a:p>
        </p:txBody>
      </p:sp>
      <p:sp>
        <p:nvSpPr>
          <p:cNvPr id="169" name="Shape 16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6"/>
        <p:cNvGrpSpPr/>
        <p:nvPr/>
      </p:nvGrpSpPr>
      <p:grpSpPr>
        <a:xfrm>
          <a:off x="0" y="0"/>
          <a:ext cx="0" cy="0"/>
          <a:chOff x="0" y="0"/>
          <a:chExt cx="0" cy="0"/>
        </a:xfrm>
      </p:grpSpPr>
      <p:sp>
        <p:nvSpPr>
          <p:cNvPr id="17" name="Shape 17"/>
          <p:cNvSpPr/>
          <p:nvPr/>
        </p:nvSpPr>
        <p:spPr>
          <a:xfrm>
            <a:off x="-1" y="4664146"/>
            <a:ext cx="9151089" cy="0"/>
          </a:xfrm>
          <a:prstGeom prst="rtTriangle">
            <a:avLst/>
          </a:prstGeom>
          <a:gradFill>
            <a:gsLst>
              <a:gs pos="0">
                <a:srgbClr val="004151"/>
              </a:gs>
              <a:gs pos="55000">
                <a:srgbClr val="20BDE4"/>
              </a:gs>
              <a:gs pos="100000">
                <a:srgbClr val="004151"/>
              </a:gs>
            </a:gsLst>
            <a:lin ang="3000000" scaled="0"/>
          </a:gradFill>
          <a:ln>
            <a:noFill/>
          </a:ln>
        </p:spPr>
        <p:txBody>
          <a:bodyPr lIns="91425" tIns="45700" rIns="91425" bIns="45700" anchor="ctr" anchorCtr="0">
            <a:noAutofit/>
          </a:bodyPr>
          <a:lstStyle/>
          <a:p>
            <a:pPr lvl="0">
              <a:spcBef>
                <a:spcPts val="0"/>
              </a:spcBef>
              <a:buNone/>
            </a:pPr>
            <a:endParaRPr/>
          </a:p>
        </p:txBody>
      </p:sp>
      <p:sp>
        <p:nvSpPr>
          <p:cNvPr id="18" name="Shape 18"/>
          <p:cNvSpPr txBox="1">
            <a:spLocks noGrp="1"/>
          </p:cNvSpPr>
          <p:nvPr>
            <p:ph type="ctrTitle"/>
          </p:nvPr>
        </p:nvSpPr>
        <p:spPr>
          <a:xfrm>
            <a:off x="685800" y="1752600"/>
            <a:ext cx="7772400" cy="1829760"/>
          </a:xfrm>
          <a:prstGeom prst="rect">
            <a:avLst/>
          </a:prstGeom>
          <a:noFill/>
          <a:ln>
            <a:noFill/>
          </a:ln>
        </p:spPr>
        <p:txBody>
          <a:bodyPr lIns="91425" tIns="91425" rIns="91425" bIns="91425" anchor="b" anchorCtr="0"/>
          <a:lstStyle>
            <a:lvl1pPr marL="0" marR="0" lvl="0" indent="0" algn="r" rtl="0">
              <a:spcBef>
                <a:spcPts val="0"/>
              </a:spcBef>
              <a:buClr>
                <a:schemeClr val="dk2"/>
              </a:buClr>
              <a:buFont typeface="Arial"/>
              <a:buNone/>
              <a:defRPr sz="4800" b="1" i="0" u="none" strike="noStrike" cap="none">
                <a:solidFill>
                  <a:schemeClr val="dk2"/>
                </a:solidFill>
                <a:latin typeface="Arial"/>
                <a:ea typeface="Arial"/>
                <a:cs typeface="Arial"/>
                <a:sym typeface="Arial"/>
              </a:defRPr>
            </a:lvl1pPr>
            <a:lvl2pPr marL="0" marR="0" lvl="1" indent="0" algn="l" rtl="0">
              <a:spcBef>
                <a:spcPts val="0"/>
              </a:spcBef>
              <a:defRPr/>
            </a:lvl2pPr>
            <a:lvl3pPr marL="0" marR="0" lvl="2" indent="0" algn="l" rtl="0">
              <a:spcBef>
                <a:spcPts val="0"/>
              </a:spcBef>
              <a:defRPr/>
            </a:lvl3pPr>
            <a:lvl4pPr marL="0" marR="0" lvl="3" indent="0" algn="l" rtl="0">
              <a:spcBef>
                <a:spcPts val="0"/>
              </a:spcBef>
              <a:defRPr/>
            </a:lvl4pPr>
            <a:lvl5pPr marL="0" marR="0" lvl="4" indent="0" algn="l" rtl="0">
              <a:spcBef>
                <a:spcPts val="0"/>
              </a:spcBef>
              <a:defRPr/>
            </a:lvl5pPr>
            <a:lvl6pPr marL="0" marR="0" lvl="5" indent="0" algn="l" rtl="0">
              <a:spcBef>
                <a:spcPts val="0"/>
              </a:spcBef>
              <a:defRPr/>
            </a:lvl6pPr>
            <a:lvl7pPr marL="0" marR="0" lvl="6" indent="0" algn="l" rtl="0">
              <a:spcBef>
                <a:spcPts val="0"/>
              </a:spcBef>
              <a:defRPr/>
            </a:lvl7pPr>
            <a:lvl8pPr marL="0" marR="0" lvl="7" indent="0" algn="l" rtl="0">
              <a:spcBef>
                <a:spcPts val="0"/>
              </a:spcBef>
              <a:defRPr/>
            </a:lvl8pPr>
            <a:lvl9pPr marL="0" marR="0" lvl="8" indent="0" algn="l" rtl="0">
              <a:spcBef>
                <a:spcPts val="0"/>
              </a:spcBef>
              <a:defRPr/>
            </a:lvl9pPr>
          </a:lstStyle>
          <a:p>
            <a:endParaRPr/>
          </a:p>
        </p:txBody>
      </p:sp>
      <p:sp>
        <p:nvSpPr>
          <p:cNvPr id="19" name="Shape 19"/>
          <p:cNvSpPr txBox="1">
            <a:spLocks noGrp="1"/>
          </p:cNvSpPr>
          <p:nvPr>
            <p:ph type="subTitle" idx="1"/>
          </p:nvPr>
        </p:nvSpPr>
        <p:spPr>
          <a:xfrm>
            <a:off x="685800" y="3611607"/>
            <a:ext cx="7772400" cy="1199703"/>
          </a:xfrm>
          <a:prstGeom prst="rect">
            <a:avLst/>
          </a:prstGeom>
          <a:noFill/>
          <a:ln>
            <a:noFill/>
          </a:ln>
        </p:spPr>
        <p:txBody>
          <a:bodyPr lIns="91425" tIns="91425" rIns="91425" bIns="91425" anchor="t" anchorCtr="0"/>
          <a:lstStyle>
            <a:lvl1pPr marL="0" marR="64008" lvl="0" indent="0" algn="r" rtl="0">
              <a:spcBef>
                <a:spcPts val="400"/>
              </a:spcBef>
              <a:spcAft>
                <a:spcPts val="0"/>
              </a:spcAft>
              <a:buClr>
                <a:schemeClr val="accent1"/>
              </a:buClr>
              <a:buFont typeface="Arial"/>
              <a:buNone/>
              <a:defRPr sz="2700" b="0" i="0" u="none" strike="noStrike" cap="none">
                <a:solidFill>
                  <a:schemeClr val="dk2"/>
                </a:solidFill>
                <a:latin typeface="Arial"/>
                <a:ea typeface="Arial"/>
                <a:cs typeface="Arial"/>
                <a:sym typeface="Arial"/>
              </a:defRPr>
            </a:lvl1pPr>
            <a:lvl2pPr marL="457200" marR="0" lvl="1" indent="0" algn="ctr" rtl="0">
              <a:spcBef>
                <a:spcPts val="324"/>
              </a:spcBef>
              <a:buClr>
                <a:schemeClr val="accent1"/>
              </a:buClr>
              <a:buFont typeface="Arial"/>
              <a:buNone/>
              <a:defRPr sz="2300" b="0" i="0" u="none" strike="noStrike" cap="none">
                <a:solidFill>
                  <a:schemeClr val="dk1"/>
                </a:solidFill>
                <a:latin typeface="Arial"/>
                <a:ea typeface="Arial"/>
                <a:cs typeface="Arial"/>
                <a:sym typeface="Arial"/>
              </a:defRPr>
            </a:lvl2pPr>
            <a:lvl3pPr marL="914400" marR="0" lvl="2" indent="0" algn="ctr" rtl="0">
              <a:spcBef>
                <a:spcPts val="350"/>
              </a:spcBef>
              <a:buClr>
                <a:schemeClr val="accent2"/>
              </a:buClr>
              <a:buFont typeface="Arial"/>
              <a:buNone/>
              <a:defRPr sz="2100" b="0" i="0" u="none" strike="noStrike" cap="none">
                <a:solidFill>
                  <a:schemeClr val="dk1"/>
                </a:solidFill>
                <a:latin typeface="Arial"/>
                <a:ea typeface="Arial"/>
                <a:cs typeface="Arial"/>
                <a:sym typeface="Arial"/>
              </a:defRPr>
            </a:lvl3pPr>
            <a:lvl4pPr marL="1371600" marR="0" lvl="3" indent="0" algn="ctr" rtl="0">
              <a:spcBef>
                <a:spcPts val="350"/>
              </a:spcBef>
              <a:buClr>
                <a:schemeClr val="accent2"/>
              </a:buClr>
              <a:buFont typeface="Arial"/>
              <a:buNone/>
              <a:defRPr sz="1900" b="0" i="0" u="none" strike="noStrike" cap="none">
                <a:solidFill>
                  <a:schemeClr val="dk1"/>
                </a:solidFill>
                <a:latin typeface="Arial"/>
                <a:ea typeface="Arial"/>
                <a:cs typeface="Arial"/>
                <a:sym typeface="Arial"/>
              </a:defRPr>
            </a:lvl4pPr>
            <a:lvl5pPr marL="1828800" marR="0" lvl="4" indent="0" algn="ctr" rtl="0">
              <a:spcBef>
                <a:spcPts val="350"/>
              </a:spcBef>
              <a:buClr>
                <a:schemeClr val="accent2"/>
              </a:buClr>
              <a:buFont typeface="Arial"/>
              <a:buNone/>
              <a:defRPr sz="1800" b="0" i="0" u="none" strike="noStrike" cap="none">
                <a:solidFill>
                  <a:schemeClr val="dk1"/>
                </a:solidFill>
                <a:latin typeface="Arial"/>
                <a:ea typeface="Arial"/>
                <a:cs typeface="Arial"/>
                <a:sym typeface="Arial"/>
              </a:defRPr>
            </a:lvl5pPr>
            <a:lvl6pPr marL="2286000" marR="0" lvl="5" indent="0" algn="ctr" rtl="0">
              <a:spcBef>
                <a:spcPts val="350"/>
              </a:spcBef>
              <a:buClr>
                <a:schemeClr val="accent3"/>
              </a:buClr>
              <a:buFont typeface="Arial"/>
              <a:buNone/>
              <a:defRPr sz="1800" b="0" i="0" u="none" strike="noStrike" cap="none">
                <a:solidFill>
                  <a:schemeClr val="dk1"/>
                </a:solidFill>
                <a:latin typeface="Arial"/>
                <a:ea typeface="Arial"/>
                <a:cs typeface="Arial"/>
                <a:sym typeface="Arial"/>
              </a:defRPr>
            </a:lvl6pPr>
            <a:lvl7pPr marL="2743200" marR="0" lvl="6" indent="0" algn="ctr" rtl="0">
              <a:spcBef>
                <a:spcPts val="350"/>
              </a:spcBef>
              <a:buClr>
                <a:schemeClr val="accent3"/>
              </a:buClr>
              <a:buFont typeface="Arial"/>
              <a:buNone/>
              <a:defRPr sz="1600" b="0" i="0" u="none" strike="noStrike" cap="none">
                <a:solidFill>
                  <a:schemeClr val="dk1"/>
                </a:solidFill>
                <a:latin typeface="Arial"/>
                <a:ea typeface="Arial"/>
                <a:cs typeface="Arial"/>
                <a:sym typeface="Arial"/>
              </a:defRPr>
            </a:lvl7pPr>
            <a:lvl8pPr marL="3200400" marR="0" lvl="7" indent="0" algn="ctr" rtl="0">
              <a:spcBef>
                <a:spcPts val="350"/>
              </a:spcBef>
              <a:buClr>
                <a:schemeClr val="accent3"/>
              </a:buClr>
              <a:buFont typeface="Arial"/>
              <a:buNone/>
              <a:defRPr sz="1600" b="0" i="0" u="none" strike="noStrike" cap="none">
                <a:solidFill>
                  <a:schemeClr val="dk1"/>
                </a:solidFill>
                <a:latin typeface="Arial"/>
                <a:ea typeface="Arial"/>
                <a:cs typeface="Arial"/>
                <a:sym typeface="Arial"/>
              </a:defRPr>
            </a:lvl8pPr>
            <a:lvl9pPr marL="3657600" marR="0" lvl="8" indent="0" algn="ctr" rtl="0">
              <a:spcBef>
                <a:spcPts val="350"/>
              </a:spcBef>
              <a:buClr>
                <a:schemeClr val="accent3"/>
              </a:buClr>
              <a:buFont typeface="Arial"/>
              <a:buNone/>
              <a:defRPr sz="1600" b="0" i="0" u="none" strike="noStrike" cap="none">
                <a:solidFill>
                  <a:schemeClr val="dk1"/>
                </a:solidFill>
                <a:latin typeface="Arial"/>
                <a:ea typeface="Arial"/>
                <a:cs typeface="Arial"/>
                <a:sym typeface="Arial"/>
              </a:defRPr>
            </a:lvl9pPr>
          </a:lstStyle>
          <a:p>
            <a:endParaRPr/>
          </a:p>
        </p:txBody>
      </p:sp>
      <p:grpSp>
        <p:nvGrpSpPr>
          <p:cNvPr id="20" name="Shape 20"/>
          <p:cNvGrpSpPr/>
          <p:nvPr/>
        </p:nvGrpSpPr>
        <p:grpSpPr>
          <a:xfrm>
            <a:off x="-3765" y="4953000"/>
            <a:ext cx="9147765" cy="1912087"/>
            <a:chOff x="-3765" y="4832896"/>
            <a:chExt cx="9147765" cy="2032191"/>
          </a:xfrm>
        </p:grpSpPr>
        <p:sp>
          <p:nvSpPr>
            <p:cNvPr id="21" name="Shape 21"/>
            <p:cNvSpPr/>
            <p:nvPr/>
          </p:nvSpPr>
          <p:spPr>
            <a:xfrm>
              <a:off x="1687513" y="4832896"/>
              <a:ext cx="7456487" cy="518816"/>
            </a:xfrm>
            <a:custGeom>
              <a:avLst/>
              <a:gdLst/>
              <a:ahLst/>
              <a:cxnLst/>
              <a:rect l="0" t="0" r="0" b="0"/>
              <a:pathLst>
                <a:path w="4697" h="367" extrusionOk="0">
                  <a:moveTo>
                    <a:pt x="4697" y="0"/>
                  </a:moveTo>
                  <a:lnTo>
                    <a:pt x="4697" y="367"/>
                  </a:lnTo>
                  <a:lnTo>
                    <a:pt x="0" y="218"/>
                  </a:lnTo>
                  <a:lnTo>
                    <a:pt x="4697" y="0"/>
                  </a:lnTo>
                  <a:close/>
                </a:path>
              </a:pathLst>
            </a:custGeom>
            <a:solidFill>
              <a:srgbClr val="6EC6DC">
                <a:alpha val="40000"/>
              </a:srgbClr>
            </a:solidFill>
            <a:ln>
              <a:noFill/>
            </a:ln>
          </p:spPr>
          <p:txBody>
            <a:bodyPr lIns="91425" tIns="45700" rIns="91425" bIns="45700" anchor="t" anchorCtr="0">
              <a:noAutofit/>
            </a:bodyPr>
            <a:lstStyle/>
            <a:p>
              <a:pPr lvl="0">
                <a:spcBef>
                  <a:spcPts val="0"/>
                </a:spcBef>
                <a:buNone/>
              </a:pPr>
              <a:endParaRPr/>
            </a:p>
          </p:txBody>
        </p:sp>
        <p:sp>
          <p:nvSpPr>
            <p:cNvPr id="22" name="Shape 22"/>
            <p:cNvSpPr/>
            <p:nvPr/>
          </p:nvSpPr>
          <p:spPr>
            <a:xfrm>
              <a:off x="35442" y="5135526"/>
              <a:ext cx="9108557" cy="838200"/>
            </a:xfrm>
            <a:custGeom>
              <a:avLst/>
              <a:gdLst/>
              <a:ahLst/>
              <a:cxnLst/>
              <a:rect l="0" t="0" r="0" b="0"/>
              <a:pathLst>
                <a:path w="5760" h="528" extrusionOk="0">
                  <a:moveTo>
                    <a:pt x="0" y="0"/>
                  </a:moveTo>
                  <a:lnTo>
                    <a:pt x="5760" y="0"/>
                  </a:lnTo>
                  <a:lnTo>
                    <a:pt x="5760" y="528"/>
                  </a:lnTo>
                  <a:lnTo>
                    <a:pt x="48" y="0"/>
                  </a:lnTo>
                </a:path>
              </a:pathLst>
            </a:custGeom>
            <a:solidFill>
              <a:srgbClr val="000000"/>
            </a:solidFill>
            <a:ln>
              <a:noFill/>
            </a:ln>
          </p:spPr>
          <p:txBody>
            <a:bodyPr lIns="91425" tIns="45700" rIns="91425" bIns="45700" anchor="t" anchorCtr="0">
              <a:noAutofit/>
            </a:bodyPr>
            <a:lstStyle/>
            <a:p>
              <a:pPr lvl="0">
                <a:spcBef>
                  <a:spcPts val="0"/>
                </a:spcBef>
                <a:buNone/>
              </a:pPr>
              <a:endParaRPr/>
            </a:p>
          </p:txBody>
        </p:sp>
        <p:pic>
          <p:nvPicPr>
            <p:cNvPr id="23" name="Shape 23"/>
            <p:cNvPicPr preferRelativeResize="0"/>
            <p:nvPr/>
          </p:nvPicPr>
          <p:blipFill>
            <a:blip r:embed="rId2">
              <a:alphaModFix/>
            </a:blip>
            <a:stretch>
              <a:fillRect/>
            </a:stretch>
          </p:blipFill>
          <p:spPr>
            <a:xfrm>
              <a:off x="0" y="4883887"/>
              <a:ext cx="9144000" cy="1981200"/>
            </a:xfrm>
            <a:prstGeom prst="rect">
              <a:avLst/>
            </a:prstGeom>
            <a:noFill/>
            <a:ln>
              <a:noFill/>
            </a:ln>
          </p:spPr>
        </p:pic>
        <p:sp>
          <p:nvSpPr>
            <p:cNvPr id="24" name="Shape 24"/>
            <p:cNvSpPr/>
            <p:nvPr/>
          </p:nvSpPr>
          <p:spPr>
            <a:xfrm>
              <a:off x="0" y="4883887"/>
              <a:ext cx="9144000" cy="1981200"/>
            </a:xfrm>
            <a:custGeom>
              <a:avLst/>
              <a:gdLst/>
              <a:ahLst/>
              <a:cxnLst/>
              <a:rect l="0" t="0" r="0" b="0"/>
              <a:pathLst>
                <a:path w="5760" h="1248" extrusionOk="0">
                  <a:moveTo>
                    <a:pt x="0" y="0"/>
                  </a:moveTo>
                  <a:lnTo>
                    <a:pt x="0" y="1248"/>
                  </a:lnTo>
                  <a:lnTo>
                    <a:pt x="5760" y="1248"/>
                  </a:lnTo>
                  <a:lnTo>
                    <a:pt x="5760" y="528"/>
                  </a:lnTo>
                  <a:lnTo>
                    <a:pt x="0" y="0"/>
                  </a:lnTo>
                  <a:close/>
                </a:path>
              </a:pathLst>
            </a:custGeom>
            <a:noFill/>
            <a:ln w="9525" cap="flat" cmpd="sng">
              <a:solidFill>
                <a:srgbClr val="000000"/>
              </a:solidFill>
              <a:prstDash val="solid"/>
              <a:round/>
              <a:headEnd type="none" w="med" len="med"/>
              <a:tailEnd type="none" w="med" len="med"/>
            </a:ln>
          </p:spPr>
          <p:txBody>
            <a:bodyPr lIns="91425" tIns="45700" rIns="91425" bIns="45700" anchor="ctr" anchorCtr="0">
              <a:noAutofit/>
            </a:bodyPr>
            <a:lstStyle/>
            <a:p>
              <a:pPr lvl="0">
                <a:spcBef>
                  <a:spcPts val="0"/>
                </a:spcBef>
                <a:buNone/>
              </a:pPr>
              <a:endParaRPr/>
            </a:p>
          </p:txBody>
        </p:sp>
        <p:cxnSp>
          <p:nvCxnSpPr>
            <p:cNvPr id="25" name="Shape 25"/>
            <p:cNvCxnSpPr/>
            <p:nvPr/>
          </p:nvCxnSpPr>
          <p:spPr>
            <a:xfrm>
              <a:off x="-3765" y="4880373"/>
              <a:ext cx="9147764" cy="839942"/>
            </a:xfrm>
            <a:prstGeom prst="straightConnector1">
              <a:avLst/>
            </a:prstGeom>
            <a:noFill/>
            <a:ln w="12050" cap="flat" cmpd="sng">
              <a:solidFill>
                <a:srgbClr val="65C0D6"/>
              </a:solidFill>
              <a:prstDash val="solid"/>
              <a:miter/>
              <a:headEnd type="none" w="med" len="med"/>
              <a:tailEnd type="none" w="med" len="med"/>
            </a:ln>
          </p:spPr>
        </p:cxnSp>
      </p:grpSp>
      <p:sp>
        <p:nvSpPr>
          <p:cNvPr id="26" name="Shape 26"/>
          <p:cNvSpPr txBox="1">
            <a:spLocks noGrp="1"/>
          </p:cNvSpPr>
          <p:nvPr>
            <p:ph type="dt" idx="10"/>
          </p:nvPr>
        </p:nvSpPr>
        <p:spPr>
          <a:xfrm>
            <a:off x="6727032" y="6407944"/>
            <a:ext cx="1920239" cy="365759"/>
          </a:xfrm>
          <a:prstGeom prst="rect">
            <a:avLst/>
          </a:prstGeom>
          <a:noFill/>
          <a:ln>
            <a:noFill/>
          </a:ln>
        </p:spPr>
        <p:txBody>
          <a:bodyPr lIns="91425" tIns="91425" rIns="91425" bIns="91425" anchor="b" anchorCtr="0"/>
          <a:lstStyle>
            <a:lvl1pPr marL="0" marR="0" lvl="0" indent="0" algn="l" rtl="0">
              <a:spcBef>
                <a:spcPts val="0"/>
              </a:spcBef>
              <a:defRPr sz="1000" b="0" i="0" u="none" strike="noStrike" cap="none">
                <a:solidFill>
                  <a:srgbClr val="FFFFFF"/>
                </a:solidFill>
                <a:latin typeface="Arial"/>
                <a:ea typeface="Arial"/>
                <a:cs typeface="Arial"/>
                <a:sym typeface="Arial"/>
              </a:defRPr>
            </a:lvl1pPr>
            <a:lvl2pPr marL="457200" marR="0" lvl="1" indent="0" algn="l" rtl="0">
              <a:spcBef>
                <a:spcPts val="0"/>
              </a:spcBef>
              <a:defRPr sz="1800" b="0" i="0" u="none" strike="noStrike" cap="none">
                <a:solidFill>
                  <a:schemeClr val="dk1"/>
                </a:solidFill>
                <a:latin typeface="Arial"/>
                <a:ea typeface="Arial"/>
                <a:cs typeface="Arial"/>
                <a:sym typeface="Arial"/>
              </a:defRPr>
            </a:lvl2pPr>
            <a:lvl3pPr marL="914400" marR="0" lvl="2" indent="0" algn="l" rtl="0">
              <a:spcBef>
                <a:spcPts val="0"/>
              </a:spcBef>
              <a:defRPr sz="1800" b="0" i="0" u="none" strike="noStrike" cap="none">
                <a:solidFill>
                  <a:schemeClr val="dk1"/>
                </a:solidFill>
                <a:latin typeface="Arial"/>
                <a:ea typeface="Arial"/>
                <a:cs typeface="Arial"/>
                <a:sym typeface="Arial"/>
              </a:defRPr>
            </a:lvl3pPr>
            <a:lvl4pPr marL="1371600" marR="0" lvl="3" indent="0" algn="l" rtl="0">
              <a:spcBef>
                <a:spcPts val="0"/>
              </a:spcBef>
              <a:defRPr sz="1800" b="0" i="0" u="none" strike="noStrike" cap="none">
                <a:solidFill>
                  <a:schemeClr val="dk1"/>
                </a:solidFill>
                <a:latin typeface="Arial"/>
                <a:ea typeface="Arial"/>
                <a:cs typeface="Arial"/>
                <a:sym typeface="Arial"/>
              </a:defRPr>
            </a:lvl4pPr>
            <a:lvl5pPr marL="1828800" marR="0" lvl="4" indent="0" algn="l" rtl="0">
              <a:spcBef>
                <a:spcPts val="0"/>
              </a:spcBef>
              <a:defRPr sz="1800" b="0" i="0" u="none" strike="noStrike" cap="none">
                <a:solidFill>
                  <a:schemeClr val="dk1"/>
                </a:solidFill>
                <a:latin typeface="Arial"/>
                <a:ea typeface="Arial"/>
                <a:cs typeface="Arial"/>
                <a:sym typeface="Arial"/>
              </a:defRPr>
            </a:lvl5pPr>
            <a:lvl6pPr marL="2286000" marR="0" lvl="5" indent="0" algn="l" rtl="0">
              <a:spcBef>
                <a:spcPts val="0"/>
              </a:spcBef>
              <a:defRPr sz="1800" b="0" i="0" u="none" strike="noStrike" cap="none">
                <a:solidFill>
                  <a:schemeClr val="dk1"/>
                </a:solidFill>
                <a:latin typeface="Arial"/>
                <a:ea typeface="Arial"/>
                <a:cs typeface="Arial"/>
                <a:sym typeface="Arial"/>
              </a:defRPr>
            </a:lvl6pPr>
            <a:lvl7pPr marL="2743200" marR="0" lvl="6" indent="0" algn="l" rtl="0">
              <a:spcBef>
                <a:spcPts val="0"/>
              </a:spcBef>
              <a:defRPr sz="1800" b="0" i="0" u="none" strike="noStrike" cap="none">
                <a:solidFill>
                  <a:schemeClr val="dk1"/>
                </a:solidFill>
                <a:latin typeface="Arial"/>
                <a:ea typeface="Arial"/>
                <a:cs typeface="Arial"/>
                <a:sym typeface="Arial"/>
              </a:defRPr>
            </a:lvl7pPr>
            <a:lvl8pPr marL="3200400" marR="0" lvl="7" indent="0" algn="l" rtl="0">
              <a:spcBef>
                <a:spcPts val="0"/>
              </a:spcBef>
              <a:defRPr sz="1800" b="0" i="0" u="none" strike="noStrike" cap="none">
                <a:solidFill>
                  <a:schemeClr val="dk1"/>
                </a:solidFill>
                <a:latin typeface="Arial"/>
                <a:ea typeface="Arial"/>
                <a:cs typeface="Arial"/>
                <a:sym typeface="Arial"/>
              </a:defRPr>
            </a:lvl8pPr>
            <a:lvl9pPr marL="3657600" marR="0" lvl="8" indent="0" algn="l" rtl="0">
              <a:spcBef>
                <a:spcPts val="0"/>
              </a:spcBef>
              <a:defRPr sz="1800" b="0" i="0" u="none" strike="noStrike" cap="none">
                <a:solidFill>
                  <a:schemeClr val="dk1"/>
                </a:solidFill>
                <a:latin typeface="Arial"/>
                <a:ea typeface="Arial"/>
                <a:cs typeface="Arial"/>
                <a:sym typeface="Arial"/>
              </a:defRPr>
            </a:lvl9pPr>
          </a:lstStyle>
          <a:p>
            <a:endParaRPr/>
          </a:p>
        </p:txBody>
      </p:sp>
      <p:sp>
        <p:nvSpPr>
          <p:cNvPr id="27" name="Shape 27"/>
          <p:cNvSpPr txBox="1">
            <a:spLocks noGrp="1"/>
          </p:cNvSpPr>
          <p:nvPr>
            <p:ph type="ftr" idx="11"/>
          </p:nvPr>
        </p:nvSpPr>
        <p:spPr>
          <a:xfrm>
            <a:off x="4380071" y="6407944"/>
            <a:ext cx="2350681" cy="365125"/>
          </a:xfrm>
          <a:prstGeom prst="rect">
            <a:avLst/>
          </a:prstGeom>
          <a:noFill/>
          <a:ln>
            <a:noFill/>
          </a:ln>
        </p:spPr>
        <p:txBody>
          <a:bodyPr lIns="91425" tIns="91425" rIns="91425" bIns="91425" anchor="b" anchorCtr="0"/>
          <a:lstStyle>
            <a:lvl1pPr marL="0" marR="0" lvl="0" indent="0" algn="r" rtl="0">
              <a:spcBef>
                <a:spcPts val="0"/>
              </a:spcBef>
              <a:defRPr sz="1000" b="0" i="0" u="none" strike="noStrike" cap="none">
                <a:solidFill>
                  <a:srgbClr val="D5ECF2"/>
                </a:solidFill>
                <a:latin typeface="Arial"/>
                <a:ea typeface="Arial"/>
                <a:cs typeface="Arial"/>
                <a:sym typeface="Arial"/>
              </a:defRPr>
            </a:lvl1pPr>
            <a:lvl2pPr marL="457200" marR="0" lvl="1" indent="0" algn="l" rtl="0">
              <a:spcBef>
                <a:spcPts val="0"/>
              </a:spcBef>
              <a:defRPr sz="1800" b="0" i="0" u="none" strike="noStrike" cap="none">
                <a:solidFill>
                  <a:schemeClr val="dk1"/>
                </a:solidFill>
                <a:latin typeface="Arial"/>
                <a:ea typeface="Arial"/>
                <a:cs typeface="Arial"/>
                <a:sym typeface="Arial"/>
              </a:defRPr>
            </a:lvl2pPr>
            <a:lvl3pPr marL="914400" marR="0" lvl="2" indent="0" algn="l" rtl="0">
              <a:spcBef>
                <a:spcPts val="0"/>
              </a:spcBef>
              <a:defRPr sz="1800" b="0" i="0" u="none" strike="noStrike" cap="none">
                <a:solidFill>
                  <a:schemeClr val="dk1"/>
                </a:solidFill>
                <a:latin typeface="Arial"/>
                <a:ea typeface="Arial"/>
                <a:cs typeface="Arial"/>
                <a:sym typeface="Arial"/>
              </a:defRPr>
            </a:lvl3pPr>
            <a:lvl4pPr marL="1371600" marR="0" lvl="3" indent="0" algn="l" rtl="0">
              <a:spcBef>
                <a:spcPts val="0"/>
              </a:spcBef>
              <a:defRPr sz="1800" b="0" i="0" u="none" strike="noStrike" cap="none">
                <a:solidFill>
                  <a:schemeClr val="dk1"/>
                </a:solidFill>
                <a:latin typeface="Arial"/>
                <a:ea typeface="Arial"/>
                <a:cs typeface="Arial"/>
                <a:sym typeface="Arial"/>
              </a:defRPr>
            </a:lvl4pPr>
            <a:lvl5pPr marL="1828800" marR="0" lvl="4" indent="0" algn="l" rtl="0">
              <a:spcBef>
                <a:spcPts val="0"/>
              </a:spcBef>
              <a:defRPr sz="1800" b="0" i="0" u="none" strike="noStrike" cap="none">
                <a:solidFill>
                  <a:schemeClr val="dk1"/>
                </a:solidFill>
                <a:latin typeface="Arial"/>
                <a:ea typeface="Arial"/>
                <a:cs typeface="Arial"/>
                <a:sym typeface="Arial"/>
              </a:defRPr>
            </a:lvl5pPr>
            <a:lvl6pPr marL="2286000" marR="0" lvl="5" indent="0" algn="l" rtl="0">
              <a:spcBef>
                <a:spcPts val="0"/>
              </a:spcBef>
              <a:defRPr sz="1800" b="0" i="0" u="none" strike="noStrike" cap="none">
                <a:solidFill>
                  <a:schemeClr val="dk1"/>
                </a:solidFill>
                <a:latin typeface="Arial"/>
                <a:ea typeface="Arial"/>
                <a:cs typeface="Arial"/>
                <a:sym typeface="Arial"/>
              </a:defRPr>
            </a:lvl6pPr>
            <a:lvl7pPr marL="2743200" marR="0" lvl="6" indent="0" algn="l" rtl="0">
              <a:spcBef>
                <a:spcPts val="0"/>
              </a:spcBef>
              <a:defRPr sz="1800" b="0" i="0" u="none" strike="noStrike" cap="none">
                <a:solidFill>
                  <a:schemeClr val="dk1"/>
                </a:solidFill>
                <a:latin typeface="Arial"/>
                <a:ea typeface="Arial"/>
                <a:cs typeface="Arial"/>
                <a:sym typeface="Arial"/>
              </a:defRPr>
            </a:lvl7pPr>
            <a:lvl8pPr marL="3200400" marR="0" lvl="7" indent="0" algn="l" rtl="0">
              <a:spcBef>
                <a:spcPts val="0"/>
              </a:spcBef>
              <a:defRPr sz="1800" b="0" i="0" u="none" strike="noStrike" cap="none">
                <a:solidFill>
                  <a:schemeClr val="dk1"/>
                </a:solidFill>
                <a:latin typeface="Arial"/>
                <a:ea typeface="Arial"/>
                <a:cs typeface="Arial"/>
                <a:sym typeface="Arial"/>
              </a:defRPr>
            </a:lvl8pPr>
            <a:lvl9pPr marL="3657600" marR="0" lvl="8" indent="0" algn="l" rtl="0">
              <a:spcBef>
                <a:spcPts val="0"/>
              </a:spcBef>
              <a:defRPr sz="1800" b="0" i="0" u="none" strike="noStrike" cap="none">
                <a:solidFill>
                  <a:schemeClr val="dk1"/>
                </a:solidFill>
                <a:latin typeface="Arial"/>
                <a:ea typeface="Arial"/>
                <a:cs typeface="Arial"/>
                <a:sym typeface="Arial"/>
              </a:defRPr>
            </a:lvl9pPr>
          </a:lstStyle>
          <a:p>
            <a:endParaRPr/>
          </a:p>
        </p:txBody>
      </p:sp>
      <p:sp>
        <p:nvSpPr>
          <p:cNvPr id="28" name="Shape 28"/>
          <p:cNvSpPr txBox="1">
            <a:spLocks noGrp="1"/>
          </p:cNvSpPr>
          <p:nvPr>
            <p:ph type="sldNum" idx="12"/>
          </p:nvPr>
        </p:nvSpPr>
        <p:spPr>
          <a:xfrm>
            <a:off x="8647271" y="6407944"/>
            <a:ext cx="365759" cy="365125"/>
          </a:xfrm>
          <a:prstGeom prst="rect">
            <a:avLst/>
          </a:prstGeom>
          <a:noFill/>
          <a:ln>
            <a:noFill/>
          </a:ln>
        </p:spPr>
        <p:txBody>
          <a:bodyPr lIns="91425" tIns="91425" rIns="91425" bIns="91425" anchor="b" anchorCtr="0">
            <a:noAutofit/>
          </a:bodyPr>
          <a:lstStyle/>
          <a:p>
            <a:pPr marL="0" marR="0" lvl="0" indent="0" algn="r" rtl="0">
              <a:spcBef>
                <a:spcPts val="0"/>
              </a:spcBef>
            </a:pPr>
            <a:endParaRPr sz="1000" b="0" i="0" u="none" strike="noStrike" cap="none">
              <a:solidFill>
                <a:srgbClr val="FFFFFF"/>
              </a:solidFill>
              <a:latin typeface="Arial"/>
              <a:ea typeface="Arial"/>
              <a:cs typeface="Arial"/>
              <a:sym typeface="Arial"/>
            </a:endParaRPr>
          </a:p>
          <a:p>
            <a:pPr marL="457200" marR="0" lvl="1" indent="0" algn="l" rtl="0">
              <a:spcBef>
                <a:spcPts val="0"/>
              </a:spcBef>
            </a:pPr>
            <a:endParaRPr sz="1800" b="0" i="0" u="none" strike="noStrike" cap="none">
              <a:solidFill>
                <a:schemeClr val="dk1"/>
              </a:solidFill>
              <a:latin typeface="Arial"/>
              <a:ea typeface="Arial"/>
              <a:cs typeface="Arial"/>
              <a:sym typeface="Arial"/>
            </a:endParaRPr>
          </a:p>
          <a:p>
            <a:pPr marL="914400" marR="0" lvl="2" indent="0" algn="l" rtl="0">
              <a:spcBef>
                <a:spcPts val="0"/>
              </a:spcBef>
            </a:pPr>
            <a:endParaRPr sz="1800" b="0" i="0" u="none" strike="noStrike" cap="none">
              <a:solidFill>
                <a:schemeClr val="dk1"/>
              </a:solidFill>
              <a:latin typeface="Arial"/>
              <a:ea typeface="Arial"/>
              <a:cs typeface="Arial"/>
              <a:sym typeface="Arial"/>
            </a:endParaRPr>
          </a:p>
          <a:p>
            <a:pPr marL="1371600" marR="0" lvl="3" indent="0" algn="l" rtl="0">
              <a:spcBef>
                <a:spcPts val="0"/>
              </a:spcBef>
            </a:pPr>
            <a:endParaRPr sz="1800" b="0" i="0" u="none" strike="noStrike" cap="none">
              <a:solidFill>
                <a:schemeClr val="dk1"/>
              </a:solidFill>
              <a:latin typeface="Arial"/>
              <a:ea typeface="Arial"/>
              <a:cs typeface="Arial"/>
              <a:sym typeface="Arial"/>
            </a:endParaRPr>
          </a:p>
          <a:p>
            <a:pPr marL="1828800" marR="0" lvl="4" indent="0" algn="l" rtl="0">
              <a:spcBef>
                <a:spcPts val="0"/>
              </a:spcBef>
            </a:pPr>
            <a:endParaRPr sz="1800" b="0" i="0" u="none" strike="noStrike" cap="none">
              <a:solidFill>
                <a:schemeClr val="dk1"/>
              </a:solidFill>
              <a:latin typeface="Arial"/>
              <a:ea typeface="Arial"/>
              <a:cs typeface="Arial"/>
              <a:sym typeface="Arial"/>
            </a:endParaRPr>
          </a:p>
          <a:p>
            <a:pPr marL="2286000" marR="0" lvl="5" indent="0" algn="l" rtl="0">
              <a:spcBef>
                <a:spcPts val="0"/>
              </a:spcBef>
            </a:pPr>
            <a:endParaRPr sz="1800" b="0" i="0" u="none" strike="noStrike" cap="none">
              <a:solidFill>
                <a:schemeClr val="dk1"/>
              </a:solidFill>
              <a:latin typeface="Arial"/>
              <a:ea typeface="Arial"/>
              <a:cs typeface="Arial"/>
              <a:sym typeface="Arial"/>
            </a:endParaRPr>
          </a:p>
          <a:p>
            <a:pPr marL="2743200" marR="0" lvl="6" indent="0" algn="l" rtl="0">
              <a:spcBef>
                <a:spcPts val="0"/>
              </a:spcBef>
            </a:pPr>
            <a:endParaRPr sz="1800" b="0" i="0" u="none" strike="noStrike" cap="none">
              <a:solidFill>
                <a:schemeClr val="dk1"/>
              </a:solidFill>
              <a:latin typeface="Arial"/>
              <a:ea typeface="Arial"/>
              <a:cs typeface="Arial"/>
              <a:sym typeface="Arial"/>
            </a:endParaRPr>
          </a:p>
          <a:p>
            <a:pPr marL="3200400" marR="0" lvl="7" indent="0" algn="l" rtl="0">
              <a:spcBef>
                <a:spcPts val="0"/>
              </a:spcBef>
            </a:pPr>
            <a:endParaRPr sz="1800" b="0" i="0" u="none" strike="noStrike" cap="none">
              <a:solidFill>
                <a:schemeClr val="dk1"/>
              </a:solidFill>
              <a:latin typeface="Arial"/>
              <a:ea typeface="Arial"/>
              <a:cs typeface="Arial"/>
              <a:sym typeface="Arial"/>
            </a:endParaRPr>
          </a:p>
          <a:p>
            <a:pPr marL="3657600" marR="0" lvl="8" indent="0" algn="l" rtl="0">
              <a:spcBef>
                <a:spcPts val="0"/>
              </a:spcBef>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Shape 29"/>
        <p:cNvGrpSpPr/>
        <p:nvPr/>
      </p:nvGrpSpPr>
      <p:grpSpPr>
        <a:xfrm>
          <a:off x="0" y="0"/>
          <a:ext cx="0" cy="0"/>
          <a:chOff x="0" y="0"/>
          <a:chExt cx="0" cy="0"/>
        </a:xfrm>
      </p:grpSpPr>
      <p:sp>
        <p:nvSpPr>
          <p:cNvPr id="30" name="Shape 30"/>
          <p:cNvSpPr txBox="1">
            <a:spLocks noGrp="1"/>
          </p:cNvSpPr>
          <p:nvPr>
            <p:ph type="body" idx="1"/>
          </p:nvPr>
        </p:nvSpPr>
        <p:spPr>
          <a:xfrm>
            <a:off x="457200" y="1481328"/>
            <a:ext cx="8229600" cy="4525963"/>
          </a:xfrm>
          <a:prstGeom prst="rect">
            <a:avLst/>
          </a:prstGeom>
          <a:noFill/>
          <a:ln>
            <a:noFill/>
          </a:ln>
        </p:spPr>
        <p:txBody>
          <a:bodyPr lIns="91425" tIns="91425" rIns="91425" bIns="91425" anchor="t" anchorCtr="0"/>
          <a:lstStyle>
            <a:lvl1pPr marL="365760" lvl="0" indent="-194309" algn="l" rtl="0">
              <a:spcBef>
                <a:spcPts val="400"/>
              </a:spcBef>
              <a:spcAft>
                <a:spcPts val="0"/>
              </a:spcAft>
              <a:buClr>
                <a:schemeClr val="accent1"/>
              </a:buClr>
              <a:buFont typeface="Arial"/>
              <a:buChar char="●"/>
              <a:defRPr sz="2700">
                <a:solidFill>
                  <a:schemeClr val="dk1"/>
                </a:solidFill>
              </a:defRPr>
            </a:lvl1pPr>
            <a:lvl2pPr marL="621792" lvl="1" indent="-151891" algn="l" rtl="0">
              <a:spcBef>
                <a:spcPts val="324"/>
              </a:spcBef>
              <a:buClr>
                <a:schemeClr val="accent1"/>
              </a:buClr>
              <a:buFont typeface="Arial"/>
              <a:buChar char="●"/>
              <a:defRPr sz="2300">
                <a:solidFill>
                  <a:schemeClr val="dk1"/>
                </a:solidFill>
              </a:defRPr>
            </a:lvl2pPr>
            <a:lvl3pPr marL="859536" lvl="2" indent="-157861" algn="l" rtl="0">
              <a:spcBef>
                <a:spcPts val="350"/>
              </a:spcBef>
              <a:buClr>
                <a:schemeClr val="accent2"/>
              </a:buClr>
              <a:buFont typeface="Arial"/>
              <a:buChar char="●"/>
              <a:defRPr sz="2100">
                <a:solidFill>
                  <a:schemeClr val="dk1"/>
                </a:solidFill>
              </a:defRPr>
            </a:lvl3pPr>
            <a:lvl4pPr marL="1143000" lvl="3" indent="-155575" algn="l" rtl="0">
              <a:spcBef>
                <a:spcPts val="350"/>
              </a:spcBef>
              <a:buClr>
                <a:schemeClr val="accent2"/>
              </a:buClr>
              <a:buFont typeface="Arial"/>
              <a:buChar char="●"/>
              <a:defRPr sz="1900">
                <a:solidFill>
                  <a:schemeClr val="dk1"/>
                </a:solidFill>
              </a:defRPr>
            </a:lvl4pPr>
            <a:lvl5pPr marL="1371600" lvl="4" indent="-158750" algn="l" rtl="0">
              <a:spcBef>
                <a:spcPts val="350"/>
              </a:spcBef>
              <a:buClr>
                <a:schemeClr val="accent2"/>
              </a:buClr>
              <a:buFont typeface="Arial"/>
              <a:buChar char="●"/>
              <a:defRPr sz="1800">
                <a:solidFill>
                  <a:schemeClr val="dk1"/>
                </a:solidFill>
              </a:defRPr>
            </a:lvl5pPr>
            <a:lvl6pPr marL="1600200" lvl="5" indent="-158750" algn="l" rtl="0">
              <a:spcBef>
                <a:spcPts val="350"/>
              </a:spcBef>
              <a:buClr>
                <a:schemeClr val="accent3"/>
              </a:buClr>
              <a:buFont typeface="Arial"/>
              <a:buChar char="●"/>
              <a:defRPr sz="1800">
                <a:solidFill>
                  <a:schemeClr val="dk1"/>
                </a:solidFill>
              </a:defRPr>
            </a:lvl6pPr>
            <a:lvl7pPr marL="1828800" lvl="6" indent="-168275" algn="l" rtl="0">
              <a:spcBef>
                <a:spcPts val="350"/>
              </a:spcBef>
              <a:buClr>
                <a:schemeClr val="accent3"/>
              </a:buClr>
              <a:buFont typeface="Arial"/>
              <a:buChar char="●"/>
              <a:defRPr sz="1600">
                <a:solidFill>
                  <a:schemeClr val="dk1"/>
                </a:solidFill>
              </a:defRPr>
            </a:lvl7pPr>
            <a:lvl8pPr marL="2057400" lvl="7" indent="-168275" algn="l" rtl="0">
              <a:spcBef>
                <a:spcPts val="350"/>
              </a:spcBef>
              <a:buClr>
                <a:schemeClr val="accent3"/>
              </a:buClr>
              <a:buFont typeface="Arial"/>
              <a:buChar char="●"/>
              <a:defRPr sz="1600">
                <a:solidFill>
                  <a:schemeClr val="dk1"/>
                </a:solidFill>
              </a:defRPr>
            </a:lvl8pPr>
            <a:lvl9pPr marL="2286000" lvl="8" indent="-168275" algn="l" rtl="0">
              <a:spcBef>
                <a:spcPts val="350"/>
              </a:spcBef>
              <a:buClr>
                <a:schemeClr val="accent3"/>
              </a:buClr>
              <a:buFont typeface="Arial"/>
              <a:buChar char="●"/>
              <a:defRPr sz="1600">
                <a:solidFill>
                  <a:schemeClr val="dk1"/>
                </a:solidFill>
              </a:defRPr>
            </a:lvl9pPr>
          </a:lstStyle>
          <a:p>
            <a:endParaRPr/>
          </a:p>
        </p:txBody>
      </p:sp>
      <p:sp>
        <p:nvSpPr>
          <p:cNvPr id="31" name="Shape 31"/>
          <p:cNvSpPr txBox="1">
            <a:spLocks noGrp="1"/>
          </p:cNvSpPr>
          <p:nvPr>
            <p:ph type="dt" idx="10"/>
          </p:nvPr>
        </p:nvSpPr>
        <p:spPr>
          <a:xfrm>
            <a:off x="6727032" y="6407944"/>
            <a:ext cx="1920239" cy="365759"/>
          </a:xfrm>
          <a:prstGeom prst="rect">
            <a:avLst/>
          </a:prstGeom>
          <a:noFill/>
          <a:ln>
            <a:noFill/>
          </a:ln>
        </p:spPr>
        <p:txBody>
          <a:bodyPr lIns="91425" tIns="91425" rIns="91425" bIns="91425" anchor="b" anchorCtr="0"/>
          <a:lstStyle>
            <a:lvl1pPr marL="0" marR="0" lvl="0" indent="0" algn="l" rtl="0">
              <a:spcBef>
                <a:spcPts val="0"/>
              </a:spcBef>
              <a:defRPr sz="1000" b="0" i="0" u="none" strike="noStrike" cap="none">
                <a:solidFill>
                  <a:schemeClr val="dk1"/>
                </a:solidFill>
                <a:latin typeface="Arial"/>
                <a:ea typeface="Arial"/>
                <a:cs typeface="Arial"/>
                <a:sym typeface="Arial"/>
              </a:defRPr>
            </a:lvl1pPr>
            <a:lvl2pPr marL="457200" marR="0" lvl="1" indent="0" algn="l" rtl="0">
              <a:spcBef>
                <a:spcPts val="0"/>
              </a:spcBef>
              <a:defRPr sz="1800" b="0" i="0" u="none" strike="noStrike" cap="none">
                <a:solidFill>
                  <a:schemeClr val="dk1"/>
                </a:solidFill>
                <a:latin typeface="Arial"/>
                <a:ea typeface="Arial"/>
                <a:cs typeface="Arial"/>
                <a:sym typeface="Arial"/>
              </a:defRPr>
            </a:lvl2pPr>
            <a:lvl3pPr marL="914400" marR="0" lvl="2" indent="0" algn="l" rtl="0">
              <a:spcBef>
                <a:spcPts val="0"/>
              </a:spcBef>
              <a:defRPr sz="1800" b="0" i="0" u="none" strike="noStrike" cap="none">
                <a:solidFill>
                  <a:schemeClr val="dk1"/>
                </a:solidFill>
                <a:latin typeface="Arial"/>
                <a:ea typeface="Arial"/>
                <a:cs typeface="Arial"/>
                <a:sym typeface="Arial"/>
              </a:defRPr>
            </a:lvl3pPr>
            <a:lvl4pPr marL="1371600" marR="0" lvl="3" indent="0" algn="l" rtl="0">
              <a:spcBef>
                <a:spcPts val="0"/>
              </a:spcBef>
              <a:defRPr sz="1800" b="0" i="0" u="none" strike="noStrike" cap="none">
                <a:solidFill>
                  <a:schemeClr val="dk1"/>
                </a:solidFill>
                <a:latin typeface="Arial"/>
                <a:ea typeface="Arial"/>
                <a:cs typeface="Arial"/>
                <a:sym typeface="Arial"/>
              </a:defRPr>
            </a:lvl4pPr>
            <a:lvl5pPr marL="1828800" marR="0" lvl="4" indent="0" algn="l" rtl="0">
              <a:spcBef>
                <a:spcPts val="0"/>
              </a:spcBef>
              <a:defRPr sz="1800" b="0" i="0" u="none" strike="noStrike" cap="none">
                <a:solidFill>
                  <a:schemeClr val="dk1"/>
                </a:solidFill>
                <a:latin typeface="Arial"/>
                <a:ea typeface="Arial"/>
                <a:cs typeface="Arial"/>
                <a:sym typeface="Arial"/>
              </a:defRPr>
            </a:lvl5pPr>
            <a:lvl6pPr marL="2286000" marR="0" lvl="5" indent="0" algn="l" rtl="0">
              <a:spcBef>
                <a:spcPts val="0"/>
              </a:spcBef>
              <a:defRPr sz="1800" b="0" i="0" u="none" strike="noStrike" cap="none">
                <a:solidFill>
                  <a:schemeClr val="dk1"/>
                </a:solidFill>
                <a:latin typeface="Arial"/>
                <a:ea typeface="Arial"/>
                <a:cs typeface="Arial"/>
                <a:sym typeface="Arial"/>
              </a:defRPr>
            </a:lvl6pPr>
            <a:lvl7pPr marL="2743200" marR="0" lvl="6" indent="0" algn="l" rtl="0">
              <a:spcBef>
                <a:spcPts val="0"/>
              </a:spcBef>
              <a:defRPr sz="1800" b="0" i="0" u="none" strike="noStrike" cap="none">
                <a:solidFill>
                  <a:schemeClr val="dk1"/>
                </a:solidFill>
                <a:latin typeface="Arial"/>
                <a:ea typeface="Arial"/>
                <a:cs typeface="Arial"/>
                <a:sym typeface="Arial"/>
              </a:defRPr>
            </a:lvl7pPr>
            <a:lvl8pPr marL="3200400" marR="0" lvl="7" indent="0" algn="l" rtl="0">
              <a:spcBef>
                <a:spcPts val="0"/>
              </a:spcBef>
              <a:defRPr sz="1800" b="0" i="0" u="none" strike="noStrike" cap="none">
                <a:solidFill>
                  <a:schemeClr val="dk1"/>
                </a:solidFill>
                <a:latin typeface="Arial"/>
                <a:ea typeface="Arial"/>
                <a:cs typeface="Arial"/>
                <a:sym typeface="Arial"/>
              </a:defRPr>
            </a:lvl8pPr>
            <a:lvl9pPr marL="3657600" marR="0" lvl="8" indent="0" algn="l" rtl="0">
              <a:spcBef>
                <a:spcPts val="0"/>
              </a:spcBef>
              <a:defRPr sz="1800" b="0" i="0" u="none" strike="noStrike" cap="none">
                <a:solidFill>
                  <a:schemeClr val="dk1"/>
                </a:solidFill>
                <a:latin typeface="Arial"/>
                <a:ea typeface="Arial"/>
                <a:cs typeface="Arial"/>
                <a:sym typeface="Arial"/>
              </a:defRPr>
            </a:lvl9pPr>
          </a:lstStyle>
          <a:p>
            <a:endParaRPr/>
          </a:p>
        </p:txBody>
      </p:sp>
      <p:sp>
        <p:nvSpPr>
          <p:cNvPr id="32" name="Shape 32"/>
          <p:cNvSpPr txBox="1">
            <a:spLocks noGrp="1"/>
          </p:cNvSpPr>
          <p:nvPr>
            <p:ph type="ftr" idx="11"/>
          </p:nvPr>
        </p:nvSpPr>
        <p:spPr>
          <a:xfrm>
            <a:off x="4380071" y="6407944"/>
            <a:ext cx="2350681" cy="365125"/>
          </a:xfrm>
          <a:prstGeom prst="rect">
            <a:avLst/>
          </a:prstGeom>
          <a:noFill/>
          <a:ln>
            <a:noFill/>
          </a:ln>
        </p:spPr>
        <p:txBody>
          <a:bodyPr lIns="91425" tIns="91425" rIns="91425" bIns="91425" anchor="b" anchorCtr="0"/>
          <a:lstStyle>
            <a:lvl1pPr marL="0" marR="0" lvl="0" indent="0" algn="r" rtl="0">
              <a:spcBef>
                <a:spcPts val="0"/>
              </a:spcBef>
              <a:defRPr sz="1000" b="0" i="0" u="none" strike="noStrike" cap="none">
                <a:solidFill>
                  <a:schemeClr val="dk1"/>
                </a:solidFill>
                <a:latin typeface="Arial"/>
                <a:ea typeface="Arial"/>
                <a:cs typeface="Arial"/>
                <a:sym typeface="Arial"/>
              </a:defRPr>
            </a:lvl1pPr>
            <a:lvl2pPr marL="457200" marR="0" lvl="1" indent="0" algn="l" rtl="0">
              <a:spcBef>
                <a:spcPts val="0"/>
              </a:spcBef>
              <a:defRPr sz="1800" b="0" i="0" u="none" strike="noStrike" cap="none">
                <a:solidFill>
                  <a:schemeClr val="dk1"/>
                </a:solidFill>
                <a:latin typeface="Arial"/>
                <a:ea typeface="Arial"/>
                <a:cs typeface="Arial"/>
                <a:sym typeface="Arial"/>
              </a:defRPr>
            </a:lvl2pPr>
            <a:lvl3pPr marL="914400" marR="0" lvl="2" indent="0" algn="l" rtl="0">
              <a:spcBef>
                <a:spcPts val="0"/>
              </a:spcBef>
              <a:defRPr sz="1800" b="0" i="0" u="none" strike="noStrike" cap="none">
                <a:solidFill>
                  <a:schemeClr val="dk1"/>
                </a:solidFill>
                <a:latin typeface="Arial"/>
                <a:ea typeface="Arial"/>
                <a:cs typeface="Arial"/>
                <a:sym typeface="Arial"/>
              </a:defRPr>
            </a:lvl3pPr>
            <a:lvl4pPr marL="1371600" marR="0" lvl="3" indent="0" algn="l" rtl="0">
              <a:spcBef>
                <a:spcPts val="0"/>
              </a:spcBef>
              <a:defRPr sz="1800" b="0" i="0" u="none" strike="noStrike" cap="none">
                <a:solidFill>
                  <a:schemeClr val="dk1"/>
                </a:solidFill>
                <a:latin typeface="Arial"/>
                <a:ea typeface="Arial"/>
                <a:cs typeface="Arial"/>
                <a:sym typeface="Arial"/>
              </a:defRPr>
            </a:lvl4pPr>
            <a:lvl5pPr marL="1828800" marR="0" lvl="4" indent="0" algn="l" rtl="0">
              <a:spcBef>
                <a:spcPts val="0"/>
              </a:spcBef>
              <a:defRPr sz="1800" b="0" i="0" u="none" strike="noStrike" cap="none">
                <a:solidFill>
                  <a:schemeClr val="dk1"/>
                </a:solidFill>
                <a:latin typeface="Arial"/>
                <a:ea typeface="Arial"/>
                <a:cs typeface="Arial"/>
                <a:sym typeface="Arial"/>
              </a:defRPr>
            </a:lvl5pPr>
            <a:lvl6pPr marL="2286000" marR="0" lvl="5" indent="0" algn="l" rtl="0">
              <a:spcBef>
                <a:spcPts val="0"/>
              </a:spcBef>
              <a:defRPr sz="1800" b="0" i="0" u="none" strike="noStrike" cap="none">
                <a:solidFill>
                  <a:schemeClr val="dk1"/>
                </a:solidFill>
                <a:latin typeface="Arial"/>
                <a:ea typeface="Arial"/>
                <a:cs typeface="Arial"/>
                <a:sym typeface="Arial"/>
              </a:defRPr>
            </a:lvl6pPr>
            <a:lvl7pPr marL="2743200" marR="0" lvl="6" indent="0" algn="l" rtl="0">
              <a:spcBef>
                <a:spcPts val="0"/>
              </a:spcBef>
              <a:defRPr sz="1800" b="0" i="0" u="none" strike="noStrike" cap="none">
                <a:solidFill>
                  <a:schemeClr val="dk1"/>
                </a:solidFill>
                <a:latin typeface="Arial"/>
                <a:ea typeface="Arial"/>
                <a:cs typeface="Arial"/>
                <a:sym typeface="Arial"/>
              </a:defRPr>
            </a:lvl7pPr>
            <a:lvl8pPr marL="3200400" marR="0" lvl="7" indent="0" algn="l" rtl="0">
              <a:spcBef>
                <a:spcPts val="0"/>
              </a:spcBef>
              <a:defRPr sz="1800" b="0" i="0" u="none" strike="noStrike" cap="none">
                <a:solidFill>
                  <a:schemeClr val="dk1"/>
                </a:solidFill>
                <a:latin typeface="Arial"/>
                <a:ea typeface="Arial"/>
                <a:cs typeface="Arial"/>
                <a:sym typeface="Arial"/>
              </a:defRPr>
            </a:lvl8pPr>
            <a:lvl9pPr marL="3657600" marR="0" lvl="8" indent="0" algn="l" rtl="0">
              <a:spcBef>
                <a:spcPts val="0"/>
              </a:spcBef>
              <a:defRPr sz="1800" b="0" i="0" u="none" strike="noStrike" cap="none">
                <a:solidFill>
                  <a:schemeClr val="dk1"/>
                </a:solidFill>
                <a:latin typeface="Arial"/>
                <a:ea typeface="Arial"/>
                <a:cs typeface="Arial"/>
                <a:sym typeface="Arial"/>
              </a:defRPr>
            </a:lvl9pPr>
          </a:lstStyle>
          <a:p>
            <a:endParaRPr/>
          </a:p>
        </p:txBody>
      </p:sp>
      <p:sp>
        <p:nvSpPr>
          <p:cNvPr id="33" name="Shape 33"/>
          <p:cNvSpPr txBox="1">
            <a:spLocks noGrp="1"/>
          </p:cNvSpPr>
          <p:nvPr>
            <p:ph type="sldNum" idx="12"/>
          </p:nvPr>
        </p:nvSpPr>
        <p:spPr>
          <a:xfrm>
            <a:off x="8647271" y="6407944"/>
            <a:ext cx="365759" cy="365125"/>
          </a:xfrm>
          <a:prstGeom prst="rect">
            <a:avLst/>
          </a:prstGeom>
          <a:noFill/>
          <a:ln>
            <a:noFill/>
          </a:ln>
        </p:spPr>
        <p:txBody>
          <a:bodyPr lIns="91425" tIns="91425" rIns="91425" bIns="91425" anchor="b" anchorCtr="0">
            <a:noAutofit/>
          </a:bodyPr>
          <a:lstStyle/>
          <a:p>
            <a:pPr marL="0" marR="0" lvl="0" indent="0" algn="r" rtl="0">
              <a:spcBef>
                <a:spcPts val="0"/>
              </a:spcBef>
            </a:pPr>
            <a:endParaRPr sz="1000" b="0" i="0" u="none" strike="noStrike" cap="none">
              <a:solidFill>
                <a:schemeClr val="dk1"/>
              </a:solidFill>
              <a:latin typeface="Arial"/>
              <a:ea typeface="Arial"/>
              <a:cs typeface="Arial"/>
              <a:sym typeface="Arial"/>
            </a:endParaRPr>
          </a:p>
          <a:p>
            <a:pPr marL="457200" marR="0" lvl="1" indent="0" algn="l" rtl="0">
              <a:spcBef>
                <a:spcPts val="0"/>
              </a:spcBef>
            </a:pPr>
            <a:endParaRPr sz="1800" b="0" i="0" u="none" strike="noStrike" cap="none">
              <a:solidFill>
                <a:schemeClr val="dk1"/>
              </a:solidFill>
              <a:latin typeface="Arial"/>
              <a:ea typeface="Arial"/>
              <a:cs typeface="Arial"/>
              <a:sym typeface="Arial"/>
            </a:endParaRPr>
          </a:p>
          <a:p>
            <a:pPr marL="914400" marR="0" lvl="2" indent="0" algn="l" rtl="0">
              <a:spcBef>
                <a:spcPts val="0"/>
              </a:spcBef>
            </a:pPr>
            <a:endParaRPr sz="1800" b="0" i="0" u="none" strike="noStrike" cap="none">
              <a:solidFill>
                <a:schemeClr val="dk1"/>
              </a:solidFill>
              <a:latin typeface="Arial"/>
              <a:ea typeface="Arial"/>
              <a:cs typeface="Arial"/>
              <a:sym typeface="Arial"/>
            </a:endParaRPr>
          </a:p>
          <a:p>
            <a:pPr marL="1371600" marR="0" lvl="3" indent="0" algn="l" rtl="0">
              <a:spcBef>
                <a:spcPts val="0"/>
              </a:spcBef>
            </a:pPr>
            <a:endParaRPr sz="1800" b="0" i="0" u="none" strike="noStrike" cap="none">
              <a:solidFill>
                <a:schemeClr val="dk1"/>
              </a:solidFill>
              <a:latin typeface="Arial"/>
              <a:ea typeface="Arial"/>
              <a:cs typeface="Arial"/>
              <a:sym typeface="Arial"/>
            </a:endParaRPr>
          </a:p>
          <a:p>
            <a:pPr marL="1828800" marR="0" lvl="4" indent="0" algn="l" rtl="0">
              <a:spcBef>
                <a:spcPts val="0"/>
              </a:spcBef>
            </a:pPr>
            <a:endParaRPr sz="1800" b="0" i="0" u="none" strike="noStrike" cap="none">
              <a:solidFill>
                <a:schemeClr val="dk1"/>
              </a:solidFill>
              <a:latin typeface="Arial"/>
              <a:ea typeface="Arial"/>
              <a:cs typeface="Arial"/>
              <a:sym typeface="Arial"/>
            </a:endParaRPr>
          </a:p>
          <a:p>
            <a:pPr marL="2286000" marR="0" lvl="5" indent="0" algn="l" rtl="0">
              <a:spcBef>
                <a:spcPts val="0"/>
              </a:spcBef>
            </a:pPr>
            <a:endParaRPr sz="1800" b="0" i="0" u="none" strike="noStrike" cap="none">
              <a:solidFill>
                <a:schemeClr val="dk1"/>
              </a:solidFill>
              <a:latin typeface="Arial"/>
              <a:ea typeface="Arial"/>
              <a:cs typeface="Arial"/>
              <a:sym typeface="Arial"/>
            </a:endParaRPr>
          </a:p>
          <a:p>
            <a:pPr marL="2743200" marR="0" lvl="6" indent="0" algn="l" rtl="0">
              <a:spcBef>
                <a:spcPts val="0"/>
              </a:spcBef>
            </a:pPr>
            <a:endParaRPr sz="1800" b="0" i="0" u="none" strike="noStrike" cap="none">
              <a:solidFill>
                <a:schemeClr val="dk1"/>
              </a:solidFill>
              <a:latin typeface="Arial"/>
              <a:ea typeface="Arial"/>
              <a:cs typeface="Arial"/>
              <a:sym typeface="Arial"/>
            </a:endParaRPr>
          </a:p>
          <a:p>
            <a:pPr marL="3200400" marR="0" lvl="7" indent="0" algn="l" rtl="0">
              <a:spcBef>
                <a:spcPts val="0"/>
              </a:spcBef>
            </a:pPr>
            <a:endParaRPr sz="1800" b="0" i="0" u="none" strike="noStrike" cap="none">
              <a:solidFill>
                <a:schemeClr val="dk1"/>
              </a:solidFill>
              <a:latin typeface="Arial"/>
              <a:ea typeface="Arial"/>
              <a:cs typeface="Arial"/>
              <a:sym typeface="Arial"/>
            </a:endParaRPr>
          </a:p>
          <a:p>
            <a:pPr marL="3657600" marR="0" lvl="8" indent="0" algn="l" rtl="0">
              <a:spcBef>
                <a:spcPts val="0"/>
              </a:spcBef>
            </a:pPr>
            <a:endParaRPr sz="1800" b="0" i="0" u="none" strike="noStrike" cap="none">
              <a:solidFill>
                <a:schemeClr val="dk1"/>
              </a:solidFill>
              <a:latin typeface="Arial"/>
              <a:ea typeface="Arial"/>
              <a:cs typeface="Arial"/>
              <a:sym typeface="Arial"/>
            </a:endParaRPr>
          </a:p>
        </p:txBody>
      </p:sp>
      <p:sp>
        <p:nvSpPr>
          <p:cNvPr id="34" name="Shape 34"/>
          <p:cNvSpPr txBox="1">
            <a:spLocks noGrp="1"/>
          </p:cNvSpPr>
          <p:nvPr>
            <p:ph type="title"/>
          </p:nvPr>
        </p:nvSpPr>
        <p:spPr>
          <a:xfrm>
            <a:off x="457200" y="274637"/>
            <a:ext cx="8229600" cy="1143000"/>
          </a:xfrm>
          <a:prstGeom prst="rect">
            <a:avLst/>
          </a:prstGeom>
          <a:noFill/>
          <a:ln>
            <a:noFill/>
          </a:ln>
        </p:spPr>
        <p:txBody>
          <a:bodyPr lIns="91425" tIns="91425" rIns="91425" bIns="91425" anchor="ctr" anchorCtr="0"/>
          <a:lstStyle>
            <a:lvl1pPr lvl="0" algn="l" rtl="0">
              <a:spcBef>
                <a:spcPts val="0"/>
              </a:spcBef>
              <a:buClr>
                <a:schemeClr val="dk2"/>
              </a:buClr>
              <a:buNone/>
              <a:defRPr sz="4100" b="1">
                <a:solidFill>
                  <a:schemeClr val="dk2"/>
                </a:solidFill>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bg>
      <p:bgPr>
        <a:gradFill>
          <a:gsLst>
            <a:gs pos="0">
              <a:srgbClr val="727272"/>
            </a:gs>
            <a:gs pos="40000">
              <a:srgbClr val="595959"/>
            </a:gs>
            <a:gs pos="100000">
              <a:schemeClr val="dk1"/>
            </a:gs>
          </a:gsLst>
          <a:path path="circle">
            <a:fillToRect l="100000" b="100000"/>
          </a:path>
          <a:tileRect t="-100000" r="-100000"/>
        </a:gradFill>
        <a:effectLst/>
      </p:bgPr>
    </p:bg>
    <p:spTree>
      <p:nvGrpSpPr>
        <p:cNvPr id="1" name="Shape 35"/>
        <p:cNvGrpSpPr/>
        <p:nvPr/>
      </p:nvGrpSpPr>
      <p:grpSpPr>
        <a:xfrm>
          <a:off x="0" y="0"/>
          <a:ext cx="0" cy="0"/>
          <a:chOff x="0" y="0"/>
          <a:chExt cx="0" cy="0"/>
        </a:xfrm>
      </p:grpSpPr>
      <p:sp>
        <p:nvSpPr>
          <p:cNvPr id="36" name="Shape 36"/>
          <p:cNvSpPr txBox="1">
            <a:spLocks noGrp="1"/>
          </p:cNvSpPr>
          <p:nvPr>
            <p:ph type="title"/>
          </p:nvPr>
        </p:nvSpPr>
        <p:spPr>
          <a:xfrm>
            <a:off x="722375" y="1059712"/>
            <a:ext cx="7772400" cy="1828800"/>
          </a:xfrm>
          <a:prstGeom prst="rect">
            <a:avLst/>
          </a:prstGeom>
          <a:noFill/>
          <a:ln>
            <a:noFill/>
          </a:ln>
        </p:spPr>
        <p:txBody>
          <a:bodyPr lIns="91425" tIns="91425" rIns="91425" bIns="91425" anchor="b" anchorCtr="0"/>
          <a:lstStyle>
            <a:lvl1pPr lvl="0" algn="r" rtl="0">
              <a:spcBef>
                <a:spcPts val="0"/>
              </a:spcBef>
              <a:buNone/>
              <a:defRPr sz="4800" b="1" cap="none"/>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37" name="Shape 37"/>
          <p:cNvSpPr txBox="1">
            <a:spLocks noGrp="1"/>
          </p:cNvSpPr>
          <p:nvPr>
            <p:ph type="body" idx="1"/>
          </p:nvPr>
        </p:nvSpPr>
        <p:spPr>
          <a:xfrm>
            <a:off x="3922712" y="2931711"/>
            <a:ext cx="4572000" cy="1454888"/>
          </a:xfrm>
          <a:prstGeom prst="rect">
            <a:avLst/>
          </a:prstGeom>
          <a:noFill/>
          <a:ln>
            <a:noFill/>
          </a:ln>
        </p:spPr>
        <p:txBody>
          <a:bodyPr lIns="91425" tIns="91425" rIns="91425" bIns="91425" anchor="t" anchorCtr="0"/>
          <a:lstStyle>
            <a:lvl1pPr marL="0" lvl="0" indent="0" algn="l" rtl="0">
              <a:spcBef>
                <a:spcPts val="0"/>
              </a:spcBef>
              <a:buClr>
                <a:schemeClr val="lt1"/>
              </a:buClr>
              <a:buNone/>
              <a:defRPr sz="2300">
                <a:solidFill>
                  <a:schemeClr val="lt1"/>
                </a:solidFill>
              </a:defRPr>
            </a:lvl1pPr>
            <a:lvl2pPr lvl="1" rtl="0">
              <a:spcBef>
                <a:spcPts val="0"/>
              </a:spcBef>
              <a:buClr>
                <a:srgbClr val="FEFEFE"/>
              </a:buClr>
              <a:buNone/>
              <a:defRPr sz="1800">
                <a:solidFill>
                  <a:srgbClr val="FEFEFE"/>
                </a:solidFill>
              </a:defRPr>
            </a:lvl2pPr>
            <a:lvl3pPr lvl="2" rtl="0">
              <a:spcBef>
                <a:spcPts val="0"/>
              </a:spcBef>
              <a:buClr>
                <a:srgbClr val="FEFEFE"/>
              </a:buClr>
              <a:buNone/>
              <a:defRPr sz="1600">
                <a:solidFill>
                  <a:srgbClr val="FEFEFE"/>
                </a:solidFill>
              </a:defRPr>
            </a:lvl3pPr>
            <a:lvl4pPr lvl="3" rtl="0">
              <a:spcBef>
                <a:spcPts val="0"/>
              </a:spcBef>
              <a:buClr>
                <a:srgbClr val="FEFEFE"/>
              </a:buClr>
              <a:buNone/>
              <a:defRPr sz="1400">
                <a:solidFill>
                  <a:srgbClr val="FEFEFE"/>
                </a:solidFill>
              </a:defRPr>
            </a:lvl4pPr>
            <a:lvl5pPr lvl="4" rtl="0">
              <a:spcBef>
                <a:spcPts val="0"/>
              </a:spcBef>
              <a:buClr>
                <a:srgbClr val="FEFEFE"/>
              </a:buClr>
              <a:buNone/>
              <a:defRPr sz="1400">
                <a:solidFill>
                  <a:srgbClr val="FEFEFE"/>
                </a:solidFill>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38" name="Shape 38"/>
          <p:cNvSpPr txBox="1">
            <a:spLocks noGrp="1"/>
          </p:cNvSpPr>
          <p:nvPr>
            <p:ph type="dt" idx="10"/>
          </p:nvPr>
        </p:nvSpPr>
        <p:spPr>
          <a:xfrm>
            <a:off x="6727032" y="6407944"/>
            <a:ext cx="1920239" cy="365759"/>
          </a:xfrm>
          <a:prstGeom prst="rect">
            <a:avLst/>
          </a:prstGeom>
          <a:noFill/>
          <a:ln>
            <a:noFill/>
          </a:ln>
        </p:spPr>
        <p:txBody>
          <a:bodyPr lIns="91425" tIns="91425" rIns="91425" bIns="91425" anchor="b" anchorCtr="0"/>
          <a:lstStyle>
            <a:lvl1pPr marL="0" marR="0" lvl="0" indent="0" algn="l" rtl="0">
              <a:spcBef>
                <a:spcPts val="0"/>
              </a:spcBef>
              <a:defRPr sz="1000" b="0" i="0" u="none" strike="noStrike" cap="none">
                <a:solidFill>
                  <a:schemeClr val="lt1"/>
                </a:solidFill>
                <a:latin typeface="Arial"/>
                <a:ea typeface="Arial"/>
                <a:cs typeface="Arial"/>
                <a:sym typeface="Arial"/>
              </a:defRPr>
            </a:lvl1pPr>
            <a:lvl2pPr marL="457200" marR="0" lvl="1" indent="0" algn="l" rtl="0">
              <a:spcBef>
                <a:spcPts val="0"/>
              </a:spcBef>
              <a:defRPr sz="1800" b="0" i="0" u="none" strike="noStrike" cap="none">
                <a:solidFill>
                  <a:schemeClr val="lt1"/>
                </a:solidFill>
                <a:latin typeface="Arial"/>
                <a:ea typeface="Arial"/>
                <a:cs typeface="Arial"/>
                <a:sym typeface="Arial"/>
              </a:defRPr>
            </a:lvl2pPr>
            <a:lvl3pPr marL="914400" marR="0" lvl="2" indent="0" algn="l" rtl="0">
              <a:spcBef>
                <a:spcPts val="0"/>
              </a:spcBef>
              <a:defRPr sz="1800" b="0" i="0" u="none" strike="noStrike" cap="none">
                <a:solidFill>
                  <a:schemeClr val="lt1"/>
                </a:solidFill>
                <a:latin typeface="Arial"/>
                <a:ea typeface="Arial"/>
                <a:cs typeface="Arial"/>
                <a:sym typeface="Arial"/>
              </a:defRPr>
            </a:lvl3pPr>
            <a:lvl4pPr marL="1371600" marR="0" lvl="3" indent="0" algn="l" rtl="0">
              <a:spcBef>
                <a:spcPts val="0"/>
              </a:spcBef>
              <a:defRPr sz="1800" b="0" i="0" u="none" strike="noStrike" cap="none">
                <a:solidFill>
                  <a:schemeClr val="lt1"/>
                </a:solidFill>
                <a:latin typeface="Arial"/>
                <a:ea typeface="Arial"/>
                <a:cs typeface="Arial"/>
                <a:sym typeface="Arial"/>
              </a:defRPr>
            </a:lvl4pPr>
            <a:lvl5pPr marL="1828800" marR="0" lvl="4" indent="0" algn="l" rtl="0">
              <a:spcBef>
                <a:spcPts val="0"/>
              </a:spcBef>
              <a:defRPr sz="1800" b="0" i="0" u="none" strike="noStrike" cap="none">
                <a:solidFill>
                  <a:schemeClr val="lt1"/>
                </a:solidFill>
                <a:latin typeface="Arial"/>
                <a:ea typeface="Arial"/>
                <a:cs typeface="Arial"/>
                <a:sym typeface="Arial"/>
              </a:defRPr>
            </a:lvl5pPr>
            <a:lvl6pPr marL="2286000" marR="0" lvl="5" indent="0" algn="l" rtl="0">
              <a:spcBef>
                <a:spcPts val="0"/>
              </a:spcBef>
              <a:defRPr sz="1800" b="0" i="0" u="none" strike="noStrike" cap="none">
                <a:solidFill>
                  <a:schemeClr val="lt1"/>
                </a:solidFill>
                <a:latin typeface="Arial"/>
                <a:ea typeface="Arial"/>
                <a:cs typeface="Arial"/>
                <a:sym typeface="Arial"/>
              </a:defRPr>
            </a:lvl6pPr>
            <a:lvl7pPr marL="2743200" marR="0" lvl="6" indent="0" algn="l" rtl="0">
              <a:spcBef>
                <a:spcPts val="0"/>
              </a:spcBef>
              <a:defRPr sz="1800" b="0" i="0" u="none" strike="noStrike" cap="none">
                <a:solidFill>
                  <a:schemeClr val="lt1"/>
                </a:solidFill>
                <a:latin typeface="Arial"/>
                <a:ea typeface="Arial"/>
                <a:cs typeface="Arial"/>
                <a:sym typeface="Arial"/>
              </a:defRPr>
            </a:lvl7pPr>
            <a:lvl8pPr marL="3200400" marR="0" lvl="7" indent="0" algn="l" rtl="0">
              <a:spcBef>
                <a:spcPts val="0"/>
              </a:spcBef>
              <a:defRPr sz="1800" b="0" i="0" u="none" strike="noStrike" cap="none">
                <a:solidFill>
                  <a:schemeClr val="lt1"/>
                </a:solidFill>
                <a:latin typeface="Arial"/>
                <a:ea typeface="Arial"/>
                <a:cs typeface="Arial"/>
                <a:sym typeface="Arial"/>
              </a:defRPr>
            </a:lvl8pPr>
            <a:lvl9pPr marL="3657600" marR="0" lvl="8" indent="0" algn="l" rtl="0">
              <a:spcBef>
                <a:spcPts val="0"/>
              </a:spcBef>
              <a:defRPr sz="1800" b="0" i="0" u="none" strike="noStrike" cap="none">
                <a:solidFill>
                  <a:schemeClr val="lt1"/>
                </a:solidFill>
                <a:latin typeface="Arial"/>
                <a:ea typeface="Arial"/>
                <a:cs typeface="Arial"/>
                <a:sym typeface="Arial"/>
              </a:defRPr>
            </a:lvl9pPr>
          </a:lstStyle>
          <a:p>
            <a:endParaRPr/>
          </a:p>
        </p:txBody>
      </p:sp>
      <p:sp>
        <p:nvSpPr>
          <p:cNvPr id="39" name="Shape 39"/>
          <p:cNvSpPr txBox="1">
            <a:spLocks noGrp="1"/>
          </p:cNvSpPr>
          <p:nvPr>
            <p:ph type="ftr" idx="11"/>
          </p:nvPr>
        </p:nvSpPr>
        <p:spPr>
          <a:xfrm>
            <a:off x="4380071" y="6407944"/>
            <a:ext cx="2350681" cy="365125"/>
          </a:xfrm>
          <a:prstGeom prst="rect">
            <a:avLst/>
          </a:prstGeom>
          <a:noFill/>
          <a:ln>
            <a:noFill/>
          </a:ln>
        </p:spPr>
        <p:txBody>
          <a:bodyPr lIns="91425" tIns="91425" rIns="91425" bIns="91425" anchor="b" anchorCtr="0"/>
          <a:lstStyle>
            <a:lvl1pPr marL="0" marR="0" lvl="0" indent="0" algn="r" rtl="0">
              <a:spcBef>
                <a:spcPts val="0"/>
              </a:spcBef>
              <a:defRPr sz="1000" b="0" i="0" u="none" strike="noStrike" cap="none">
                <a:solidFill>
                  <a:schemeClr val="lt1"/>
                </a:solidFill>
                <a:latin typeface="Arial"/>
                <a:ea typeface="Arial"/>
                <a:cs typeface="Arial"/>
                <a:sym typeface="Arial"/>
              </a:defRPr>
            </a:lvl1pPr>
            <a:lvl2pPr marL="457200" marR="0" lvl="1" indent="0" algn="l" rtl="0">
              <a:spcBef>
                <a:spcPts val="0"/>
              </a:spcBef>
              <a:defRPr sz="1800" b="0" i="0" u="none" strike="noStrike" cap="none">
                <a:solidFill>
                  <a:schemeClr val="lt1"/>
                </a:solidFill>
                <a:latin typeface="Arial"/>
                <a:ea typeface="Arial"/>
                <a:cs typeface="Arial"/>
                <a:sym typeface="Arial"/>
              </a:defRPr>
            </a:lvl2pPr>
            <a:lvl3pPr marL="914400" marR="0" lvl="2" indent="0" algn="l" rtl="0">
              <a:spcBef>
                <a:spcPts val="0"/>
              </a:spcBef>
              <a:defRPr sz="1800" b="0" i="0" u="none" strike="noStrike" cap="none">
                <a:solidFill>
                  <a:schemeClr val="lt1"/>
                </a:solidFill>
                <a:latin typeface="Arial"/>
                <a:ea typeface="Arial"/>
                <a:cs typeface="Arial"/>
                <a:sym typeface="Arial"/>
              </a:defRPr>
            </a:lvl3pPr>
            <a:lvl4pPr marL="1371600" marR="0" lvl="3" indent="0" algn="l" rtl="0">
              <a:spcBef>
                <a:spcPts val="0"/>
              </a:spcBef>
              <a:defRPr sz="1800" b="0" i="0" u="none" strike="noStrike" cap="none">
                <a:solidFill>
                  <a:schemeClr val="lt1"/>
                </a:solidFill>
                <a:latin typeface="Arial"/>
                <a:ea typeface="Arial"/>
                <a:cs typeface="Arial"/>
                <a:sym typeface="Arial"/>
              </a:defRPr>
            </a:lvl4pPr>
            <a:lvl5pPr marL="1828800" marR="0" lvl="4" indent="0" algn="l" rtl="0">
              <a:spcBef>
                <a:spcPts val="0"/>
              </a:spcBef>
              <a:defRPr sz="1800" b="0" i="0" u="none" strike="noStrike" cap="none">
                <a:solidFill>
                  <a:schemeClr val="lt1"/>
                </a:solidFill>
                <a:latin typeface="Arial"/>
                <a:ea typeface="Arial"/>
                <a:cs typeface="Arial"/>
                <a:sym typeface="Arial"/>
              </a:defRPr>
            </a:lvl5pPr>
            <a:lvl6pPr marL="2286000" marR="0" lvl="5" indent="0" algn="l" rtl="0">
              <a:spcBef>
                <a:spcPts val="0"/>
              </a:spcBef>
              <a:defRPr sz="1800" b="0" i="0" u="none" strike="noStrike" cap="none">
                <a:solidFill>
                  <a:schemeClr val="lt1"/>
                </a:solidFill>
                <a:latin typeface="Arial"/>
                <a:ea typeface="Arial"/>
                <a:cs typeface="Arial"/>
                <a:sym typeface="Arial"/>
              </a:defRPr>
            </a:lvl6pPr>
            <a:lvl7pPr marL="2743200" marR="0" lvl="6" indent="0" algn="l" rtl="0">
              <a:spcBef>
                <a:spcPts val="0"/>
              </a:spcBef>
              <a:defRPr sz="1800" b="0" i="0" u="none" strike="noStrike" cap="none">
                <a:solidFill>
                  <a:schemeClr val="lt1"/>
                </a:solidFill>
                <a:latin typeface="Arial"/>
                <a:ea typeface="Arial"/>
                <a:cs typeface="Arial"/>
                <a:sym typeface="Arial"/>
              </a:defRPr>
            </a:lvl7pPr>
            <a:lvl8pPr marL="3200400" marR="0" lvl="7" indent="0" algn="l" rtl="0">
              <a:spcBef>
                <a:spcPts val="0"/>
              </a:spcBef>
              <a:defRPr sz="1800" b="0" i="0" u="none" strike="noStrike" cap="none">
                <a:solidFill>
                  <a:schemeClr val="lt1"/>
                </a:solidFill>
                <a:latin typeface="Arial"/>
                <a:ea typeface="Arial"/>
                <a:cs typeface="Arial"/>
                <a:sym typeface="Arial"/>
              </a:defRPr>
            </a:lvl8pPr>
            <a:lvl9pPr marL="3657600" marR="0" lvl="8" indent="0" algn="l" rtl="0">
              <a:spcBef>
                <a:spcPts val="0"/>
              </a:spcBef>
              <a:defRPr sz="18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sldNum" idx="12"/>
          </p:nvPr>
        </p:nvSpPr>
        <p:spPr>
          <a:xfrm>
            <a:off x="8647271" y="6407944"/>
            <a:ext cx="365759" cy="365125"/>
          </a:xfrm>
          <a:prstGeom prst="rect">
            <a:avLst/>
          </a:prstGeom>
          <a:noFill/>
          <a:ln>
            <a:noFill/>
          </a:ln>
        </p:spPr>
        <p:txBody>
          <a:bodyPr lIns="91425" tIns="91425" rIns="91425" bIns="91425" anchor="b" anchorCtr="0">
            <a:noAutofit/>
          </a:bodyPr>
          <a:lstStyle/>
          <a:p>
            <a:pPr marL="0" marR="0" lvl="0" indent="0" algn="r" rtl="0">
              <a:spcBef>
                <a:spcPts val="0"/>
              </a:spcBef>
            </a:pPr>
            <a:endParaRPr sz="1000" b="0" i="0" u="none" strike="noStrike" cap="none">
              <a:solidFill>
                <a:schemeClr val="lt1"/>
              </a:solidFill>
              <a:latin typeface="Arial"/>
              <a:ea typeface="Arial"/>
              <a:cs typeface="Arial"/>
              <a:sym typeface="Arial"/>
            </a:endParaRPr>
          </a:p>
          <a:p>
            <a:pPr marL="457200" marR="0" lvl="1" indent="0" algn="l" rtl="0">
              <a:spcBef>
                <a:spcPts val="0"/>
              </a:spcBef>
            </a:pPr>
            <a:endParaRPr sz="1800" b="0" i="0" u="none" strike="noStrike" cap="none">
              <a:solidFill>
                <a:schemeClr val="lt1"/>
              </a:solidFill>
              <a:latin typeface="Arial"/>
              <a:ea typeface="Arial"/>
              <a:cs typeface="Arial"/>
              <a:sym typeface="Arial"/>
            </a:endParaRPr>
          </a:p>
          <a:p>
            <a:pPr marL="914400" marR="0" lvl="2" indent="0" algn="l" rtl="0">
              <a:spcBef>
                <a:spcPts val="0"/>
              </a:spcBef>
            </a:pPr>
            <a:endParaRPr sz="1800" b="0" i="0" u="none" strike="noStrike" cap="none">
              <a:solidFill>
                <a:schemeClr val="lt1"/>
              </a:solidFill>
              <a:latin typeface="Arial"/>
              <a:ea typeface="Arial"/>
              <a:cs typeface="Arial"/>
              <a:sym typeface="Arial"/>
            </a:endParaRPr>
          </a:p>
          <a:p>
            <a:pPr marL="1371600" marR="0" lvl="3" indent="0" algn="l" rtl="0">
              <a:spcBef>
                <a:spcPts val="0"/>
              </a:spcBef>
            </a:pPr>
            <a:endParaRPr sz="1800" b="0" i="0" u="none" strike="noStrike" cap="none">
              <a:solidFill>
                <a:schemeClr val="lt1"/>
              </a:solidFill>
              <a:latin typeface="Arial"/>
              <a:ea typeface="Arial"/>
              <a:cs typeface="Arial"/>
              <a:sym typeface="Arial"/>
            </a:endParaRPr>
          </a:p>
          <a:p>
            <a:pPr marL="1828800" marR="0" lvl="4" indent="0" algn="l" rtl="0">
              <a:spcBef>
                <a:spcPts val="0"/>
              </a:spcBef>
            </a:pPr>
            <a:endParaRPr sz="1800" b="0" i="0" u="none" strike="noStrike" cap="none">
              <a:solidFill>
                <a:schemeClr val="lt1"/>
              </a:solidFill>
              <a:latin typeface="Arial"/>
              <a:ea typeface="Arial"/>
              <a:cs typeface="Arial"/>
              <a:sym typeface="Arial"/>
            </a:endParaRPr>
          </a:p>
          <a:p>
            <a:pPr marL="2286000" marR="0" lvl="5" indent="0" algn="l" rtl="0">
              <a:spcBef>
                <a:spcPts val="0"/>
              </a:spcBef>
            </a:pPr>
            <a:endParaRPr sz="1800" b="0" i="0" u="none" strike="noStrike" cap="none">
              <a:solidFill>
                <a:schemeClr val="lt1"/>
              </a:solidFill>
              <a:latin typeface="Arial"/>
              <a:ea typeface="Arial"/>
              <a:cs typeface="Arial"/>
              <a:sym typeface="Arial"/>
            </a:endParaRPr>
          </a:p>
          <a:p>
            <a:pPr marL="2743200" marR="0" lvl="6" indent="0" algn="l" rtl="0">
              <a:spcBef>
                <a:spcPts val="0"/>
              </a:spcBef>
            </a:pPr>
            <a:endParaRPr sz="1800" b="0" i="0" u="none" strike="noStrike" cap="none">
              <a:solidFill>
                <a:schemeClr val="lt1"/>
              </a:solidFill>
              <a:latin typeface="Arial"/>
              <a:ea typeface="Arial"/>
              <a:cs typeface="Arial"/>
              <a:sym typeface="Arial"/>
            </a:endParaRPr>
          </a:p>
          <a:p>
            <a:pPr marL="3200400" marR="0" lvl="7" indent="0" algn="l" rtl="0">
              <a:spcBef>
                <a:spcPts val="0"/>
              </a:spcBef>
            </a:pPr>
            <a:endParaRPr sz="1800" b="0" i="0" u="none" strike="noStrike" cap="none">
              <a:solidFill>
                <a:schemeClr val="lt1"/>
              </a:solidFill>
              <a:latin typeface="Arial"/>
              <a:ea typeface="Arial"/>
              <a:cs typeface="Arial"/>
              <a:sym typeface="Arial"/>
            </a:endParaRPr>
          </a:p>
          <a:p>
            <a:pPr marL="3657600" marR="0" lvl="8" indent="0" algn="l" rtl="0">
              <a:spcBef>
                <a:spcPts val="0"/>
              </a:spcBef>
            </a:pPr>
            <a:endParaRPr sz="1800" b="0" i="0" u="none" strike="noStrike" cap="none">
              <a:solidFill>
                <a:schemeClr val="lt1"/>
              </a:solidFill>
              <a:latin typeface="Arial"/>
              <a:ea typeface="Arial"/>
              <a:cs typeface="Arial"/>
              <a:sym typeface="Arial"/>
            </a:endParaRPr>
          </a:p>
        </p:txBody>
      </p:sp>
      <p:sp>
        <p:nvSpPr>
          <p:cNvPr id="41" name="Shape 41"/>
          <p:cNvSpPr/>
          <p:nvPr/>
        </p:nvSpPr>
        <p:spPr>
          <a:xfrm>
            <a:off x="3636680" y="3005472"/>
            <a:ext cx="182879" cy="228600"/>
          </a:xfrm>
          <a:prstGeom prst="chevron">
            <a:avLst>
              <a:gd name="adj" fmla="val 50000"/>
            </a:avLst>
          </a:prstGeom>
          <a:gradFill>
            <a:gsLst>
              <a:gs pos="0">
                <a:srgbClr val="10677C"/>
              </a:gs>
              <a:gs pos="72000">
                <a:srgbClr val="28B9DC"/>
              </a:gs>
              <a:gs pos="100000">
                <a:srgbClr val="4BC4E1"/>
              </a:gs>
            </a:gsLst>
            <a:lin ang="16200000" scaled="0"/>
          </a:gradFill>
          <a:ln w="9525" cap="rnd" cmpd="sng">
            <a:solidFill>
              <a:srgbClr val="16515F"/>
            </a:solidFill>
            <a:prstDash val="solid"/>
            <a:round/>
            <a:headEnd type="none" w="med" len="med"/>
            <a:tailEnd type="none" w="med" len="med"/>
          </a:ln>
        </p:spPr>
        <p:txBody>
          <a:bodyPr lIns="91425" tIns="45700" rIns="91425" bIns="45700" anchor="ctr" anchorCtr="0">
            <a:noAutofit/>
          </a:bodyPr>
          <a:lstStyle/>
          <a:p>
            <a:pPr lvl="0">
              <a:spcBef>
                <a:spcPts val="0"/>
              </a:spcBef>
              <a:buNone/>
            </a:pPr>
            <a:endParaRPr/>
          </a:p>
        </p:txBody>
      </p:sp>
      <p:sp>
        <p:nvSpPr>
          <p:cNvPr id="42" name="Shape 42"/>
          <p:cNvSpPr/>
          <p:nvPr/>
        </p:nvSpPr>
        <p:spPr>
          <a:xfrm>
            <a:off x="3450264" y="3005472"/>
            <a:ext cx="182879" cy="228600"/>
          </a:xfrm>
          <a:prstGeom prst="chevron">
            <a:avLst>
              <a:gd name="adj" fmla="val 50000"/>
            </a:avLst>
          </a:prstGeom>
          <a:gradFill>
            <a:gsLst>
              <a:gs pos="0">
                <a:srgbClr val="10677C"/>
              </a:gs>
              <a:gs pos="72000">
                <a:srgbClr val="28B9DC"/>
              </a:gs>
              <a:gs pos="100000">
                <a:srgbClr val="4BC4E1"/>
              </a:gs>
            </a:gsLst>
            <a:lin ang="16200000" scaled="0"/>
          </a:gradFill>
          <a:ln w="9525" cap="rnd" cmpd="sng">
            <a:solidFill>
              <a:srgbClr val="16515F"/>
            </a:solidFill>
            <a:prstDash val="solid"/>
            <a:round/>
            <a:headEnd type="none" w="med" len="med"/>
            <a:tailEnd type="none" w="med" len="med"/>
          </a:ln>
        </p:spPr>
        <p:txBody>
          <a:bodyPr lIns="91425" tIns="45700" rIns="91425" bIns="45700" anchor="ctr" anchorCtr="0">
            <a:noAutofit/>
          </a:bodyPr>
          <a:lstStyle/>
          <a:p>
            <a:pPr lvl="0">
              <a:spcBef>
                <a:spcPts val="0"/>
              </a:spcBef>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_OBJECTS">
    <p:bg>
      <p:bgPr>
        <a:gradFill>
          <a:gsLst>
            <a:gs pos="0">
              <a:srgbClr val="727272"/>
            </a:gs>
            <a:gs pos="40000">
              <a:srgbClr val="595959"/>
            </a:gs>
            <a:gs pos="100000">
              <a:schemeClr val="dk1"/>
            </a:gs>
          </a:gsLst>
          <a:path path="circle">
            <a:fillToRect l="100000" b="100000"/>
          </a:path>
          <a:tileRect t="-100000" r="-100000"/>
        </a:gradFill>
        <a:effectLst/>
      </p:bgPr>
    </p:bg>
    <p:spTree>
      <p:nvGrpSpPr>
        <p:cNvPr id="1" name="Shape 43"/>
        <p:cNvGrpSpPr/>
        <p:nvPr/>
      </p:nvGrpSpPr>
      <p:grpSpPr>
        <a:xfrm>
          <a:off x="0" y="0"/>
          <a:ext cx="0" cy="0"/>
          <a:chOff x="0" y="0"/>
          <a:chExt cx="0" cy="0"/>
        </a:xfrm>
      </p:grpSpPr>
      <p:sp>
        <p:nvSpPr>
          <p:cNvPr id="44" name="Shape 44"/>
          <p:cNvSpPr txBox="1">
            <a:spLocks noGrp="1"/>
          </p:cNvSpPr>
          <p:nvPr>
            <p:ph type="body" idx="1"/>
          </p:nvPr>
        </p:nvSpPr>
        <p:spPr>
          <a:xfrm>
            <a:off x="457200" y="1481328"/>
            <a:ext cx="4038599" cy="4525963"/>
          </a:xfrm>
          <a:prstGeom prst="rect">
            <a:avLst/>
          </a:prstGeom>
          <a:noFill/>
          <a:ln>
            <a:noFill/>
          </a:ln>
        </p:spPr>
        <p:txBody>
          <a:bodyPr lIns="91425" tIns="91425" rIns="91425" bIns="91425" anchor="t" anchorCtr="0"/>
          <a:lstStyle>
            <a:lvl1pPr lvl="0" rtl="0">
              <a:spcBef>
                <a:spcPts val="0"/>
              </a:spcBef>
              <a:defRPr sz="2800"/>
            </a:lvl1pPr>
            <a:lvl2pPr lvl="1" rtl="0">
              <a:spcBef>
                <a:spcPts val="0"/>
              </a:spcBef>
              <a:defRPr sz="2400"/>
            </a:lvl2pPr>
            <a:lvl3pPr lvl="2" rtl="0">
              <a:spcBef>
                <a:spcPts val="0"/>
              </a:spcBef>
              <a:defRPr sz="2000"/>
            </a:lvl3pPr>
            <a:lvl4pPr lvl="3" rtl="0">
              <a:spcBef>
                <a:spcPts val="0"/>
              </a:spcBef>
              <a:defRPr sz="1800"/>
            </a:lvl4pPr>
            <a:lvl5pPr lvl="4" rtl="0">
              <a:spcBef>
                <a:spcPts val="0"/>
              </a:spcBef>
              <a:defRPr sz="1800"/>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45" name="Shape 45"/>
          <p:cNvSpPr txBox="1">
            <a:spLocks noGrp="1"/>
          </p:cNvSpPr>
          <p:nvPr>
            <p:ph type="body" idx="2"/>
          </p:nvPr>
        </p:nvSpPr>
        <p:spPr>
          <a:xfrm>
            <a:off x="4648200" y="1481328"/>
            <a:ext cx="4038599" cy="4525963"/>
          </a:xfrm>
          <a:prstGeom prst="rect">
            <a:avLst/>
          </a:prstGeom>
          <a:noFill/>
          <a:ln>
            <a:noFill/>
          </a:ln>
        </p:spPr>
        <p:txBody>
          <a:bodyPr lIns="91425" tIns="91425" rIns="91425" bIns="91425" anchor="t" anchorCtr="0"/>
          <a:lstStyle>
            <a:lvl1pPr lvl="0" rtl="0">
              <a:spcBef>
                <a:spcPts val="0"/>
              </a:spcBef>
              <a:defRPr sz="2800"/>
            </a:lvl1pPr>
            <a:lvl2pPr lvl="1" rtl="0">
              <a:spcBef>
                <a:spcPts val="0"/>
              </a:spcBef>
              <a:defRPr sz="2400"/>
            </a:lvl2pPr>
            <a:lvl3pPr lvl="2" rtl="0">
              <a:spcBef>
                <a:spcPts val="0"/>
              </a:spcBef>
              <a:defRPr sz="2000"/>
            </a:lvl3pPr>
            <a:lvl4pPr lvl="3" rtl="0">
              <a:spcBef>
                <a:spcPts val="0"/>
              </a:spcBef>
              <a:defRPr sz="1800"/>
            </a:lvl4pPr>
            <a:lvl5pPr lvl="4" rtl="0">
              <a:spcBef>
                <a:spcPts val="0"/>
              </a:spcBef>
              <a:defRPr sz="1800"/>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46" name="Shape 46"/>
          <p:cNvSpPr txBox="1">
            <a:spLocks noGrp="1"/>
          </p:cNvSpPr>
          <p:nvPr>
            <p:ph type="dt" idx="10"/>
          </p:nvPr>
        </p:nvSpPr>
        <p:spPr>
          <a:xfrm>
            <a:off x="6727032" y="6407944"/>
            <a:ext cx="1920239" cy="365759"/>
          </a:xfrm>
          <a:prstGeom prst="rect">
            <a:avLst/>
          </a:prstGeom>
          <a:noFill/>
          <a:ln>
            <a:noFill/>
          </a:ln>
        </p:spPr>
        <p:txBody>
          <a:bodyPr lIns="91425" tIns="91425" rIns="91425" bIns="91425" anchor="b" anchorCtr="0"/>
          <a:lstStyle>
            <a:lvl1pPr marL="0" marR="0" lvl="0" indent="0" algn="l" rtl="0">
              <a:spcBef>
                <a:spcPts val="0"/>
              </a:spcBef>
              <a:defRPr sz="1000" b="0" i="0" u="none" strike="noStrike" cap="none">
                <a:solidFill>
                  <a:schemeClr val="lt1"/>
                </a:solidFill>
                <a:latin typeface="Arial"/>
                <a:ea typeface="Arial"/>
                <a:cs typeface="Arial"/>
                <a:sym typeface="Arial"/>
              </a:defRPr>
            </a:lvl1pPr>
            <a:lvl2pPr marL="457200" marR="0" lvl="1" indent="0" algn="l" rtl="0">
              <a:spcBef>
                <a:spcPts val="0"/>
              </a:spcBef>
              <a:defRPr sz="1800" b="0" i="0" u="none" strike="noStrike" cap="none">
                <a:solidFill>
                  <a:schemeClr val="lt1"/>
                </a:solidFill>
                <a:latin typeface="Arial"/>
                <a:ea typeface="Arial"/>
                <a:cs typeface="Arial"/>
                <a:sym typeface="Arial"/>
              </a:defRPr>
            </a:lvl2pPr>
            <a:lvl3pPr marL="914400" marR="0" lvl="2" indent="0" algn="l" rtl="0">
              <a:spcBef>
                <a:spcPts val="0"/>
              </a:spcBef>
              <a:defRPr sz="1800" b="0" i="0" u="none" strike="noStrike" cap="none">
                <a:solidFill>
                  <a:schemeClr val="lt1"/>
                </a:solidFill>
                <a:latin typeface="Arial"/>
                <a:ea typeface="Arial"/>
                <a:cs typeface="Arial"/>
                <a:sym typeface="Arial"/>
              </a:defRPr>
            </a:lvl3pPr>
            <a:lvl4pPr marL="1371600" marR="0" lvl="3" indent="0" algn="l" rtl="0">
              <a:spcBef>
                <a:spcPts val="0"/>
              </a:spcBef>
              <a:defRPr sz="1800" b="0" i="0" u="none" strike="noStrike" cap="none">
                <a:solidFill>
                  <a:schemeClr val="lt1"/>
                </a:solidFill>
                <a:latin typeface="Arial"/>
                <a:ea typeface="Arial"/>
                <a:cs typeface="Arial"/>
                <a:sym typeface="Arial"/>
              </a:defRPr>
            </a:lvl4pPr>
            <a:lvl5pPr marL="1828800" marR="0" lvl="4" indent="0" algn="l" rtl="0">
              <a:spcBef>
                <a:spcPts val="0"/>
              </a:spcBef>
              <a:defRPr sz="1800" b="0" i="0" u="none" strike="noStrike" cap="none">
                <a:solidFill>
                  <a:schemeClr val="lt1"/>
                </a:solidFill>
                <a:latin typeface="Arial"/>
                <a:ea typeface="Arial"/>
                <a:cs typeface="Arial"/>
                <a:sym typeface="Arial"/>
              </a:defRPr>
            </a:lvl5pPr>
            <a:lvl6pPr marL="2286000" marR="0" lvl="5" indent="0" algn="l" rtl="0">
              <a:spcBef>
                <a:spcPts val="0"/>
              </a:spcBef>
              <a:defRPr sz="1800" b="0" i="0" u="none" strike="noStrike" cap="none">
                <a:solidFill>
                  <a:schemeClr val="lt1"/>
                </a:solidFill>
                <a:latin typeface="Arial"/>
                <a:ea typeface="Arial"/>
                <a:cs typeface="Arial"/>
                <a:sym typeface="Arial"/>
              </a:defRPr>
            </a:lvl6pPr>
            <a:lvl7pPr marL="2743200" marR="0" lvl="6" indent="0" algn="l" rtl="0">
              <a:spcBef>
                <a:spcPts val="0"/>
              </a:spcBef>
              <a:defRPr sz="1800" b="0" i="0" u="none" strike="noStrike" cap="none">
                <a:solidFill>
                  <a:schemeClr val="lt1"/>
                </a:solidFill>
                <a:latin typeface="Arial"/>
                <a:ea typeface="Arial"/>
                <a:cs typeface="Arial"/>
                <a:sym typeface="Arial"/>
              </a:defRPr>
            </a:lvl7pPr>
            <a:lvl8pPr marL="3200400" marR="0" lvl="7" indent="0" algn="l" rtl="0">
              <a:spcBef>
                <a:spcPts val="0"/>
              </a:spcBef>
              <a:defRPr sz="1800" b="0" i="0" u="none" strike="noStrike" cap="none">
                <a:solidFill>
                  <a:schemeClr val="lt1"/>
                </a:solidFill>
                <a:latin typeface="Arial"/>
                <a:ea typeface="Arial"/>
                <a:cs typeface="Arial"/>
                <a:sym typeface="Arial"/>
              </a:defRPr>
            </a:lvl8pPr>
            <a:lvl9pPr marL="3657600" marR="0" lvl="8" indent="0" algn="l" rtl="0">
              <a:spcBef>
                <a:spcPts val="0"/>
              </a:spcBef>
              <a:defRPr sz="1800" b="0" i="0" u="none" strike="noStrike" cap="none">
                <a:solidFill>
                  <a:schemeClr val="lt1"/>
                </a:solidFill>
                <a:latin typeface="Arial"/>
                <a:ea typeface="Arial"/>
                <a:cs typeface="Arial"/>
                <a:sym typeface="Arial"/>
              </a:defRPr>
            </a:lvl9pPr>
          </a:lstStyle>
          <a:p>
            <a:endParaRPr/>
          </a:p>
        </p:txBody>
      </p:sp>
      <p:sp>
        <p:nvSpPr>
          <p:cNvPr id="47" name="Shape 47"/>
          <p:cNvSpPr txBox="1">
            <a:spLocks noGrp="1"/>
          </p:cNvSpPr>
          <p:nvPr>
            <p:ph type="ftr" idx="11"/>
          </p:nvPr>
        </p:nvSpPr>
        <p:spPr>
          <a:xfrm>
            <a:off x="4380071" y="6407944"/>
            <a:ext cx="2350681" cy="365125"/>
          </a:xfrm>
          <a:prstGeom prst="rect">
            <a:avLst/>
          </a:prstGeom>
          <a:noFill/>
          <a:ln>
            <a:noFill/>
          </a:ln>
        </p:spPr>
        <p:txBody>
          <a:bodyPr lIns="91425" tIns="91425" rIns="91425" bIns="91425" anchor="b" anchorCtr="0"/>
          <a:lstStyle>
            <a:lvl1pPr marL="0" marR="0" lvl="0" indent="0" algn="r" rtl="0">
              <a:spcBef>
                <a:spcPts val="0"/>
              </a:spcBef>
              <a:defRPr sz="1000" b="0" i="0" u="none" strike="noStrike" cap="none">
                <a:solidFill>
                  <a:schemeClr val="lt1"/>
                </a:solidFill>
                <a:latin typeface="Arial"/>
                <a:ea typeface="Arial"/>
                <a:cs typeface="Arial"/>
                <a:sym typeface="Arial"/>
              </a:defRPr>
            </a:lvl1pPr>
            <a:lvl2pPr marL="457200" marR="0" lvl="1" indent="0" algn="l" rtl="0">
              <a:spcBef>
                <a:spcPts val="0"/>
              </a:spcBef>
              <a:defRPr sz="1800" b="0" i="0" u="none" strike="noStrike" cap="none">
                <a:solidFill>
                  <a:schemeClr val="lt1"/>
                </a:solidFill>
                <a:latin typeface="Arial"/>
                <a:ea typeface="Arial"/>
                <a:cs typeface="Arial"/>
                <a:sym typeface="Arial"/>
              </a:defRPr>
            </a:lvl2pPr>
            <a:lvl3pPr marL="914400" marR="0" lvl="2" indent="0" algn="l" rtl="0">
              <a:spcBef>
                <a:spcPts val="0"/>
              </a:spcBef>
              <a:defRPr sz="1800" b="0" i="0" u="none" strike="noStrike" cap="none">
                <a:solidFill>
                  <a:schemeClr val="lt1"/>
                </a:solidFill>
                <a:latin typeface="Arial"/>
                <a:ea typeface="Arial"/>
                <a:cs typeface="Arial"/>
                <a:sym typeface="Arial"/>
              </a:defRPr>
            </a:lvl3pPr>
            <a:lvl4pPr marL="1371600" marR="0" lvl="3" indent="0" algn="l" rtl="0">
              <a:spcBef>
                <a:spcPts val="0"/>
              </a:spcBef>
              <a:defRPr sz="1800" b="0" i="0" u="none" strike="noStrike" cap="none">
                <a:solidFill>
                  <a:schemeClr val="lt1"/>
                </a:solidFill>
                <a:latin typeface="Arial"/>
                <a:ea typeface="Arial"/>
                <a:cs typeface="Arial"/>
                <a:sym typeface="Arial"/>
              </a:defRPr>
            </a:lvl4pPr>
            <a:lvl5pPr marL="1828800" marR="0" lvl="4" indent="0" algn="l" rtl="0">
              <a:spcBef>
                <a:spcPts val="0"/>
              </a:spcBef>
              <a:defRPr sz="1800" b="0" i="0" u="none" strike="noStrike" cap="none">
                <a:solidFill>
                  <a:schemeClr val="lt1"/>
                </a:solidFill>
                <a:latin typeface="Arial"/>
                <a:ea typeface="Arial"/>
                <a:cs typeface="Arial"/>
                <a:sym typeface="Arial"/>
              </a:defRPr>
            </a:lvl5pPr>
            <a:lvl6pPr marL="2286000" marR="0" lvl="5" indent="0" algn="l" rtl="0">
              <a:spcBef>
                <a:spcPts val="0"/>
              </a:spcBef>
              <a:defRPr sz="1800" b="0" i="0" u="none" strike="noStrike" cap="none">
                <a:solidFill>
                  <a:schemeClr val="lt1"/>
                </a:solidFill>
                <a:latin typeface="Arial"/>
                <a:ea typeface="Arial"/>
                <a:cs typeface="Arial"/>
                <a:sym typeface="Arial"/>
              </a:defRPr>
            </a:lvl6pPr>
            <a:lvl7pPr marL="2743200" marR="0" lvl="6" indent="0" algn="l" rtl="0">
              <a:spcBef>
                <a:spcPts val="0"/>
              </a:spcBef>
              <a:defRPr sz="1800" b="0" i="0" u="none" strike="noStrike" cap="none">
                <a:solidFill>
                  <a:schemeClr val="lt1"/>
                </a:solidFill>
                <a:latin typeface="Arial"/>
                <a:ea typeface="Arial"/>
                <a:cs typeface="Arial"/>
                <a:sym typeface="Arial"/>
              </a:defRPr>
            </a:lvl7pPr>
            <a:lvl8pPr marL="3200400" marR="0" lvl="7" indent="0" algn="l" rtl="0">
              <a:spcBef>
                <a:spcPts val="0"/>
              </a:spcBef>
              <a:defRPr sz="1800" b="0" i="0" u="none" strike="noStrike" cap="none">
                <a:solidFill>
                  <a:schemeClr val="lt1"/>
                </a:solidFill>
                <a:latin typeface="Arial"/>
                <a:ea typeface="Arial"/>
                <a:cs typeface="Arial"/>
                <a:sym typeface="Arial"/>
              </a:defRPr>
            </a:lvl8pPr>
            <a:lvl9pPr marL="3657600" marR="0" lvl="8" indent="0" algn="l" rtl="0">
              <a:spcBef>
                <a:spcPts val="0"/>
              </a:spcBef>
              <a:defRPr sz="1800" b="0" i="0" u="none" strike="noStrike" cap="none">
                <a:solidFill>
                  <a:schemeClr val="lt1"/>
                </a:solidFill>
                <a:latin typeface="Arial"/>
                <a:ea typeface="Arial"/>
                <a:cs typeface="Arial"/>
                <a:sym typeface="Arial"/>
              </a:defRPr>
            </a:lvl9pPr>
          </a:lstStyle>
          <a:p>
            <a:endParaRPr/>
          </a:p>
        </p:txBody>
      </p:sp>
      <p:sp>
        <p:nvSpPr>
          <p:cNvPr id="48" name="Shape 48"/>
          <p:cNvSpPr txBox="1">
            <a:spLocks noGrp="1"/>
          </p:cNvSpPr>
          <p:nvPr>
            <p:ph type="sldNum" idx="12"/>
          </p:nvPr>
        </p:nvSpPr>
        <p:spPr>
          <a:xfrm>
            <a:off x="8647271" y="6407944"/>
            <a:ext cx="365759" cy="365125"/>
          </a:xfrm>
          <a:prstGeom prst="rect">
            <a:avLst/>
          </a:prstGeom>
          <a:noFill/>
          <a:ln>
            <a:noFill/>
          </a:ln>
        </p:spPr>
        <p:txBody>
          <a:bodyPr lIns="91425" tIns="91425" rIns="91425" bIns="91425" anchor="b" anchorCtr="0">
            <a:noAutofit/>
          </a:bodyPr>
          <a:lstStyle/>
          <a:p>
            <a:pPr marL="0" marR="0" lvl="0" indent="0" algn="r" rtl="0">
              <a:spcBef>
                <a:spcPts val="0"/>
              </a:spcBef>
            </a:pPr>
            <a:endParaRPr sz="1000" b="0" i="0" u="none" strike="noStrike" cap="none">
              <a:solidFill>
                <a:schemeClr val="lt1"/>
              </a:solidFill>
              <a:latin typeface="Arial"/>
              <a:ea typeface="Arial"/>
              <a:cs typeface="Arial"/>
              <a:sym typeface="Arial"/>
            </a:endParaRPr>
          </a:p>
          <a:p>
            <a:pPr marL="457200" marR="0" lvl="1" indent="0" algn="l" rtl="0">
              <a:spcBef>
                <a:spcPts val="0"/>
              </a:spcBef>
            </a:pPr>
            <a:endParaRPr sz="1800" b="0" i="0" u="none" strike="noStrike" cap="none">
              <a:solidFill>
                <a:schemeClr val="lt1"/>
              </a:solidFill>
              <a:latin typeface="Arial"/>
              <a:ea typeface="Arial"/>
              <a:cs typeface="Arial"/>
              <a:sym typeface="Arial"/>
            </a:endParaRPr>
          </a:p>
          <a:p>
            <a:pPr marL="914400" marR="0" lvl="2" indent="0" algn="l" rtl="0">
              <a:spcBef>
                <a:spcPts val="0"/>
              </a:spcBef>
            </a:pPr>
            <a:endParaRPr sz="1800" b="0" i="0" u="none" strike="noStrike" cap="none">
              <a:solidFill>
                <a:schemeClr val="lt1"/>
              </a:solidFill>
              <a:latin typeface="Arial"/>
              <a:ea typeface="Arial"/>
              <a:cs typeface="Arial"/>
              <a:sym typeface="Arial"/>
            </a:endParaRPr>
          </a:p>
          <a:p>
            <a:pPr marL="1371600" marR="0" lvl="3" indent="0" algn="l" rtl="0">
              <a:spcBef>
                <a:spcPts val="0"/>
              </a:spcBef>
            </a:pPr>
            <a:endParaRPr sz="1800" b="0" i="0" u="none" strike="noStrike" cap="none">
              <a:solidFill>
                <a:schemeClr val="lt1"/>
              </a:solidFill>
              <a:latin typeface="Arial"/>
              <a:ea typeface="Arial"/>
              <a:cs typeface="Arial"/>
              <a:sym typeface="Arial"/>
            </a:endParaRPr>
          </a:p>
          <a:p>
            <a:pPr marL="1828800" marR="0" lvl="4" indent="0" algn="l" rtl="0">
              <a:spcBef>
                <a:spcPts val="0"/>
              </a:spcBef>
            </a:pPr>
            <a:endParaRPr sz="1800" b="0" i="0" u="none" strike="noStrike" cap="none">
              <a:solidFill>
                <a:schemeClr val="lt1"/>
              </a:solidFill>
              <a:latin typeface="Arial"/>
              <a:ea typeface="Arial"/>
              <a:cs typeface="Arial"/>
              <a:sym typeface="Arial"/>
            </a:endParaRPr>
          </a:p>
          <a:p>
            <a:pPr marL="2286000" marR="0" lvl="5" indent="0" algn="l" rtl="0">
              <a:spcBef>
                <a:spcPts val="0"/>
              </a:spcBef>
            </a:pPr>
            <a:endParaRPr sz="1800" b="0" i="0" u="none" strike="noStrike" cap="none">
              <a:solidFill>
                <a:schemeClr val="lt1"/>
              </a:solidFill>
              <a:latin typeface="Arial"/>
              <a:ea typeface="Arial"/>
              <a:cs typeface="Arial"/>
              <a:sym typeface="Arial"/>
            </a:endParaRPr>
          </a:p>
          <a:p>
            <a:pPr marL="2743200" marR="0" lvl="6" indent="0" algn="l" rtl="0">
              <a:spcBef>
                <a:spcPts val="0"/>
              </a:spcBef>
            </a:pPr>
            <a:endParaRPr sz="1800" b="0" i="0" u="none" strike="noStrike" cap="none">
              <a:solidFill>
                <a:schemeClr val="lt1"/>
              </a:solidFill>
              <a:latin typeface="Arial"/>
              <a:ea typeface="Arial"/>
              <a:cs typeface="Arial"/>
              <a:sym typeface="Arial"/>
            </a:endParaRPr>
          </a:p>
          <a:p>
            <a:pPr marL="3200400" marR="0" lvl="7" indent="0" algn="l" rtl="0">
              <a:spcBef>
                <a:spcPts val="0"/>
              </a:spcBef>
            </a:pPr>
            <a:endParaRPr sz="1800" b="0" i="0" u="none" strike="noStrike" cap="none">
              <a:solidFill>
                <a:schemeClr val="lt1"/>
              </a:solidFill>
              <a:latin typeface="Arial"/>
              <a:ea typeface="Arial"/>
              <a:cs typeface="Arial"/>
              <a:sym typeface="Arial"/>
            </a:endParaRPr>
          </a:p>
          <a:p>
            <a:pPr marL="3657600" marR="0" lvl="8" indent="0" algn="l" rtl="0">
              <a:spcBef>
                <a:spcPts val="0"/>
              </a:spcBef>
            </a:pPr>
            <a:endParaRPr sz="1800" b="0" i="0" u="none" strike="noStrike" cap="none">
              <a:solidFill>
                <a:schemeClr val="lt1"/>
              </a:solidFill>
              <a:latin typeface="Arial"/>
              <a:ea typeface="Arial"/>
              <a:cs typeface="Arial"/>
              <a:sym typeface="Arial"/>
            </a:endParaRPr>
          </a:p>
        </p:txBody>
      </p:sp>
      <p:sp>
        <p:nvSpPr>
          <p:cNvPr id="49" name="Shape 49"/>
          <p:cNvSpPr txBox="1">
            <a:spLocks noGrp="1"/>
          </p:cNvSpPr>
          <p:nvPr>
            <p:ph type="title"/>
          </p:nvPr>
        </p:nvSpPr>
        <p:spPr>
          <a:xfrm>
            <a:off x="457200" y="274637"/>
            <a:ext cx="8229600" cy="1143000"/>
          </a:xfrm>
          <a:prstGeom prst="rect">
            <a:avLst/>
          </a:prstGeom>
          <a:noFill/>
          <a:ln>
            <a:noFill/>
          </a:ln>
        </p:spPr>
        <p:txBody>
          <a:bodyPr lIns="91425" tIns="91425" rIns="91425" bIns="91425" anchor="ctr" anchorCtr="0"/>
          <a:lstStyle>
            <a:lvl1pPr lvl="0" algn="l" rtl="0">
              <a:spcBef>
                <a:spcPts val="0"/>
              </a:spcBef>
              <a:buClr>
                <a:schemeClr val="lt2"/>
              </a:buClr>
              <a:buNone/>
              <a:defRPr sz="4100" b="1">
                <a:solidFill>
                  <a:schemeClr val="lt2"/>
                </a:solidFill>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_OBJECTS_WITH_TEXT">
    <p:bg>
      <p:bgPr>
        <a:blipFill>
          <a:blip r:embed="rId2">
            <a:alphaModFix/>
          </a:blip>
          <a:stretch>
            <a:fillRect/>
          </a:stretch>
        </a:blipFill>
        <a:effectLst/>
      </p:bgPr>
    </p:bg>
    <p:spTree>
      <p:nvGrpSpPr>
        <p:cNvPr id="1" name="Shape 50"/>
        <p:cNvGrpSpPr/>
        <p:nvPr/>
      </p:nvGrpSpPr>
      <p:grpSpPr>
        <a:xfrm>
          <a:off x="0" y="0"/>
          <a:ext cx="0" cy="0"/>
          <a:chOff x="0" y="0"/>
          <a:chExt cx="0" cy="0"/>
        </a:xfrm>
      </p:grpSpPr>
      <p:sp>
        <p:nvSpPr>
          <p:cNvPr id="51" name="Shape 51"/>
          <p:cNvSpPr txBox="1">
            <a:spLocks noGrp="1"/>
          </p:cNvSpPr>
          <p:nvPr>
            <p:ph type="title"/>
          </p:nvPr>
        </p:nvSpPr>
        <p:spPr>
          <a:xfrm>
            <a:off x="457200" y="273050"/>
            <a:ext cx="8229600" cy="1143000"/>
          </a:xfrm>
          <a:prstGeom prst="rect">
            <a:avLst/>
          </a:prstGeom>
          <a:noFill/>
          <a:ln>
            <a:noFill/>
          </a:ln>
        </p:spPr>
        <p:txBody>
          <a:bodyPr lIns="91425" tIns="91425" rIns="91425" bIns="91425" anchor="ctr"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52" name="Shape 52"/>
          <p:cNvSpPr txBox="1">
            <a:spLocks noGrp="1"/>
          </p:cNvSpPr>
          <p:nvPr>
            <p:ph type="body" idx="1"/>
          </p:nvPr>
        </p:nvSpPr>
        <p:spPr>
          <a:xfrm>
            <a:off x="457200" y="5410200"/>
            <a:ext cx="4040187" cy="762000"/>
          </a:xfrm>
          <a:prstGeom prst="rect">
            <a:avLst/>
          </a:prstGeom>
          <a:solidFill>
            <a:schemeClr val="accent1"/>
          </a:solidFill>
          <a:ln w="9650" cap="flat" cmpd="sng">
            <a:solidFill>
              <a:schemeClr val="accent1"/>
            </a:solidFill>
            <a:prstDash val="solid"/>
            <a:miter/>
            <a:headEnd type="none" w="med" len="med"/>
            <a:tailEnd type="none" w="med" len="med"/>
          </a:ln>
        </p:spPr>
        <p:txBody>
          <a:bodyPr lIns="91425" tIns="91425" rIns="91425" bIns="91425" anchor="ctr" anchorCtr="0"/>
          <a:lstStyle>
            <a:lvl1pPr marL="0" lvl="0" indent="0" rtl="0">
              <a:spcBef>
                <a:spcPts val="0"/>
              </a:spcBef>
              <a:buClr>
                <a:schemeClr val="lt1"/>
              </a:buClr>
              <a:buNone/>
              <a:defRPr sz="2400" b="0">
                <a:solidFill>
                  <a:schemeClr val="lt1"/>
                </a:solidFill>
              </a:defRPr>
            </a:lvl1pPr>
            <a:lvl2pPr lvl="1" rtl="0">
              <a:spcBef>
                <a:spcPts val="0"/>
              </a:spcBef>
              <a:buNone/>
              <a:defRPr sz="2000" b="1"/>
            </a:lvl2pPr>
            <a:lvl3pPr lvl="2" rtl="0">
              <a:spcBef>
                <a:spcPts val="0"/>
              </a:spcBef>
              <a:buNone/>
              <a:defRPr sz="1800" b="1"/>
            </a:lvl3pPr>
            <a:lvl4pPr lvl="3" rtl="0">
              <a:spcBef>
                <a:spcPts val="0"/>
              </a:spcBef>
              <a:buNone/>
              <a:defRPr sz="1600" b="1"/>
            </a:lvl4pPr>
            <a:lvl5pPr lvl="4" rtl="0">
              <a:spcBef>
                <a:spcPts val="0"/>
              </a:spcBef>
              <a:buNone/>
              <a:defRPr sz="1600" b="1"/>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53" name="Shape 53"/>
          <p:cNvSpPr txBox="1">
            <a:spLocks noGrp="1"/>
          </p:cNvSpPr>
          <p:nvPr>
            <p:ph type="body" idx="2"/>
          </p:nvPr>
        </p:nvSpPr>
        <p:spPr>
          <a:xfrm>
            <a:off x="4645026" y="5410200"/>
            <a:ext cx="4041774" cy="762000"/>
          </a:xfrm>
          <a:prstGeom prst="rect">
            <a:avLst/>
          </a:prstGeom>
          <a:solidFill>
            <a:schemeClr val="accent1"/>
          </a:solidFill>
          <a:ln w="9650" cap="flat" cmpd="sng">
            <a:solidFill>
              <a:schemeClr val="accent1"/>
            </a:solidFill>
            <a:prstDash val="solid"/>
            <a:miter/>
            <a:headEnd type="none" w="med" len="med"/>
            <a:tailEnd type="none" w="med" len="med"/>
          </a:ln>
        </p:spPr>
        <p:txBody>
          <a:bodyPr lIns="91425" tIns="91425" rIns="91425" bIns="91425" anchor="ctr" anchorCtr="0"/>
          <a:lstStyle>
            <a:lvl1pPr marL="0" lvl="0" indent="0" rtl="0">
              <a:spcBef>
                <a:spcPts val="0"/>
              </a:spcBef>
              <a:buClr>
                <a:schemeClr val="lt1"/>
              </a:buClr>
              <a:buNone/>
              <a:defRPr sz="2400" b="0">
                <a:solidFill>
                  <a:schemeClr val="lt1"/>
                </a:solidFill>
              </a:defRPr>
            </a:lvl1pPr>
            <a:lvl2pPr lvl="1" rtl="0">
              <a:spcBef>
                <a:spcPts val="0"/>
              </a:spcBef>
              <a:buNone/>
              <a:defRPr sz="2000" b="1"/>
            </a:lvl2pPr>
            <a:lvl3pPr lvl="2" rtl="0">
              <a:spcBef>
                <a:spcPts val="0"/>
              </a:spcBef>
              <a:buNone/>
              <a:defRPr sz="1800" b="1"/>
            </a:lvl3pPr>
            <a:lvl4pPr lvl="3" rtl="0">
              <a:spcBef>
                <a:spcPts val="0"/>
              </a:spcBef>
              <a:buNone/>
              <a:defRPr sz="1600" b="1"/>
            </a:lvl4pPr>
            <a:lvl5pPr lvl="4" rtl="0">
              <a:spcBef>
                <a:spcPts val="0"/>
              </a:spcBef>
              <a:buNone/>
              <a:defRPr sz="1600" b="1"/>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54" name="Shape 54"/>
          <p:cNvSpPr txBox="1">
            <a:spLocks noGrp="1"/>
          </p:cNvSpPr>
          <p:nvPr>
            <p:ph type="body" idx="3"/>
          </p:nvPr>
        </p:nvSpPr>
        <p:spPr>
          <a:xfrm>
            <a:off x="457200" y="1444294"/>
            <a:ext cx="4040187" cy="3941762"/>
          </a:xfrm>
          <a:prstGeom prst="rect">
            <a:avLst/>
          </a:prstGeom>
          <a:noFill/>
          <a:ln>
            <a:noFill/>
          </a:ln>
        </p:spPr>
        <p:txBody>
          <a:bodyPr lIns="91425" tIns="91425" rIns="91425" bIns="91425" anchor="t" anchorCtr="0"/>
          <a:lstStyle>
            <a:lvl1pPr lvl="0" rtl="0">
              <a:spcBef>
                <a:spcPts val="0"/>
              </a:spcBef>
              <a:defRPr sz="2400"/>
            </a:lvl1pPr>
            <a:lvl2pPr lvl="1" rtl="0">
              <a:spcBef>
                <a:spcPts val="0"/>
              </a:spcBef>
              <a:defRPr sz="2000"/>
            </a:lvl2pPr>
            <a:lvl3pPr lvl="2" rtl="0">
              <a:spcBef>
                <a:spcPts val="0"/>
              </a:spcBef>
              <a:defRPr sz="1800"/>
            </a:lvl3pPr>
            <a:lvl4pPr lvl="3" rtl="0">
              <a:spcBef>
                <a:spcPts val="0"/>
              </a:spcBef>
              <a:defRPr sz="1600"/>
            </a:lvl4pPr>
            <a:lvl5pPr lvl="4" rtl="0">
              <a:spcBef>
                <a:spcPts val="0"/>
              </a:spcBef>
              <a:defRPr sz="1600"/>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55" name="Shape 55"/>
          <p:cNvSpPr txBox="1">
            <a:spLocks noGrp="1"/>
          </p:cNvSpPr>
          <p:nvPr>
            <p:ph type="body" idx="4"/>
          </p:nvPr>
        </p:nvSpPr>
        <p:spPr>
          <a:xfrm>
            <a:off x="4645025" y="1444294"/>
            <a:ext cx="4041774" cy="3941762"/>
          </a:xfrm>
          <a:prstGeom prst="rect">
            <a:avLst/>
          </a:prstGeom>
          <a:noFill/>
          <a:ln>
            <a:noFill/>
          </a:ln>
        </p:spPr>
        <p:txBody>
          <a:bodyPr lIns="91425" tIns="91425" rIns="91425" bIns="91425" anchor="t" anchorCtr="0"/>
          <a:lstStyle>
            <a:lvl1pPr lvl="0" rtl="0">
              <a:spcBef>
                <a:spcPts val="0"/>
              </a:spcBef>
              <a:defRPr sz="2400"/>
            </a:lvl1pPr>
            <a:lvl2pPr lvl="1" rtl="0">
              <a:spcBef>
                <a:spcPts val="0"/>
              </a:spcBef>
              <a:defRPr sz="2000"/>
            </a:lvl2pPr>
            <a:lvl3pPr lvl="2" rtl="0">
              <a:spcBef>
                <a:spcPts val="0"/>
              </a:spcBef>
              <a:defRPr sz="1800"/>
            </a:lvl3pPr>
            <a:lvl4pPr lvl="3" rtl="0">
              <a:spcBef>
                <a:spcPts val="0"/>
              </a:spcBef>
              <a:defRPr sz="1600"/>
            </a:lvl4pPr>
            <a:lvl5pPr lvl="4" rtl="0">
              <a:spcBef>
                <a:spcPts val="0"/>
              </a:spcBef>
              <a:defRPr sz="1600"/>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56" name="Shape 56"/>
          <p:cNvSpPr txBox="1">
            <a:spLocks noGrp="1"/>
          </p:cNvSpPr>
          <p:nvPr>
            <p:ph type="dt" idx="10"/>
          </p:nvPr>
        </p:nvSpPr>
        <p:spPr>
          <a:xfrm>
            <a:off x="6727032" y="6407944"/>
            <a:ext cx="1920239" cy="365759"/>
          </a:xfrm>
          <a:prstGeom prst="rect">
            <a:avLst/>
          </a:prstGeom>
          <a:noFill/>
          <a:ln>
            <a:noFill/>
          </a:ln>
        </p:spPr>
        <p:txBody>
          <a:bodyPr lIns="91425" tIns="91425" rIns="91425" bIns="91425" anchor="b" anchorCtr="0"/>
          <a:lstStyle>
            <a:lvl1pPr marL="0" marR="0" lvl="0" indent="0" algn="l" rtl="0">
              <a:spcBef>
                <a:spcPts val="0"/>
              </a:spcBef>
              <a:defRPr sz="1000" b="0" i="0" u="none" strike="noStrike" cap="none">
                <a:solidFill>
                  <a:schemeClr val="dk1"/>
                </a:solidFill>
                <a:latin typeface="Arial"/>
                <a:ea typeface="Arial"/>
                <a:cs typeface="Arial"/>
                <a:sym typeface="Arial"/>
              </a:defRPr>
            </a:lvl1pPr>
            <a:lvl2pPr marL="457200" marR="0" lvl="1" indent="0" algn="l" rtl="0">
              <a:spcBef>
                <a:spcPts val="0"/>
              </a:spcBef>
              <a:defRPr sz="1800" b="0" i="0" u="none" strike="noStrike" cap="none">
                <a:solidFill>
                  <a:schemeClr val="dk1"/>
                </a:solidFill>
                <a:latin typeface="Arial"/>
                <a:ea typeface="Arial"/>
                <a:cs typeface="Arial"/>
                <a:sym typeface="Arial"/>
              </a:defRPr>
            </a:lvl2pPr>
            <a:lvl3pPr marL="914400" marR="0" lvl="2" indent="0" algn="l" rtl="0">
              <a:spcBef>
                <a:spcPts val="0"/>
              </a:spcBef>
              <a:defRPr sz="1800" b="0" i="0" u="none" strike="noStrike" cap="none">
                <a:solidFill>
                  <a:schemeClr val="dk1"/>
                </a:solidFill>
                <a:latin typeface="Arial"/>
                <a:ea typeface="Arial"/>
                <a:cs typeface="Arial"/>
                <a:sym typeface="Arial"/>
              </a:defRPr>
            </a:lvl3pPr>
            <a:lvl4pPr marL="1371600" marR="0" lvl="3" indent="0" algn="l" rtl="0">
              <a:spcBef>
                <a:spcPts val="0"/>
              </a:spcBef>
              <a:defRPr sz="1800" b="0" i="0" u="none" strike="noStrike" cap="none">
                <a:solidFill>
                  <a:schemeClr val="dk1"/>
                </a:solidFill>
                <a:latin typeface="Arial"/>
                <a:ea typeface="Arial"/>
                <a:cs typeface="Arial"/>
                <a:sym typeface="Arial"/>
              </a:defRPr>
            </a:lvl4pPr>
            <a:lvl5pPr marL="1828800" marR="0" lvl="4" indent="0" algn="l" rtl="0">
              <a:spcBef>
                <a:spcPts val="0"/>
              </a:spcBef>
              <a:defRPr sz="1800" b="0" i="0" u="none" strike="noStrike" cap="none">
                <a:solidFill>
                  <a:schemeClr val="dk1"/>
                </a:solidFill>
                <a:latin typeface="Arial"/>
                <a:ea typeface="Arial"/>
                <a:cs typeface="Arial"/>
                <a:sym typeface="Arial"/>
              </a:defRPr>
            </a:lvl5pPr>
            <a:lvl6pPr marL="2286000" marR="0" lvl="5" indent="0" algn="l" rtl="0">
              <a:spcBef>
                <a:spcPts val="0"/>
              </a:spcBef>
              <a:defRPr sz="1800" b="0" i="0" u="none" strike="noStrike" cap="none">
                <a:solidFill>
                  <a:schemeClr val="dk1"/>
                </a:solidFill>
                <a:latin typeface="Arial"/>
                <a:ea typeface="Arial"/>
                <a:cs typeface="Arial"/>
                <a:sym typeface="Arial"/>
              </a:defRPr>
            </a:lvl6pPr>
            <a:lvl7pPr marL="2743200" marR="0" lvl="6" indent="0" algn="l" rtl="0">
              <a:spcBef>
                <a:spcPts val="0"/>
              </a:spcBef>
              <a:defRPr sz="1800" b="0" i="0" u="none" strike="noStrike" cap="none">
                <a:solidFill>
                  <a:schemeClr val="dk1"/>
                </a:solidFill>
                <a:latin typeface="Arial"/>
                <a:ea typeface="Arial"/>
                <a:cs typeface="Arial"/>
                <a:sym typeface="Arial"/>
              </a:defRPr>
            </a:lvl7pPr>
            <a:lvl8pPr marL="3200400" marR="0" lvl="7" indent="0" algn="l" rtl="0">
              <a:spcBef>
                <a:spcPts val="0"/>
              </a:spcBef>
              <a:defRPr sz="1800" b="0" i="0" u="none" strike="noStrike" cap="none">
                <a:solidFill>
                  <a:schemeClr val="dk1"/>
                </a:solidFill>
                <a:latin typeface="Arial"/>
                <a:ea typeface="Arial"/>
                <a:cs typeface="Arial"/>
                <a:sym typeface="Arial"/>
              </a:defRPr>
            </a:lvl8pPr>
            <a:lvl9pPr marL="3657600" marR="0" lvl="8" indent="0" algn="l" rtl="0">
              <a:spcBef>
                <a:spcPts val="0"/>
              </a:spcBef>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ftr" idx="11"/>
          </p:nvPr>
        </p:nvSpPr>
        <p:spPr>
          <a:xfrm>
            <a:off x="4380071" y="6407944"/>
            <a:ext cx="2350681" cy="365125"/>
          </a:xfrm>
          <a:prstGeom prst="rect">
            <a:avLst/>
          </a:prstGeom>
          <a:noFill/>
          <a:ln>
            <a:noFill/>
          </a:ln>
        </p:spPr>
        <p:txBody>
          <a:bodyPr lIns="91425" tIns="91425" rIns="91425" bIns="91425" anchor="b" anchorCtr="0"/>
          <a:lstStyle>
            <a:lvl1pPr marL="0" marR="0" lvl="0" indent="0" algn="r" rtl="0">
              <a:spcBef>
                <a:spcPts val="0"/>
              </a:spcBef>
              <a:defRPr sz="1000" b="0" i="0" u="none" strike="noStrike" cap="none">
                <a:solidFill>
                  <a:schemeClr val="dk1"/>
                </a:solidFill>
                <a:latin typeface="Arial"/>
                <a:ea typeface="Arial"/>
                <a:cs typeface="Arial"/>
                <a:sym typeface="Arial"/>
              </a:defRPr>
            </a:lvl1pPr>
            <a:lvl2pPr marL="457200" marR="0" lvl="1" indent="0" algn="l" rtl="0">
              <a:spcBef>
                <a:spcPts val="0"/>
              </a:spcBef>
              <a:defRPr sz="1800" b="0" i="0" u="none" strike="noStrike" cap="none">
                <a:solidFill>
                  <a:schemeClr val="dk1"/>
                </a:solidFill>
                <a:latin typeface="Arial"/>
                <a:ea typeface="Arial"/>
                <a:cs typeface="Arial"/>
                <a:sym typeface="Arial"/>
              </a:defRPr>
            </a:lvl2pPr>
            <a:lvl3pPr marL="914400" marR="0" lvl="2" indent="0" algn="l" rtl="0">
              <a:spcBef>
                <a:spcPts val="0"/>
              </a:spcBef>
              <a:defRPr sz="1800" b="0" i="0" u="none" strike="noStrike" cap="none">
                <a:solidFill>
                  <a:schemeClr val="dk1"/>
                </a:solidFill>
                <a:latin typeface="Arial"/>
                <a:ea typeface="Arial"/>
                <a:cs typeface="Arial"/>
                <a:sym typeface="Arial"/>
              </a:defRPr>
            </a:lvl3pPr>
            <a:lvl4pPr marL="1371600" marR="0" lvl="3" indent="0" algn="l" rtl="0">
              <a:spcBef>
                <a:spcPts val="0"/>
              </a:spcBef>
              <a:defRPr sz="1800" b="0" i="0" u="none" strike="noStrike" cap="none">
                <a:solidFill>
                  <a:schemeClr val="dk1"/>
                </a:solidFill>
                <a:latin typeface="Arial"/>
                <a:ea typeface="Arial"/>
                <a:cs typeface="Arial"/>
                <a:sym typeface="Arial"/>
              </a:defRPr>
            </a:lvl4pPr>
            <a:lvl5pPr marL="1828800" marR="0" lvl="4" indent="0" algn="l" rtl="0">
              <a:spcBef>
                <a:spcPts val="0"/>
              </a:spcBef>
              <a:defRPr sz="1800" b="0" i="0" u="none" strike="noStrike" cap="none">
                <a:solidFill>
                  <a:schemeClr val="dk1"/>
                </a:solidFill>
                <a:latin typeface="Arial"/>
                <a:ea typeface="Arial"/>
                <a:cs typeface="Arial"/>
                <a:sym typeface="Arial"/>
              </a:defRPr>
            </a:lvl5pPr>
            <a:lvl6pPr marL="2286000" marR="0" lvl="5" indent="0" algn="l" rtl="0">
              <a:spcBef>
                <a:spcPts val="0"/>
              </a:spcBef>
              <a:defRPr sz="1800" b="0" i="0" u="none" strike="noStrike" cap="none">
                <a:solidFill>
                  <a:schemeClr val="dk1"/>
                </a:solidFill>
                <a:latin typeface="Arial"/>
                <a:ea typeface="Arial"/>
                <a:cs typeface="Arial"/>
                <a:sym typeface="Arial"/>
              </a:defRPr>
            </a:lvl6pPr>
            <a:lvl7pPr marL="2743200" marR="0" lvl="6" indent="0" algn="l" rtl="0">
              <a:spcBef>
                <a:spcPts val="0"/>
              </a:spcBef>
              <a:defRPr sz="1800" b="0" i="0" u="none" strike="noStrike" cap="none">
                <a:solidFill>
                  <a:schemeClr val="dk1"/>
                </a:solidFill>
                <a:latin typeface="Arial"/>
                <a:ea typeface="Arial"/>
                <a:cs typeface="Arial"/>
                <a:sym typeface="Arial"/>
              </a:defRPr>
            </a:lvl7pPr>
            <a:lvl8pPr marL="3200400" marR="0" lvl="7" indent="0" algn="l" rtl="0">
              <a:spcBef>
                <a:spcPts val="0"/>
              </a:spcBef>
              <a:defRPr sz="1800" b="0" i="0" u="none" strike="noStrike" cap="none">
                <a:solidFill>
                  <a:schemeClr val="dk1"/>
                </a:solidFill>
                <a:latin typeface="Arial"/>
                <a:ea typeface="Arial"/>
                <a:cs typeface="Arial"/>
                <a:sym typeface="Arial"/>
              </a:defRPr>
            </a:lvl8pPr>
            <a:lvl9pPr marL="3657600" marR="0" lvl="8" indent="0" algn="l" rtl="0">
              <a:spcBef>
                <a:spcPts val="0"/>
              </a:spcBef>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647271" y="6407944"/>
            <a:ext cx="365759" cy="365125"/>
          </a:xfrm>
          <a:prstGeom prst="rect">
            <a:avLst/>
          </a:prstGeom>
          <a:noFill/>
          <a:ln>
            <a:noFill/>
          </a:ln>
        </p:spPr>
        <p:txBody>
          <a:bodyPr lIns="91425" tIns="91425" rIns="91425" bIns="91425" anchor="b" anchorCtr="0">
            <a:noAutofit/>
          </a:bodyPr>
          <a:lstStyle/>
          <a:p>
            <a:pPr marL="0" marR="0" lvl="0" indent="0" algn="r" rtl="0">
              <a:spcBef>
                <a:spcPts val="0"/>
              </a:spcBef>
            </a:pPr>
            <a:endParaRPr sz="1000" b="0" i="0" u="none" strike="noStrike" cap="none">
              <a:solidFill>
                <a:schemeClr val="dk1"/>
              </a:solidFill>
              <a:latin typeface="Arial"/>
              <a:ea typeface="Arial"/>
              <a:cs typeface="Arial"/>
              <a:sym typeface="Arial"/>
            </a:endParaRPr>
          </a:p>
          <a:p>
            <a:pPr marL="457200" marR="0" lvl="1" indent="0" algn="l" rtl="0">
              <a:spcBef>
                <a:spcPts val="0"/>
              </a:spcBef>
            </a:pPr>
            <a:endParaRPr sz="1800" b="0" i="0" u="none" strike="noStrike" cap="none">
              <a:solidFill>
                <a:schemeClr val="dk1"/>
              </a:solidFill>
              <a:latin typeface="Arial"/>
              <a:ea typeface="Arial"/>
              <a:cs typeface="Arial"/>
              <a:sym typeface="Arial"/>
            </a:endParaRPr>
          </a:p>
          <a:p>
            <a:pPr marL="914400" marR="0" lvl="2" indent="0" algn="l" rtl="0">
              <a:spcBef>
                <a:spcPts val="0"/>
              </a:spcBef>
            </a:pPr>
            <a:endParaRPr sz="1800" b="0" i="0" u="none" strike="noStrike" cap="none">
              <a:solidFill>
                <a:schemeClr val="dk1"/>
              </a:solidFill>
              <a:latin typeface="Arial"/>
              <a:ea typeface="Arial"/>
              <a:cs typeface="Arial"/>
              <a:sym typeface="Arial"/>
            </a:endParaRPr>
          </a:p>
          <a:p>
            <a:pPr marL="1371600" marR="0" lvl="3" indent="0" algn="l" rtl="0">
              <a:spcBef>
                <a:spcPts val="0"/>
              </a:spcBef>
            </a:pPr>
            <a:endParaRPr sz="1800" b="0" i="0" u="none" strike="noStrike" cap="none">
              <a:solidFill>
                <a:schemeClr val="dk1"/>
              </a:solidFill>
              <a:latin typeface="Arial"/>
              <a:ea typeface="Arial"/>
              <a:cs typeface="Arial"/>
              <a:sym typeface="Arial"/>
            </a:endParaRPr>
          </a:p>
          <a:p>
            <a:pPr marL="1828800" marR="0" lvl="4" indent="0" algn="l" rtl="0">
              <a:spcBef>
                <a:spcPts val="0"/>
              </a:spcBef>
            </a:pPr>
            <a:endParaRPr sz="1800" b="0" i="0" u="none" strike="noStrike" cap="none">
              <a:solidFill>
                <a:schemeClr val="dk1"/>
              </a:solidFill>
              <a:latin typeface="Arial"/>
              <a:ea typeface="Arial"/>
              <a:cs typeface="Arial"/>
              <a:sym typeface="Arial"/>
            </a:endParaRPr>
          </a:p>
          <a:p>
            <a:pPr marL="2286000" marR="0" lvl="5" indent="0" algn="l" rtl="0">
              <a:spcBef>
                <a:spcPts val="0"/>
              </a:spcBef>
            </a:pPr>
            <a:endParaRPr sz="1800" b="0" i="0" u="none" strike="noStrike" cap="none">
              <a:solidFill>
                <a:schemeClr val="dk1"/>
              </a:solidFill>
              <a:latin typeface="Arial"/>
              <a:ea typeface="Arial"/>
              <a:cs typeface="Arial"/>
              <a:sym typeface="Arial"/>
            </a:endParaRPr>
          </a:p>
          <a:p>
            <a:pPr marL="2743200" marR="0" lvl="6" indent="0" algn="l" rtl="0">
              <a:spcBef>
                <a:spcPts val="0"/>
              </a:spcBef>
            </a:pPr>
            <a:endParaRPr sz="1800" b="0" i="0" u="none" strike="noStrike" cap="none">
              <a:solidFill>
                <a:schemeClr val="dk1"/>
              </a:solidFill>
              <a:latin typeface="Arial"/>
              <a:ea typeface="Arial"/>
              <a:cs typeface="Arial"/>
              <a:sym typeface="Arial"/>
            </a:endParaRPr>
          </a:p>
          <a:p>
            <a:pPr marL="3200400" marR="0" lvl="7" indent="0" algn="l" rtl="0">
              <a:spcBef>
                <a:spcPts val="0"/>
              </a:spcBef>
            </a:pPr>
            <a:endParaRPr sz="1800" b="0" i="0" u="none" strike="noStrike" cap="none">
              <a:solidFill>
                <a:schemeClr val="dk1"/>
              </a:solidFill>
              <a:latin typeface="Arial"/>
              <a:ea typeface="Arial"/>
              <a:cs typeface="Arial"/>
              <a:sym typeface="Arial"/>
            </a:endParaRPr>
          </a:p>
          <a:p>
            <a:pPr marL="3657600" marR="0" lvl="8" indent="0" algn="l" rtl="0">
              <a:spcBef>
                <a:spcPts val="0"/>
              </a:spcBef>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bg>
      <p:bgPr>
        <a:gradFill>
          <a:gsLst>
            <a:gs pos="0">
              <a:srgbClr val="727272"/>
            </a:gs>
            <a:gs pos="40000">
              <a:srgbClr val="595959"/>
            </a:gs>
            <a:gs pos="100000">
              <a:schemeClr val="dk1"/>
            </a:gs>
          </a:gsLst>
          <a:path path="circle">
            <a:fillToRect l="100000" b="100000"/>
          </a:path>
          <a:tileRect t="-100000" r="-100000"/>
        </a:gradFill>
        <a:effectLst/>
      </p:bgPr>
    </p:bg>
    <p:spTree>
      <p:nvGrpSpPr>
        <p:cNvPr id="1" name="Shape 59"/>
        <p:cNvGrpSpPr/>
        <p:nvPr/>
      </p:nvGrpSpPr>
      <p:grpSpPr>
        <a:xfrm>
          <a:off x="0" y="0"/>
          <a:ext cx="0" cy="0"/>
          <a:chOff x="0" y="0"/>
          <a:chExt cx="0" cy="0"/>
        </a:xfrm>
      </p:grpSpPr>
      <p:sp>
        <p:nvSpPr>
          <p:cNvPr id="60" name="Shape 60"/>
          <p:cNvSpPr txBox="1">
            <a:spLocks noGrp="1"/>
          </p:cNvSpPr>
          <p:nvPr>
            <p:ph type="dt" idx="10"/>
          </p:nvPr>
        </p:nvSpPr>
        <p:spPr>
          <a:xfrm>
            <a:off x="6727032" y="6407944"/>
            <a:ext cx="1920239" cy="365759"/>
          </a:xfrm>
          <a:prstGeom prst="rect">
            <a:avLst/>
          </a:prstGeom>
          <a:noFill/>
          <a:ln>
            <a:noFill/>
          </a:ln>
        </p:spPr>
        <p:txBody>
          <a:bodyPr lIns="91425" tIns="91425" rIns="91425" bIns="91425" anchor="b" anchorCtr="0"/>
          <a:lstStyle>
            <a:lvl1pPr marL="0" marR="0" lvl="0" indent="0" algn="l" rtl="0">
              <a:spcBef>
                <a:spcPts val="0"/>
              </a:spcBef>
              <a:defRPr sz="1000" b="0" i="0" u="none" strike="noStrike" cap="none">
                <a:solidFill>
                  <a:schemeClr val="lt1"/>
                </a:solidFill>
                <a:latin typeface="Arial"/>
                <a:ea typeface="Arial"/>
                <a:cs typeface="Arial"/>
                <a:sym typeface="Arial"/>
              </a:defRPr>
            </a:lvl1pPr>
            <a:lvl2pPr marL="457200" marR="0" lvl="1" indent="0" algn="l" rtl="0">
              <a:spcBef>
                <a:spcPts val="0"/>
              </a:spcBef>
              <a:defRPr sz="1800" b="0" i="0" u="none" strike="noStrike" cap="none">
                <a:solidFill>
                  <a:schemeClr val="lt1"/>
                </a:solidFill>
                <a:latin typeface="Arial"/>
                <a:ea typeface="Arial"/>
                <a:cs typeface="Arial"/>
                <a:sym typeface="Arial"/>
              </a:defRPr>
            </a:lvl2pPr>
            <a:lvl3pPr marL="914400" marR="0" lvl="2" indent="0" algn="l" rtl="0">
              <a:spcBef>
                <a:spcPts val="0"/>
              </a:spcBef>
              <a:defRPr sz="1800" b="0" i="0" u="none" strike="noStrike" cap="none">
                <a:solidFill>
                  <a:schemeClr val="lt1"/>
                </a:solidFill>
                <a:latin typeface="Arial"/>
                <a:ea typeface="Arial"/>
                <a:cs typeface="Arial"/>
                <a:sym typeface="Arial"/>
              </a:defRPr>
            </a:lvl3pPr>
            <a:lvl4pPr marL="1371600" marR="0" lvl="3" indent="0" algn="l" rtl="0">
              <a:spcBef>
                <a:spcPts val="0"/>
              </a:spcBef>
              <a:defRPr sz="1800" b="0" i="0" u="none" strike="noStrike" cap="none">
                <a:solidFill>
                  <a:schemeClr val="lt1"/>
                </a:solidFill>
                <a:latin typeface="Arial"/>
                <a:ea typeface="Arial"/>
                <a:cs typeface="Arial"/>
                <a:sym typeface="Arial"/>
              </a:defRPr>
            </a:lvl4pPr>
            <a:lvl5pPr marL="1828800" marR="0" lvl="4" indent="0" algn="l" rtl="0">
              <a:spcBef>
                <a:spcPts val="0"/>
              </a:spcBef>
              <a:defRPr sz="1800" b="0" i="0" u="none" strike="noStrike" cap="none">
                <a:solidFill>
                  <a:schemeClr val="lt1"/>
                </a:solidFill>
                <a:latin typeface="Arial"/>
                <a:ea typeface="Arial"/>
                <a:cs typeface="Arial"/>
                <a:sym typeface="Arial"/>
              </a:defRPr>
            </a:lvl5pPr>
            <a:lvl6pPr marL="2286000" marR="0" lvl="5" indent="0" algn="l" rtl="0">
              <a:spcBef>
                <a:spcPts val="0"/>
              </a:spcBef>
              <a:defRPr sz="1800" b="0" i="0" u="none" strike="noStrike" cap="none">
                <a:solidFill>
                  <a:schemeClr val="lt1"/>
                </a:solidFill>
                <a:latin typeface="Arial"/>
                <a:ea typeface="Arial"/>
                <a:cs typeface="Arial"/>
                <a:sym typeface="Arial"/>
              </a:defRPr>
            </a:lvl6pPr>
            <a:lvl7pPr marL="2743200" marR="0" lvl="6" indent="0" algn="l" rtl="0">
              <a:spcBef>
                <a:spcPts val="0"/>
              </a:spcBef>
              <a:defRPr sz="1800" b="0" i="0" u="none" strike="noStrike" cap="none">
                <a:solidFill>
                  <a:schemeClr val="lt1"/>
                </a:solidFill>
                <a:latin typeface="Arial"/>
                <a:ea typeface="Arial"/>
                <a:cs typeface="Arial"/>
                <a:sym typeface="Arial"/>
              </a:defRPr>
            </a:lvl7pPr>
            <a:lvl8pPr marL="3200400" marR="0" lvl="7" indent="0" algn="l" rtl="0">
              <a:spcBef>
                <a:spcPts val="0"/>
              </a:spcBef>
              <a:defRPr sz="1800" b="0" i="0" u="none" strike="noStrike" cap="none">
                <a:solidFill>
                  <a:schemeClr val="lt1"/>
                </a:solidFill>
                <a:latin typeface="Arial"/>
                <a:ea typeface="Arial"/>
                <a:cs typeface="Arial"/>
                <a:sym typeface="Arial"/>
              </a:defRPr>
            </a:lvl8pPr>
            <a:lvl9pPr marL="3657600" marR="0" lvl="8" indent="0" algn="l" rtl="0">
              <a:spcBef>
                <a:spcPts val="0"/>
              </a:spcBef>
              <a:defRPr sz="1800" b="0" i="0" u="none" strike="noStrike" cap="none">
                <a:solidFill>
                  <a:schemeClr val="lt1"/>
                </a:solidFill>
                <a:latin typeface="Arial"/>
                <a:ea typeface="Arial"/>
                <a:cs typeface="Arial"/>
                <a:sym typeface="Arial"/>
              </a:defRPr>
            </a:lvl9pPr>
          </a:lstStyle>
          <a:p>
            <a:endParaRPr/>
          </a:p>
        </p:txBody>
      </p:sp>
      <p:sp>
        <p:nvSpPr>
          <p:cNvPr id="61" name="Shape 61"/>
          <p:cNvSpPr txBox="1">
            <a:spLocks noGrp="1"/>
          </p:cNvSpPr>
          <p:nvPr>
            <p:ph type="ftr" idx="11"/>
          </p:nvPr>
        </p:nvSpPr>
        <p:spPr>
          <a:xfrm>
            <a:off x="4380071" y="6407944"/>
            <a:ext cx="2350681" cy="365125"/>
          </a:xfrm>
          <a:prstGeom prst="rect">
            <a:avLst/>
          </a:prstGeom>
          <a:noFill/>
          <a:ln>
            <a:noFill/>
          </a:ln>
        </p:spPr>
        <p:txBody>
          <a:bodyPr lIns="91425" tIns="91425" rIns="91425" bIns="91425" anchor="b" anchorCtr="0"/>
          <a:lstStyle>
            <a:lvl1pPr marL="0" marR="0" lvl="0" indent="0" algn="r" rtl="0">
              <a:spcBef>
                <a:spcPts val="0"/>
              </a:spcBef>
              <a:defRPr sz="1000" b="0" i="0" u="none" strike="noStrike" cap="none">
                <a:solidFill>
                  <a:schemeClr val="lt1"/>
                </a:solidFill>
                <a:latin typeface="Arial"/>
                <a:ea typeface="Arial"/>
                <a:cs typeface="Arial"/>
                <a:sym typeface="Arial"/>
              </a:defRPr>
            </a:lvl1pPr>
            <a:lvl2pPr marL="457200" marR="0" lvl="1" indent="0" algn="l" rtl="0">
              <a:spcBef>
                <a:spcPts val="0"/>
              </a:spcBef>
              <a:defRPr sz="1800" b="0" i="0" u="none" strike="noStrike" cap="none">
                <a:solidFill>
                  <a:schemeClr val="lt1"/>
                </a:solidFill>
                <a:latin typeface="Arial"/>
                <a:ea typeface="Arial"/>
                <a:cs typeface="Arial"/>
                <a:sym typeface="Arial"/>
              </a:defRPr>
            </a:lvl2pPr>
            <a:lvl3pPr marL="914400" marR="0" lvl="2" indent="0" algn="l" rtl="0">
              <a:spcBef>
                <a:spcPts val="0"/>
              </a:spcBef>
              <a:defRPr sz="1800" b="0" i="0" u="none" strike="noStrike" cap="none">
                <a:solidFill>
                  <a:schemeClr val="lt1"/>
                </a:solidFill>
                <a:latin typeface="Arial"/>
                <a:ea typeface="Arial"/>
                <a:cs typeface="Arial"/>
                <a:sym typeface="Arial"/>
              </a:defRPr>
            </a:lvl3pPr>
            <a:lvl4pPr marL="1371600" marR="0" lvl="3" indent="0" algn="l" rtl="0">
              <a:spcBef>
                <a:spcPts val="0"/>
              </a:spcBef>
              <a:defRPr sz="1800" b="0" i="0" u="none" strike="noStrike" cap="none">
                <a:solidFill>
                  <a:schemeClr val="lt1"/>
                </a:solidFill>
                <a:latin typeface="Arial"/>
                <a:ea typeface="Arial"/>
                <a:cs typeface="Arial"/>
                <a:sym typeface="Arial"/>
              </a:defRPr>
            </a:lvl4pPr>
            <a:lvl5pPr marL="1828800" marR="0" lvl="4" indent="0" algn="l" rtl="0">
              <a:spcBef>
                <a:spcPts val="0"/>
              </a:spcBef>
              <a:defRPr sz="1800" b="0" i="0" u="none" strike="noStrike" cap="none">
                <a:solidFill>
                  <a:schemeClr val="lt1"/>
                </a:solidFill>
                <a:latin typeface="Arial"/>
                <a:ea typeface="Arial"/>
                <a:cs typeface="Arial"/>
                <a:sym typeface="Arial"/>
              </a:defRPr>
            </a:lvl5pPr>
            <a:lvl6pPr marL="2286000" marR="0" lvl="5" indent="0" algn="l" rtl="0">
              <a:spcBef>
                <a:spcPts val="0"/>
              </a:spcBef>
              <a:defRPr sz="1800" b="0" i="0" u="none" strike="noStrike" cap="none">
                <a:solidFill>
                  <a:schemeClr val="lt1"/>
                </a:solidFill>
                <a:latin typeface="Arial"/>
                <a:ea typeface="Arial"/>
                <a:cs typeface="Arial"/>
                <a:sym typeface="Arial"/>
              </a:defRPr>
            </a:lvl6pPr>
            <a:lvl7pPr marL="2743200" marR="0" lvl="6" indent="0" algn="l" rtl="0">
              <a:spcBef>
                <a:spcPts val="0"/>
              </a:spcBef>
              <a:defRPr sz="1800" b="0" i="0" u="none" strike="noStrike" cap="none">
                <a:solidFill>
                  <a:schemeClr val="lt1"/>
                </a:solidFill>
                <a:latin typeface="Arial"/>
                <a:ea typeface="Arial"/>
                <a:cs typeface="Arial"/>
                <a:sym typeface="Arial"/>
              </a:defRPr>
            </a:lvl7pPr>
            <a:lvl8pPr marL="3200400" marR="0" lvl="7" indent="0" algn="l" rtl="0">
              <a:spcBef>
                <a:spcPts val="0"/>
              </a:spcBef>
              <a:defRPr sz="1800" b="0" i="0" u="none" strike="noStrike" cap="none">
                <a:solidFill>
                  <a:schemeClr val="lt1"/>
                </a:solidFill>
                <a:latin typeface="Arial"/>
                <a:ea typeface="Arial"/>
                <a:cs typeface="Arial"/>
                <a:sym typeface="Arial"/>
              </a:defRPr>
            </a:lvl8pPr>
            <a:lvl9pPr marL="3657600" marR="0" lvl="8" indent="0" algn="l" rtl="0">
              <a:spcBef>
                <a:spcPts val="0"/>
              </a:spcBef>
              <a:defRPr sz="1800" b="0" i="0" u="none" strike="noStrike" cap="none">
                <a:solidFill>
                  <a:schemeClr val="lt1"/>
                </a:solidFill>
                <a:latin typeface="Arial"/>
                <a:ea typeface="Arial"/>
                <a:cs typeface="Arial"/>
                <a:sym typeface="Arial"/>
              </a:defRPr>
            </a:lvl9pPr>
          </a:lstStyle>
          <a:p>
            <a:endParaRPr/>
          </a:p>
        </p:txBody>
      </p:sp>
      <p:sp>
        <p:nvSpPr>
          <p:cNvPr id="62" name="Shape 62"/>
          <p:cNvSpPr txBox="1">
            <a:spLocks noGrp="1"/>
          </p:cNvSpPr>
          <p:nvPr>
            <p:ph type="sldNum" idx="12"/>
          </p:nvPr>
        </p:nvSpPr>
        <p:spPr>
          <a:xfrm>
            <a:off x="8647271" y="6407944"/>
            <a:ext cx="365759" cy="365125"/>
          </a:xfrm>
          <a:prstGeom prst="rect">
            <a:avLst/>
          </a:prstGeom>
          <a:noFill/>
          <a:ln>
            <a:noFill/>
          </a:ln>
        </p:spPr>
        <p:txBody>
          <a:bodyPr lIns="91425" tIns="91425" rIns="91425" bIns="91425" anchor="b" anchorCtr="0">
            <a:noAutofit/>
          </a:bodyPr>
          <a:lstStyle/>
          <a:p>
            <a:pPr marL="0" marR="0" lvl="0" indent="0" algn="r" rtl="0">
              <a:spcBef>
                <a:spcPts val="0"/>
              </a:spcBef>
            </a:pPr>
            <a:endParaRPr sz="1000" b="0" i="0" u="none" strike="noStrike" cap="none">
              <a:solidFill>
                <a:schemeClr val="lt1"/>
              </a:solidFill>
              <a:latin typeface="Arial"/>
              <a:ea typeface="Arial"/>
              <a:cs typeface="Arial"/>
              <a:sym typeface="Arial"/>
            </a:endParaRPr>
          </a:p>
          <a:p>
            <a:pPr marL="457200" marR="0" lvl="1" indent="0" algn="l" rtl="0">
              <a:spcBef>
                <a:spcPts val="0"/>
              </a:spcBef>
            </a:pPr>
            <a:endParaRPr sz="1800" b="0" i="0" u="none" strike="noStrike" cap="none">
              <a:solidFill>
                <a:schemeClr val="lt1"/>
              </a:solidFill>
              <a:latin typeface="Arial"/>
              <a:ea typeface="Arial"/>
              <a:cs typeface="Arial"/>
              <a:sym typeface="Arial"/>
            </a:endParaRPr>
          </a:p>
          <a:p>
            <a:pPr marL="914400" marR="0" lvl="2" indent="0" algn="l" rtl="0">
              <a:spcBef>
                <a:spcPts val="0"/>
              </a:spcBef>
            </a:pPr>
            <a:endParaRPr sz="1800" b="0" i="0" u="none" strike="noStrike" cap="none">
              <a:solidFill>
                <a:schemeClr val="lt1"/>
              </a:solidFill>
              <a:latin typeface="Arial"/>
              <a:ea typeface="Arial"/>
              <a:cs typeface="Arial"/>
              <a:sym typeface="Arial"/>
            </a:endParaRPr>
          </a:p>
          <a:p>
            <a:pPr marL="1371600" marR="0" lvl="3" indent="0" algn="l" rtl="0">
              <a:spcBef>
                <a:spcPts val="0"/>
              </a:spcBef>
            </a:pPr>
            <a:endParaRPr sz="1800" b="0" i="0" u="none" strike="noStrike" cap="none">
              <a:solidFill>
                <a:schemeClr val="lt1"/>
              </a:solidFill>
              <a:latin typeface="Arial"/>
              <a:ea typeface="Arial"/>
              <a:cs typeface="Arial"/>
              <a:sym typeface="Arial"/>
            </a:endParaRPr>
          </a:p>
          <a:p>
            <a:pPr marL="1828800" marR="0" lvl="4" indent="0" algn="l" rtl="0">
              <a:spcBef>
                <a:spcPts val="0"/>
              </a:spcBef>
            </a:pPr>
            <a:endParaRPr sz="1800" b="0" i="0" u="none" strike="noStrike" cap="none">
              <a:solidFill>
                <a:schemeClr val="lt1"/>
              </a:solidFill>
              <a:latin typeface="Arial"/>
              <a:ea typeface="Arial"/>
              <a:cs typeface="Arial"/>
              <a:sym typeface="Arial"/>
            </a:endParaRPr>
          </a:p>
          <a:p>
            <a:pPr marL="2286000" marR="0" lvl="5" indent="0" algn="l" rtl="0">
              <a:spcBef>
                <a:spcPts val="0"/>
              </a:spcBef>
            </a:pPr>
            <a:endParaRPr sz="1800" b="0" i="0" u="none" strike="noStrike" cap="none">
              <a:solidFill>
                <a:schemeClr val="lt1"/>
              </a:solidFill>
              <a:latin typeface="Arial"/>
              <a:ea typeface="Arial"/>
              <a:cs typeface="Arial"/>
              <a:sym typeface="Arial"/>
            </a:endParaRPr>
          </a:p>
          <a:p>
            <a:pPr marL="2743200" marR="0" lvl="6" indent="0" algn="l" rtl="0">
              <a:spcBef>
                <a:spcPts val="0"/>
              </a:spcBef>
            </a:pPr>
            <a:endParaRPr sz="1800" b="0" i="0" u="none" strike="noStrike" cap="none">
              <a:solidFill>
                <a:schemeClr val="lt1"/>
              </a:solidFill>
              <a:latin typeface="Arial"/>
              <a:ea typeface="Arial"/>
              <a:cs typeface="Arial"/>
              <a:sym typeface="Arial"/>
            </a:endParaRPr>
          </a:p>
          <a:p>
            <a:pPr marL="3200400" marR="0" lvl="7" indent="0" algn="l" rtl="0">
              <a:spcBef>
                <a:spcPts val="0"/>
              </a:spcBef>
            </a:pPr>
            <a:endParaRPr sz="1800" b="0" i="0" u="none" strike="noStrike" cap="none">
              <a:solidFill>
                <a:schemeClr val="lt1"/>
              </a:solidFill>
              <a:latin typeface="Arial"/>
              <a:ea typeface="Arial"/>
              <a:cs typeface="Arial"/>
              <a:sym typeface="Arial"/>
            </a:endParaRPr>
          </a:p>
          <a:p>
            <a:pPr marL="3657600" marR="0" lvl="8" indent="0" algn="l" rtl="0">
              <a:spcBef>
                <a:spcPts val="0"/>
              </a:spcBef>
            </a:pPr>
            <a:endParaRPr sz="1800" b="0" i="0" u="none" strike="noStrike" cap="none">
              <a:solidFill>
                <a:schemeClr val="lt1"/>
              </a:solidFill>
              <a:latin typeface="Arial"/>
              <a:ea typeface="Arial"/>
              <a:cs typeface="Arial"/>
              <a:sym typeface="Arial"/>
            </a:endParaRPr>
          </a:p>
        </p:txBody>
      </p:sp>
      <p:sp>
        <p:nvSpPr>
          <p:cNvPr id="63" name="Shape 63"/>
          <p:cNvSpPr txBox="1">
            <a:spLocks noGrp="1"/>
          </p:cNvSpPr>
          <p:nvPr>
            <p:ph type="title"/>
          </p:nvPr>
        </p:nvSpPr>
        <p:spPr>
          <a:xfrm>
            <a:off x="457200" y="274637"/>
            <a:ext cx="8229600" cy="1143000"/>
          </a:xfrm>
          <a:prstGeom prst="rect">
            <a:avLst/>
          </a:prstGeom>
          <a:noFill/>
          <a:ln>
            <a:noFill/>
          </a:ln>
        </p:spPr>
        <p:txBody>
          <a:bodyPr lIns="91425" tIns="91425" rIns="91425" bIns="91425" anchor="ctr" anchorCtr="0"/>
          <a:lstStyle>
            <a:lvl1pPr lvl="0" algn="l" rtl="0">
              <a:spcBef>
                <a:spcPts val="0"/>
              </a:spcBef>
              <a:buClr>
                <a:schemeClr val="lt2"/>
              </a:buClr>
              <a:buNone/>
              <a:defRPr sz="4100" b="1">
                <a:solidFill>
                  <a:schemeClr val="lt2"/>
                </a:solidFill>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4"/>
        <p:cNvGrpSpPr/>
        <p:nvPr/>
      </p:nvGrpSpPr>
      <p:grpSpPr>
        <a:xfrm>
          <a:off x="0" y="0"/>
          <a:ext cx="0" cy="0"/>
          <a:chOff x="0" y="0"/>
          <a:chExt cx="0" cy="0"/>
        </a:xfrm>
      </p:grpSpPr>
      <p:sp>
        <p:nvSpPr>
          <p:cNvPr id="65" name="Shape 65"/>
          <p:cNvSpPr txBox="1">
            <a:spLocks noGrp="1"/>
          </p:cNvSpPr>
          <p:nvPr>
            <p:ph type="dt" idx="10"/>
          </p:nvPr>
        </p:nvSpPr>
        <p:spPr>
          <a:xfrm>
            <a:off x="6727032" y="6407944"/>
            <a:ext cx="1920239" cy="365759"/>
          </a:xfrm>
          <a:prstGeom prst="rect">
            <a:avLst/>
          </a:prstGeom>
          <a:noFill/>
          <a:ln>
            <a:noFill/>
          </a:ln>
        </p:spPr>
        <p:txBody>
          <a:bodyPr lIns="91425" tIns="91425" rIns="91425" bIns="91425" anchor="b" anchorCtr="0"/>
          <a:lstStyle>
            <a:lvl1pPr marL="0" marR="0" lvl="0" indent="0" algn="l" rtl="0">
              <a:spcBef>
                <a:spcPts val="0"/>
              </a:spcBef>
              <a:defRPr sz="1000" b="0" i="0" u="none" strike="noStrike" cap="none">
                <a:solidFill>
                  <a:schemeClr val="dk1"/>
                </a:solidFill>
                <a:latin typeface="Arial"/>
                <a:ea typeface="Arial"/>
                <a:cs typeface="Arial"/>
                <a:sym typeface="Arial"/>
              </a:defRPr>
            </a:lvl1pPr>
            <a:lvl2pPr marL="457200" marR="0" lvl="1" indent="0" algn="l" rtl="0">
              <a:spcBef>
                <a:spcPts val="0"/>
              </a:spcBef>
              <a:defRPr sz="1800" b="0" i="0" u="none" strike="noStrike" cap="none">
                <a:solidFill>
                  <a:schemeClr val="dk1"/>
                </a:solidFill>
                <a:latin typeface="Arial"/>
                <a:ea typeface="Arial"/>
                <a:cs typeface="Arial"/>
                <a:sym typeface="Arial"/>
              </a:defRPr>
            </a:lvl2pPr>
            <a:lvl3pPr marL="914400" marR="0" lvl="2" indent="0" algn="l" rtl="0">
              <a:spcBef>
                <a:spcPts val="0"/>
              </a:spcBef>
              <a:defRPr sz="1800" b="0" i="0" u="none" strike="noStrike" cap="none">
                <a:solidFill>
                  <a:schemeClr val="dk1"/>
                </a:solidFill>
                <a:latin typeface="Arial"/>
                <a:ea typeface="Arial"/>
                <a:cs typeface="Arial"/>
                <a:sym typeface="Arial"/>
              </a:defRPr>
            </a:lvl3pPr>
            <a:lvl4pPr marL="1371600" marR="0" lvl="3" indent="0" algn="l" rtl="0">
              <a:spcBef>
                <a:spcPts val="0"/>
              </a:spcBef>
              <a:defRPr sz="1800" b="0" i="0" u="none" strike="noStrike" cap="none">
                <a:solidFill>
                  <a:schemeClr val="dk1"/>
                </a:solidFill>
                <a:latin typeface="Arial"/>
                <a:ea typeface="Arial"/>
                <a:cs typeface="Arial"/>
                <a:sym typeface="Arial"/>
              </a:defRPr>
            </a:lvl4pPr>
            <a:lvl5pPr marL="1828800" marR="0" lvl="4" indent="0" algn="l" rtl="0">
              <a:spcBef>
                <a:spcPts val="0"/>
              </a:spcBef>
              <a:defRPr sz="1800" b="0" i="0" u="none" strike="noStrike" cap="none">
                <a:solidFill>
                  <a:schemeClr val="dk1"/>
                </a:solidFill>
                <a:latin typeface="Arial"/>
                <a:ea typeface="Arial"/>
                <a:cs typeface="Arial"/>
                <a:sym typeface="Arial"/>
              </a:defRPr>
            </a:lvl5pPr>
            <a:lvl6pPr marL="2286000" marR="0" lvl="5" indent="0" algn="l" rtl="0">
              <a:spcBef>
                <a:spcPts val="0"/>
              </a:spcBef>
              <a:defRPr sz="1800" b="0" i="0" u="none" strike="noStrike" cap="none">
                <a:solidFill>
                  <a:schemeClr val="dk1"/>
                </a:solidFill>
                <a:latin typeface="Arial"/>
                <a:ea typeface="Arial"/>
                <a:cs typeface="Arial"/>
                <a:sym typeface="Arial"/>
              </a:defRPr>
            </a:lvl6pPr>
            <a:lvl7pPr marL="2743200" marR="0" lvl="6" indent="0" algn="l" rtl="0">
              <a:spcBef>
                <a:spcPts val="0"/>
              </a:spcBef>
              <a:defRPr sz="1800" b="0" i="0" u="none" strike="noStrike" cap="none">
                <a:solidFill>
                  <a:schemeClr val="dk1"/>
                </a:solidFill>
                <a:latin typeface="Arial"/>
                <a:ea typeface="Arial"/>
                <a:cs typeface="Arial"/>
                <a:sym typeface="Arial"/>
              </a:defRPr>
            </a:lvl7pPr>
            <a:lvl8pPr marL="3200400" marR="0" lvl="7" indent="0" algn="l" rtl="0">
              <a:spcBef>
                <a:spcPts val="0"/>
              </a:spcBef>
              <a:defRPr sz="1800" b="0" i="0" u="none" strike="noStrike" cap="none">
                <a:solidFill>
                  <a:schemeClr val="dk1"/>
                </a:solidFill>
                <a:latin typeface="Arial"/>
                <a:ea typeface="Arial"/>
                <a:cs typeface="Arial"/>
                <a:sym typeface="Arial"/>
              </a:defRPr>
            </a:lvl8pPr>
            <a:lvl9pPr marL="3657600" marR="0" lvl="8" indent="0" algn="l" rtl="0">
              <a:spcBef>
                <a:spcPts val="0"/>
              </a:spcBef>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ftr" idx="11"/>
          </p:nvPr>
        </p:nvSpPr>
        <p:spPr>
          <a:xfrm>
            <a:off x="4380071" y="6407944"/>
            <a:ext cx="2350681" cy="365125"/>
          </a:xfrm>
          <a:prstGeom prst="rect">
            <a:avLst/>
          </a:prstGeom>
          <a:noFill/>
          <a:ln>
            <a:noFill/>
          </a:ln>
        </p:spPr>
        <p:txBody>
          <a:bodyPr lIns="91425" tIns="91425" rIns="91425" bIns="91425" anchor="b" anchorCtr="0"/>
          <a:lstStyle>
            <a:lvl1pPr marL="0" marR="0" lvl="0" indent="0" algn="r" rtl="0">
              <a:spcBef>
                <a:spcPts val="0"/>
              </a:spcBef>
              <a:defRPr sz="1000" b="0" i="0" u="none" strike="noStrike" cap="none">
                <a:solidFill>
                  <a:schemeClr val="dk1"/>
                </a:solidFill>
                <a:latin typeface="Arial"/>
                <a:ea typeface="Arial"/>
                <a:cs typeface="Arial"/>
                <a:sym typeface="Arial"/>
              </a:defRPr>
            </a:lvl1pPr>
            <a:lvl2pPr marL="457200" marR="0" lvl="1" indent="0" algn="l" rtl="0">
              <a:spcBef>
                <a:spcPts val="0"/>
              </a:spcBef>
              <a:defRPr sz="1800" b="0" i="0" u="none" strike="noStrike" cap="none">
                <a:solidFill>
                  <a:schemeClr val="dk1"/>
                </a:solidFill>
                <a:latin typeface="Arial"/>
                <a:ea typeface="Arial"/>
                <a:cs typeface="Arial"/>
                <a:sym typeface="Arial"/>
              </a:defRPr>
            </a:lvl2pPr>
            <a:lvl3pPr marL="914400" marR="0" lvl="2" indent="0" algn="l" rtl="0">
              <a:spcBef>
                <a:spcPts val="0"/>
              </a:spcBef>
              <a:defRPr sz="1800" b="0" i="0" u="none" strike="noStrike" cap="none">
                <a:solidFill>
                  <a:schemeClr val="dk1"/>
                </a:solidFill>
                <a:latin typeface="Arial"/>
                <a:ea typeface="Arial"/>
                <a:cs typeface="Arial"/>
                <a:sym typeface="Arial"/>
              </a:defRPr>
            </a:lvl3pPr>
            <a:lvl4pPr marL="1371600" marR="0" lvl="3" indent="0" algn="l" rtl="0">
              <a:spcBef>
                <a:spcPts val="0"/>
              </a:spcBef>
              <a:defRPr sz="1800" b="0" i="0" u="none" strike="noStrike" cap="none">
                <a:solidFill>
                  <a:schemeClr val="dk1"/>
                </a:solidFill>
                <a:latin typeface="Arial"/>
                <a:ea typeface="Arial"/>
                <a:cs typeface="Arial"/>
                <a:sym typeface="Arial"/>
              </a:defRPr>
            </a:lvl4pPr>
            <a:lvl5pPr marL="1828800" marR="0" lvl="4" indent="0" algn="l" rtl="0">
              <a:spcBef>
                <a:spcPts val="0"/>
              </a:spcBef>
              <a:defRPr sz="1800" b="0" i="0" u="none" strike="noStrike" cap="none">
                <a:solidFill>
                  <a:schemeClr val="dk1"/>
                </a:solidFill>
                <a:latin typeface="Arial"/>
                <a:ea typeface="Arial"/>
                <a:cs typeface="Arial"/>
                <a:sym typeface="Arial"/>
              </a:defRPr>
            </a:lvl5pPr>
            <a:lvl6pPr marL="2286000" marR="0" lvl="5" indent="0" algn="l" rtl="0">
              <a:spcBef>
                <a:spcPts val="0"/>
              </a:spcBef>
              <a:defRPr sz="1800" b="0" i="0" u="none" strike="noStrike" cap="none">
                <a:solidFill>
                  <a:schemeClr val="dk1"/>
                </a:solidFill>
                <a:latin typeface="Arial"/>
                <a:ea typeface="Arial"/>
                <a:cs typeface="Arial"/>
                <a:sym typeface="Arial"/>
              </a:defRPr>
            </a:lvl6pPr>
            <a:lvl7pPr marL="2743200" marR="0" lvl="6" indent="0" algn="l" rtl="0">
              <a:spcBef>
                <a:spcPts val="0"/>
              </a:spcBef>
              <a:defRPr sz="1800" b="0" i="0" u="none" strike="noStrike" cap="none">
                <a:solidFill>
                  <a:schemeClr val="dk1"/>
                </a:solidFill>
                <a:latin typeface="Arial"/>
                <a:ea typeface="Arial"/>
                <a:cs typeface="Arial"/>
                <a:sym typeface="Arial"/>
              </a:defRPr>
            </a:lvl7pPr>
            <a:lvl8pPr marL="3200400" marR="0" lvl="7" indent="0" algn="l" rtl="0">
              <a:spcBef>
                <a:spcPts val="0"/>
              </a:spcBef>
              <a:defRPr sz="1800" b="0" i="0" u="none" strike="noStrike" cap="none">
                <a:solidFill>
                  <a:schemeClr val="dk1"/>
                </a:solidFill>
                <a:latin typeface="Arial"/>
                <a:ea typeface="Arial"/>
                <a:cs typeface="Arial"/>
                <a:sym typeface="Arial"/>
              </a:defRPr>
            </a:lvl8pPr>
            <a:lvl9pPr marL="3657600" marR="0" lvl="8" indent="0" algn="l" rtl="0">
              <a:spcBef>
                <a:spcPts val="0"/>
              </a:spcBef>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647271" y="6407944"/>
            <a:ext cx="365759" cy="365125"/>
          </a:xfrm>
          <a:prstGeom prst="rect">
            <a:avLst/>
          </a:prstGeom>
          <a:noFill/>
          <a:ln>
            <a:noFill/>
          </a:ln>
        </p:spPr>
        <p:txBody>
          <a:bodyPr lIns="91425" tIns="91425" rIns="91425" bIns="91425" anchor="b" anchorCtr="0">
            <a:noAutofit/>
          </a:bodyPr>
          <a:lstStyle/>
          <a:p>
            <a:pPr marL="0" marR="0" lvl="0" indent="0" algn="r" rtl="0">
              <a:spcBef>
                <a:spcPts val="0"/>
              </a:spcBef>
            </a:pPr>
            <a:endParaRPr sz="1000" b="0" i="0" u="none" strike="noStrike" cap="none">
              <a:solidFill>
                <a:schemeClr val="dk1"/>
              </a:solidFill>
              <a:latin typeface="Arial"/>
              <a:ea typeface="Arial"/>
              <a:cs typeface="Arial"/>
              <a:sym typeface="Arial"/>
            </a:endParaRPr>
          </a:p>
          <a:p>
            <a:pPr marL="457200" marR="0" lvl="1" indent="0" algn="l" rtl="0">
              <a:spcBef>
                <a:spcPts val="0"/>
              </a:spcBef>
            </a:pPr>
            <a:endParaRPr sz="1800" b="0" i="0" u="none" strike="noStrike" cap="none">
              <a:solidFill>
                <a:schemeClr val="dk1"/>
              </a:solidFill>
              <a:latin typeface="Arial"/>
              <a:ea typeface="Arial"/>
              <a:cs typeface="Arial"/>
              <a:sym typeface="Arial"/>
            </a:endParaRPr>
          </a:p>
          <a:p>
            <a:pPr marL="914400" marR="0" lvl="2" indent="0" algn="l" rtl="0">
              <a:spcBef>
                <a:spcPts val="0"/>
              </a:spcBef>
            </a:pPr>
            <a:endParaRPr sz="1800" b="0" i="0" u="none" strike="noStrike" cap="none">
              <a:solidFill>
                <a:schemeClr val="dk1"/>
              </a:solidFill>
              <a:latin typeface="Arial"/>
              <a:ea typeface="Arial"/>
              <a:cs typeface="Arial"/>
              <a:sym typeface="Arial"/>
            </a:endParaRPr>
          </a:p>
          <a:p>
            <a:pPr marL="1371600" marR="0" lvl="3" indent="0" algn="l" rtl="0">
              <a:spcBef>
                <a:spcPts val="0"/>
              </a:spcBef>
            </a:pPr>
            <a:endParaRPr sz="1800" b="0" i="0" u="none" strike="noStrike" cap="none">
              <a:solidFill>
                <a:schemeClr val="dk1"/>
              </a:solidFill>
              <a:latin typeface="Arial"/>
              <a:ea typeface="Arial"/>
              <a:cs typeface="Arial"/>
              <a:sym typeface="Arial"/>
            </a:endParaRPr>
          </a:p>
          <a:p>
            <a:pPr marL="1828800" marR="0" lvl="4" indent="0" algn="l" rtl="0">
              <a:spcBef>
                <a:spcPts val="0"/>
              </a:spcBef>
            </a:pPr>
            <a:endParaRPr sz="1800" b="0" i="0" u="none" strike="noStrike" cap="none">
              <a:solidFill>
                <a:schemeClr val="dk1"/>
              </a:solidFill>
              <a:latin typeface="Arial"/>
              <a:ea typeface="Arial"/>
              <a:cs typeface="Arial"/>
              <a:sym typeface="Arial"/>
            </a:endParaRPr>
          </a:p>
          <a:p>
            <a:pPr marL="2286000" marR="0" lvl="5" indent="0" algn="l" rtl="0">
              <a:spcBef>
                <a:spcPts val="0"/>
              </a:spcBef>
            </a:pPr>
            <a:endParaRPr sz="1800" b="0" i="0" u="none" strike="noStrike" cap="none">
              <a:solidFill>
                <a:schemeClr val="dk1"/>
              </a:solidFill>
              <a:latin typeface="Arial"/>
              <a:ea typeface="Arial"/>
              <a:cs typeface="Arial"/>
              <a:sym typeface="Arial"/>
            </a:endParaRPr>
          </a:p>
          <a:p>
            <a:pPr marL="2743200" marR="0" lvl="6" indent="0" algn="l" rtl="0">
              <a:spcBef>
                <a:spcPts val="0"/>
              </a:spcBef>
            </a:pPr>
            <a:endParaRPr sz="1800" b="0" i="0" u="none" strike="noStrike" cap="none">
              <a:solidFill>
                <a:schemeClr val="dk1"/>
              </a:solidFill>
              <a:latin typeface="Arial"/>
              <a:ea typeface="Arial"/>
              <a:cs typeface="Arial"/>
              <a:sym typeface="Arial"/>
            </a:endParaRPr>
          </a:p>
          <a:p>
            <a:pPr marL="3200400" marR="0" lvl="7" indent="0" algn="l" rtl="0">
              <a:spcBef>
                <a:spcPts val="0"/>
              </a:spcBef>
            </a:pPr>
            <a:endParaRPr sz="1800" b="0" i="0" u="none" strike="noStrike" cap="none">
              <a:solidFill>
                <a:schemeClr val="dk1"/>
              </a:solidFill>
              <a:latin typeface="Arial"/>
              <a:ea typeface="Arial"/>
              <a:cs typeface="Arial"/>
              <a:sym typeface="Arial"/>
            </a:endParaRPr>
          </a:p>
          <a:p>
            <a:pPr marL="3657600" marR="0" lvl="8" indent="0" algn="l" rtl="0">
              <a:spcBef>
                <a:spcPts val="0"/>
              </a:spcBef>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ECT_WITH_CAPTION_TEXT">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914400" y="4876800"/>
            <a:ext cx="7481775" cy="457200"/>
          </a:xfrm>
          <a:prstGeom prst="rect">
            <a:avLst/>
          </a:prstGeom>
          <a:noFill/>
          <a:ln>
            <a:noFill/>
          </a:ln>
        </p:spPr>
        <p:txBody>
          <a:bodyPr lIns="91425" tIns="91425" rIns="91425" bIns="91425" anchor="t" anchorCtr="0"/>
          <a:lstStyle>
            <a:lvl1pPr lvl="0" algn="r" rtl="0">
              <a:spcBef>
                <a:spcPts val="0"/>
              </a:spcBef>
              <a:buClr>
                <a:schemeClr val="accent1"/>
              </a:buClr>
              <a:buNone/>
              <a:defRPr sz="2500" b="0">
                <a:solidFill>
                  <a:schemeClr val="accent1"/>
                </a:solidFill>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70" name="Shape 70"/>
          <p:cNvSpPr txBox="1">
            <a:spLocks noGrp="1"/>
          </p:cNvSpPr>
          <p:nvPr>
            <p:ph type="body" idx="1"/>
          </p:nvPr>
        </p:nvSpPr>
        <p:spPr>
          <a:xfrm>
            <a:off x="4419600" y="5355101"/>
            <a:ext cx="3974592" cy="914400"/>
          </a:xfrm>
          <a:prstGeom prst="rect">
            <a:avLst/>
          </a:prstGeom>
          <a:noFill/>
          <a:ln>
            <a:noFill/>
          </a:ln>
        </p:spPr>
        <p:txBody>
          <a:bodyPr lIns="91425" tIns="91425" rIns="91425" bIns="91425" anchor="t" anchorCtr="0"/>
          <a:lstStyle>
            <a:lvl1pPr marL="0" lvl="0" indent="0" algn="r" rtl="0">
              <a:spcBef>
                <a:spcPts val="0"/>
              </a:spcBef>
              <a:buNone/>
              <a:defRPr sz="1600"/>
            </a:lvl1pPr>
            <a:lvl2pPr lvl="1" rtl="0">
              <a:spcBef>
                <a:spcPts val="0"/>
              </a:spcBef>
              <a:buNone/>
              <a:defRPr sz="1200"/>
            </a:lvl2pPr>
            <a:lvl3pPr lvl="2" rtl="0">
              <a:spcBef>
                <a:spcPts val="0"/>
              </a:spcBef>
              <a:buNone/>
              <a:defRPr sz="1000"/>
            </a:lvl3pPr>
            <a:lvl4pPr lvl="3" rtl="0">
              <a:spcBef>
                <a:spcPts val="0"/>
              </a:spcBef>
              <a:buNone/>
              <a:defRPr sz="900"/>
            </a:lvl4pPr>
            <a:lvl5pPr lvl="4" rtl="0">
              <a:spcBef>
                <a:spcPts val="0"/>
              </a:spcBef>
              <a:buNone/>
              <a:defRPr sz="900"/>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71" name="Shape 71"/>
          <p:cNvSpPr txBox="1">
            <a:spLocks noGrp="1"/>
          </p:cNvSpPr>
          <p:nvPr>
            <p:ph type="body" idx="2"/>
          </p:nvPr>
        </p:nvSpPr>
        <p:spPr>
          <a:xfrm>
            <a:off x="914400" y="274319"/>
            <a:ext cx="7479791" cy="4572000"/>
          </a:xfrm>
          <a:prstGeom prst="rect">
            <a:avLst/>
          </a:prstGeom>
          <a:noFill/>
          <a:ln>
            <a:noFill/>
          </a:ln>
        </p:spPr>
        <p:txBody>
          <a:bodyPr lIns="91425" tIns="91425" rIns="91425" bIns="91425" anchor="t" anchorCtr="0"/>
          <a:lstStyle>
            <a:lvl1pPr lvl="0" rtl="0">
              <a:spcBef>
                <a:spcPts val="0"/>
              </a:spcBef>
              <a:defRPr sz="3200"/>
            </a:lvl1pPr>
            <a:lvl2pPr lvl="1" rtl="0">
              <a:spcBef>
                <a:spcPts val="0"/>
              </a:spcBef>
              <a:defRPr sz="2800"/>
            </a:lvl2pPr>
            <a:lvl3pPr lvl="2" rtl="0">
              <a:spcBef>
                <a:spcPts val="0"/>
              </a:spcBef>
              <a:defRPr sz="2400"/>
            </a:lvl3pPr>
            <a:lvl4pPr lvl="3" rtl="0">
              <a:spcBef>
                <a:spcPts val="0"/>
              </a:spcBef>
              <a:defRPr sz="2000"/>
            </a:lvl4pPr>
            <a:lvl5pPr lvl="4" rtl="0">
              <a:spcBef>
                <a:spcPts val="0"/>
              </a:spcBef>
              <a:defRPr sz="2000"/>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72" name="Shape 72"/>
          <p:cNvSpPr txBox="1">
            <a:spLocks noGrp="1"/>
          </p:cNvSpPr>
          <p:nvPr>
            <p:ph type="dt" idx="10"/>
          </p:nvPr>
        </p:nvSpPr>
        <p:spPr>
          <a:xfrm>
            <a:off x="6727032" y="6407944"/>
            <a:ext cx="1920239" cy="365759"/>
          </a:xfrm>
          <a:prstGeom prst="rect">
            <a:avLst/>
          </a:prstGeom>
          <a:noFill/>
          <a:ln>
            <a:noFill/>
          </a:ln>
        </p:spPr>
        <p:txBody>
          <a:bodyPr lIns="91425" tIns="91425" rIns="91425" bIns="91425" anchor="b" anchorCtr="0"/>
          <a:lstStyle>
            <a:lvl1pPr marL="0" marR="0" lvl="0" indent="0" algn="l" rtl="0">
              <a:spcBef>
                <a:spcPts val="0"/>
              </a:spcBef>
              <a:defRPr sz="1000" b="0" i="0" u="none" strike="noStrike" cap="none">
                <a:solidFill>
                  <a:schemeClr val="dk1"/>
                </a:solidFill>
                <a:latin typeface="Arial"/>
                <a:ea typeface="Arial"/>
                <a:cs typeface="Arial"/>
                <a:sym typeface="Arial"/>
              </a:defRPr>
            </a:lvl1pPr>
            <a:lvl2pPr marL="457200" marR="0" lvl="1" indent="0" algn="l" rtl="0">
              <a:spcBef>
                <a:spcPts val="0"/>
              </a:spcBef>
              <a:defRPr sz="1800" b="0" i="0" u="none" strike="noStrike" cap="none">
                <a:solidFill>
                  <a:schemeClr val="dk1"/>
                </a:solidFill>
                <a:latin typeface="Arial"/>
                <a:ea typeface="Arial"/>
                <a:cs typeface="Arial"/>
                <a:sym typeface="Arial"/>
              </a:defRPr>
            </a:lvl2pPr>
            <a:lvl3pPr marL="914400" marR="0" lvl="2" indent="0" algn="l" rtl="0">
              <a:spcBef>
                <a:spcPts val="0"/>
              </a:spcBef>
              <a:defRPr sz="1800" b="0" i="0" u="none" strike="noStrike" cap="none">
                <a:solidFill>
                  <a:schemeClr val="dk1"/>
                </a:solidFill>
                <a:latin typeface="Arial"/>
                <a:ea typeface="Arial"/>
                <a:cs typeface="Arial"/>
                <a:sym typeface="Arial"/>
              </a:defRPr>
            </a:lvl3pPr>
            <a:lvl4pPr marL="1371600" marR="0" lvl="3" indent="0" algn="l" rtl="0">
              <a:spcBef>
                <a:spcPts val="0"/>
              </a:spcBef>
              <a:defRPr sz="1800" b="0" i="0" u="none" strike="noStrike" cap="none">
                <a:solidFill>
                  <a:schemeClr val="dk1"/>
                </a:solidFill>
                <a:latin typeface="Arial"/>
                <a:ea typeface="Arial"/>
                <a:cs typeface="Arial"/>
                <a:sym typeface="Arial"/>
              </a:defRPr>
            </a:lvl4pPr>
            <a:lvl5pPr marL="1828800" marR="0" lvl="4" indent="0" algn="l" rtl="0">
              <a:spcBef>
                <a:spcPts val="0"/>
              </a:spcBef>
              <a:defRPr sz="1800" b="0" i="0" u="none" strike="noStrike" cap="none">
                <a:solidFill>
                  <a:schemeClr val="dk1"/>
                </a:solidFill>
                <a:latin typeface="Arial"/>
                <a:ea typeface="Arial"/>
                <a:cs typeface="Arial"/>
                <a:sym typeface="Arial"/>
              </a:defRPr>
            </a:lvl5pPr>
            <a:lvl6pPr marL="2286000" marR="0" lvl="5" indent="0" algn="l" rtl="0">
              <a:spcBef>
                <a:spcPts val="0"/>
              </a:spcBef>
              <a:defRPr sz="1800" b="0" i="0" u="none" strike="noStrike" cap="none">
                <a:solidFill>
                  <a:schemeClr val="dk1"/>
                </a:solidFill>
                <a:latin typeface="Arial"/>
                <a:ea typeface="Arial"/>
                <a:cs typeface="Arial"/>
                <a:sym typeface="Arial"/>
              </a:defRPr>
            </a:lvl6pPr>
            <a:lvl7pPr marL="2743200" marR="0" lvl="6" indent="0" algn="l" rtl="0">
              <a:spcBef>
                <a:spcPts val="0"/>
              </a:spcBef>
              <a:defRPr sz="1800" b="0" i="0" u="none" strike="noStrike" cap="none">
                <a:solidFill>
                  <a:schemeClr val="dk1"/>
                </a:solidFill>
                <a:latin typeface="Arial"/>
                <a:ea typeface="Arial"/>
                <a:cs typeface="Arial"/>
                <a:sym typeface="Arial"/>
              </a:defRPr>
            </a:lvl7pPr>
            <a:lvl8pPr marL="3200400" marR="0" lvl="7" indent="0" algn="l" rtl="0">
              <a:spcBef>
                <a:spcPts val="0"/>
              </a:spcBef>
              <a:defRPr sz="1800" b="0" i="0" u="none" strike="noStrike" cap="none">
                <a:solidFill>
                  <a:schemeClr val="dk1"/>
                </a:solidFill>
                <a:latin typeface="Arial"/>
                <a:ea typeface="Arial"/>
                <a:cs typeface="Arial"/>
                <a:sym typeface="Arial"/>
              </a:defRPr>
            </a:lvl8pPr>
            <a:lvl9pPr marL="3657600" marR="0" lvl="8" indent="0" algn="l" rtl="0">
              <a:spcBef>
                <a:spcPts val="0"/>
              </a:spcBef>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ftr" idx="11"/>
          </p:nvPr>
        </p:nvSpPr>
        <p:spPr>
          <a:xfrm>
            <a:off x="4380071" y="6407944"/>
            <a:ext cx="2350681" cy="365125"/>
          </a:xfrm>
          <a:prstGeom prst="rect">
            <a:avLst/>
          </a:prstGeom>
          <a:noFill/>
          <a:ln>
            <a:noFill/>
          </a:ln>
        </p:spPr>
        <p:txBody>
          <a:bodyPr lIns="91425" tIns="91425" rIns="91425" bIns="91425" anchor="b" anchorCtr="0"/>
          <a:lstStyle>
            <a:lvl1pPr marL="0" marR="0" lvl="0" indent="0" algn="r" rtl="0">
              <a:spcBef>
                <a:spcPts val="0"/>
              </a:spcBef>
              <a:defRPr sz="1000" b="0" i="0" u="none" strike="noStrike" cap="none">
                <a:solidFill>
                  <a:schemeClr val="dk1"/>
                </a:solidFill>
                <a:latin typeface="Arial"/>
                <a:ea typeface="Arial"/>
                <a:cs typeface="Arial"/>
                <a:sym typeface="Arial"/>
              </a:defRPr>
            </a:lvl1pPr>
            <a:lvl2pPr marL="457200" marR="0" lvl="1" indent="0" algn="l" rtl="0">
              <a:spcBef>
                <a:spcPts val="0"/>
              </a:spcBef>
              <a:defRPr sz="1800" b="0" i="0" u="none" strike="noStrike" cap="none">
                <a:solidFill>
                  <a:schemeClr val="dk1"/>
                </a:solidFill>
                <a:latin typeface="Arial"/>
                <a:ea typeface="Arial"/>
                <a:cs typeface="Arial"/>
                <a:sym typeface="Arial"/>
              </a:defRPr>
            </a:lvl2pPr>
            <a:lvl3pPr marL="914400" marR="0" lvl="2" indent="0" algn="l" rtl="0">
              <a:spcBef>
                <a:spcPts val="0"/>
              </a:spcBef>
              <a:defRPr sz="1800" b="0" i="0" u="none" strike="noStrike" cap="none">
                <a:solidFill>
                  <a:schemeClr val="dk1"/>
                </a:solidFill>
                <a:latin typeface="Arial"/>
                <a:ea typeface="Arial"/>
                <a:cs typeface="Arial"/>
                <a:sym typeface="Arial"/>
              </a:defRPr>
            </a:lvl3pPr>
            <a:lvl4pPr marL="1371600" marR="0" lvl="3" indent="0" algn="l" rtl="0">
              <a:spcBef>
                <a:spcPts val="0"/>
              </a:spcBef>
              <a:defRPr sz="1800" b="0" i="0" u="none" strike="noStrike" cap="none">
                <a:solidFill>
                  <a:schemeClr val="dk1"/>
                </a:solidFill>
                <a:latin typeface="Arial"/>
                <a:ea typeface="Arial"/>
                <a:cs typeface="Arial"/>
                <a:sym typeface="Arial"/>
              </a:defRPr>
            </a:lvl4pPr>
            <a:lvl5pPr marL="1828800" marR="0" lvl="4" indent="0" algn="l" rtl="0">
              <a:spcBef>
                <a:spcPts val="0"/>
              </a:spcBef>
              <a:defRPr sz="1800" b="0" i="0" u="none" strike="noStrike" cap="none">
                <a:solidFill>
                  <a:schemeClr val="dk1"/>
                </a:solidFill>
                <a:latin typeface="Arial"/>
                <a:ea typeface="Arial"/>
                <a:cs typeface="Arial"/>
                <a:sym typeface="Arial"/>
              </a:defRPr>
            </a:lvl5pPr>
            <a:lvl6pPr marL="2286000" marR="0" lvl="5" indent="0" algn="l" rtl="0">
              <a:spcBef>
                <a:spcPts val="0"/>
              </a:spcBef>
              <a:defRPr sz="1800" b="0" i="0" u="none" strike="noStrike" cap="none">
                <a:solidFill>
                  <a:schemeClr val="dk1"/>
                </a:solidFill>
                <a:latin typeface="Arial"/>
                <a:ea typeface="Arial"/>
                <a:cs typeface="Arial"/>
                <a:sym typeface="Arial"/>
              </a:defRPr>
            </a:lvl6pPr>
            <a:lvl7pPr marL="2743200" marR="0" lvl="6" indent="0" algn="l" rtl="0">
              <a:spcBef>
                <a:spcPts val="0"/>
              </a:spcBef>
              <a:defRPr sz="1800" b="0" i="0" u="none" strike="noStrike" cap="none">
                <a:solidFill>
                  <a:schemeClr val="dk1"/>
                </a:solidFill>
                <a:latin typeface="Arial"/>
                <a:ea typeface="Arial"/>
                <a:cs typeface="Arial"/>
                <a:sym typeface="Arial"/>
              </a:defRPr>
            </a:lvl7pPr>
            <a:lvl8pPr marL="3200400" marR="0" lvl="7" indent="0" algn="l" rtl="0">
              <a:spcBef>
                <a:spcPts val="0"/>
              </a:spcBef>
              <a:defRPr sz="1800" b="0" i="0" u="none" strike="noStrike" cap="none">
                <a:solidFill>
                  <a:schemeClr val="dk1"/>
                </a:solidFill>
                <a:latin typeface="Arial"/>
                <a:ea typeface="Arial"/>
                <a:cs typeface="Arial"/>
                <a:sym typeface="Arial"/>
              </a:defRPr>
            </a:lvl8pPr>
            <a:lvl9pPr marL="3657600" marR="0" lvl="8" indent="0" algn="l" rtl="0">
              <a:spcBef>
                <a:spcPts val="0"/>
              </a:spcBef>
              <a:defRPr sz="1800" b="0" i="0" u="none" strike="noStrike" cap="none">
                <a:solidFill>
                  <a:schemeClr val="dk1"/>
                </a:solidFill>
                <a:latin typeface="Arial"/>
                <a:ea typeface="Arial"/>
                <a:cs typeface="Arial"/>
                <a:sym typeface="Arial"/>
              </a:defRPr>
            </a:lvl9pPr>
          </a:lstStyle>
          <a:p>
            <a:endParaRPr/>
          </a:p>
        </p:txBody>
      </p:sp>
      <p:sp>
        <p:nvSpPr>
          <p:cNvPr id="74" name="Shape 74"/>
          <p:cNvSpPr txBox="1">
            <a:spLocks noGrp="1"/>
          </p:cNvSpPr>
          <p:nvPr>
            <p:ph type="sldNum" idx="12"/>
          </p:nvPr>
        </p:nvSpPr>
        <p:spPr>
          <a:xfrm>
            <a:off x="8647271" y="6407944"/>
            <a:ext cx="365759" cy="365125"/>
          </a:xfrm>
          <a:prstGeom prst="rect">
            <a:avLst/>
          </a:prstGeom>
          <a:noFill/>
          <a:ln>
            <a:noFill/>
          </a:ln>
        </p:spPr>
        <p:txBody>
          <a:bodyPr lIns="91425" tIns="91425" rIns="91425" bIns="91425" anchor="b" anchorCtr="0">
            <a:noAutofit/>
          </a:bodyPr>
          <a:lstStyle/>
          <a:p>
            <a:pPr marL="0" marR="0" lvl="0" indent="0" algn="r" rtl="0">
              <a:spcBef>
                <a:spcPts val="0"/>
              </a:spcBef>
            </a:pPr>
            <a:endParaRPr sz="1000" b="0" i="0" u="none" strike="noStrike" cap="none">
              <a:solidFill>
                <a:schemeClr val="dk1"/>
              </a:solidFill>
              <a:latin typeface="Arial"/>
              <a:ea typeface="Arial"/>
              <a:cs typeface="Arial"/>
              <a:sym typeface="Arial"/>
            </a:endParaRPr>
          </a:p>
          <a:p>
            <a:pPr marL="457200" marR="0" lvl="1" indent="0" algn="l" rtl="0">
              <a:spcBef>
                <a:spcPts val="0"/>
              </a:spcBef>
            </a:pPr>
            <a:endParaRPr sz="1800" b="0" i="0" u="none" strike="noStrike" cap="none">
              <a:solidFill>
                <a:schemeClr val="dk1"/>
              </a:solidFill>
              <a:latin typeface="Arial"/>
              <a:ea typeface="Arial"/>
              <a:cs typeface="Arial"/>
              <a:sym typeface="Arial"/>
            </a:endParaRPr>
          </a:p>
          <a:p>
            <a:pPr marL="914400" marR="0" lvl="2" indent="0" algn="l" rtl="0">
              <a:spcBef>
                <a:spcPts val="0"/>
              </a:spcBef>
            </a:pPr>
            <a:endParaRPr sz="1800" b="0" i="0" u="none" strike="noStrike" cap="none">
              <a:solidFill>
                <a:schemeClr val="dk1"/>
              </a:solidFill>
              <a:latin typeface="Arial"/>
              <a:ea typeface="Arial"/>
              <a:cs typeface="Arial"/>
              <a:sym typeface="Arial"/>
            </a:endParaRPr>
          </a:p>
          <a:p>
            <a:pPr marL="1371600" marR="0" lvl="3" indent="0" algn="l" rtl="0">
              <a:spcBef>
                <a:spcPts val="0"/>
              </a:spcBef>
            </a:pPr>
            <a:endParaRPr sz="1800" b="0" i="0" u="none" strike="noStrike" cap="none">
              <a:solidFill>
                <a:schemeClr val="dk1"/>
              </a:solidFill>
              <a:latin typeface="Arial"/>
              <a:ea typeface="Arial"/>
              <a:cs typeface="Arial"/>
              <a:sym typeface="Arial"/>
            </a:endParaRPr>
          </a:p>
          <a:p>
            <a:pPr marL="1828800" marR="0" lvl="4" indent="0" algn="l" rtl="0">
              <a:spcBef>
                <a:spcPts val="0"/>
              </a:spcBef>
            </a:pPr>
            <a:endParaRPr sz="1800" b="0" i="0" u="none" strike="noStrike" cap="none">
              <a:solidFill>
                <a:schemeClr val="dk1"/>
              </a:solidFill>
              <a:latin typeface="Arial"/>
              <a:ea typeface="Arial"/>
              <a:cs typeface="Arial"/>
              <a:sym typeface="Arial"/>
            </a:endParaRPr>
          </a:p>
          <a:p>
            <a:pPr marL="2286000" marR="0" lvl="5" indent="0" algn="l" rtl="0">
              <a:spcBef>
                <a:spcPts val="0"/>
              </a:spcBef>
            </a:pPr>
            <a:endParaRPr sz="1800" b="0" i="0" u="none" strike="noStrike" cap="none">
              <a:solidFill>
                <a:schemeClr val="dk1"/>
              </a:solidFill>
              <a:latin typeface="Arial"/>
              <a:ea typeface="Arial"/>
              <a:cs typeface="Arial"/>
              <a:sym typeface="Arial"/>
            </a:endParaRPr>
          </a:p>
          <a:p>
            <a:pPr marL="2743200" marR="0" lvl="6" indent="0" algn="l" rtl="0">
              <a:spcBef>
                <a:spcPts val="0"/>
              </a:spcBef>
            </a:pPr>
            <a:endParaRPr sz="1800" b="0" i="0" u="none" strike="noStrike" cap="none">
              <a:solidFill>
                <a:schemeClr val="dk1"/>
              </a:solidFill>
              <a:latin typeface="Arial"/>
              <a:ea typeface="Arial"/>
              <a:cs typeface="Arial"/>
              <a:sym typeface="Arial"/>
            </a:endParaRPr>
          </a:p>
          <a:p>
            <a:pPr marL="3200400" marR="0" lvl="7" indent="0" algn="l" rtl="0">
              <a:spcBef>
                <a:spcPts val="0"/>
              </a:spcBef>
            </a:pPr>
            <a:endParaRPr sz="1800" b="0" i="0" u="none" strike="noStrike" cap="none">
              <a:solidFill>
                <a:schemeClr val="dk1"/>
              </a:solidFill>
              <a:latin typeface="Arial"/>
              <a:ea typeface="Arial"/>
              <a:cs typeface="Arial"/>
              <a:sym typeface="Arial"/>
            </a:endParaRPr>
          </a:p>
          <a:p>
            <a:pPr marL="3657600" marR="0" lvl="8" indent="0" algn="l" rtl="0">
              <a:spcBef>
                <a:spcPts val="0"/>
              </a:spcBef>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_WITH_CAPTION_TEXT">
    <p:bg>
      <p:bgPr>
        <a:gradFill>
          <a:gsLst>
            <a:gs pos="0">
              <a:srgbClr val="727272"/>
            </a:gs>
            <a:gs pos="40000">
              <a:srgbClr val="595959"/>
            </a:gs>
            <a:gs pos="100000">
              <a:schemeClr val="dk1"/>
            </a:gs>
          </a:gsLst>
          <a:path path="circle">
            <a:fillToRect l="100000" b="100000"/>
          </a:path>
          <a:tileRect t="-100000" r="-100000"/>
        </a:gradFill>
        <a:effectLst/>
      </p:bgPr>
    </p:bg>
    <p:spTree>
      <p:nvGrpSpPr>
        <p:cNvPr id="1" name="Shape 75"/>
        <p:cNvGrpSpPr/>
        <p:nvPr/>
      </p:nvGrpSpPr>
      <p:grpSpPr>
        <a:xfrm>
          <a:off x="0" y="0"/>
          <a:ext cx="0" cy="0"/>
          <a:chOff x="0" y="0"/>
          <a:chExt cx="0" cy="0"/>
        </a:xfrm>
      </p:grpSpPr>
      <p:sp>
        <p:nvSpPr>
          <p:cNvPr id="76" name="Shape 76"/>
          <p:cNvSpPr txBox="1">
            <a:spLocks noGrp="1"/>
          </p:cNvSpPr>
          <p:nvPr>
            <p:ph type="body" idx="1"/>
          </p:nvPr>
        </p:nvSpPr>
        <p:spPr>
          <a:xfrm>
            <a:off x="1141232" y="5443401"/>
            <a:ext cx="7162799" cy="648231"/>
          </a:xfrm>
          <a:prstGeom prst="rect">
            <a:avLst/>
          </a:prstGeom>
          <a:noFill/>
          <a:ln>
            <a:noFill/>
          </a:ln>
        </p:spPr>
        <p:txBody>
          <a:bodyPr lIns="91425" tIns="91425" rIns="91425" bIns="91425" anchor="t" anchorCtr="0"/>
          <a:lstStyle>
            <a:lvl1pPr marL="0" marR="18288" lvl="0" indent="0" algn="r" rtl="0">
              <a:spcBef>
                <a:spcPts val="0"/>
              </a:spcBef>
              <a:buNone/>
              <a:defRPr sz="1400"/>
            </a:lvl1pPr>
            <a:lvl2pPr lvl="1" rtl="0">
              <a:spcBef>
                <a:spcPts val="0"/>
              </a:spcBef>
              <a:defRPr sz="1200"/>
            </a:lvl2pPr>
            <a:lvl3pPr lvl="2" rtl="0">
              <a:spcBef>
                <a:spcPts val="0"/>
              </a:spcBef>
              <a:defRPr sz="1000"/>
            </a:lvl3pPr>
            <a:lvl4pPr lvl="3" rtl="0">
              <a:spcBef>
                <a:spcPts val="0"/>
              </a:spcBef>
              <a:defRPr sz="900"/>
            </a:lvl4pPr>
            <a:lvl5pPr lvl="4" rtl="0">
              <a:spcBef>
                <a:spcPts val="0"/>
              </a:spcBef>
              <a:defRPr sz="900"/>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77" name="Shape 77"/>
          <p:cNvSpPr>
            <a:spLocks noGrp="1"/>
          </p:cNvSpPr>
          <p:nvPr>
            <p:ph type="pic" idx="2"/>
          </p:nvPr>
        </p:nvSpPr>
        <p:spPr>
          <a:xfrm>
            <a:off x="228600" y="189968"/>
            <a:ext cx="8686800" cy="4389119"/>
          </a:xfrm>
          <a:prstGeom prst="rect">
            <a:avLst/>
          </a:prstGeom>
          <a:solidFill>
            <a:schemeClr val="dk2"/>
          </a:solidFill>
          <a:ln w="9525" cap="flat" cmpd="sng">
            <a:solidFill>
              <a:schemeClr val="dk1"/>
            </a:solidFill>
            <a:prstDash val="solid"/>
            <a:round/>
            <a:headEnd type="none" w="med" len="med"/>
            <a:tailEnd type="none" w="med" len="med"/>
          </a:ln>
        </p:spPr>
        <p:txBody>
          <a:bodyPr lIns="91425" tIns="91425" rIns="91425" bIns="91425" anchor="b" anchorCtr="0"/>
          <a:lstStyle>
            <a:lvl1pPr marL="0" marR="0" lvl="0" indent="0" algn="l" rtl="0">
              <a:spcBef>
                <a:spcPts val="0"/>
              </a:spcBef>
              <a:buClr>
                <a:schemeClr val="lt1"/>
              </a:buClr>
              <a:buFont typeface="Arial"/>
              <a:buNone/>
              <a:defRPr sz="3200" b="0" i="0" u="none" strike="noStrike" cap="none">
                <a:solidFill>
                  <a:schemeClr val="lt1"/>
                </a:solidFill>
                <a:latin typeface="Arial"/>
                <a:ea typeface="Arial"/>
                <a:cs typeface="Arial"/>
                <a:sym typeface="Arial"/>
              </a:defRPr>
            </a:lvl1pPr>
            <a:lvl2pPr marL="457200" marR="0" lvl="1" indent="0" algn="l" rtl="0">
              <a:spcBef>
                <a:spcPts val="0"/>
              </a:spcBef>
              <a:defRPr sz="1800" b="0" i="0" u="none" strike="noStrike" cap="none">
                <a:solidFill>
                  <a:schemeClr val="lt1"/>
                </a:solidFill>
                <a:latin typeface="Arial"/>
                <a:ea typeface="Arial"/>
                <a:cs typeface="Arial"/>
                <a:sym typeface="Arial"/>
              </a:defRPr>
            </a:lvl2pPr>
            <a:lvl3pPr marL="914400" marR="0" lvl="2" indent="0" algn="l" rtl="0">
              <a:spcBef>
                <a:spcPts val="0"/>
              </a:spcBef>
              <a:defRPr sz="1800" b="0" i="0" u="none" strike="noStrike" cap="none">
                <a:solidFill>
                  <a:schemeClr val="lt1"/>
                </a:solidFill>
                <a:latin typeface="Arial"/>
                <a:ea typeface="Arial"/>
                <a:cs typeface="Arial"/>
                <a:sym typeface="Arial"/>
              </a:defRPr>
            </a:lvl3pPr>
            <a:lvl4pPr marL="1371600" marR="0" lvl="3" indent="0" algn="l" rtl="0">
              <a:spcBef>
                <a:spcPts val="0"/>
              </a:spcBef>
              <a:defRPr sz="1800" b="0" i="0" u="none" strike="noStrike" cap="none">
                <a:solidFill>
                  <a:schemeClr val="lt1"/>
                </a:solidFill>
                <a:latin typeface="Arial"/>
                <a:ea typeface="Arial"/>
                <a:cs typeface="Arial"/>
                <a:sym typeface="Arial"/>
              </a:defRPr>
            </a:lvl4pPr>
            <a:lvl5pPr marL="1828800" marR="0" lvl="4" indent="0" algn="l" rtl="0">
              <a:spcBef>
                <a:spcPts val="0"/>
              </a:spcBef>
              <a:defRPr sz="1800" b="0" i="0" u="none" strike="noStrike" cap="none">
                <a:solidFill>
                  <a:schemeClr val="lt1"/>
                </a:solidFill>
                <a:latin typeface="Arial"/>
                <a:ea typeface="Arial"/>
                <a:cs typeface="Arial"/>
                <a:sym typeface="Arial"/>
              </a:defRPr>
            </a:lvl5pPr>
            <a:lvl6pPr marL="2286000" marR="0" lvl="5" indent="0" algn="l" rtl="0">
              <a:spcBef>
                <a:spcPts val="0"/>
              </a:spcBef>
              <a:defRPr sz="1800" b="0" i="0" u="none" strike="noStrike" cap="none">
                <a:solidFill>
                  <a:schemeClr val="lt1"/>
                </a:solidFill>
                <a:latin typeface="Arial"/>
                <a:ea typeface="Arial"/>
                <a:cs typeface="Arial"/>
                <a:sym typeface="Arial"/>
              </a:defRPr>
            </a:lvl6pPr>
            <a:lvl7pPr marL="2743200" marR="0" lvl="6" indent="0" algn="l" rtl="0">
              <a:spcBef>
                <a:spcPts val="0"/>
              </a:spcBef>
              <a:defRPr sz="1800" b="0" i="0" u="none" strike="noStrike" cap="none">
                <a:solidFill>
                  <a:schemeClr val="lt1"/>
                </a:solidFill>
                <a:latin typeface="Arial"/>
                <a:ea typeface="Arial"/>
                <a:cs typeface="Arial"/>
                <a:sym typeface="Arial"/>
              </a:defRPr>
            </a:lvl7pPr>
            <a:lvl8pPr marL="3200400" marR="0" lvl="7" indent="0" algn="l" rtl="0">
              <a:spcBef>
                <a:spcPts val="0"/>
              </a:spcBef>
              <a:defRPr sz="1800" b="0" i="0" u="none" strike="noStrike" cap="none">
                <a:solidFill>
                  <a:schemeClr val="lt1"/>
                </a:solidFill>
                <a:latin typeface="Arial"/>
                <a:ea typeface="Arial"/>
                <a:cs typeface="Arial"/>
                <a:sym typeface="Arial"/>
              </a:defRPr>
            </a:lvl8pPr>
            <a:lvl9pPr marL="3657600" marR="0" lvl="8" indent="0" algn="l" rtl="0">
              <a:spcBef>
                <a:spcPts val="0"/>
              </a:spcBef>
              <a:defRPr sz="1800" b="0" i="0" u="none" strike="noStrike" cap="none">
                <a:solidFill>
                  <a:schemeClr val="lt1"/>
                </a:solidFill>
                <a:latin typeface="Arial"/>
                <a:ea typeface="Arial"/>
                <a:cs typeface="Arial"/>
                <a:sym typeface="Arial"/>
              </a:defRPr>
            </a:lvl9pPr>
          </a:lstStyle>
          <a:p>
            <a:endParaRPr/>
          </a:p>
        </p:txBody>
      </p:sp>
      <p:sp>
        <p:nvSpPr>
          <p:cNvPr id="78" name="Shape 78"/>
          <p:cNvSpPr txBox="1">
            <a:spLocks noGrp="1"/>
          </p:cNvSpPr>
          <p:nvPr>
            <p:ph type="dt" idx="10"/>
          </p:nvPr>
        </p:nvSpPr>
        <p:spPr>
          <a:xfrm>
            <a:off x="6727032" y="6407944"/>
            <a:ext cx="1920239" cy="365759"/>
          </a:xfrm>
          <a:prstGeom prst="rect">
            <a:avLst/>
          </a:prstGeom>
          <a:noFill/>
          <a:ln>
            <a:noFill/>
          </a:ln>
        </p:spPr>
        <p:txBody>
          <a:bodyPr lIns="91425" tIns="91425" rIns="91425" bIns="91425" anchor="b" anchorCtr="0"/>
          <a:lstStyle>
            <a:lvl1pPr marL="0" marR="0" lvl="0" indent="0" algn="l" rtl="0">
              <a:spcBef>
                <a:spcPts val="0"/>
              </a:spcBef>
              <a:defRPr sz="1000" b="0" i="0" u="none" strike="noStrike" cap="none">
                <a:solidFill>
                  <a:schemeClr val="lt1"/>
                </a:solidFill>
                <a:latin typeface="Arial"/>
                <a:ea typeface="Arial"/>
                <a:cs typeface="Arial"/>
                <a:sym typeface="Arial"/>
              </a:defRPr>
            </a:lvl1pPr>
            <a:lvl2pPr marL="457200" marR="0" lvl="1" indent="0" algn="l" rtl="0">
              <a:spcBef>
                <a:spcPts val="0"/>
              </a:spcBef>
              <a:defRPr sz="1800" b="0" i="0" u="none" strike="noStrike" cap="none">
                <a:solidFill>
                  <a:schemeClr val="lt1"/>
                </a:solidFill>
                <a:latin typeface="Arial"/>
                <a:ea typeface="Arial"/>
                <a:cs typeface="Arial"/>
                <a:sym typeface="Arial"/>
              </a:defRPr>
            </a:lvl2pPr>
            <a:lvl3pPr marL="914400" marR="0" lvl="2" indent="0" algn="l" rtl="0">
              <a:spcBef>
                <a:spcPts val="0"/>
              </a:spcBef>
              <a:defRPr sz="1800" b="0" i="0" u="none" strike="noStrike" cap="none">
                <a:solidFill>
                  <a:schemeClr val="lt1"/>
                </a:solidFill>
                <a:latin typeface="Arial"/>
                <a:ea typeface="Arial"/>
                <a:cs typeface="Arial"/>
                <a:sym typeface="Arial"/>
              </a:defRPr>
            </a:lvl3pPr>
            <a:lvl4pPr marL="1371600" marR="0" lvl="3" indent="0" algn="l" rtl="0">
              <a:spcBef>
                <a:spcPts val="0"/>
              </a:spcBef>
              <a:defRPr sz="1800" b="0" i="0" u="none" strike="noStrike" cap="none">
                <a:solidFill>
                  <a:schemeClr val="lt1"/>
                </a:solidFill>
                <a:latin typeface="Arial"/>
                <a:ea typeface="Arial"/>
                <a:cs typeface="Arial"/>
                <a:sym typeface="Arial"/>
              </a:defRPr>
            </a:lvl4pPr>
            <a:lvl5pPr marL="1828800" marR="0" lvl="4" indent="0" algn="l" rtl="0">
              <a:spcBef>
                <a:spcPts val="0"/>
              </a:spcBef>
              <a:defRPr sz="1800" b="0" i="0" u="none" strike="noStrike" cap="none">
                <a:solidFill>
                  <a:schemeClr val="lt1"/>
                </a:solidFill>
                <a:latin typeface="Arial"/>
                <a:ea typeface="Arial"/>
                <a:cs typeface="Arial"/>
                <a:sym typeface="Arial"/>
              </a:defRPr>
            </a:lvl5pPr>
            <a:lvl6pPr marL="2286000" marR="0" lvl="5" indent="0" algn="l" rtl="0">
              <a:spcBef>
                <a:spcPts val="0"/>
              </a:spcBef>
              <a:defRPr sz="1800" b="0" i="0" u="none" strike="noStrike" cap="none">
                <a:solidFill>
                  <a:schemeClr val="lt1"/>
                </a:solidFill>
                <a:latin typeface="Arial"/>
                <a:ea typeface="Arial"/>
                <a:cs typeface="Arial"/>
                <a:sym typeface="Arial"/>
              </a:defRPr>
            </a:lvl6pPr>
            <a:lvl7pPr marL="2743200" marR="0" lvl="6" indent="0" algn="l" rtl="0">
              <a:spcBef>
                <a:spcPts val="0"/>
              </a:spcBef>
              <a:defRPr sz="1800" b="0" i="0" u="none" strike="noStrike" cap="none">
                <a:solidFill>
                  <a:schemeClr val="lt1"/>
                </a:solidFill>
                <a:latin typeface="Arial"/>
                <a:ea typeface="Arial"/>
                <a:cs typeface="Arial"/>
                <a:sym typeface="Arial"/>
              </a:defRPr>
            </a:lvl7pPr>
            <a:lvl8pPr marL="3200400" marR="0" lvl="7" indent="0" algn="l" rtl="0">
              <a:spcBef>
                <a:spcPts val="0"/>
              </a:spcBef>
              <a:defRPr sz="1800" b="0" i="0" u="none" strike="noStrike" cap="none">
                <a:solidFill>
                  <a:schemeClr val="lt1"/>
                </a:solidFill>
                <a:latin typeface="Arial"/>
                <a:ea typeface="Arial"/>
                <a:cs typeface="Arial"/>
                <a:sym typeface="Arial"/>
              </a:defRPr>
            </a:lvl8pPr>
            <a:lvl9pPr marL="3657600" marR="0" lvl="8" indent="0" algn="l" rtl="0">
              <a:spcBef>
                <a:spcPts val="0"/>
              </a:spcBef>
              <a:defRPr sz="1800" b="0" i="0" u="none" strike="noStrike" cap="none">
                <a:solidFill>
                  <a:schemeClr val="lt1"/>
                </a:solidFill>
                <a:latin typeface="Arial"/>
                <a:ea typeface="Arial"/>
                <a:cs typeface="Arial"/>
                <a:sym typeface="Arial"/>
              </a:defRPr>
            </a:lvl9pPr>
          </a:lstStyle>
          <a:p>
            <a:endParaRPr/>
          </a:p>
        </p:txBody>
      </p:sp>
      <p:sp>
        <p:nvSpPr>
          <p:cNvPr id="79" name="Shape 79"/>
          <p:cNvSpPr txBox="1">
            <a:spLocks noGrp="1"/>
          </p:cNvSpPr>
          <p:nvPr>
            <p:ph type="ftr" idx="11"/>
          </p:nvPr>
        </p:nvSpPr>
        <p:spPr>
          <a:xfrm>
            <a:off x="4380071" y="6407944"/>
            <a:ext cx="2350681" cy="365125"/>
          </a:xfrm>
          <a:prstGeom prst="rect">
            <a:avLst/>
          </a:prstGeom>
          <a:noFill/>
          <a:ln>
            <a:noFill/>
          </a:ln>
        </p:spPr>
        <p:txBody>
          <a:bodyPr lIns="91425" tIns="91425" rIns="91425" bIns="91425" anchor="b" anchorCtr="0"/>
          <a:lstStyle>
            <a:lvl1pPr marL="0" marR="0" lvl="0" indent="0" algn="r" rtl="0">
              <a:spcBef>
                <a:spcPts val="0"/>
              </a:spcBef>
              <a:defRPr sz="1000" b="0" i="0" u="none" strike="noStrike" cap="none">
                <a:solidFill>
                  <a:schemeClr val="lt1"/>
                </a:solidFill>
                <a:latin typeface="Arial"/>
                <a:ea typeface="Arial"/>
                <a:cs typeface="Arial"/>
                <a:sym typeface="Arial"/>
              </a:defRPr>
            </a:lvl1pPr>
            <a:lvl2pPr marL="457200" marR="0" lvl="1" indent="0" algn="l" rtl="0">
              <a:spcBef>
                <a:spcPts val="0"/>
              </a:spcBef>
              <a:defRPr sz="1800" b="0" i="0" u="none" strike="noStrike" cap="none">
                <a:solidFill>
                  <a:schemeClr val="lt1"/>
                </a:solidFill>
                <a:latin typeface="Arial"/>
                <a:ea typeface="Arial"/>
                <a:cs typeface="Arial"/>
                <a:sym typeface="Arial"/>
              </a:defRPr>
            </a:lvl2pPr>
            <a:lvl3pPr marL="914400" marR="0" lvl="2" indent="0" algn="l" rtl="0">
              <a:spcBef>
                <a:spcPts val="0"/>
              </a:spcBef>
              <a:defRPr sz="1800" b="0" i="0" u="none" strike="noStrike" cap="none">
                <a:solidFill>
                  <a:schemeClr val="lt1"/>
                </a:solidFill>
                <a:latin typeface="Arial"/>
                <a:ea typeface="Arial"/>
                <a:cs typeface="Arial"/>
                <a:sym typeface="Arial"/>
              </a:defRPr>
            </a:lvl3pPr>
            <a:lvl4pPr marL="1371600" marR="0" lvl="3" indent="0" algn="l" rtl="0">
              <a:spcBef>
                <a:spcPts val="0"/>
              </a:spcBef>
              <a:defRPr sz="1800" b="0" i="0" u="none" strike="noStrike" cap="none">
                <a:solidFill>
                  <a:schemeClr val="lt1"/>
                </a:solidFill>
                <a:latin typeface="Arial"/>
                <a:ea typeface="Arial"/>
                <a:cs typeface="Arial"/>
                <a:sym typeface="Arial"/>
              </a:defRPr>
            </a:lvl4pPr>
            <a:lvl5pPr marL="1828800" marR="0" lvl="4" indent="0" algn="l" rtl="0">
              <a:spcBef>
                <a:spcPts val="0"/>
              </a:spcBef>
              <a:defRPr sz="1800" b="0" i="0" u="none" strike="noStrike" cap="none">
                <a:solidFill>
                  <a:schemeClr val="lt1"/>
                </a:solidFill>
                <a:latin typeface="Arial"/>
                <a:ea typeface="Arial"/>
                <a:cs typeface="Arial"/>
                <a:sym typeface="Arial"/>
              </a:defRPr>
            </a:lvl5pPr>
            <a:lvl6pPr marL="2286000" marR="0" lvl="5" indent="0" algn="l" rtl="0">
              <a:spcBef>
                <a:spcPts val="0"/>
              </a:spcBef>
              <a:defRPr sz="1800" b="0" i="0" u="none" strike="noStrike" cap="none">
                <a:solidFill>
                  <a:schemeClr val="lt1"/>
                </a:solidFill>
                <a:latin typeface="Arial"/>
                <a:ea typeface="Arial"/>
                <a:cs typeface="Arial"/>
                <a:sym typeface="Arial"/>
              </a:defRPr>
            </a:lvl6pPr>
            <a:lvl7pPr marL="2743200" marR="0" lvl="6" indent="0" algn="l" rtl="0">
              <a:spcBef>
                <a:spcPts val="0"/>
              </a:spcBef>
              <a:defRPr sz="1800" b="0" i="0" u="none" strike="noStrike" cap="none">
                <a:solidFill>
                  <a:schemeClr val="lt1"/>
                </a:solidFill>
                <a:latin typeface="Arial"/>
                <a:ea typeface="Arial"/>
                <a:cs typeface="Arial"/>
                <a:sym typeface="Arial"/>
              </a:defRPr>
            </a:lvl7pPr>
            <a:lvl8pPr marL="3200400" marR="0" lvl="7" indent="0" algn="l" rtl="0">
              <a:spcBef>
                <a:spcPts val="0"/>
              </a:spcBef>
              <a:defRPr sz="1800" b="0" i="0" u="none" strike="noStrike" cap="none">
                <a:solidFill>
                  <a:schemeClr val="lt1"/>
                </a:solidFill>
                <a:latin typeface="Arial"/>
                <a:ea typeface="Arial"/>
                <a:cs typeface="Arial"/>
                <a:sym typeface="Arial"/>
              </a:defRPr>
            </a:lvl8pPr>
            <a:lvl9pPr marL="3657600" marR="0" lvl="8" indent="0" algn="l" rtl="0">
              <a:spcBef>
                <a:spcPts val="0"/>
              </a:spcBef>
              <a:defRPr sz="1800" b="0" i="0" u="none" strike="noStrike" cap="none">
                <a:solidFill>
                  <a:schemeClr val="lt1"/>
                </a:solidFill>
                <a:latin typeface="Arial"/>
                <a:ea typeface="Arial"/>
                <a:cs typeface="Arial"/>
                <a:sym typeface="Arial"/>
              </a:defRPr>
            </a:lvl9pPr>
          </a:lstStyle>
          <a:p>
            <a:endParaRPr/>
          </a:p>
        </p:txBody>
      </p:sp>
      <p:sp>
        <p:nvSpPr>
          <p:cNvPr id="80" name="Shape 80"/>
          <p:cNvSpPr txBox="1">
            <a:spLocks noGrp="1"/>
          </p:cNvSpPr>
          <p:nvPr>
            <p:ph type="sldNum" idx="12"/>
          </p:nvPr>
        </p:nvSpPr>
        <p:spPr>
          <a:xfrm>
            <a:off x="8647271" y="6407944"/>
            <a:ext cx="365759" cy="365125"/>
          </a:xfrm>
          <a:prstGeom prst="rect">
            <a:avLst/>
          </a:prstGeom>
          <a:noFill/>
          <a:ln>
            <a:noFill/>
          </a:ln>
        </p:spPr>
        <p:txBody>
          <a:bodyPr lIns="91425" tIns="91425" rIns="91425" bIns="91425" anchor="b" anchorCtr="0">
            <a:noAutofit/>
          </a:bodyPr>
          <a:lstStyle/>
          <a:p>
            <a:pPr marL="0" marR="0" lvl="0" indent="0" algn="r" rtl="0">
              <a:spcBef>
                <a:spcPts val="0"/>
              </a:spcBef>
            </a:pPr>
            <a:endParaRPr sz="1000" b="0" i="0" u="none" strike="noStrike" cap="none">
              <a:solidFill>
                <a:schemeClr val="lt1"/>
              </a:solidFill>
              <a:latin typeface="Arial"/>
              <a:ea typeface="Arial"/>
              <a:cs typeface="Arial"/>
              <a:sym typeface="Arial"/>
            </a:endParaRPr>
          </a:p>
          <a:p>
            <a:pPr marL="457200" marR="0" lvl="1" indent="0" algn="l" rtl="0">
              <a:spcBef>
                <a:spcPts val="0"/>
              </a:spcBef>
            </a:pPr>
            <a:endParaRPr sz="1800" b="0" i="0" u="none" strike="noStrike" cap="none">
              <a:solidFill>
                <a:schemeClr val="lt1"/>
              </a:solidFill>
              <a:latin typeface="Arial"/>
              <a:ea typeface="Arial"/>
              <a:cs typeface="Arial"/>
              <a:sym typeface="Arial"/>
            </a:endParaRPr>
          </a:p>
          <a:p>
            <a:pPr marL="914400" marR="0" lvl="2" indent="0" algn="l" rtl="0">
              <a:spcBef>
                <a:spcPts val="0"/>
              </a:spcBef>
            </a:pPr>
            <a:endParaRPr sz="1800" b="0" i="0" u="none" strike="noStrike" cap="none">
              <a:solidFill>
                <a:schemeClr val="lt1"/>
              </a:solidFill>
              <a:latin typeface="Arial"/>
              <a:ea typeface="Arial"/>
              <a:cs typeface="Arial"/>
              <a:sym typeface="Arial"/>
            </a:endParaRPr>
          </a:p>
          <a:p>
            <a:pPr marL="1371600" marR="0" lvl="3" indent="0" algn="l" rtl="0">
              <a:spcBef>
                <a:spcPts val="0"/>
              </a:spcBef>
            </a:pPr>
            <a:endParaRPr sz="1800" b="0" i="0" u="none" strike="noStrike" cap="none">
              <a:solidFill>
                <a:schemeClr val="lt1"/>
              </a:solidFill>
              <a:latin typeface="Arial"/>
              <a:ea typeface="Arial"/>
              <a:cs typeface="Arial"/>
              <a:sym typeface="Arial"/>
            </a:endParaRPr>
          </a:p>
          <a:p>
            <a:pPr marL="1828800" marR="0" lvl="4" indent="0" algn="l" rtl="0">
              <a:spcBef>
                <a:spcPts val="0"/>
              </a:spcBef>
            </a:pPr>
            <a:endParaRPr sz="1800" b="0" i="0" u="none" strike="noStrike" cap="none">
              <a:solidFill>
                <a:schemeClr val="lt1"/>
              </a:solidFill>
              <a:latin typeface="Arial"/>
              <a:ea typeface="Arial"/>
              <a:cs typeface="Arial"/>
              <a:sym typeface="Arial"/>
            </a:endParaRPr>
          </a:p>
          <a:p>
            <a:pPr marL="2286000" marR="0" lvl="5" indent="0" algn="l" rtl="0">
              <a:spcBef>
                <a:spcPts val="0"/>
              </a:spcBef>
            </a:pPr>
            <a:endParaRPr sz="1800" b="0" i="0" u="none" strike="noStrike" cap="none">
              <a:solidFill>
                <a:schemeClr val="lt1"/>
              </a:solidFill>
              <a:latin typeface="Arial"/>
              <a:ea typeface="Arial"/>
              <a:cs typeface="Arial"/>
              <a:sym typeface="Arial"/>
            </a:endParaRPr>
          </a:p>
          <a:p>
            <a:pPr marL="2743200" marR="0" lvl="6" indent="0" algn="l" rtl="0">
              <a:spcBef>
                <a:spcPts val="0"/>
              </a:spcBef>
            </a:pPr>
            <a:endParaRPr sz="1800" b="0" i="0" u="none" strike="noStrike" cap="none">
              <a:solidFill>
                <a:schemeClr val="lt1"/>
              </a:solidFill>
              <a:latin typeface="Arial"/>
              <a:ea typeface="Arial"/>
              <a:cs typeface="Arial"/>
              <a:sym typeface="Arial"/>
            </a:endParaRPr>
          </a:p>
          <a:p>
            <a:pPr marL="3200400" marR="0" lvl="7" indent="0" algn="l" rtl="0">
              <a:spcBef>
                <a:spcPts val="0"/>
              </a:spcBef>
            </a:pPr>
            <a:endParaRPr sz="1800" b="0" i="0" u="none" strike="noStrike" cap="none">
              <a:solidFill>
                <a:schemeClr val="lt1"/>
              </a:solidFill>
              <a:latin typeface="Arial"/>
              <a:ea typeface="Arial"/>
              <a:cs typeface="Arial"/>
              <a:sym typeface="Arial"/>
            </a:endParaRPr>
          </a:p>
          <a:p>
            <a:pPr marL="3657600" marR="0" lvl="8" indent="0" algn="l" rtl="0">
              <a:spcBef>
                <a:spcPts val="0"/>
              </a:spcBef>
            </a:pPr>
            <a:endParaRPr sz="1800" b="0" i="0" u="none" strike="noStrike" cap="none">
              <a:solidFill>
                <a:schemeClr val="lt1"/>
              </a:solidFill>
              <a:latin typeface="Arial"/>
              <a:ea typeface="Arial"/>
              <a:cs typeface="Arial"/>
              <a:sym typeface="Arial"/>
            </a:endParaRPr>
          </a:p>
        </p:txBody>
      </p:sp>
      <p:sp>
        <p:nvSpPr>
          <p:cNvPr id="81" name="Shape 81"/>
          <p:cNvSpPr txBox="1">
            <a:spLocks noGrp="1"/>
          </p:cNvSpPr>
          <p:nvPr>
            <p:ph type="title"/>
          </p:nvPr>
        </p:nvSpPr>
        <p:spPr>
          <a:xfrm>
            <a:off x="228600" y="4865121"/>
            <a:ext cx="8075431" cy="562672"/>
          </a:xfrm>
          <a:prstGeom prst="rect">
            <a:avLst/>
          </a:prstGeom>
          <a:noFill/>
          <a:ln>
            <a:noFill/>
          </a:ln>
        </p:spPr>
        <p:txBody>
          <a:bodyPr lIns="91425" tIns="91425" rIns="91425" bIns="91425" anchor="t" anchorCtr="0"/>
          <a:lstStyle>
            <a:lvl1pPr marR="0" lvl="0" algn="r" rtl="0">
              <a:spcBef>
                <a:spcPts val="0"/>
              </a:spcBef>
              <a:buClr>
                <a:schemeClr val="accent1"/>
              </a:buClr>
              <a:buNone/>
              <a:defRPr sz="3000" b="0">
                <a:solidFill>
                  <a:schemeClr val="accent1"/>
                </a:solidFill>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82" name="Shape 82"/>
          <p:cNvSpPr/>
          <p:nvPr/>
        </p:nvSpPr>
        <p:spPr>
          <a:xfrm>
            <a:off x="716435" y="5001992"/>
            <a:ext cx="3802002" cy="1443111"/>
          </a:xfrm>
          <a:custGeom>
            <a:avLst/>
            <a:gdLst/>
            <a:ahLst/>
            <a:cxnLst/>
            <a:rect l="0" t="0" r="0" b="0"/>
            <a:pathLst>
              <a:path w="5760" h="528" extrusionOk="0">
                <a:moveTo>
                  <a:pt x="-329" y="347"/>
                </a:moveTo>
                <a:lnTo>
                  <a:pt x="7156" y="682"/>
                </a:lnTo>
                <a:lnTo>
                  <a:pt x="5229" y="682"/>
                </a:lnTo>
                <a:lnTo>
                  <a:pt x="-328" y="345"/>
                </a:lnTo>
              </a:path>
            </a:pathLst>
          </a:custGeom>
          <a:solidFill>
            <a:srgbClr val="6EC6DC">
              <a:alpha val="40000"/>
            </a:srgbClr>
          </a:solidFill>
          <a:ln>
            <a:noFill/>
          </a:ln>
        </p:spPr>
        <p:txBody>
          <a:bodyPr lIns="91425" tIns="45700" rIns="91425" bIns="45700" anchor="t" anchorCtr="0">
            <a:noAutofit/>
          </a:bodyPr>
          <a:lstStyle/>
          <a:p>
            <a:pPr lvl="0">
              <a:spcBef>
                <a:spcPts val="0"/>
              </a:spcBef>
              <a:buNone/>
            </a:pPr>
            <a:endParaRPr/>
          </a:p>
        </p:txBody>
      </p:sp>
      <p:sp>
        <p:nvSpPr>
          <p:cNvPr id="83" name="Shape 83"/>
          <p:cNvSpPr/>
          <p:nvPr/>
        </p:nvSpPr>
        <p:spPr>
          <a:xfrm>
            <a:off x="-53560" y="5785023"/>
            <a:ext cx="3802002" cy="838200"/>
          </a:xfrm>
          <a:custGeom>
            <a:avLst/>
            <a:gdLst/>
            <a:ahLst/>
            <a:cxnLst/>
            <a:rect l="0" t="0" r="0" b="0"/>
            <a:pathLst>
              <a:path w="5760" h="528" extrusionOk="0">
                <a:moveTo>
                  <a:pt x="817" y="97"/>
                </a:moveTo>
                <a:lnTo>
                  <a:pt x="6408" y="682"/>
                </a:lnTo>
                <a:lnTo>
                  <a:pt x="5232" y="685"/>
                </a:lnTo>
                <a:lnTo>
                  <a:pt x="829" y="101"/>
                </a:lnTo>
              </a:path>
            </a:pathLst>
          </a:custGeom>
          <a:solidFill>
            <a:srgbClr val="000000"/>
          </a:solidFill>
          <a:ln>
            <a:noFill/>
          </a:ln>
        </p:spPr>
        <p:txBody>
          <a:bodyPr lIns="91425" tIns="45700" rIns="91425" bIns="45700" anchor="t" anchorCtr="0">
            <a:noAutofit/>
          </a:bodyPr>
          <a:lstStyle/>
          <a:p>
            <a:pPr lvl="0">
              <a:spcBef>
                <a:spcPts val="0"/>
              </a:spcBef>
              <a:buNone/>
            </a:pPr>
            <a:endParaRPr/>
          </a:p>
        </p:txBody>
      </p:sp>
      <p:pic>
        <p:nvPicPr>
          <p:cNvPr id="84" name="Shape 84"/>
          <p:cNvPicPr preferRelativeResize="0"/>
          <p:nvPr/>
        </p:nvPicPr>
        <p:blipFill>
          <a:blip r:embed="rId2">
            <a:alphaModFix/>
          </a:blip>
          <a:stretch>
            <a:fillRect/>
          </a:stretch>
        </p:blipFill>
        <p:spPr>
          <a:xfrm>
            <a:off x="-6041" y="5791253"/>
            <a:ext cx="3402314" cy="1080867"/>
          </a:xfrm>
          <a:prstGeom prst="rect">
            <a:avLst/>
          </a:prstGeom>
          <a:noFill/>
          <a:ln>
            <a:noFill/>
          </a:ln>
        </p:spPr>
      </p:pic>
      <p:sp>
        <p:nvSpPr>
          <p:cNvPr id="85" name="Shape 85"/>
          <p:cNvSpPr/>
          <p:nvPr/>
        </p:nvSpPr>
        <p:spPr>
          <a:xfrm>
            <a:off x="-6041" y="5791253"/>
            <a:ext cx="3402313" cy="1080868"/>
          </a:xfrm>
          <a:prstGeom prst="rtTriangle">
            <a:avLst/>
          </a:prstGeom>
          <a:noFill/>
          <a:ln w="9525" cap="flat" cmpd="sng">
            <a:solidFill>
              <a:srgbClr val="000000"/>
            </a:solidFill>
            <a:prstDash val="solid"/>
            <a:round/>
            <a:headEnd type="none" w="med" len="med"/>
            <a:tailEnd type="none" w="med" len="med"/>
          </a:ln>
        </p:spPr>
        <p:txBody>
          <a:bodyPr lIns="91425" tIns="45700" rIns="91425" bIns="45700" anchor="ctr" anchorCtr="0">
            <a:noAutofit/>
          </a:bodyPr>
          <a:lstStyle/>
          <a:p>
            <a:pPr lvl="0">
              <a:spcBef>
                <a:spcPts val="0"/>
              </a:spcBef>
              <a:buNone/>
            </a:pPr>
            <a:endParaRPr/>
          </a:p>
        </p:txBody>
      </p:sp>
      <p:cxnSp>
        <p:nvCxnSpPr>
          <p:cNvPr id="86" name="Shape 86"/>
          <p:cNvCxnSpPr/>
          <p:nvPr/>
        </p:nvCxnSpPr>
        <p:spPr>
          <a:xfrm>
            <a:off x="-9237" y="5787737"/>
            <a:ext cx="3405508" cy="1084383"/>
          </a:xfrm>
          <a:prstGeom prst="straightConnector1">
            <a:avLst/>
          </a:prstGeom>
          <a:noFill/>
          <a:ln w="12050" cap="flat" cmpd="sng">
            <a:solidFill>
              <a:srgbClr val="65C0D6"/>
            </a:solidFill>
            <a:prstDash val="solid"/>
            <a:miter/>
            <a:headEnd type="none" w="med" len="med"/>
            <a:tailEnd type="none" w="med" len="med"/>
          </a:ln>
        </p:spPr>
      </p:cxnSp>
      <p:sp>
        <p:nvSpPr>
          <p:cNvPr id="87" name="Shape 87"/>
          <p:cNvSpPr/>
          <p:nvPr/>
        </p:nvSpPr>
        <p:spPr>
          <a:xfrm>
            <a:off x="8664111" y="4988439"/>
            <a:ext cx="182879" cy="228600"/>
          </a:xfrm>
          <a:prstGeom prst="chevron">
            <a:avLst>
              <a:gd name="adj" fmla="val 50000"/>
            </a:avLst>
          </a:prstGeom>
          <a:gradFill>
            <a:gsLst>
              <a:gs pos="0">
                <a:srgbClr val="10677C"/>
              </a:gs>
              <a:gs pos="72000">
                <a:srgbClr val="28B9DC"/>
              </a:gs>
              <a:gs pos="100000">
                <a:srgbClr val="4BC4E1"/>
              </a:gs>
            </a:gsLst>
            <a:lin ang="16200000" scaled="0"/>
          </a:gradFill>
          <a:ln w="9525" cap="rnd" cmpd="sng">
            <a:solidFill>
              <a:srgbClr val="16515F"/>
            </a:solidFill>
            <a:prstDash val="solid"/>
            <a:round/>
            <a:headEnd type="none" w="med" len="med"/>
            <a:tailEnd type="none" w="med" len="med"/>
          </a:ln>
        </p:spPr>
        <p:txBody>
          <a:bodyPr lIns="91425" tIns="45700" rIns="91425" bIns="45700" anchor="ctr" anchorCtr="0">
            <a:noAutofit/>
          </a:bodyPr>
          <a:lstStyle/>
          <a:p>
            <a:pPr lvl="0">
              <a:spcBef>
                <a:spcPts val="0"/>
              </a:spcBef>
              <a:buNone/>
            </a:pPr>
            <a:endParaRPr/>
          </a:p>
        </p:txBody>
      </p:sp>
      <p:sp>
        <p:nvSpPr>
          <p:cNvPr id="88" name="Shape 88"/>
          <p:cNvSpPr/>
          <p:nvPr/>
        </p:nvSpPr>
        <p:spPr>
          <a:xfrm>
            <a:off x="8477696" y="4988439"/>
            <a:ext cx="182879" cy="228600"/>
          </a:xfrm>
          <a:prstGeom prst="chevron">
            <a:avLst>
              <a:gd name="adj" fmla="val 50000"/>
            </a:avLst>
          </a:prstGeom>
          <a:gradFill>
            <a:gsLst>
              <a:gs pos="0">
                <a:srgbClr val="10677C"/>
              </a:gs>
              <a:gs pos="72000">
                <a:srgbClr val="28B9DC"/>
              </a:gs>
              <a:gs pos="100000">
                <a:srgbClr val="4BC4E1"/>
              </a:gs>
            </a:gsLst>
            <a:lin ang="16200000" scaled="0"/>
          </a:gradFill>
          <a:ln w="9525" cap="rnd" cmpd="sng">
            <a:solidFill>
              <a:srgbClr val="16515F"/>
            </a:solidFill>
            <a:prstDash val="solid"/>
            <a:round/>
            <a:headEnd type="none" w="med" len="med"/>
            <a:tailEnd type="none" w="med" len="med"/>
          </a:ln>
        </p:spPr>
        <p:txBody>
          <a:bodyPr lIns="91425" tIns="45700" rIns="91425" bIns="45700" anchor="ctr" anchorCtr="0">
            <a:noAutofit/>
          </a:bodyPr>
          <a:lstStyle/>
          <a:p>
            <a:pPr lvl="0">
              <a:spcBef>
                <a:spcPts val="0"/>
              </a:spcBef>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Shape 89"/>
        <p:cNvGrpSpPr/>
        <p:nvPr/>
      </p:nvGrpSpPr>
      <p:grpSpPr>
        <a:xfrm>
          <a:off x="0" y="0"/>
          <a:ext cx="0" cy="0"/>
          <a:chOff x="0" y="0"/>
          <a:chExt cx="0" cy="0"/>
        </a:xfrm>
      </p:grpSpPr>
      <p:sp>
        <p:nvSpPr>
          <p:cNvPr id="90" name="Shape 90"/>
          <p:cNvSpPr txBox="1">
            <a:spLocks noGrp="1"/>
          </p:cNvSpPr>
          <p:nvPr>
            <p:ph type="title"/>
          </p:nvPr>
        </p:nvSpPr>
        <p:spPr>
          <a:xfrm>
            <a:off x="457200" y="274637"/>
            <a:ext cx="8229600" cy="1143000"/>
          </a:xfrm>
          <a:prstGeom prst="rect">
            <a:avLst/>
          </a:prstGeom>
          <a:noFill/>
          <a:ln>
            <a:noFill/>
          </a:ln>
        </p:spPr>
        <p:txBody>
          <a:bodyPr lIns="91425" tIns="91425" rIns="91425" bIns="91425" anchor="ctr" anchorCtr="0"/>
          <a:lstStyle>
            <a:lvl1pPr lvl="0" algn="l" rtl="0">
              <a:spcBef>
                <a:spcPts val="0"/>
              </a:spcBef>
              <a:buClr>
                <a:schemeClr val="dk2"/>
              </a:buClr>
              <a:buNone/>
              <a:defRPr sz="4100" b="1">
                <a:solidFill>
                  <a:schemeClr val="dk2"/>
                </a:solidFill>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91" name="Shape 91"/>
          <p:cNvSpPr txBox="1">
            <a:spLocks noGrp="1"/>
          </p:cNvSpPr>
          <p:nvPr>
            <p:ph type="body" idx="1"/>
          </p:nvPr>
        </p:nvSpPr>
        <p:spPr>
          <a:xfrm rot="5400000">
            <a:off x="2378964" y="-440435"/>
            <a:ext cx="4386070" cy="8229600"/>
          </a:xfrm>
          <a:prstGeom prst="rect">
            <a:avLst/>
          </a:prstGeom>
          <a:noFill/>
          <a:ln>
            <a:noFill/>
          </a:ln>
        </p:spPr>
        <p:txBody>
          <a:bodyPr lIns="91425" tIns="91425" rIns="91425" bIns="91425" anchor="t" anchorCtr="0"/>
          <a:lstStyle>
            <a:lvl1pPr marL="365760" lvl="0" indent="-194309" algn="l" rtl="0">
              <a:spcBef>
                <a:spcPts val="400"/>
              </a:spcBef>
              <a:spcAft>
                <a:spcPts val="0"/>
              </a:spcAft>
              <a:buClr>
                <a:schemeClr val="accent1"/>
              </a:buClr>
              <a:buFont typeface="Arial"/>
              <a:buChar char="●"/>
              <a:defRPr sz="2700">
                <a:solidFill>
                  <a:schemeClr val="dk1"/>
                </a:solidFill>
              </a:defRPr>
            </a:lvl1pPr>
            <a:lvl2pPr marL="621792" lvl="1" indent="-151891" algn="l" rtl="0">
              <a:spcBef>
                <a:spcPts val="324"/>
              </a:spcBef>
              <a:buClr>
                <a:schemeClr val="accent1"/>
              </a:buClr>
              <a:buFont typeface="Arial"/>
              <a:buChar char="●"/>
              <a:defRPr sz="2300">
                <a:solidFill>
                  <a:schemeClr val="dk1"/>
                </a:solidFill>
              </a:defRPr>
            </a:lvl2pPr>
            <a:lvl3pPr marL="859536" lvl="2" indent="-157861" algn="l" rtl="0">
              <a:spcBef>
                <a:spcPts val="350"/>
              </a:spcBef>
              <a:buClr>
                <a:schemeClr val="accent2"/>
              </a:buClr>
              <a:buFont typeface="Arial"/>
              <a:buChar char="●"/>
              <a:defRPr sz="2100">
                <a:solidFill>
                  <a:schemeClr val="dk1"/>
                </a:solidFill>
              </a:defRPr>
            </a:lvl3pPr>
            <a:lvl4pPr marL="1143000" lvl="3" indent="-155575" algn="l" rtl="0">
              <a:spcBef>
                <a:spcPts val="350"/>
              </a:spcBef>
              <a:buClr>
                <a:schemeClr val="accent2"/>
              </a:buClr>
              <a:buFont typeface="Arial"/>
              <a:buChar char="●"/>
              <a:defRPr sz="1900">
                <a:solidFill>
                  <a:schemeClr val="dk1"/>
                </a:solidFill>
              </a:defRPr>
            </a:lvl4pPr>
            <a:lvl5pPr marL="1371600" lvl="4" indent="-158750" algn="l" rtl="0">
              <a:spcBef>
                <a:spcPts val="350"/>
              </a:spcBef>
              <a:buClr>
                <a:schemeClr val="accent2"/>
              </a:buClr>
              <a:buFont typeface="Arial"/>
              <a:buChar char="●"/>
              <a:defRPr sz="1800">
                <a:solidFill>
                  <a:schemeClr val="dk1"/>
                </a:solidFill>
              </a:defRPr>
            </a:lvl5pPr>
            <a:lvl6pPr marL="1600200" lvl="5" indent="-158750" algn="l" rtl="0">
              <a:spcBef>
                <a:spcPts val="350"/>
              </a:spcBef>
              <a:buClr>
                <a:schemeClr val="accent3"/>
              </a:buClr>
              <a:buFont typeface="Arial"/>
              <a:buChar char="●"/>
              <a:defRPr sz="1800">
                <a:solidFill>
                  <a:schemeClr val="dk1"/>
                </a:solidFill>
              </a:defRPr>
            </a:lvl6pPr>
            <a:lvl7pPr marL="1828800" lvl="6" indent="-168275" algn="l" rtl="0">
              <a:spcBef>
                <a:spcPts val="350"/>
              </a:spcBef>
              <a:buClr>
                <a:schemeClr val="accent3"/>
              </a:buClr>
              <a:buFont typeface="Arial"/>
              <a:buChar char="●"/>
              <a:defRPr sz="1600">
                <a:solidFill>
                  <a:schemeClr val="dk1"/>
                </a:solidFill>
              </a:defRPr>
            </a:lvl7pPr>
            <a:lvl8pPr marL="2057400" lvl="7" indent="-168275" algn="l" rtl="0">
              <a:spcBef>
                <a:spcPts val="350"/>
              </a:spcBef>
              <a:buClr>
                <a:schemeClr val="accent3"/>
              </a:buClr>
              <a:buFont typeface="Arial"/>
              <a:buChar char="●"/>
              <a:defRPr sz="1600">
                <a:solidFill>
                  <a:schemeClr val="dk1"/>
                </a:solidFill>
              </a:defRPr>
            </a:lvl8pPr>
            <a:lvl9pPr marL="2286000" lvl="8" indent="-168275" algn="l" rtl="0">
              <a:spcBef>
                <a:spcPts val="350"/>
              </a:spcBef>
              <a:buClr>
                <a:schemeClr val="accent3"/>
              </a:buClr>
              <a:buFont typeface="Arial"/>
              <a:buChar char="●"/>
              <a:defRPr sz="1600">
                <a:solidFill>
                  <a:schemeClr val="dk1"/>
                </a:solidFill>
              </a:defRPr>
            </a:lvl9pPr>
          </a:lstStyle>
          <a:p>
            <a:endParaRPr/>
          </a:p>
        </p:txBody>
      </p:sp>
      <p:sp>
        <p:nvSpPr>
          <p:cNvPr id="92" name="Shape 92"/>
          <p:cNvSpPr txBox="1">
            <a:spLocks noGrp="1"/>
          </p:cNvSpPr>
          <p:nvPr>
            <p:ph type="dt" idx="10"/>
          </p:nvPr>
        </p:nvSpPr>
        <p:spPr>
          <a:xfrm>
            <a:off x="6727032" y="6407944"/>
            <a:ext cx="1920239" cy="365759"/>
          </a:xfrm>
          <a:prstGeom prst="rect">
            <a:avLst/>
          </a:prstGeom>
          <a:noFill/>
          <a:ln>
            <a:noFill/>
          </a:ln>
        </p:spPr>
        <p:txBody>
          <a:bodyPr lIns="91425" tIns="91425" rIns="91425" bIns="91425" anchor="b" anchorCtr="0"/>
          <a:lstStyle>
            <a:lvl1pPr marL="0" marR="0" lvl="0" indent="0" algn="l" rtl="0">
              <a:spcBef>
                <a:spcPts val="0"/>
              </a:spcBef>
              <a:defRPr sz="1000" b="0" i="0" u="none" strike="noStrike" cap="none">
                <a:solidFill>
                  <a:schemeClr val="dk1"/>
                </a:solidFill>
                <a:latin typeface="Arial"/>
                <a:ea typeface="Arial"/>
                <a:cs typeface="Arial"/>
                <a:sym typeface="Arial"/>
              </a:defRPr>
            </a:lvl1pPr>
            <a:lvl2pPr marL="457200" marR="0" lvl="1" indent="0" algn="l" rtl="0">
              <a:spcBef>
                <a:spcPts val="0"/>
              </a:spcBef>
              <a:defRPr sz="1800" b="0" i="0" u="none" strike="noStrike" cap="none">
                <a:solidFill>
                  <a:schemeClr val="dk1"/>
                </a:solidFill>
                <a:latin typeface="Arial"/>
                <a:ea typeface="Arial"/>
                <a:cs typeface="Arial"/>
                <a:sym typeface="Arial"/>
              </a:defRPr>
            </a:lvl2pPr>
            <a:lvl3pPr marL="914400" marR="0" lvl="2" indent="0" algn="l" rtl="0">
              <a:spcBef>
                <a:spcPts val="0"/>
              </a:spcBef>
              <a:defRPr sz="1800" b="0" i="0" u="none" strike="noStrike" cap="none">
                <a:solidFill>
                  <a:schemeClr val="dk1"/>
                </a:solidFill>
                <a:latin typeface="Arial"/>
                <a:ea typeface="Arial"/>
                <a:cs typeface="Arial"/>
                <a:sym typeface="Arial"/>
              </a:defRPr>
            </a:lvl3pPr>
            <a:lvl4pPr marL="1371600" marR="0" lvl="3" indent="0" algn="l" rtl="0">
              <a:spcBef>
                <a:spcPts val="0"/>
              </a:spcBef>
              <a:defRPr sz="1800" b="0" i="0" u="none" strike="noStrike" cap="none">
                <a:solidFill>
                  <a:schemeClr val="dk1"/>
                </a:solidFill>
                <a:latin typeface="Arial"/>
                <a:ea typeface="Arial"/>
                <a:cs typeface="Arial"/>
                <a:sym typeface="Arial"/>
              </a:defRPr>
            </a:lvl4pPr>
            <a:lvl5pPr marL="1828800" marR="0" lvl="4" indent="0" algn="l" rtl="0">
              <a:spcBef>
                <a:spcPts val="0"/>
              </a:spcBef>
              <a:defRPr sz="1800" b="0" i="0" u="none" strike="noStrike" cap="none">
                <a:solidFill>
                  <a:schemeClr val="dk1"/>
                </a:solidFill>
                <a:latin typeface="Arial"/>
                <a:ea typeface="Arial"/>
                <a:cs typeface="Arial"/>
                <a:sym typeface="Arial"/>
              </a:defRPr>
            </a:lvl5pPr>
            <a:lvl6pPr marL="2286000" marR="0" lvl="5" indent="0" algn="l" rtl="0">
              <a:spcBef>
                <a:spcPts val="0"/>
              </a:spcBef>
              <a:defRPr sz="1800" b="0" i="0" u="none" strike="noStrike" cap="none">
                <a:solidFill>
                  <a:schemeClr val="dk1"/>
                </a:solidFill>
                <a:latin typeface="Arial"/>
                <a:ea typeface="Arial"/>
                <a:cs typeface="Arial"/>
                <a:sym typeface="Arial"/>
              </a:defRPr>
            </a:lvl6pPr>
            <a:lvl7pPr marL="2743200" marR="0" lvl="6" indent="0" algn="l" rtl="0">
              <a:spcBef>
                <a:spcPts val="0"/>
              </a:spcBef>
              <a:defRPr sz="1800" b="0" i="0" u="none" strike="noStrike" cap="none">
                <a:solidFill>
                  <a:schemeClr val="dk1"/>
                </a:solidFill>
                <a:latin typeface="Arial"/>
                <a:ea typeface="Arial"/>
                <a:cs typeface="Arial"/>
                <a:sym typeface="Arial"/>
              </a:defRPr>
            </a:lvl7pPr>
            <a:lvl8pPr marL="3200400" marR="0" lvl="7" indent="0" algn="l" rtl="0">
              <a:spcBef>
                <a:spcPts val="0"/>
              </a:spcBef>
              <a:defRPr sz="1800" b="0" i="0" u="none" strike="noStrike" cap="none">
                <a:solidFill>
                  <a:schemeClr val="dk1"/>
                </a:solidFill>
                <a:latin typeface="Arial"/>
                <a:ea typeface="Arial"/>
                <a:cs typeface="Arial"/>
                <a:sym typeface="Arial"/>
              </a:defRPr>
            </a:lvl8pPr>
            <a:lvl9pPr marL="3657600" marR="0" lvl="8" indent="0" algn="l" rtl="0">
              <a:spcBef>
                <a:spcPts val="0"/>
              </a:spcBef>
              <a:defRPr sz="1800" b="0" i="0" u="none" strike="noStrike" cap="none">
                <a:solidFill>
                  <a:schemeClr val="dk1"/>
                </a:solidFill>
                <a:latin typeface="Arial"/>
                <a:ea typeface="Arial"/>
                <a:cs typeface="Arial"/>
                <a:sym typeface="Arial"/>
              </a:defRPr>
            </a:lvl9pPr>
          </a:lstStyle>
          <a:p>
            <a:endParaRPr/>
          </a:p>
        </p:txBody>
      </p:sp>
      <p:sp>
        <p:nvSpPr>
          <p:cNvPr id="93" name="Shape 93"/>
          <p:cNvSpPr txBox="1">
            <a:spLocks noGrp="1"/>
          </p:cNvSpPr>
          <p:nvPr>
            <p:ph type="ftr" idx="11"/>
          </p:nvPr>
        </p:nvSpPr>
        <p:spPr>
          <a:xfrm>
            <a:off x="4380071" y="6407944"/>
            <a:ext cx="2350681" cy="365125"/>
          </a:xfrm>
          <a:prstGeom prst="rect">
            <a:avLst/>
          </a:prstGeom>
          <a:noFill/>
          <a:ln>
            <a:noFill/>
          </a:ln>
        </p:spPr>
        <p:txBody>
          <a:bodyPr lIns="91425" tIns="91425" rIns="91425" bIns="91425" anchor="b" anchorCtr="0"/>
          <a:lstStyle>
            <a:lvl1pPr marL="0" marR="0" lvl="0" indent="0" algn="r" rtl="0">
              <a:spcBef>
                <a:spcPts val="0"/>
              </a:spcBef>
              <a:defRPr sz="1000" b="0" i="0" u="none" strike="noStrike" cap="none">
                <a:solidFill>
                  <a:schemeClr val="dk1"/>
                </a:solidFill>
                <a:latin typeface="Arial"/>
                <a:ea typeface="Arial"/>
                <a:cs typeface="Arial"/>
                <a:sym typeface="Arial"/>
              </a:defRPr>
            </a:lvl1pPr>
            <a:lvl2pPr marL="457200" marR="0" lvl="1" indent="0" algn="l" rtl="0">
              <a:spcBef>
                <a:spcPts val="0"/>
              </a:spcBef>
              <a:defRPr sz="1800" b="0" i="0" u="none" strike="noStrike" cap="none">
                <a:solidFill>
                  <a:schemeClr val="dk1"/>
                </a:solidFill>
                <a:latin typeface="Arial"/>
                <a:ea typeface="Arial"/>
                <a:cs typeface="Arial"/>
                <a:sym typeface="Arial"/>
              </a:defRPr>
            </a:lvl2pPr>
            <a:lvl3pPr marL="914400" marR="0" lvl="2" indent="0" algn="l" rtl="0">
              <a:spcBef>
                <a:spcPts val="0"/>
              </a:spcBef>
              <a:defRPr sz="1800" b="0" i="0" u="none" strike="noStrike" cap="none">
                <a:solidFill>
                  <a:schemeClr val="dk1"/>
                </a:solidFill>
                <a:latin typeface="Arial"/>
                <a:ea typeface="Arial"/>
                <a:cs typeface="Arial"/>
                <a:sym typeface="Arial"/>
              </a:defRPr>
            </a:lvl3pPr>
            <a:lvl4pPr marL="1371600" marR="0" lvl="3" indent="0" algn="l" rtl="0">
              <a:spcBef>
                <a:spcPts val="0"/>
              </a:spcBef>
              <a:defRPr sz="1800" b="0" i="0" u="none" strike="noStrike" cap="none">
                <a:solidFill>
                  <a:schemeClr val="dk1"/>
                </a:solidFill>
                <a:latin typeface="Arial"/>
                <a:ea typeface="Arial"/>
                <a:cs typeface="Arial"/>
                <a:sym typeface="Arial"/>
              </a:defRPr>
            </a:lvl4pPr>
            <a:lvl5pPr marL="1828800" marR="0" lvl="4" indent="0" algn="l" rtl="0">
              <a:spcBef>
                <a:spcPts val="0"/>
              </a:spcBef>
              <a:defRPr sz="1800" b="0" i="0" u="none" strike="noStrike" cap="none">
                <a:solidFill>
                  <a:schemeClr val="dk1"/>
                </a:solidFill>
                <a:latin typeface="Arial"/>
                <a:ea typeface="Arial"/>
                <a:cs typeface="Arial"/>
                <a:sym typeface="Arial"/>
              </a:defRPr>
            </a:lvl5pPr>
            <a:lvl6pPr marL="2286000" marR="0" lvl="5" indent="0" algn="l" rtl="0">
              <a:spcBef>
                <a:spcPts val="0"/>
              </a:spcBef>
              <a:defRPr sz="1800" b="0" i="0" u="none" strike="noStrike" cap="none">
                <a:solidFill>
                  <a:schemeClr val="dk1"/>
                </a:solidFill>
                <a:latin typeface="Arial"/>
                <a:ea typeface="Arial"/>
                <a:cs typeface="Arial"/>
                <a:sym typeface="Arial"/>
              </a:defRPr>
            </a:lvl6pPr>
            <a:lvl7pPr marL="2743200" marR="0" lvl="6" indent="0" algn="l" rtl="0">
              <a:spcBef>
                <a:spcPts val="0"/>
              </a:spcBef>
              <a:defRPr sz="1800" b="0" i="0" u="none" strike="noStrike" cap="none">
                <a:solidFill>
                  <a:schemeClr val="dk1"/>
                </a:solidFill>
                <a:latin typeface="Arial"/>
                <a:ea typeface="Arial"/>
                <a:cs typeface="Arial"/>
                <a:sym typeface="Arial"/>
              </a:defRPr>
            </a:lvl7pPr>
            <a:lvl8pPr marL="3200400" marR="0" lvl="7" indent="0" algn="l" rtl="0">
              <a:spcBef>
                <a:spcPts val="0"/>
              </a:spcBef>
              <a:defRPr sz="1800" b="0" i="0" u="none" strike="noStrike" cap="none">
                <a:solidFill>
                  <a:schemeClr val="dk1"/>
                </a:solidFill>
                <a:latin typeface="Arial"/>
                <a:ea typeface="Arial"/>
                <a:cs typeface="Arial"/>
                <a:sym typeface="Arial"/>
              </a:defRPr>
            </a:lvl8pPr>
            <a:lvl9pPr marL="3657600" marR="0" lvl="8" indent="0" algn="l" rtl="0">
              <a:spcBef>
                <a:spcPts val="0"/>
              </a:spcBef>
              <a:defRPr sz="1800" b="0" i="0" u="none" strike="noStrike" cap="none">
                <a:solidFill>
                  <a:schemeClr val="dk1"/>
                </a:solidFill>
                <a:latin typeface="Arial"/>
                <a:ea typeface="Arial"/>
                <a:cs typeface="Arial"/>
                <a:sym typeface="Arial"/>
              </a:defRPr>
            </a:lvl9pPr>
          </a:lstStyle>
          <a:p>
            <a:endParaRPr/>
          </a:p>
        </p:txBody>
      </p:sp>
      <p:sp>
        <p:nvSpPr>
          <p:cNvPr id="94" name="Shape 94"/>
          <p:cNvSpPr txBox="1">
            <a:spLocks noGrp="1"/>
          </p:cNvSpPr>
          <p:nvPr>
            <p:ph type="sldNum" idx="12"/>
          </p:nvPr>
        </p:nvSpPr>
        <p:spPr>
          <a:xfrm>
            <a:off x="8647271" y="6407944"/>
            <a:ext cx="365759" cy="365125"/>
          </a:xfrm>
          <a:prstGeom prst="rect">
            <a:avLst/>
          </a:prstGeom>
          <a:noFill/>
          <a:ln>
            <a:noFill/>
          </a:ln>
        </p:spPr>
        <p:txBody>
          <a:bodyPr lIns="91425" tIns="91425" rIns="91425" bIns="91425" anchor="b" anchorCtr="0">
            <a:noAutofit/>
          </a:bodyPr>
          <a:lstStyle/>
          <a:p>
            <a:pPr marL="0" marR="0" lvl="0" indent="0" algn="r" rtl="0">
              <a:spcBef>
                <a:spcPts val="0"/>
              </a:spcBef>
            </a:pPr>
            <a:endParaRPr sz="1000" b="0" i="0" u="none" strike="noStrike" cap="none">
              <a:solidFill>
                <a:schemeClr val="dk1"/>
              </a:solidFill>
              <a:latin typeface="Arial"/>
              <a:ea typeface="Arial"/>
              <a:cs typeface="Arial"/>
              <a:sym typeface="Arial"/>
            </a:endParaRPr>
          </a:p>
          <a:p>
            <a:pPr marL="457200" marR="0" lvl="1" indent="0" algn="l" rtl="0">
              <a:spcBef>
                <a:spcPts val="0"/>
              </a:spcBef>
            </a:pPr>
            <a:endParaRPr sz="1800" b="0" i="0" u="none" strike="noStrike" cap="none">
              <a:solidFill>
                <a:schemeClr val="dk1"/>
              </a:solidFill>
              <a:latin typeface="Arial"/>
              <a:ea typeface="Arial"/>
              <a:cs typeface="Arial"/>
              <a:sym typeface="Arial"/>
            </a:endParaRPr>
          </a:p>
          <a:p>
            <a:pPr marL="914400" marR="0" lvl="2" indent="0" algn="l" rtl="0">
              <a:spcBef>
                <a:spcPts val="0"/>
              </a:spcBef>
            </a:pPr>
            <a:endParaRPr sz="1800" b="0" i="0" u="none" strike="noStrike" cap="none">
              <a:solidFill>
                <a:schemeClr val="dk1"/>
              </a:solidFill>
              <a:latin typeface="Arial"/>
              <a:ea typeface="Arial"/>
              <a:cs typeface="Arial"/>
              <a:sym typeface="Arial"/>
            </a:endParaRPr>
          </a:p>
          <a:p>
            <a:pPr marL="1371600" marR="0" lvl="3" indent="0" algn="l" rtl="0">
              <a:spcBef>
                <a:spcPts val="0"/>
              </a:spcBef>
            </a:pPr>
            <a:endParaRPr sz="1800" b="0" i="0" u="none" strike="noStrike" cap="none">
              <a:solidFill>
                <a:schemeClr val="dk1"/>
              </a:solidFill>
              <a:latin typeface="Arial"/>
              <a:ea typeface="Arial"/>
              <a:cs typeface="Arial"/>
              <a:sym typeface="Arial"/>
            </a:endParaRPr>
          </a:p>
          <a:p>
            <a:pPr marL="1828800" marR="0" lvl="4" indent="0" algn="l" rtl="0">
              <a:spcBef>
                <a:spcPts val="0"/>
              </a:spcBef>
            </a:pPr>
            <a:endParaRPr sz="1800" b="0" i="0" u="none" strike="noStrike" cap="none">
              <a:solidFill>
                <a:schemeClr val="dk1"/>
              </a:solidFill>
              <a:latin typeface="Arial"/>
              <a:ea typeface="Arial"/>
              <a:cs typeface="Arial"/>
              <a:sym typeface="Arial"/>
            </a:endParaRPr>
          </a:p>
          <a:p>
            <a:pPr marL="2286000" marR="0" lvl="5" indent="0" algn="l" rtl="0">
              <a:spcBef>
                <a:spcPts val="0"/>
              </a:spcBef>
            </a:pPr>
            <a:endParaRPr sz="1800" b="0" i="0" u="none" strike="noStrike" cap="none">
              <a:solidFill>
                <a:schemeClr val="dk1"/>
              </a:solidFill>
              <a:latin typeface="Arial"/>
              <a:ea typeface="Arial"/>
              <a:cs typeface="Arial"/>
              <a:sym typeface="Arial"/>
            </a:endParaRPr>
          </a:p>
          <a:p>
            <a:pPr marL="2743200" marR="0" lvl="6" indent="0" algn="l" rtl="0">
              <a:spcBef>
                <a:spcPts val="0"/>
              </a:spcBef>
            </a:pPr>
            <a:endParaRPr sz="1800" b="0" i="0" u="none" strike="noStrike" cap="none">
              <a:solidFill>
                <a:schemeClr val="dk1"/>
              </a:solidFill>
              <a:latin typeface="Arial"/>
              <a:ea typeface="Arial"/>
              <a:cs typeface="Arial"/>
              <a:sym typeface="Arial"/>
            </a:endParaRPr>
          </a:p>
          <a:p>
            <a:pPr marL="3200400" marR="0" lvl="7" indent="0" algn="l" rtl="0">
              <a:spcBef>
                <a:spcPts val="0"/>
              </a:spcBef>
            </a:pPr>
            <a:endParaRPr sz="1800" b="0" i="0" u="none" strike="noStrike" cap="none">
              <a:solidFill>
                <a:schemeClr val="dk1"/>
              </a:solidFill>
              <a:latin typeface="Arial"/>
              <a:ea typeface="Arial"/>
              <a:cs typeface="Arial"/>
              <a:sym typeface="Arial"/>
            </a:endParaRPr>
          </a:p>
          <a:p>
            <a:pPr marL="3657600" marR="0" lvl="8" indent="0" algn="l" rtl="0">
              <a:spcBef>
                <a:spcPts val="0"/>
              </a:spcBef>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Shape 95"/>
        <p:cNvGrpSpPr/>
        <p:nvPr/>
      </p:nvGrpSpPr>
      <p:grpSpPr>
        <a:xfrm>
          <a:off x="0" y="0"/>
          <a:ext cx="0" cy="0"/>
          <a:chOff x="0" y="0"/>
          <a:chExt cx="0" cy="0"/>
        </a:xfrm>
      </p:grpSpPr>
      <p:sp>
        <p:nvSpPr>
          <p:cNvPr id="96" name="Shape 96"/>
          <p:cNvSpPr txBox="1">
            <a:spLocks noGrp="1"/>
          </p:cNvSpPr>
          <p:nvPr>
            <p:ph type="title"/>
          </p:nvPr>
        </p:nvSpPr>
        <p:spPr>
          <a:xfrm rot="5400000">
            <a:off x="4936367" y="2182285"/>
            <a:ext cx="5592760" cy="1777470"/>
          </a:xfrm>
          <a:prstGeom prst="rect">
            <a:avLst/>
          </a:prstGeom>
          <a:noFill/>
          <a:ln>
            <a:noFill/>
          </a:ln>
        </p:spPr>
        <p:txBody>
          <a:bodyPr lIns="91425" tIns="91425" rIns="91425" bIns="91425" anchor="ctr" anchorCtr="0"/>
          <a:lstStyle>
            <a:lvl1pPr lvl="0" algn="l" rtl="0">
              <a:spcBef>
                <a:spcPts val="0"/>
              </a:spcBef>
              <a:buClr>
                <a:schemeClr val="dk2"/>
              </a:buClr>
              <a:buNone/>
              <a:defRPr sz="4100" b="1">
                <a:solidFill>
                  <a:schemeClr val="dk2"/>
                </a:solidFill>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97" name="Shape 97"/>
          <p:cNvSpPr txBox="1">
            <a:spLocks noGrp="1"/>
          </p:cNvSpPr>
          <p:nvPr>
            <p:ph type="body" idx="1"/>
          </p:nvPr>
        </p:nvSpPr>
        <p:spPr>
          <a:xfrm rot="5400000">
            <a:off x="823119" y="-91279"/>
            <a:ext cx="5592759" cy="6324600"/>
          </a:xfrm>
          <a:prstGeom prst="rect">
            <a:avLst/>
          </a:prstGeom>
          <a:noFill/>
          <a:ln>
            <a:noFill/>
          </a:ln>
        </p:spPr>
        <p:txBody>
          <a:bodyPr lIns="91425" tIns="91425" rIns="91425" bIns="91425" anchor="t" anchorCtr="0"/>
          <a:lstStyle>
            <a:lvl1pPr marL="365760" lvl="0" indent="-194309" algn="l" rtl="0">
              <a:spcBef>
                <a:spcPts val="400"/>
              </a:spcBef>
              <a:spcAft>
                <a:spcPts val="0"/>
              </a:spcAft>
              <a:buClr>
                <a:schemeClr val="accent1"/>
              </a:buClr>
              <a:buFont typeface="Arial"/>
              <a:buChar char="●"/>
              <a:defRPr sz="2700">
                <a:solidFill>
                  <a:schemeClr val="dk1"/>
                </a:solidFill>
              </a:defRPr>
            </a:lvl1pPr>
            <a:lvl2pPr marL="621792" lvl="1" indent="-151891" algn="l" rtl="0">
              <a:spcBef>
                <a:spcPts val="324"/>
              </a:spcBef>
              <a:buClr>
                <a:schemeClr val="accent1"/>
              </a:buClr>
              <a:buFont typeface="Arial"/>
              <a:buChar char="●"/>
              <a:defRPr sz="2300">
                <a:solidFill>
                  <a:schemeClr val="dk1"/>
                </a:solidFill>
              </a:defRPr>
            </a:lvl2pPr>
            <a:lvl3pPr marL="859536" lvl="2" indent="-157861" algn="l" rtl="0">
              <a:spcBef>
                <a:spcPts val="350"/>
              </a:spcBef>
              <a:buClr>
                <a:schemeClr val="accent2"/>
              </a:buClr>
              <a:buFont typeface="Arial"/>
              <a:buChar char="●"/>
              <a:defRPr sz="2100">
                <a:solidFill>
                  <a:schemeClr val="dk1"/>
                </a:solidFill>
              </a:defRPr>
            </a:lvl3pPr>
            <a:lvl4pPr marL="1143000" lvl="3" indent="-155575" algn="l" rtl="0">
              <a:spcBef>
                <a:spcPts val="350"/>
              </a:spcBef>
              <a:buClr>
                <a:schemeClr val="accent2"/>
              </a:buClr>
              <a:buFont typeface="Arial"/>
              <a:buChar char="●"/>
              <a:defRPr sz="1900">
                <a:solidFill>
                  <a:schemeClr val="dk1"/>
                </a:solidFill>
              </a:defRPr>
            </a:lvl4pPr>
            <a:lvl5pPr marL="1371600" lvl="4" indent="-158750" algn="l" rtl="0">
              <a:spcBef>
                <a:spcPts val="350"/>
              </a:spcBef>
              <a:buClr>
                <a:schemeClr val="accent2"/>
              </a:buClr>
              <a:buFont typeface="Arial"/>
              <a:buChar char="●"/>
              <a:defRPr sz="1800">
                <a:solidFill>
                  <a:schemeClr val="dk1"/>
                </a:solidFill>
              </a:defRPr>
            </a:lvl5pPr>
            <a:lvl6pPr marL="1600200" lvl="5" indent="-158750" algn="l" rtl="0">
              <a:spcBef>
                <a:spcPts val="350"/>
              </a:spcBef>
              <a:buClr>
                <a:schemeClr val="accent3"/>
              </a:buClr>
              <a:buFont typeface="Arial"/>
              <a:buChar char="●"/>
              <a:defRPr sz="1800">
                <a:solidFill>
                  <a:schemeClr val="dk1"/>
                </a:solidFill>
              </a:defRPr>
            </a:lvl6pPr>
            <a:lvl7pPr marL="1828800" lvl="6" indent="-168275" algn="l" rtl="0">
              <a:spcBef>
                <a:spcPts val="350"/>
              </a:spcBef>
              <a:buClr>
                <a:schemeClr val="accent3"/>
              </a:buClr>
              <a:buFont typeface="Arial"/>
              <a:buChar char="●"/>
              <a:defRPr sz="1600">
                <a:solidFill>
                  <a:schemeClr val="dk1"/>
                </a:solidFill>
              </a:defRPr>
            </a:lvl7pPr>
            <a:lvl8pPr marL="2057400" lvl="7" indent="-168275" algn="l" rtl="0">
              <a:spcBef>
                <a:spcPts val="350"/>
              </a:spcBef>
              <a:buClr>
                <a:schemeClr val="accent3"/>
              </a:buClr>
              <a:buFont typeface="Arial"/>
              <a:buChar char="●"/>
              <a:defRPr sz="1600">
                <a:solidFill>
                  <a:schemeClr val="dk1"/>
                </a:solidFill>
              </a:defRPr>
            </a:lvl8pPr>
            <a:lvl9pPr marL="2286000" lvl="8" indent="-168275" algn="l" rtl="0">
              <a:spcBef>
                <a:spcPts val="350"/>
              </a:spcBef>
              <a:buClr>
                <a:schemeClr val="accent3"/>
              </a:buClr>
              <a:buFont typeface="Arial"/>
              <a:buChar char="●"/>
              <a:defRPr sz="1600">
                <a:solidFill>
                  <a:schemeClr val="dk1"/>
                </a:solidFill>
              </a:defRPr>
            </a:lvl9pPr>
          </a:lstStyle>
          <a:p>
            <a:endParaRPr/>
          </a:p>
        </p:txBody>
      </p:sp>
      <p:sp>
        <p:nvSpPr>
          <p:cNvPr id="98" name="Shape 98"/>
          <p:cNvSpPr txBox="1">
            <a:spLocks noGrp="1"/>
          </p:cNvSpPr>
          <p:nvPr>
            <p:ph type="dt" idx="10"/>
          </p:nvPr>
        </p:nvSpPr>
        <p:spPr>
          <a:xfrm>
            <a:off x="6727032" y="6407944"/>
            <a:ext cx="1920239" cy="365759"/>
          </a:xfrm>
          <a:prstGeom prst="rect">
            <a:avLst/>
          </a:prstGeom>
          <a:noFill/>
          <a:ln>
            <a:noFill/>
          </a:ln>
        </p:spPr>
        <p:txBody>
          <a:bodyPr lIns="91425" tIns="91425" rIns="91425" bIns="91425" anchor="b" anchorCtr="0"/>
          <a:lstStyle>
            <a:lvl1pPr marL="0" marR="0" lvl="0" indent="0" algn="l" rtl="0">
              <a:spcBef>
                <a:spcPts val="0"/>
              </a:spcBef>
              <a:defRPr sz="1000" b="0" i="0" u="none" strike="noStrike" cap="none">
                <a:solidFill>
                  <a:schemeClr val="dk1"/>
                </a:solidFill>
                <a:latin typeface="Arial"/>
                <a:ea typeface="Arial"/>
                <a:cs typeface="Arial"/>
                <a:sym typeface="Arial"/>
              </a:defRPr>
            </a:lvl1pPr>
            <a:lvl2pPr marL="457200" marR="0" lvl="1" indent="0" algn="l" rtl="0">
              <a:spcBef>
                <a:spcPts val="0"/>
              </a:spcBef>
              <a:defRPr sz="1800" b="0" i="0" u="none" strike="noStrike" cap="none">
                <a:solidFill>
                  <a:schemeClr val="dk1"/>
                </a:solidFill>
                <a:latin typeface="Arial"/>
                <a:ea typeface="Arial"/>
                <a:cs typeface="Arial"/>
                <a:sym typeface="Arial"/>
              </a:defRPr>
            </a:lvl2pPr>
            <a:lvl3pPr marL="914400" marR="0" lvl="2" indent="0" algn="l" rtl="0">
              <a:spcBef>
                <a:spcPts val="0"/>
              </a:spcBef>
              <a:defRPr sz="1800" b="0" i="0" u="none" strike="noStrike" cap="none">
                <a:solidFill>
                  <a:schemeClr val="dk1"/>
                </a:solidFill>
                <a:latin typeface="Arial"/>
                <a:ea typeface="Arial"/>
                <a:cs typeface="Arial"/>
                <a:sym typeface="Arial"/>
              </a:defRPr>
            </a:lvl3pPr>
            <a:lvl4pPr marL="1371600" marR="0" lvl="3" indent="0" algn="l" rtl="0">
              <a:spcBef>
                <a:spcPts val="0"/>
              </a:spcBef>
              <a:defRPr sz="1800" b="0" i="0" u="none" strike="noStrike" cap="none">
                <a:solidFill>
                  <a:schemeClr val="dk1"/>
                </a:solidFill>
                <a:latin typeface="Arial"/>
                <a:ea typeface="Arial"/>
                <a:cs typeface="Arial"/>
                <a:sym typeface="Arial"/>
              </a:defRPr>
            </a:lvl4pPr>
            <a:lvl5pPr marL="1828800" marR="0" lvl="4" indent="0" algn="l" rtl="0">
              <a:spcBef>
                <a:spcPts val="0"/>
              </a:spcBef>
              <a:defRPr sz="1800" b="0" i="0" u="none" strike="noStrike" cap="none">
                <a:solidFill>
                  <a:schemeClr val="dk1"/>
                </a:solidFill>
                <a:latin typeface="Arial"/>
                <a:ea typeface="Arial"/>
                <a:cs typeface="Arial"/>
                <a:sym typeface="Arial"/>
              </a:defRPr>
            </a:lvl5pPr>
            <a:lvl6pPr marL="2286000" marR="0" lvl="5" indent="0" algn="l" rtl="0">
              <a:spcBef>
                <a:spcPts val="0"/>
              </a:spcBef>
              <a:defRPr sz="1800" b="0" i="0" u="none" strike="noStrike" cap="none">
                <a:solidFill>
                  <a:schemeClr val="dk1"/>
                </a:solidFill>
                <a:latin typeface="Arial"/>
                <a:ea typeface="Arial"/>
                <a:cs typeface="Arial"/>
                <a:sym typeface="Arial"/>
              </a:defRPr>
            </a:lvl6pPr>
            <a:lvl7pPr marL="2743200" marR="0" lvl="6" indent="0" algn="l" rtl="0">
              <a:spcBef>
                <a:spcPts val="0"/>
              </a:spcBef>
              <a:defRPr sz="1800" b="0" i="0" u="none" strike="noStrike" cap="none">
                <a:solidFill>
                  <a:schemeClr val="dk1"/>
                </a:solidFill>
                <a:latin typeface="Arial"/>
                <a:ea typeface="Arial"/>
                <a:cs typeface="Arial"/>
                <a:sym typeface="Arial"/>
              </a:defRPr>
            </a:lvl7pPr>
            <a:lvl8pPr marL="3200400" marR="0" lvl="7" indent="0" algn="l" rtl="0">
              <a:spcBef>
                <a:spcPts val="0"/>
              </a:spcBef>
              <a:defRPr sz="1800" b="0" i="0" u="none" strike="noStrike" cap="none">
                <a:solidFill>
                  <a:schemeClr val="dk1"/>
                </a:solidFill>
                <a:latin typeface="Arial"/>
                <a:ea typeface="Arial"/>
                <a:cs typeface="Arial"/>
                <a:sym typeface="Arial"/>
              </a:defRPr>
            </a:lvl8pPr>
            <a:lvl9pPr marL="3657600" marR="0" lvl="8" indent="0" algn="l" rtl="0">
              <a:spcBef>
                <a:spcPts val="0"/>
              </a:spcBef>
              <a:defRPr sz="1800" b="0" i="0" u="none" strike="noStrike" cap="none">
                <a:solidFill>
                  <a:schemeClr val="dk1"/>
                </a:solidFill>
                <a:latin typeface="Arial"/>
                <a:ea typeface="Arial"/>
                <a:cs typeface="Arial"/>
                <a:sym typeface="Arial"/>
              </a:defRPr>
            </a:lvl9pPr>
          </a:lstStyle>
          <a:p>
            <a:endParaRPr/>
          </a:p>
        </p:txBody>
      </p:sp>
      <p:sp>
        <p:nvSpPr>
          <p:cNvPr id="99" name="Shape 99"/>
          <p:cNvSpPr txBox="1">
            <a:spLocks noGrp="1"/>
          </p:cNvSpPr>
          <p:nvPr>
            <p:ph type="ftr" idx="11"/>
          </p:nvPr>
        </p:nvSpPr>
        <p:spPr>
          <a:xfrm>
            <a:off x="4380071" y="6407944"/>
            <a:ext cx="2350681" cy="365125"/>
          </a:xfrm>
          <a:prstGeom prst="rect">
            <a:avLst/>
          </a:prstGeom>
          <a:noFill/>
          <a:ln>
            <a:noFill/>
          </a:ln>
        </p:spPr>
        <p:txBody>
          <a:bodyPr lIns="91425" tIns="91425" rIns="91425" bIns="91425" anchor="b" anchorCtr="0"/>
          <a:lstStyle>
            <a:lvl1pPr marL="0" marR="0" lvl="0" indent="0" algn="r" rtl="0">
              <a:spcBef>
                <a:spcPts val="0"/>
              </a:spcBef>
              <a:defRPr sz="1000" b="0" i="0" u="none" strike="noStrike" cap="none">
                <a:solidFill>
                  <a:schemeClr val="dk1"/>
                </a:solidFill>
                <a:latin typeface="Arial"/>
                <a:ea typeface="Arial"/>
                <a:cs typeface="Arial"/>
                <a:sym typeface="Arial"/>
              </a:defRPr>
            </a:lvl1pPr>
            <a:lvl2pPr marL="457200" marR="0" lvl="1" indent="0" algn="l" rtl="0">
              <a:spcBef>
                <a:spcPts val="0"/>
              </a:spcBef>
              <a:defRPr sz="1800" b="0" i="0" u="none" strike="noStrike" cap="none">
                <a:solidFill>
                  <a:schemeClr val="dk1"/>
                </a:solidFill>
                <a:latin typeface="Arial"/>
                <a:ea typeface="Arial"/>
                <a:cs typeface="Arial"/>
                <a:sym typeface="Arial"/>
              </a:defRPr>
            </a:lvl2pPr>
            <a:lvl3pPr marL="914400" marR="0" lvl="2" indent="0" algn="l" rtl="0">
              <a:spcBef>
                <a:spcPts val="0"/>
              </a:spcBef>
              <a:defRPr sz="1800" b="0" i="0" u="none" strike="noStrike" cap="none">
                <a:solidFill>
                  <a:schemeClr val="dk1"/>
                </a:solidFill>
                <a:latin typeface="Arial"/>
                <a:ea typeface="Arial"/>
                <a:cs typeface="Arial"/>
                <a:sym typeface="Arial"/>
              </a:defRPr>
            </a:lvl3pPr>
            <a:lvl4pPr marL="1371600" marR="0" lvl="3" indent="0" algn="l" rtl="0">
              <a:spcBef>
                <a:spcPts val="0"/>
              </a:spcBef>
              <a:defRPr sz="1800" b="0" i="0" u="none" strike="noStrike" cap="none">
                <a:solidFill>
                  <a:schemeClr val="dk1"/>
                </a:solidFill>
                <a:latin typeface="Arial"/>
                <a:ea typeface="Arial"/>
                <a:cs typeface="Arial"/>
                <a:sym typeface="Arial"/>
              </a:defRPr>
            </a:lvl4pPr>
            <a:lvl5pPr marL="1828800" marR="0" lvl="4" indent="0" algn="l" rtl="0">
              <a:spcBef>
                <a:spcPts val="0"/>
              </a:spcBef>
              <a:defRPr sz="1800" b="0" i="0" u="none" strike="noStrike" cap="none">
                <a:solidFill>
                  <a:schemeClr val="dk1"/>
                </a:solidFill>
                <a:latin typeface="Arial"/>
                <a:ea typeface="Arial"/>
                <a:cs typeface="Arial"/>
                <a:sym typeface="Arial"/>
              </a:defRPr>
            </a:lvl5pPr>
            <a:lvl6pPr marL="2286000" marR="0" lvl="5" indent="0" algn="l" rtl="0">
              <a:spcBef>
                <a:spcPts val="0"/>
              </a:spcBef>
              <a:defRPr sz="1800" b="0" i="0" u="none" strike="noStrike" cap="none">
                <a:solidFill>
                  <a:schemeClr val="dk1"/>
                </a:solidFill>
                <a:latin typeface="Arial"/>
                <a:ea typeface="Arial"/>
                <a:cs typeface="Arial"/>
                <a:sym typeface="Arial"/>
              </a:defRPr>
            </a:lvl6pPr>
            <a:lvl7pPr marL="2743200" marR="0" lvl="6" indent="0" algn="l" rtl="0">
              <a:spcBef>
                <a:spcPts val="0"/>
              </a:spcBef>
              <a:defRPr sz="1800" b="0" i="0" u="none" strike="noStrike" cap="none">
                <a:solidFill>
                  <a:schemeClr val="dk1"/>
                </a:solidFill>
                <a:latin typeface="Arial"/>
                <a:ea typeface="Arial"/>
                <a:cs typeface="Arial"/>
                <a:sym typeface="Arial"/>
              </a:defRPr>
            </a:lvl7pPr>
            <a:lvl8pPr marL="3200400" marR="0" lvl="7" indent="0" algn="l" rtl="0">
              <a:spcBef>
                <a:spcPts val="0"/>
              </a:spcBef>
              <a:defRPr sz="1800" b="0" i="0" u="none" strike="noStrike" cap="none">
                <a:solidFill>
                  <a:schemeClr val="dk1"/>
                </a:solidFill>
                <a:latin typeface="Arial"/>
                <a:ea typeface="Arial"/>
                <a:cs typeface="Arial"/>
                <a:sym typeface="Arial"/>
              </a:defRPr>
            </a:lvl8pPr>
            <a:lvl9pPr marL="3657600" marR="0" lvl="8" indent="0" algn="l" rtl="0">
              <a:spcBef>
                <a:spcPts val="0"/>
              </a:spcBef>
              <a:defRPr sz="1800" b="0" i="0" u="none" strike="noStrike" cap="none">
                <a:solidFill>
                  <a:schemeClr val="dk1"/>
                </a:solidFill>
                <a:latin typeface="Arial"/>
                <a:ea typeface="Arial"/>
                <a:cs typeface="Arial"/>
                <a:sym typeface="Arial"/>
              </a:defRPr>
            </a:lvl9pPr>
          </a:lstStyle>
          <a:p>
            <a:endParaRPr/>
          </a:p>
        </p:txBody>
      </p:sp>
      <p:sp>
        <p:nvSpPr>
          <p:cNvPr id="100" name="Shape 100"/>
          <p:cNvSpPr txBox="1">
            <a:spLocks noGrp="1"/>
          </p:cNvSpPr>
          <p:nvPr>
            <p:ph type="sldNum" idx="12"/>
          </p:nvPr>
        </p:nvSpPr>
        <p:spPr>
          <a:xfrm>
            <a:off x="8647271" y="6407944"/>
            <a:ext cx="365759" cy="365125"/>
          </a:xfrm>
          <a:prstGeom prst="rect">
            <a:avLst/>
          </a:prstGeom>
          <a:noFill/>
          <a:ln>
            <a:noFill/>
          </a:ln>
        </p:spPr>
        <p:txBody>
          <a:bodyPr lIns="91425" tIns="91425" rIns="91425" bIns="91425" anchor="b" anchorCtr="0">
            <a:noAutofit/>
          </a:bodyPr>
          <a:lstStyle/>
          <a:p>
            <a:pPr marL="0" marR="0" lvl="0" indent="0" algn="r" rtl="0">
              <a:spcBef>
                <a:spcPts val="0"/>
              </a:spcBef>
            </a:pPr>
            <a:endParaRPr sz="1000" b="0" i="0" u="none" strike="noStrike" cap="none">
              <a:solidFill>
                <a:schemeClr val="dk1"/>
              </a:solidFill>
              <a:latin typeface="Arial"/>
              <a:ea typeface="Arial"/>
              <a:cs typeface="Arial"/>
              <a:sym typeface="Arial"/>
            </a:endParaRPr>
          </a:p>
          <a:p>
            <a:pPr marL="457200" marR="0" lvl="1" indent="0" algn="l" rtl="0">
              <a:spcBef>
                <a:spcPts val="0"/>
              </a:spcBef>
            </a:pPr>
            <a:endParaRPr sz="1800" b="0" i="0" u="none" strike="noStrike" cap="none">
              <a:solidFill>
                <a:schemeClr val="dk1"/>
              </a:solidFill>
              <a:latin typeface="Arial"/>
              <a:ea typeface="Arial"/>
              <a:cs typeface="Arial"/>
              <a:sym typeface="Arial"/>
            </a:endParaRPr>
          </a:p>
          <a:p>
            <a:pPr marL="914400" marR="0" lvl="2" indent="0" algn="l" rtl="0">
              <a:spcBef>
                <a:spcPts val="0"/>
              </a:spcBef>
            </a:pPr>
            <a:endParaRPr sz="1800" b="0" i="0" u="none" strike="noStrike" cap="none">
              <a:solidFill>
                <a:schemeClr val="dk1"/>
              </a:solidFill>
              <a:latin typeface="Arial"/>
              <a:ea typeface="Arial"/>
              <a:cs typeface="Arial"/>
              <a:sym typeface="Arial"/>
            </a:endParaRPr>
          </a:p>
          <a:p>
            <a:pPr marL="1371600" marR="0" lvl="3" indent="0" algn="l" rtl="0">
              <a:spcBef>
                <a:spcPts val="0"/>
              </a:spcBef>
            </a:pPr>
            <a:endParaRPr sz="1800" b="0" i="0" u="none" strike="noStrike" cap="none">
              <a:solidFill>
                <a:schemeClr val="dk1"/>
              </a:solidFill>
              <a:latin typeface="Arial"/>
              <a:ea typeface="Arial"/>
              <a:cs typeface="Arial"/>
              <a:sym typeface="Arial"/>
            </a:endParaRPr>
          </a:p>
          <a:p>
            <a:pPr marL="1828800" marR="0" lvl="4" indent="0" algn="l" rtl="0">
              <a:spcBef>
                <a:spcPts val="0"/>
              </a:spcBef>
            </a:pPr>
            <a:endParaRPr sz="1800" b="0" i="0" u="none" strike="noStrike" cap="none">
              <a:solidFill>
                <a:schemeClr val="dk1"/>
              </a:solidFill>
              <a:latin typeface="Arial"/>
              <a:ea typeface="Arial"/>
              <a:cs typeface="Arial"/>
              <a:sym typeface="Arial"/>
            </a:endParaRPr>
          </a:p>
          <a:p>
            <a:pPr marL="2286000" marR="0" lvl="5" indent="0" algn="l" rtl="0">
              <a:spcBef>
                <a:spcPts val="0"/>
              </a:spcBef>
            </a:pPr>
            <a:endParaRPr sz="1800" b="0" i="0" u="none" strike="noStrike" cap="none">
              <a:solidFill>
                <a:schemeClr val="dk1"/>
              </a:solidFill>
              <a:latin typeface="Arial"/>
              <a:ea typeface="Arial"/>
              <a:cs typeface="Arial"/>
              <a:sym typeface="Arial"/>
            </a:endParaRPr>
          </a:p>
          <a:p>
            <a:pPr marL="2743200" marR="0" lvl="6" indent="0" algn="l" rtl="0">
              <a:spcBef>
                <a:spcPts val="0"/>
              </a:spcBef>
            </a:pPr>
            <a:endParaRPr sz="1800" b="0" i="0" u="none" strike="noStrike" cap="none">
              <a:solidFill>
                <a:schemeClr val="dk1"/>
              </a:solidFill>
              <a:latin typeface="Arial"/>
              <a:ea typeface="Arial"/>
              <a:cs typeface="Arial"/>
              <a:sym typeface="Arial"/>
            </a:endParaRPr>
          </a:p>
          <a:p>
            <a:pPr marL="3200400" marR="0" lvl="7" indent="0" algn="l" rtl="0">
              <a:spcBef>
                <a:spcPts val="0"/>
              </a:spcBef>
            </a:pPr>
            <a:endParaRPr sz="1800" b="0" i="0" u="none" strike="noStrike" cap="none">
              <a:solidFill>
                <a:schemeClr val="dk1"/>
              </a:solidFill>
              <a:latin typeface="Arial"/>
              <a:ea typeface="Arial"/>
              <a:cs typeface="Arial"/>
              <a:sym typeface="Arial"/>
            </a:endParaRPr>
          </a:p>
          <a:p>
            <a:pPr marL="3657600" marR="0" lvl="8" indent="0" algn="l" rtl="0">
              <a:spcBef>
                <a:spcPts val="0"/>
              </a:spcBef>
            </a:pP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p:nvPr/>
        </p:nvSpPr>
        <p:spPr>
          <a:xfrm>
            <a:off x="716435" y="5001992"/>
            <a:ext cx="3802002" cy="1443111"/>
          </a:xfrm>
          <a:custGeom>
            <a:avLst/>
            <a:gdLst/>
            <a:ahLst/>
            <a:cxnLst/>
            <a:rect l="0" t="0" r="0" b="0"/>
            <a:pathLst>
              <a:path w="5760" h="528" extrusionOk="0">
                <a:moveTo>
                  <a:pt x="-329" y="347"/>
                </a:moveTo>
                <a:lnTo>
                  <a:pt x="7156" y="682"/>
                </a:lnTo>
                <a:lnTo>
                  <a:pt x="5229" y="682"/>
                </a:lnTo>
                <a:lnTo>
                  <a:pt x="-328" y="345"/>
                </a:lnTo>
              </a:path>
            </a:pathLst>
          </a:custGeom>
          <a:solidFill>
            <a:srgbClr val="6EC6DC">
              <a:alpha val="40000"/>
            </a:srgbClr>
          </a:solidFill>
          <a:ln>
            <a:noFill/>
          </a:ln>
        </p:spPr>
        <p:txBody>
          <a:bodyPr lIns="91425" tIns="45700" rIns="91425" bIns="45700" anchor="t" anchorCtr="0">
            <a:noAutofit/>
          </a:bodyPr>
          <a:lstStyle/>
          <a:p>
            <a:pPr lvl="0">
              <a:spcBef>
                <a:spcPts val="0"/>
              </a:spcBef>
              <a:buNone/>
            </a:pPr>
            <a:endParaRPr/>
          </a:p>
        </p:txBody>
      </p:sp>
      <p:sp>
        <p:nvSpPr>
          <p:cNvPr id="7" name="Shape 7"/>
          <p:cNvSpPr/>
          <p:nvPr/>
        </p:nvSpPr>
        <p:spPr>
          <a:xfrm>
            <a:off x="-53560" y="5785023"/>
            <a:ext cx="3802002" cy="838200"/>
          </a:xfrm>
          <a:custGeom>
            <a:avLst/>
            <a:gdLst/>
            <a:ahLst/>
            <a:cxnLst/>
            <a:rect l="0" t="0" r="0" b="0"/>
            <a:pathLst>
              <a:path w="5760" h="528" extrusionOk="0">
                <a:moveTo>
                  <a:pt x="817" y="97"/>
                </a:moveTo>
                <a:lnTo>
                  <a:pt x="6408" y="682"/>
                </a:lnTo>
                <a:lnTo>
                  <a:pt x="5232" y="685"/>
                </a:lnTo>
                <a:lnTo>
                  <a:pt x="829" y="101"/>
                </a:lnTo>
              </a:path>
            </a:pathLst>
          </a:custGeom>
          <a:solidFill>
            <a:srgbClr val="000000"/>
          </a:solidFill>
          <a:ln>
            <a:noFill/>
          </a:ln>
        </p:spPr>
        <p:txBody>
          <a:bodyPr lIns="91425" tIns="45700" rIns="91425" bIns="45700" anchor="t" anchorCtr="0">
            <a:noAutofit/>
          </a:bodyPr>
          <a:lstStyle/>
          <a:p>
            <a:pPr lvl="0">
              <a:spcBef>
                <a:spcPts val="0"/>
              </a:spcBef>
              <a:buNone/>
            </a:pPr>
            <a:endParaRPr/>
          </a:p>
        </p:txBody>
      </p:sp>
      <p:pic>
        <p:nvPicPr>
          <p:cNvPr id="8" name="Shape 8"/>
          <p:cNvPicPr preferRelativeResize="0"/>
          <p:nvPr/>
        </p:nvPicPr>
        <p:blipFill>
          <a:blip r:embed="rId13">
            <a:alphaModFix/>
          </a:blip>
          <a:stretch>
            <a:fillRect/>
          </a:stretch>
        </p:blipFill>
        <p:spPr>
          <a:xfrm>
            <a:off x="-6041" y="5791253"/>
            <a:ext cx="3402314" cy="1080867"/>
          </a:xfrm>
          <a:prstGeom prst="rect">
            <a:avLst/>
          </a:prstGeom>
          <a:noFill/>
          <a:ln>
            <a:noFill/>
          </a:ln>
        </p:spPr>
      </p:pic>
      <p:sp>
        <p:nvSpPr>
          <p:cNvPr id="9" name="Shape 9"/>
          <p:cNvSpPr/>
          <p:nvPr/>
        </p:nvSpPr>
        <p:spPr>
          <a:xfrm>
            <a:off x="-6041" y="5791253"/>
            <a:ext cx="3402313" cy="1080868"/>
          </a:xfrm>
          <a:prstGeom prst="rtTriangle">
            <a:avLst/>
          </a:prstGeom>
          <a:noFill/>
          <a:ln w="9525" cap="flat" cmpd="sng">
            <a:solidFill>
              <a:srgbClr val="000000"/>
            </a:solidFill>
            <a:prstDash val="solid"/>
            <a:round/>
            <a:headEnd type="none" w="med" len="med"/>
            <a:tailEnd type="none" w="med" len="med"/>
          </a:ln>
        </p:spPr>
        <p:txBody>
          <a:bodyPr lIns="91425" tIns="45700" rIns="91425" bIns="45700" anchor="ctr" anchorCtr="0">
            <a:noAutofit/>
          </a:bodyPr>
          <a:lstStyle/>
          <a:p>
            <a:pPr lvl="0">
              <a:spcBef>
                <a:spcPts val="0"/>
              </a:spcBef>
              <a:buNone/>
            </a:pPr>
            <a:endParaRPr/>
          </a:p>
        </p:txBody>
      </p:sp>
      <p:cxnSp>
        <p:nvCxnSpPr>
          <p:cNvPr id="10" name="Shape 10"/>
          <p:cNvCxnSpPr/>
          <p:nvPr/>
        </p:nvCxnSpPr>
        <p:spPr>
          <a:xfrm>
            <a:off x="-9237" y="5787737"/>
            <a:ext cx="3405508" cy="1084383"/>
          </a:xfrm>
          <a:prstGeom prst="straightConnector1">
            <a:avLst/>
          </a:prstGeom>
          <a:noFill/>
          <a:ln w="12050" cap="flat" cmpd="sng">
            <a:solidFill>
              <a:srgbClr val="65C0D6"/>
            </a:solidFill>
            <a:prstDash val="solid"/>
            <a:miter/>
            <a:headEnd type="none" w="med" len="med"/>
            <a:tailEnd type="none" w="med" len="med"/>
          </a:ln>
        </p:spPr>
      </p:cxnSp>
      <p:sp>
        <p:nvSpPr>
          <p:cNvPr id="11" name="Shape 11"/>
          <p:cNvSpPr txBox="1">
            <a:spLocks noGrp="1"/>
          </p:cNvSpPr>
          <p:nvPr>
            <p:ph type="title"/>
          </p:nvPr>
        </p:nvSpPr>
        <p:spPr>
          <a:xfrm>
            <a:off x="457200" y="274637"/>
            <a:ext cx="8229600" cy="1143000"/>
          </a:xfrm>
          <a:prstGeom prst="rect">
            <a:avLst/>
          </a:prstGeom>
          <a:noFill/>
          <a:ln>
            <a:noFill/>
          </a:ln>
        </p:spPr>
        <p:txBody>
          <a:bodyPr lIns="91425" tIns="91425" rIns="91425" bIns="91425" anchor="ctr" anchorCtr="0"/>
          <a:lstStyle>
            <a:lvl1pPr marL="0" marR="0" lvl="0" indent="0" algn="l" rtl="0">
              <a:spcBef>
                <a:spcPts val="0"/>
              </a:spcBef>
              <a:buClr>
                <a:schemeClr val="dk2"/>
              </a:buClr>
              <a:buFont typeface="Arial"/>
              <a:buNone/>
              <a:defRPr sz="4100" b="1" i="0" u="none" strike="noStrike" cap="none">
                <a:solidFill>
                  <a:schemeClr val="dk2"/>
                </a:solidFill>
                <a:latin typeface="Arial"/>
                <a:ea typeface="Arial"/>
                <a:cs typeface="Arial"/>
                <a:sym typeface="Arial"/>
              </a:defRPr>
            </a:lvl1pPr>
            <a:lvl2pPr marL="0" marR="0" lvl="1" indent="0" algn="l" rtl="0">
              <a:spcBef>
                <a:spcPts val="0"/>
              </a:spcBef>
              <a:defRPr/>
            </a:lvl2pPr>
            <a:lvl3pPr marL="0" marR="0" lvl="2" indent="0" algn="l" rtl="0">
              <a:spcBef>
                <a:spcPts val="0"/>
              </a:spcBef>
              <a:defRPr/>
            </a:lvl3pPr>
            <a:lvl4pPr marL="0" marR="0" lvl="3" indent="0" algn="l" rtl="0">
              <a:spcBef>
                <a:spcPts val="0"/>
              </a:spcBef>
              <a:defRPr/>
            </a:lvl4pPr>
            <a:lvl5pPr marL="0" marR="0" lvl="4" indent="0" algn="l" rtl="0">
              <a:spcBef>
                <a:spcPts val="0"/>
              </a:spcBef>
              <a:defRPr/>
            </a:lvl5pPr>
            <a:lvl6pPr marL="0" marR="0" lvl="5" indent="0" algn="l" rtl="0">
              <a:spcBef>
                <a:spcPts val="0"/>
              </a:spcBef>
              <a:defRPr/>
            </a:lvl6pPr>
            <a:lvl7pPr marL="0" marR="0" lvl="6" indent="0" algn="l" rtl="0">
              <a:spcBef>
                <a:spcPts val="0"/>
              </a:spcBef>
              <a:defRPr/>
            </a:lvl7pPr>
            <a:lvl8pPr marL="0" marR="0" lvl="7" indent="0" algn="l" rtl="0">
              <a:spcBef>
                <a:spcPts val="0"/>
              </a:spcBef>
              <a:defRPr/>
            </a:lvl8pPr>
            <a:lvl9pPr marL="0" marR="0" lvl="8" indent="0" algn="l" rtl="0">
              <a:spcBef>
                <a:spcPts val="0"/>
              </a:spcBef>
              <a:defRPr/>
            </a:lvl9pPr>
          </a:lstStyle>
          <a:p>
            <a:endParaRPr/>
          </a:p>
        </p:txBody>
      </p:sp>
      <p:sp>
        <p:nvSpPr>
          <p:cNvPr id="12" name="Shape 12"/>
          <p:cNvSpPr txBox="1">
            <a:spLocks noGrp="1"/>
          </p:cNvSpPr>
          <p:nvPr>
            <p:ph type="body" idx="1"/>
          </p:nvPr>
        </p:nvSpPr>
        <p:spPr>
          <a:xfrm>
            <a:off x="457200" y="1481328"/>
            <a:ext cx="8229600" cy="4525963"/>
          </a:xfrm>
          <a:prstGeom prst="rect">
            <a:avLst/>
          </a:prstGeom>
          <a:noFill/>
          <a:ln>
            <a:noFill/>
          </a:ln>
        </p:spPr>
        <p:txBody>
          <a:bodyPr lIns="91425" tIns="91425" rIns="91425" bIns="91425" anchor="t" anchorCtr="0"/>
          <a:lstStyle>
            <a:lvl1pPr marL="365760" marR="0" lvl="0" indent="-194309" algn="l" rtl="0">
              <a:spcBef>
                <a:spcPts val="400"/>
              </a:spcBef>
              <a:spcAft>
                <a:spcPts val="0"/>
              </a:spcAft>
              <a:buClr>
                <a:schemeClr val="accent1"/>
              </a:buClr>
              <a:buFont typeface="Arial"/>
              <a:buChar char="●"/>
              <a:defRPr sz="2700" b="0" i="0" u="none" strike="noStrike" cap="none">
                <a:solidFill>
                  <a:schemeClr val="dk1"/>
                </a:solidFill>
                <a:latin typeface="Arial"/>
                <a:ea typeface="Arial"/>
                <a:cs typeface="Arial"/>
                <a:sym typeface="Arial"/>
              </a:defRPr>
            </a:lvl1pPr>
            <a:lvl2pPr marL="621792" marR="0" lvl="1" indent="-151891" algn="l" rtl="0">
              <a:spcBef>
                <a:spcPts val="324"/>
              </a:spcBef>
              <a:buClr>
                <a:schemeClr val="accent1"/>
              </a:buClr>
              <a:buFont typeface="Arial"/>
              <a:buChar char="●"/>
              <a:defRPr sz="2300" b="0" i="0" u="none" strike="noStrike" cap="none">
                <a:solidFill>
                  <a:schemeClr val="dk1"/>
                </a:solidFill>
                <a:latin typeface="Arial"/>
                <a:ea typeface="Arial"/>
                <a:cs typeface="Arial"/>
                <a:sym typeface="Arial"/>
              </a:defRPr>
            </a:lvl2pPr>
            <a:lvl3pPr marL="859536" marR="0" lvl="2" indent="-157861" algn="l" rtl="0">
              <a:spcBef>
                <a:spcPts val="350"/>
              </a:spcBef>
              <a:buClr>
                <a:schemeClr val="accent2"/>
              </a:buClr>
              <a:buFont typeface="Arial"/>
              <a:buChar char="●"/>
              <a:defRPr sz="2100" b="0" i="0" u="none" strike="noStrike" cap="none">
                <a:solidFill>
                  <a:schemeClr val="dk1"/>
                </a:solidFill>
                <a:latin typeface="Arial"/>
                <a:ea typeface="Arial"/>
                <a:cs typeface="Arial"/>
                <a:sym typeface="Arial"/>
              </a:defRPr>
            </a:lvl3pPr>
            <a:lvl4pPr marL="1143000" marR="0" lvl="3" indent="-155575" algn="l" rtl="0">
              <a:spcBef>
                <a:spcPts val="350"/>
              </a:spcBef>
              <a:buClr>
                <a:schemeClr val="accent2"/>
              </a:buClr>
              <a:buFont typeface="Arial"/>
              <a:buChar char="●"/>
              <a:defRPr sz="1900" b="0" i="0" u="none" strike="noStrike" cap="none">
                <a:solidFill>
                  <a:schemeClr val="dk1"/>
                </a:solidFill>
                <a:latin typeface="Arial"/>
                <a:ea typeface="Arial"/>
                <a:cs typeface="Arial"/>
                <a:sym typeface="Arial"/>
              </a:defRPr>
            </a:lvl4pPr>
            <a:lvl5pPr marL="1371600" marR="0" lvl="4" indent="-158750" algn="l" rtl="0">
              <a:spcBef>
                <a:spcPts val="350"/>
              </a:spcBef>
              <a:buClr>
                <a:schemeClr val="accent2"/>
              </a:buClr>
              <a:buFont typeface="Arial"/>
              <a:buChar char="●"/>
              <a:defRPr sz="1800" b="0" i="0" u="none" strike="noStrike" cap="none">
                <a:solidFill>
                  <a:schemeClr val="dk1"/>
                </a:solidFill>
                <a:latin typeface="Arial"/>
                <a:ea typeface="Arial"/>
                <a:cs typeface="Arial"/>
                <a:sym typeface="Arial"/>
              </a:defRPr>
            </a:lvl5pPr>
            <a:lvl6pPr marL="1600200" marR="0" lvl="5" indent="-158750" algn="l" rtl="0">
              <a:spcBef>
                <a:spcPts val="350"/>
              </a:spcBef>
              <a:buClr>
                <a:schemeClr val="accent3"/>
              </a:buClr>
              <a:buFont typeface="Arial"/>
              <a:buChar char="●"/>
              <a:defRPr sz="1800" b="0" i="0" u="none" strike="noStrike" cap="none">
                <a:solidFill>
                  <a:schemeClr val="dk1"/>
                </a:solidFill>
                <a:latin typeface="Arial"/>
                <a:ea typeface="Arial"/>
                <a:cs typeface="Arial"/>
                <a:sym typeface="Arial"/>
              </a:defRPr>
            </a:lvl6pPr>
            <a:lvl7pPr marL="1828800" marR="0" lvl="6" indent="-168275" algn="l" rtl="0">
              <a:spcBef>
                <a:spcPts val="350"/>
              </a:spcBef>
              <a:buClr>
                <a:schemeClr val="accent3"/>
              </a:buClr>
              <a:buFont typeface="Arial"/>
              <a:buChar char="●"/>
              <a:defRPr sz="1600" b="0" i="0" u="none" strike="noStrike" cap="none">
                <a:solidFill>
                  <a:schemeClr val="dk1"/>
                </a:solidFill>
                <a:latin typeface="Arial"/>
                <a:ea typeface="Arial"/>
                <a:cs typeface="Arial"/>
                <a:sym typeface="Arial"/>
              </a:defRPr>
            </a:lvl7pPr>
            <a:lvl8pPr marL="2057400" marR="0" lvl="7" indent="-168275" algn="l" rtl="0">
              <a:spcBef>
                <a:spcPts val="350"/>
              </a:spcBef>
              <a:buClr>
                <a:schemeClr val="accent3"/>
              </a:buClr>
              <a:buFont typeface="Arial"/>
              <a:buChar char="●"/>
              <a:defRPr sz="1600" b="0" i="0" u="none" strike="noStrike" cap="none">
                <a:solidFill>
                  <a:schemeClr val="dk1"/>
                </a:solidFill>
                <a:latin typeface="Arial"/>
                <a:ea typeface="Arial"/>
                <a:cs typeface="Arial"/>
                <a:sym typeface="Arial"/>
              </a:defRPr>
            </a:lvl8pPr>
            <a:lvl9pPr marL="2286000" marR="0" lvl="8" indent="-168275" algn="l" rtl="0">
              <a:spcBef>
                <a:spcPts val="350"/>
              </a:spcBef>
              <a:buClr>
                <a:schemeClr val="accent3"/>
              </a:buClr>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727032" y="6407944"/>
            <a:ext cx="1920239" cy="365759"/>
          </a:xfrm>
          <a:prstGeom prst="rect">
            <a:avLst/>
          </a:prstGeom>
          <a:noFill/>
          <a:ln>
            <a:noFill/>
          </a:ln>
        </p:spPr>
        <p:txBody>
          <a:bodyPr lIns="91425" tIns="91425" rIns="91425" bIns="91425" anchor="b" anchorCtr="0"/>
          <a:lstStyle>
            <a:lvl1pPr marL="0" marR="0" lvl="0" indent="0" algn="l" rtl="0">
              <a:spcBef>
                <a:spcPts val="0"/>
              </a:spcBef>
              <a:defRPr sz="1000" b="0" i="0" u="none" strike="noStrike" cap="none">
                <a:solidFill>
                  <a:schemeClr val="dk1"/>
                </a:solidFill>
                <a:latin typeface="Arial"/>
                <a:ea typeface="Arial"/>
                <a:cs typeface="Arial"/>
                <a:sym typeface="Arial"/>
              </a:defRPr>
            </a:lvl1pPr>
            <a:lvl2pPr marL="457200" marR="0" lvl="1" indent="0" algn="l" rtl="0">
              <a:spcBef>
                <a:spcPts val="0"/>
              </a:spcBef>
              <a:defRPr sz="1800" b="0" i="0" u="none" strike="noStrike" cap="none">
                <a:solidFill>
                  <a:schemeClr val="dk1"/>
                </a:solidFill>
                <a:latin typeface="Arial"/>
                <a:ea typeface="Arial"/>
                <a:cs typeface="Arial"/>
                <a:sym typeface="Arial"/>
              </a:defRPr>
            </a:lvl2pPr>
            <a:lvl3pPr marL="914400" marR="0" lvl="2" indent="0" algn="l" rtl="0">
              <a:spcBef>
                <a:spcPts val="0"/>
              </a:spcBef>
              <a:defRPr sz="1800" b="0" i="0" u="none" strike="noStrike" cap="none">
                <a:solidFill>
                  <a:schemeClr val="dk1"/>
                </a:solidFill>
                <a:latin typeface="Arial"/>
                <a:ea typeface="Arial"/>
                <a:cs typeface="Arial"/>
                <a:sym typeface="Arial"/>
              </a:defRPr>
            </a:lvl3pPr>
            <a:lvl4pPr marL="1371600" marR="0" lvl="3" indent="0" algn="l" rtl="0">
              <a:spcBef>
                <a:spcPts val="0"/>
              </a:spcBef>
              <a:defRPr sz="1800" b="0" i="0" u="none" strike="noStrike" cap="none">
                <a:solidFill>
                  <a:schemeClr val="dk1"/>
                </a:solidFill>
                <a:latin typeface="Arial"/>
                <a:ea typeface="Arial"/>
                <a:cs typeface="Arial"/>
                <a:sym typeface="Arial"/>
              </a:defRPr>
            </a:lvl4pPr>
            <a:lvl5pPr marL="1828800" marR="0" lvl="4" indent="0" algn="l" rtl="0">
              <a:spcBef>
                <a:spcPts val="0"/>
              </a:spcBef>
              <a:defRPr sz="1800" b="0" i="0" u="none" strike="noStrike" cap="none">
                <a:solidFill>
                  <a:schemeClr val="dk1"/>
                </a:solidFill>
                <a:latin typeface="Arial"/>
                <a:ea typeface="Arial"/>
                <a:cs typeface="Arial"/>
                <a:sym typeface="Arial"/>
              </a:defRPr>
            </a:lvl5pPr>
            <a:lvl6pPr marL="2286000" marR="0" lvl="5" indent="0" algn="l" rtl="0">
              <a:spcBef>
                <a:spcPts val="0"/>
              </a:spcBef>
              <a:defRPr sz="1800" b="0" i="0" u="none" strike="noStrike" cap="none">
                <a:solidFill>
                  <a:schemeClr val="dk1"/>
                </a:solidFill>
                <a:latin typeface="Arial"/>
                <a:ea typeface="Arial"/>
                <a:cs typeface="Arial"/>
                <a:sym typeface="Arial"/>
              </a:defRPr>
            </a:lvl6pPr>
            <a:lvl7pPr marL="2743200" marR="0" lvl="6" indent="0" algn="l" rtl="0">
              <a:spcBef>
                <a:spcPts val="0"/>
              </a:spcBef>
              <a:defRPr sz="1800" b="0" i="0" u="none" strike="noStrike" cap="none">
                <a:solidFill>
                  <a:schemeClr val="dk1"/>
                </a:solidFill>
                <a:latin typeface="Arial"/>
                <a:ea typeface="Arial"/>
                <a:cs typeface="Arial"/>
                <a:sym typeface="Arial"/>
              </a:defRPr>
            </a:lvl7pPr>
            <a:lvl8pPr marL="3200400" marR="0" lvl="7" indent="0" algn="l" rtl="0">
              <a:spcBef>
                <a:spcPts val="0"/>
              </a:spcBef>
              <a:defRPr sz="1800" b="0" i="0" u="none" strike="noStrike" cap="none">
                <a:solidFill>
                  <a:schemeClr val="dk1"/>
                </a:solidFill>
                <a:latin typeface="Arial"/>
                <a:ea typeface="Arial"/>
                <a:cs typeface="Arial"/>
                <a:sym typeface="Arial"/>
              </a:defRPr>
            </a:lvl8pPr>
            <a:lvl9pPr marL="3657600" marR="0" lvl="8" indent="0" algn="l" rtl="0">
              <a:spcBef>
                <a:spcPts val="0"/>
              </a:spcBef>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ftr" idx="11"/>
          </p:nvPr>
        </p:nvSpPr>
        <p:spPr>
          <a:xfrm>
            <a:off x="4380071" y="6407944"/>
            <a:ext cx="2350681" cy="365125"/>
          </a:xfrm>
          <a:prstGeom prst="rect">
            <a:avLst/>
          </a:prstGeom>
          <a:noFill/>
          <a:ln>
            <a:noFill/>
          </a:ln>
        </p:spPr>
        <p:txBody>
          <a:bodyPr lIns="91425" tIns="91425" rIns="91425" bIns="91425" anchor="b" anchorCtr="0"/>
          <a:lstStyle>
            <a:lvl1pPr marL="0" marR="0" lvl="0" indent="0" algn="r" rtl="0">
              <a:spcBef>
                <a:spcPts val="0"/>
              </a:spcBef>
              <a:defRPr sz="1000" b="0" i="0" u="none" strike="noStrike" cap="none">
                <a:solidFill>
                  <a:schemeClr val="dk1"/>
                </a:solidFill>
                <a:latin typeface="Arial"/>
                <a:ea typeface="Arial"/>
                <a:cs typeface="Arial"/>
                <a:sym typeface="Arial"/>
              </a:defRPr>
            </a:lvl1pPr>
            <a:lvl2pPr marL="457200" marR="0" lvl="1" indent="0" algn="l" rtl="0">
              <a:spcBef>
                <a:spcPts val="0"/>
              </a:spcBef>
              <a:defRPr sz="1800" b="0" i="0" u="none" strike="noStrike" cap="none">
                <a:solidFill>
                  <a:schemeClr val="dk1"/>
                </a:solidFill>
                <a:latin typeface="Arial"/>
                <a:ea typeface="Arial"/>
                <a:cs typeface="Arial"/>
                <a:sym typeface="Arial"/>
              </a:defRPr>
            </a:lvl2pPr>
            <a:lvl3pPr marL="914400" marR="0" lvl="2" indent="0" algn="l" rtl="0">
              <a:spcBef>
                <a:spcPts val="0"/>
              </a:spcBef>
              <a:defRPr sz="1800" b="0" i="0" u="none" strike="noStrike" cap="none">
                <a:solidFill>
                  <a:schemeClr val="dk1"/>
                </a:solidFill>
                <a:latin typeface="Arial"/>
                <a:ea typeface="Arial"/>
                <a:cs typeface="Arial"/>
                <a:sym typeface="Arial"/>
              </a:defRPr>
            </a:lvl3pPr>
            <a:lvl4pPr marL="1371600" marR="0" lvl="3" indent="0" algn="l" rtl="0">
              <a:spcBef>
                <a:spcPts val="0"/>
              </a:spcBef>
              <a:defRPr sz="1800" b="0" i="0" u="none" strike="noStrike" cap="none">
                <a:solidFill>
                  <a:schemeClr val="dk1"/>
                </a:solidFill>
                <a:latin typeface="Arial"/>
                <a:ea typeface="Arial"/>
                <a:cs typeface="Arial"/>
                <a:sym typeface="Arial"/>
              </a:defRPr>
            </a:lvl4pPr>
            <a:lvl5pPr marL="1828800" marR="0" lvl="4" indent="0" algn="l" rtl="0">
              <a:spcBef>
                <a:spcPts val="0"/>
              </a:spcBef>
              <a:defRPr sz="1800" b="0" i="0" u="none" strike="noStrike" cap="none">
                <a:solidFill>
                  <a:schemeClr val="dk1"/>
                </a:solidFill>
                <a:latin typeface="Arial"/>
                <a:ea typeface="Arial"/>
                <a:cs typeface="Arial"/>
                <a:sym typeface="Arial"/>
              </a:defRPr>
            </a:lvl5pPr>
            <a:lvl6pPr marL="2286000" marR="0" lvl="5" indent="0" algn="l" rtl="0">
              <a:spcBef>
                <a:spcPts val="0"/>
              </a:spcBef>
              <a:defRPr sz="1800" b="0" i="0" u="none" strike="noStrike" cap="none">
                <a:solidFill>
                  <a:schemeClr val="dk1"/>
                </a:solidFill>
                <a:latin typeface="Arial"/>
                <a:ea typeface="Arial"/>
                <a:cs typeface="Arial"/>
                <a:sym typeface="Arial"/>
              </a:defRPr>
            </a:lvl6pPr>
            <a:lvl7pPr marL="2743200" marR="0" lvl="6" indent="0" algn="l" rtl="0">
              <a:spcBef>
                <a:spcPts val="0"/>
              </a:spcBef>
              <a:defRPr sz="1800" b="0" i="0" u="none" strike="noStrike" cap="none">
                <a:solidFill>
                  <a:schemeClr val="dk1"/>
                </a:solidFill>
                <a:latin typeface="Arial"/>
                <a:ea typeface="Arial"/>
                <a:cs typeface="Arial"/>
                <a:sym typeface="Arial"/>
              </a:defRPr>
            </a:lvl7pPr>
            <a:lvl8pPr marL="3200400" marR="0" lvl="7" indent="0" algn="l" rtl="0">
              <a:spcBef>
                <a:spcPts val="0"/>
              </a:spcBef>
              <a:defRPr sz="1800" b="0" i="0" u="none" strike="noStrike" cap="none">
                <a:solidFill>
                  <a:schemeClr val="dk1"/>
                </a:solidFill>
                <a:latin typeface="Arial"/>
                <a:ea typeface="Arial"/>
                <a:cs typeface="Arial"/>
                <a:sym typeface="Arial"/>
              </a:defRPr>
            </a:lvl8pPr>
            <a:lvl9pPr marL="3657600" marR="0" lvl="8" indent="0" algn="l" rtl="0">
              <a:spcBef>
                <a:spcPts val="0"/>
              </a:spcBef>
              <a:defRPr sz="1800" b="0" i="0" u="none" strike="noStrike" cap="none">
                <a:solidFill>
                  <a:schemeClr val="dk1"/>
                </a:solidFill>
                <a:latin typeface="Arial"/>
                <a:ea typeface="Arial"/>
                <a:cs typeface="Arial"/>
                <a:sym typeface="Arial"/>
              </a:defRPr>
            </a:lvl9pPr>
          </a:lstStyle>
          <a:p>
            <a:endParaRPr/>
          </a:p>
        </p:txBody>
      </p:sp>
      <p:sp>
        <p:nvSpPr>
          <p:cNvPr id="15" name="Shape 15"/>
          <p:cNvSpPr txBox="1">
            <a:spLocks noGrp="1"/>
          </p:cNvSpPr>
          <p:nvPr>
            <p:ph type="sldNum" idx="12"/>
          </p:nvPr>
        </p:nvSpPr>
        <p:spPr>
          <a:xfrm>
            <a:off x="8647271" y="6407944"/>
            <a:ext cx="365759" cy="365125"/>
          </a:xfrm>
          <a:prstGeom prst="rect">
            <a:avLst/>
          </a:prstGeom>
          <a:noFill/>
          <a:ln>
            <a:noFill/>
          </a:ln>
        </p:spPr>
        <p:txBody>
          <a:bodyPr lIns="91425" tIns="91425" rIns="91425" bIns="91425" anchor="b" anchorCtr="0">
            <a:noAutofit/>
          </a:bodyPr>
          <a:lstStyle/>
          <a:p>
            <a:pPr marL="0" marR="0" lvl="0" indent="0" algn="r" rtl="0">
              <a:spcBef>
                <a:spcPts val="0"/>
              </a:spcBef>
            </a:pPr>
            <a:endParaRPr sz="1000" b="0" i="0" u="none" strike="noStrike" cap="none">
              <a:solidFill>
                <a:schemeClr val="dk1"/>
              </a:solidFill>
              <a:latin typeface="Arial"/>
              <a:ea typeface="Arial"/>
              <a:cs typeface="Arial"/>
              <a:sym typeface="Arial"/>
            </a:endParaRPr>
          </a:p>
          <a:p>
            <a:pPr marL="457200" marR="0" lvl="1" indent="0" algn="l" rtl="0">
              <a:spcBef>
                <a:spcPts val="0"/>
              </a:spcBef>
            </a:pPr>
            <a:endParaRPr sz="1800" b="0" i="0" u="none" strike="noStrike" cap="none">
              <a:solidFill>
                <a:schemeClr val="dk1"/>
              </a:solidFill>
              <a:latin typeface="Arial"/>
              <a:ea typeface="Arial"/>
              <a:cs typeface="Arial"/>
              <a:sym typeface="Arial"/>
            </a:endParaRPr>
          </a:p>
          <a:p>
            <a:pPr marL="914400" marR="0" lvl="2" indent="0" algn="l" rtl="0">
              <a:spcBef>
                <a:spcPts val="0"/>
              </a:spcBef>
            </a:pPr>
            <a:endParaRPr sz="1800" b="0" i="0" u="none" strike="noStrike" cap="none">
              <a:solidFill>
                <a:schemeClr val="dk1"/>
              </a:solidFill>
              <a:latin typeface="Arial"/>
              <a:ea typeface="Arial"/>
              <a:cs typeface="Arial"/>
              <a:sym typeface="Arial"/>
            </a:endParaRPr>
          </a:p>
          <a:p>
            <a:pPr marL="1371600" marR="0" lvl="3" indent="0" algn="l" rtl="0">
              <a:spcBef>
                <a:spcPts val="0"/>
              </a:spcBef>
            </a:pPr>
            <a:endParaRPr sz="1800" b="0" i="0" u="none" strike="noStrike" cap="none">
              <a:solidFill>
                <a:schemeClr val="dk1"/>
              </a:solidFill>
              <a:latin typeface="Arial"/>
              <a:ea typeface="Arial"/>
              <a:cs typeface="Arial"/>
              <a:sym typeface="Arial"/>
            </a:endParaRPr>
          </a:p>
          <a:p>
            <a:pPr marL="1828800" marR="0" lvl="4" indent="0" algn="l" rtl="0">
              <a:spcBef>
                <a:spcPts val="0"/>
              </a:spcBef>
            </a:pPr>
            <a:endParaRPr sz="1800" b="0" i="0" u="none" strike="noStrike" cap="none">
              <a:solidFill>
                <a:schemeClr val="dk1"/>
              </a:solidFill>
              <a:latin typeface="Arial"/>
              <a:ea typeface="Arial"/>
              <a:cs typeface="Arial"/>
              <a:sym typeface="Arial"/>
            </a:endParaRPr>
          </a:p>
          <a:p>
            <a:pPr marL="2286000" marR="0" lvl="5" indent="0" algn="l" rtl="0">
              <a:spcBef>
                <a:spcPts val="0"/>
              </a:spcBef>
            </a:pPr>
            <a:endParaRPr sz="1800" b="0" i="0" u="none" strike="noStrike" cap="none">
              <a:solidFill>
                <a:schemeClr val="dk1"/>
              </a:solidFill>
              <a:latin typeface="Arial"/>
              <a:ea typeface="Arial"/>
              <a:cs typeface="Arial"/>
              <a:sym typeface="Arial"/>
            </a:endParaRPr>
          </a:p>
          <a:p>
            <a:pPr marL="2743200" marR="0" lvl="6" indent="0" algn="l" rtl="0">
              <a:spcBef>
                <a:spcPts val="0"/>
              </a:spcBef>
            </a:pPr>
            <a:endParaRPr sz="1800" b="0" i="0" u="none" strike="noStrike" cap="none">
              <a:solidFill>
                <a:schemeClr val="dk1"/>
              </a:solidFill>
              <a:latin typeface="Arial"/>
              <a:ea typeface="Arial"/>
              <a:cs typeface="Arial"/>
              <a:sym typeface="Arial"/>
            </a:endParaRPr>
          </a:p>
          <a:p>
            <a:pPr marL="3200400" marR="0" lvl="7" indent="0" algn="l" rtl="0">
              <a:spcBef>
                <a:spcPts val="0"/>
              </a:spcBef>
            </a:pPr>
            <a:endParaRPr sz="1800" b="0" i="0" u="none" strike="noStrike" cap="none">
              <a:solidFill>
                <a:schemeClr val="dk1"/>
              </a:solidFill>
              <a:latin typeface="Arial"/>
              <a:ea typeface="Arial"/>
              <a:cs typeface="Arial"/>
              <a:sym typeface="Arial"/>
            </a:endParaRPr>
          </a:p>
          <a:p>
            <a:pPr marL="3657600" marR="0" lvl="8" indent="0" algn="l" rtl="0">
              <a:spcBef>
                <a:spcPts val="0"/>
              </a:spcBef>
            </a:pPr>
            <a:endParaRPr sz="18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youtube.com/watch?v=yFBcjII3QAE"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amorebeautifulquestion.com/wp-content/uploads/2011/03/Why-Louis-CK.mov"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youtube.com/watch?v=wJMXk5ibkQk"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guardian.co.uk/lifeandstyle/2012/feb/01/top-five-regrets-of-the-dying"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Shape 105"/>
          <p:cNvSpPr txBox="1">
            <a:spLocks noGrp="1"/>
          </p:cNvSpPr>
          <p:nvPr>
            <p:ph type="ctrTitle"/>
          </p:nvPr>
        </p:nvSpPr>
        <p:spPr>
          <a:xfrm>
            <a:off x="685800" y="660400"/>
            <a:ext cx="7772400" cy="1470024"/>
          </a:xfrm>
          <a:prstGeom prst="rect">
            <a:avLst/>
          </a:prstGeom>
          <a:noFill/>
          <a:ln>
            <a:noFill/>
          </a:ln>
        </p:spPr>
        <p:txBody>
          <a:bodyPr lIns="91425" tIns="45700" rIns="91425" bIns="45700" anchor="b" anchorCtr="0">
            <a:noAutofit/>
          </a:bodyPr>
          <a:lstStyle/>
          <a:p>
            <a:pPr marL="0" marR="0" lvl="0" indent="0" algn="r" rtl="0">
              <a:spcBef>
                <a:spcPts val="0"/>
              </a:spcBef>
              <a:buClr>
                <a:schemeClr val="dk2"/>
              </a:buClr>
              <a:buSzPct val="25000"/>
              <a:buFont typeface="Arial"/>
              <a:buNone/>
            </a:pPr>
            <a:r>
              <a:rPr lang="en-US" sz="4300" b="1" i="0" u="none" strike="noStrike" cap="none">
                <a:solidFill>
                  <a:schemeClr val="dk2"/>
                </a:solidFill>
                <a:latin typeface="Arial"/>
                <a:ea typeface="Arial"/>
                <a:cs typeface="Arial"/>
                <a:sym typeface="Arial"/>
              </a:rPr>
              <a:t>Psychosocial Development: Erik Erikson’s Eight-Stage Theory</a:t>
            </a:r>
          </a:p>
        </p:txBody>
      </p:sp>
      <p:sp>
        <p:nvSpPr>
          <p:cNvPr id="106" name="Shape 106"/>
          <p:cNvSpPr txBox="1">
            <a:spLocks noGrp="1"/>
          </p:cNvSpPr>
          <p:nvPr>
            <p:ph type="subTitle" idx="1"/>
          </p:nvPr>
        </p:nvSpPr>
        <p:spPr>
          <a:xfrm>
            <a:off x="1371600" y="3009900"/>
            <a:ext cx="6400799" cy="1752600"/>
          </a:xfrm>
          <a:prstGeom prst="rect">
            <a:avLst/>
          </a:prstGeom>
          <a:noFill/>
          <a:ln>
            <a:noFill/>
          </a:ln>
        </p:spPr>
        <p:txBody>
          <a:bodyPr lIns="45700" tIns="45700" rIns="45700" bIns="45700" anchor="t" anchorCtr="0">
            <a:noAutofit/>
          </a:bodyPr>
          <a:lstStyle/>
          <a:p>
            <a:pPr marL="0" marR="64008" lvl="0" indent="0" algn="r" rtl="0">
              <a:spcBef>
                <a:spcPts val="400"/>
              </a:spcBef>
              <a:spcAft>
                <a:spcPts val="0"/>
              </a:spcAft>
              <a:buClr>
                <a:schemeClr val="accent1"/>
              </a:buClr>
              <a:buSzPct val="25000"/>
              <a:buFont typeface="Arial"/>
              <a:buNone/>
            </a:pPr>
            <a:r>
              <a:rPr lang="en-US" sz="2700" b="0" i="0" u="none" strike="noStrike" cap="none">
                <a:solidFill>
                  <a:schemeClr val="dk2"/>
                </a:solidFill>
                <a:latin typeface="Arial"/>
                <a:ea typeface="Arial"/>
                <a:cs typeface="Arial"/>
                <a:sym typeface="Arial"/>
              </a:rPr>
              <a:t>We face a number of psychosocial dilemmas or crises at each stage of our life, how we deal with it shapes us an individuals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Shape 111"/>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40740"/>
              <a:buFont typeface="Arial"/>
              <a:buChar char="●"/>
            </a:pPr>
            <a:r>
              <a:rPr lang="en-US" sz="2700" b="0" i="0" u="none" strike="noStrike" cap="none">
                <a:solidFill>
                  <a:schemeClr val="dk1"/>
                </a:solidFill>
                <a:latin typeface="Arial"/>
                <a:ea typeface="Arial"/>
                <a:cs typeface="Arial"/>
                <a:sym typeface="Arial"/>
              </a:rPr>
              <a:t>Suggested that we all face a specific psychosocial dilemma at each stage of our life.</a:t>
            </a:r>
          </a:p>
          <a:p>
            <a:pPr marL="365760" marR="0" lvl="0" indent="-264160" algn="l" rtl="0">
              <a:spcBef>
                <a:spcPts val="400"/>
              </a:spcBef>
              <a:spcAft>
                <a:spcPts val="0"/>
              </a:spcAft>
              <a:buClr>
                <a:schemeClr val="accent1"/>
              </a:buClr>
              <a:buSzPct val="40740"/>
              <a:buFont typeface="Arial"/>
              <a:buChar char="●"/>
            </a:pPr>
            <a:r>
              <a:rPr lang="en-US" sz="2700" b="0" i="0" u="none" strike="noStrike" cap="none">
                <a:solidFill>
                  <a:schemeClr val="dk1"/>
                </a:solidFill>
                <a:latin typeface="Arial"/>
                <a:ea typeface="Arial"/>
                <a:cs typeface="Arial"/>
                <a:sym typeface="Arial"/>
              </a:rPr>
              <a:t>A psychosocial dilemma is a conflict between our impulses and the social world.</a:t>
            </a:r>
          </a:p>
          <a:p>
            <a:pPr marL="365760" marR="0" lvl="0" indent="-264160" algn="l" rtl="0">
              <a:spcBef>
                <a:spcPts val="400"/>
              </a:spcBef>
              <a:spcAft>
                <a:spcPts val="0"/>
              </a:spcAft>
              <a:buClr>
                <a:schemeClr val="accent1"/>
              </a:buClr>
              <a:buSzPct val="40740"/>
              <a:buFont typeface="Arial"/>
              <a:buChar char="●"/>
            </a:pPr>
            <a:r>
              <a:rPr lang="en-US" sz="2700" b="0" i="0" u="none" strike="noStrike" cap="none">
                <a:solidFill>
                  <a:schemeClr val="dk1"/>
                </a:solidFill>
                <a:latin typeface="Arial"/>
                <a:ea typeface="Arial"/>
                <a:cs typeface="Arial"/>
                <a:sym typeface="Arial"/>
              </a:rPr>
              <a:t>A string of ‘successes’ produces healthy development and a satisfying life. Unfavourable outcomes throw us off balance, making it harder to deal with later crises.</a:t>
            </a:r>
          </a:p>
        </p:txBody>
      </p:sp>
      <p:sp>
        <p:nvSpPr>
          <p:cNvPr id="112" name="Shape 112"/>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Arial"/>
              <a:buNone/>
            </a:pPr>
            <a:r>
              <a:rPr lang="en-US" sz="4100" b="1" i="0" u="none" strike="noStrike" cap="none">
                <a:solidFill>
                  <a:schemeClr val="dk2"/>
                </a:solidFill>
                <a:latin typeface="Arial"/>
                <a:ea typeface="Arial"/>
                <a:cs typeface="Arial"/>
                <a:sym typeface="Arial"/>
              </a:rPr>
              <a:t>Erick Erickson (1903 – 1994)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Shape 117"/>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40740"/>
              <a:buFont typeface="Arial"/>
              <a:buChar char="●"/>
            </a:pPr>
            <a:r>
              <a:rPr lang="en-US" sz="2700" b="0" i="0" u="none" strike="noStrike" cap="none">
                <a:solidFill>
                  <a:schemeClr val="dk1"/>
                </a:solidFill>
                <a:latin typeface="Arial"/>
                <a:ea typeface="Arial"/>
                <a:cs typeface="Arial"/>
                <a:sym typeface="Arial"/>
              </a:rPr>
              <a:t>That the basic attitude of trust and mistrust is formed at this time – you are solely dependant on others.</a:t>
            </a:r>
          </a:p>
          <a:p>
            <a:pPr marL="365760" marR="0" lvl="0" indent="-264160" algn="l" rtl="0">
              <a:spcBef>
                <a:spcPts val="400"/>
              </a:spcBef>
              <a:spcAft>
                <a:spcPts val="0"/>
              </a:spcAft>
              <a:buClr>
                <a:schemeClr val="accent1"/>
              </a:buClr>
              <a:buSzPct val="40740"/>
              <a:buFont typeface="Arial"/>
              <a:buChar char="●"/>
            </a:pPr>
            <a:r>
              <a:rPr lang="en-US" sz="2700" b="1" i="0" u="sng" strike="noStrike" cap="none">
                <a:solidFill>
                  <a:schemeClr val="dk1"/>
                </a:solidFill>
                <a:latin typeface="Arial"/>
                <a:ea typeface="Arial"/>
                <a:cs typeface="Arial"/>
                <a:sym typeface="Arial"/>
              </a:rPr>
              <a:t>Trust</a:t>
            </a:r>
            <a:r>
              <a:rPr lang="en-US" sz="2700" b="0" i="0" u="none" strike="noStrike" cap="none">
                <a:solidFill>
                  <a:schemeClr val="dk1"/>
                </a:solidFill>
                <a:latin typeface="Arial"/>
                <a:ea typeface="Arial"/>
                <a:cs typeface="Arial"/>
                <a:sym typeface="Arial"/>
              </a:rPr>
              <a:t> = adequate warmth, love and physical comfort.</a:t>
            </a:r>
          </a:p>
          <a:p>
            <a:pPr marL="365760" marR="0" lvl="0" indent="-264160" algn="l" rtl="0">
              <a:spcBef>
                <a:spcPts val="400"/>
              </a:spcBef>
              <a:spcAft>
                <a:spcPts val="0"/>
              </a:spcAft>
              <a:buClr>
                <a:schemeClr val="accent1"/>
              </a:buClr>
              <a:buSzPct val="40740"/>
              <a:buFont typeface="Arial"/>
              <a:buChar char="●"/>
            </a:pPr>
            <a:r>
              <a:rPr lang="en-US" sz="2700" b="1" i="0" u="sng" strike="noStrike" cap="none">
                <a:solidFill>
                  <a:schemeClr val="dk1"/>
                </a:solidFill>
                <a:latin typeface="Arial"/>
                <a:ea typeface="Arial"/>
                <a:cs typeface="Arial"/>
                <a:sym typeface="Arial"/>
              </a:rPr>
              <a:t>Mistrust</a:t>
            </a:r>
            <a:r>
              <a:rPr lang="en-US" sz="2700" b="0" i="0" u="none" strike="noStrike" cap="none">
                <a:solidFill>
                  <a:schemeClr val="dk1"/>
                </a:solidFill>
                <a:latin typeface="Arial"/>
                <a:ea typeface="Arial"/>
                <a:cs typeface="Arial"/>
                <a:sym typeface="Arial"/>
              </a:rPr>
              <a:t> = inadequate or unpredictable care – parents who are cold, indifferent or rejecting.</a:t>
            </a:r>
          </a:p>
          <a:p>
            <a:pPr marL="365760" marR="0" lvl="0" indent="-264160" algn="l" rtl="0">
              <a:spcBef>
                <a:spcPts val="400"/>
              </a:spcBef>
              <a:spcAft>
                <a:spcPts val="0"/>
              </a:spcAft>
              <a:buClr>
                <a:schemeClr val="accent1"/>
              </a:buClr>
              <a:buSzPct val="40740"/>
              <a:buFont typeface="Arial"/>
              <a:buChar char="●"/>
            </a:pPr>
            <a:r>
              <a:rPr lang="en-US" sz="2700" b="0" i="0" u="none" strike="noStrike" cap="none">
                <a:solidFill>
                  <a:schemeClr val="dk1"/>
                </a:solidFill>
                <a:latin typeface="Arial"/>
                <a:ea typeface="Arial"/>
                <a:cs typeface="Arial"/>
                <a:sym typeface="Arial"/>
              </a:rPr>
              <a:t>Trust and mistrust are not resolved once and for all in the first year of life; instead the issue arises at each stage of development.</a:t>
            </a:r>
          </a:p>
          <a:p>
            <a:pPr marL="365760" marR="0" lvl="0" indent="-264160" algn="l" rtl="0">
              <a:spcBef>
                <a:spcPts val="400"/>
              </a:spcBef>
              <a:spcAft>
                <a:spcPts val="0"/>
              </a:spcAft>
              <a:buClr>
                <a:schemeClr val="accent1"/>
              </a:buClr>
              <a:buSzPct val="40740"/>
              <a:buFont typeface="Arial"/>
              <a:buNone/>
            </a:pPr>
            <a:endParaRPr sz="2700" b="0" i="0" u="none" strike="noStrike" cap="none">
              <a:solidFill>
                <a:schemeClr val="dk1"/>
              </a:solidFill>
              <a:latin typeface="Arial"/>
              <a:ea typeface="Arial"/>
              <a:cs typeface="Arial"/>
              <a:sym typeface="Arial"/>
            </a:endParaRPr>
          </a:p>
          <a:p>
            <a:pPr marL="365760" marR="0" lvl="0" indent="-264160" algn="l" rtl="0">
              <a:spcBef>
                <a:spcPts val="400"/>
              </a:spcBef>
              <a:spcAft>
                <a:spcPts val="0"/>
              </a:spcAft>
              <a:buClr>
                <a:schemeClr val="accent1"/>
              </a:buClr>
              <a:buSzPct val="40740"/>
              <a:buFont typeface="Arial"/>
              <a:buNone/>
            </a:pPr>
            <a:endParaRPr sz="2700" b="0" i="0" u="none" strike="noStrike" cap="none">
              <a:solidFill>
                <a:schemeClr val="dk1"/>
              </a:solidFill>
              <a:latin typeface="Arial"/>
              <a:ea typeface="Arial"/>
              <a:cs typeface="Arial"/>
              <a:sym typeface="Arial"/>
            </a:endParaRPr>
          </a:p>
        </p:txBody>
      </p:sp>
      <p:sp>
        <p:nvSpPr>
          <p:cNvPr id="118" name="Shape 118"/>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Arial"/>
              <a:buNone/>
            </a:pPr>
            <a:r>
              <a:rPr lang="en-US" sz="3700" b="1" i="0" u="none" strike="noStrike" cap="none">
                <a:solidFill>
                  <a:schemeClr val="dk2"/>
                </a:solidFill>
                <a:latin typeface="Arial"/>
                <a:ea typeface="Arial"/>
                <a:cs typeface="Arial"/>
                <a:sym typeface="Arial"/>
              </a:rPr>
              <a:t>Stage 1, First Year of Life: Trust Versus Mistrust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Shape 123"/>
          <p:cNvSpPr txBox="1">
            <a:spLocks noGrp="1"/>
          </p:cNvSpPr>
          <p:nvPr>
            <p:ph type="body" idx="1"/>
          </p:nvPr>
        </p:nvSpPr>
        <p:spPr>
          <a:xfrm>
            <a:off x="457200" y="1177205"/>
            <a:ext cx="8229600" cy="540585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64705"/>
              <a:buFont typeface="Arial"/>
              <a:buChar char="●"/>
            </a:pPr>
            <a:r>
              <a:rPr lang="en-US" sz="1700" b="0" i="0" u="none" strike="noStrike" cap="none">
                <a:solidFill>
                  <a:schemeClr val="dk1"/>
                </a:solidFill>
                <a:latin typeface="Arial"/>
                <a:ea typeface="Arial"/>
                <a:cs typeface="Arial"/>
                <a:sym typeface="Arial"/>
              </a:rPr>
              <a:t>Born on the 29</a:t>
            </a:r>
            <a:r>
              <a:rPr lang="en-US" sz="1700" b="0" i="0" u="none" strike="noStrike" cap="none" baseline="30000">
                <a:solidFill>
                  <a:schemeClr val="dk1"/>
                </a:solidFill>
                <a:latin typeface="Arial"/>
                <a:ea typeface="Arial"/>
                <a:cs typeface="Arial"/>
                <a:sym typeface="Arial"/>
              </a:rPr>
              <a:t>th</a:t>
            </a:r>
            <a:r>
              <a:rPr lang="en-US" sz="1700" b="0" i="0" u="none" strike="noStrike" cap="none">
                <a:solidFill>
                  <a:schemeClr val="dk1"/>
                </a:solidFill>
                <a:latin typeface="Arial"/>
                <a:ea typeface="Arial"/>
                <a:cs typeface="Arial"/>
                <a:sym typeface="Arial"/>
              </a:rPr>
              <a:t> February, 1956, in Rochester, Michigan.</a:t>
            </a:r>
          </a:p>
          <a:p>
            <a:pPr marL="365760" marR="0" lvl="0" indent="-264160" algn="l" rtl="0">
              <a:spcBef>
                <a:spcPts val="400"/>
              </a:spcBef>
              <a:spcAft>
                <a:spcPts val="0"/>
              </a:spcAft>
              <a:buClr>
                <a:schemeClr val="accent1"/>
              </a:buClr>
              <a:buSzPct val="64705"/>
              <a:buFont typeface="Arial"/>
              <a:buChar char="●"/>
            </a:pPr>
            <a:r>
              <a:rPr lang="en-US" sz="1700" b="0" i="0" u="none" strike="noStrike" cap="none">
                <a:solidFill>
                  <a:schemeClr val="dk1"/>
                </a:solidFill>
                <a:latin typeface="Arial"/>
                <a:ea typeface="Arial"/>
                <a:cs typeface="Arial"/>
                <a:sym typeface="Arial"/>
              </a:rPr>
              <a:t>Her father was convicted of child molestation after her birth and a few years later killed himself in prison.</a:t>
            </a:r>
          </a:p>
          <a:p>
            <a:pPr marL="365760" marR="0" lvl="0" indent="-264160" algn="l" rtl="0">
              <a:spcBef>
                <a:spcPts val="400"/>
              </a:spcBef>
              <a:spcAft>
                <a:spcPts val="0"/>
              </a:spcAft>
              <a:buClr>
                <a:schemeClr val="accent1"/>
              </a:buClr>
              <a:buSzPct val="64705"/>
              <a:buFont typeface="Arial"/>
              <a:buChar char="●"/>
            </a:pPr>
            <a:r>
              <a:rPr lang="en-US" sz="1700" b="0" i="0" u="none" strike="noStrike" cap="none">
                <a:solidFill>
                  <a:schemeClr val="dk1"/>
                </a:solidFill>
                <a:latin typeface="Arial"/>
                <a:ea typeface="Arial"/>
                <a:cs typeface="Arial"/>
                <a:sym typeface="Arial"/>
              </a:rPr>
              <a:t>Her mother abandoned her, leaving her in the care of her grandparents.</a:t>
            </a:r>
          </a:p>
          <a:p>
            <a:pPr marL="365760" marR="0" lvl="0" indent="-264160" algn="l" rtl="0">
              <a:spcBef>
                <a:spcPts val="400"/>
              </a:spcBef>
              <a:spcAft>
                <a:spcPts val="0"/>
              </a:spcAft>
              <a:buClr>
                <a:schemeClr val="accent1"/>
              </a:buClr>
              <a:buSzPct val="64705"/>
              <a:buFont typeface="Arial"/>
              <a:buChar char="●"/>
            </a:pPr>
            <a:r>
              <a:rPr lang="en-US" sz="1700" b="0" i="0" u="none" strike="noStrike" cap="none">
                <a:solidFill>
                  <a:schemeClr val="dk1"/>
                </a:solidFill>
                <a:latin typeface="Arial"/>
                <a:ea typeface="Arial"/>
                <a:cs typeface="Arial"/>
                <a:sym typeface="Arial"/>
              </a:rPr>
              <a:t>Her grandfather beat her and her grandmother was an alcoholic.</a:t>
            </a:r>
          </a:p>
          <a:p>
            <a:pPr marL="365760" marR="0" lvl="0" indent="-264160" algn="l" rtl="0">
              <a:spcBef>
                <a:spcPts val="400"/>
              </a:spcBef>
              <a:spcAft>
                <a:spcPts val="0"/>
              </a:spcAft>
              <a:buClr>
                <a:schemeClr val="accent1"/>
              </a:buClr>
              <a:buSzPct val="64705"/>
              <a:buFont typeface="Arial"/>
              <a:buChar char="●"/>
            </a:pPr>
            <a:r>
              <a:rPr lang="en-US" sz="1700" b="0" i="0" u="none" strike="noStrike" cap="none">
                <a:solidFill>
                  <a:schemeClr val="dk1"/>
                </a:solidFill>
                <a:latin typeface="Arial"/>
                <a:ea typeface="Arial"/>
                <a:cs typeface="Arial"/>
                <a:sym typeface="Arial"/>
              </a:rPr>
              <a:t>At 11, began trading sexual favours for money, beer and cigarettes.</a:t>
            </a:r>
          </a:p>
          <a:p>
            <a:pPr marL="365760" marR="0" lvl="0" indent="-264160" algn="l" rtl="0">
              <a:spcBef>
                <a:spcPts val="400"/>
              </a:spcBef>
              <a:spcAft>
                <a:spcPts val="0"/>
              </a:spcAft>
              <a:buClr>
                <a:schemeClr val="accent1"/>
              </a:buClr>
              <a:buSzPct val="64705"/>
              <a:buFont typeface="Arial"/>
              <a:buChar char="●"/>
            </a:pPr>
            <a:r>
              <a:rPr lang="en-US" sz="1700" b="0" i="0" u="none" strike="noStrike" cap="none">
                <a:solidFill>
                  <a:schemeClr val="dk1"/>
                </a:solidFill>
                <a:latin typeface="Arial"/>
                <a:ea typeface="Arial"/>
                <a:cs typeface="Arial"/>
                <a:sym typeface="Arial"/>
              </a:rPr>
              <a:t>Had a child at the age of 14 and gave up for adoption.</a:t>
            </a:r>
          </a:p>
          <a:p>
            <a:pPr marL="365760" marR="0" lvl="0" indent="-264160" algn="l" rtl="0">
              <a:spcBef>
                <a:spcPts val="400"/>
              </a:spcBef>
              <a:spcAft>
                <a:spcPts val="0"/>
              </a:spcAft>
              <a:buClr>
                <a:schemeClr val="accent1"/>
              </a:buClr>
              <a:buSzPct val="64705"/>
              <a:buFont typeface="Arial"/>
              <a:buChar char="●"/>
            </a:pPr>
            <a:r>
              <a:rPr lang="en-US" sz="1700" b="0" i="0" u="none" strike="noStrike" cap="none">
                <a:solidFill>
                  <a:schemeClr val="dk1"/>
                </a:solidFill>
                <a:latin typeface="Arial"/>
                <a:ea typeface="Arial"/>
                <a:cs typeface="Arial"/>
                <a:sym typeface="Arial"/>
              </a:rPr>
              <a:t>Soon after giving birth, she was kicked out of her home and ended up living in the woods and hitchhiking from city to city.</a:t>
            </a:r>
          </a:p>
          <a:p>
            <a:pPr marL="365760" marR="0" lvl="0" indent="-264160" algn="l" rtl="0">
              <a:spcBef>
                <a:spcPts val="400"/>
              </a:spcBef>
              <a:spcAft>
                <a:spcPts val="0"/>
              </a:spcAft>
              <a:buClr>
                <a:schemeClr val="accent1"/>
              </a:buClr>
              <a:buSzPct val="64705"/>
              <a:buFont typeface="Arial"/>
              <a:buChar char="●"/>
            </a:pPr>
            <a:r>
              <a:rPr lang="en-US" sz="1700" b="0" i="0" u="none" strike="noStrike" cap="none">
                <a:solidFill>
                  <a:schemeClr val="dk1"/>
                </a:solidFill>
                <a:latin typeface="Arial"/>
                <a:ea typeface="Arial"/>
                <a:cs typeface="Arial"/>
                <a:sym typeface="Arial"/>
              </a:rPr>
              <a:t>Began to prostitute herself to make money – also regularly stole from shops and her customers.</a:t>
            </a:r>
          </a:p>
          <a:p>
            <a:pPr marL="365760" marR="0" lvl="0" indent="-264160" algn="l" rtl="0">
              <a:spcBef>
                <a:spcPts val="400"/>
              </a:spcBef>
              <a:spcAft>
                <a:spcPts val="0"/>
              </a:spcAft>
              <a:buClr>
                <a:schemeClr val="accent1"/>
              </a:buClr>
              <a:buSzPct val="64705"/>
              <a:buFont typeface="Arial"/>
              <a:buChar char="●"/>
            </a:pPr>
            <a:r>
              <a:rPr lang="en-US" sz="1700" b="0" i="0" u="none" strike="noStrike" cap="none">
                <a:solidFill>
                  <a:schemeClr val="dk1"/>
                </a:solidFill>
                <a:latin typeface="Arial"/>
                <a:ea typeface="Arial"/>
                <a:cs typeface="Arial"/>
                <a:sym typeface="Arial"/>
              </a:rPr>
              <a:t>Developed a relationship with another woman, Tyria Moore, and in order to survive (and provide for the relationship) Wuornos shot 7 of her customers dead and stole their cars.</a:t>
            </a:r>
          </a:p>
          <a:p>
            <a:pPr marL="365760" marR="0" lvl="0" indent="-264160" algn="l" rtl="0">
              <a:spcBef>
                <a:spcPts val="400"/>
              </a:spcBef>
              <a:spcAft>
                <a:spcPts val="0"/>
              </a:spcAft>
              <a:buClr>
                <a:schemeClr val="accent1"/>
              </a:buClr>
              <a:buSzPct val="64705"/>
              <a:buFont typeface="Arial"/>
              <a:buChar char="●"/>
            </a:pPr>
            <a:r>
              <a:rPr lang="en-US" sz="1700" b="0" i="0" u="none" strike="noStrike" cap="none">
                <a:solidFill>
                  <a:schemeClr val="dk1"/>
                </a:solidFill>
                <a:latin typeface="Arial"/>
                <a:ea typeface="Arial"/>
                <a:cs typeface="Arial"/>
                <a:sym typeface="Arial"/>
              </a:rPr>
              <a:t>A relevant quote: “All men a pig-rapists – I’ll never </a:t>
            </a:r>
            <a:r>
              <a:rPr lang="en-US" sz="1700" b="1" i="0" u="sng" strike="noStrike" cap="none">
                <a:solidFill>
                  <a:schemeClr val="dk1"/>
                </a:solidFill>
                <a:latin typeface="Arial"/>
                <a:ea typeface="Arial"/>
                <a:cs typeface="Arial"/>
                <a:sym typeface="Arial"/>
              </a:rPr>
              <a:t>trust</a:t>
            </a:r>
            <a:r>
              <a:rPr lang="en-US" sz="1700" b="0" i="0" u="none" strike="noStrike" cap="none">
                <a:solidFill>
                  <a:schemeClr val="dk1"/>
                </a:solidFill>
                <a:latin typeface="Arial"/>
                <a:ea typeface="Arial"/>
                <a:cs typeface="Arial"/>
                <a:sym typeface="Arial"/>
              </a:rPr>
              <a:t> another in my life”</a:t>
            </a:r>
          </a:p>
          <a:p>
            <a:pPr marL="365760" marR="0" lvl="0" indent="-264160" algn="l" rtl="0">
              <a:spcBef>
                <a:spcPts val="400"/>
              </a:spcBef>
              <a:spcAft>
                <a:spcPts val="0"/>
              </a:spcAft>
              <a:buClr>
                <a:schemeClr val="accent1"/>
              </a:buClr>
              <a:buSzPct val="40740"/>
              <a:buFont typeface="Arial"/>
              <a:buNone/>
            </a:pPr>
            <a:endParaRPr sz="2700" b="0" i="0" u="none" strike="noStrike" cap="none">
              <a:solidFill>
                <a:schemeClr val="dk1"/>
              </a:solidFill>
              <a:latin typeface="Arial"/>
              <a:ea typeface="Arial"/>
              <a:cs typeface="Arial"/>
              <a:sym typeface="Arial"/>
            </a:endParaRPr>
          </a:p>
          <a:p>
            <a:pPr marL="365760" marR="0" lvl="0" indent="-264160" algn="l" rtl="0">
              <a:spcBef>
                <a:spcPts val="400"/>
              </a:spcBef>
              <a:spcAft>
                <a:spcPts val="0"/>
              </a:spcAft>
              <a:buClr>
                <a:schemeClr val="accent1"/>
              </a:buClr>
              <a:buSzPct val="64705"/>
              <a:buFont typeface="Arial"/>
              <a:buChar char="●"/>
            </a:pPr>
            <a:r>
              <a:rPr lang="en-US" sz="1700" b="0" i="0" u="none" strike="noStrike" cap="none">
                <a:solidFill>
                  <a:schemeClr val="dk1"/>
                </a:solidFill>
                <a:latin typeface="Arial"/>
                <a:ea typeface="Arial"/>
                <a:cs typeface="Arial"/>
                <a:sym typeface="Arial"/>
              </a:rPr>
              <a:t>In the end Wuornos was found guilty and sentenced to death:</a:t>
            </a:r>
          </a:p>
          <a:p>
            <a:pPr marL="365760" marR="0" lvl="0" indent="-264160" algn="l" rtl="0">
              <a:spcBef>
                <a:spcPts val="400"/>
              </a:spcBef>
              <a:spcAft>
                <a:spcPts val="0"/>
              </a:spcAft>
              <a:buClr>
                <a:schemeClr val="accent1"/>
              </a:buClr>
              <a:buSzPct val="25000"/>
              <a:buFont typeface="Arial"/>
              <a:buNone/>
            </a:pPr>
            <a:r>
              <a:rPr lang="en-US" sz="1700" b="0" i="0" u="none" strike="noStrike" cap="none">
                <a:solidFill>
                  <a:schemeClr val="dk1"/>
                </a:solidFill>
                <a:latin typeface="Arial"/>
                <a:ea typeface="Arial"/>
                <a:cs typeface="Arial"/>
                <a:sym typeface="Arial"/>
              </a:rPr>
              <a:t>   </a:t>
            </a:r>
            <a:r>
              <a:rPr lang="en-US" sz="1700" b="0" i="0" u="sng" strike="noStrike" cap="none">
                <a:solidFill>
                  <a:schemeClr val="hlink"/>
                </a:solidFill>
                <a:latin typeface="Arial"/>
                <a:ea typeface="Arial"/>
                <a:cs typeface="Arial"/>
                <a:sym typeface="Arial"/>
                <a:hlinkClick r:id="rId3"/>
              </a:rPr>
              <a:t>http://www.youtube.com/watch?v=yFBcjII3QAE</a:t>
            </a:r>
          </a:p>
          <a:p>
            <a:pPr marL="365760" marR="0" lvl="0" indent="-264160" algn="l" rtl="0">
              <a:spcBef>
                <a:spcPts val="400"/>
              </a:spcBef>
              <a:spcAft>
                <a:spcPts val="0"/>
              </a:spcAft>
              <a:buClr>
                <a:schemeClr val="accent1"/>
              </a:buClr>
              <a:buSzPct val="40740"/>
              <a:buFont typeface="Arial"/>
              <a:buNone/>
            </a:pPr>
            <a:endParaRPr sz="2700" b="0" i="0" u="none" strike="noStrike" cap="none">
              <a:solidFill>
                <a:schemeClr val="dk1"/>
              </a:solidFill>
              <a:latin typeface="Arial"/>
              <a:ea typeface="Arial"/>
              <a:cs typeface="Arial"/>
              <a:sym typeface="Arial"/>
            </a:endParaRPr>
          </a:p>
        </p:txBody>
      </p:sp>
      <p:sp>
        <p:nvSpPr>
          <p:cNvPr id="124" name="Shape 124"/>
          <p:cNvSpPr txBox="1">
            <a:spLocks noGrp="1"/>
          </p:cNvSpPr>
          <p:nvPr>
            <p:ph type="title"/>
          </p:nvPr>
        </p:nvSpPr>
        <p:spPr>
          <a:xfrm>
            <a:off x="457200" y="34205"/>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Arial"/>
              <a:buNone/>
            </a:pPr>
            <a:r>
              <a:rPr lang="en-US" sz="4100" b="1" i="0" u="none" strike="noStrike" cap="none">
                <a:solidFill>
                  <a:schemeClr val="dk2"/>
                </a:solidFill>
                <a:latin typeface="Arial"/>
                <a:ea typeface="Arial"/>
                <a:cs typeface="Arial"/>
                <a:sym typeface="Arial"/>
              </a:rPr>
              <a:t>Aileen Wuornos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Shape 129"/>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Children express their growing self control by climbing, touching, exploring and trying to things for themselves.</a:t>
            </a:r>
          </a:p>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Parents can foster a sense of </a:t>
            </a:r>
            <a:r>
              <a:rPr lang="en-US" sz="2500" b="1" i="0" u="sng" strike="noStrike" cap="none">
                <a:solidFill>
                  <a:schemeClr val="dk1"/>
                </a:solidFill>
                <a:latin typeface="Arial"/>
                <a:ea typeface="Arial"/>
                <a:cs typeface="Arial"/>
                <a:sym typeface="Arial"/>
              </a:rPr>
              <a:t>autonomy</a:t>
            </a:r>
            <a:r>
              <a:rPr lang="en-US" sz="2500" b="0" i="0" u="none" strike="noStrike" cap="none">
                <a:solidFill>
                  <a:schemeClr val="dk1"/>
                </a:solidFill>
                <a:latin typeface="Arial"/>
                <a:ea typeface="Arial"/>
                <a:cs typeface="Arial"/>
                <a:sym typeface="Arial"/>
              </a:rPr>
              <a:t> by encouraging children to try new skills.</a:t>
            </a:r>
          </a:p>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A child’s first attempt at something new maybe crude / excessively unsuccessful. Toilet training…</a:t>
            </a:r>
          </a:p>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Parents who ridicule or overprotect their children may cause them to </a:t>
            </a:r>
            <a:r>
              <a:rPr lang="en-US" sz="2500" b="1" i="0" u="sng" strike="noStrike" cap="none">
                <a:solidFill>
                  <a:schemeClr val="dk1"/>
                </a:solidFill>
                <a:latin typeface="Arial"/>
                <a:ea typeface="Arial"/>
                <a:cs typeface="Arial"/>
                <a:sym typeface="Arial"/>
              </a:rPr>
              <a:t>doubt</a:t>
            </a:r>
            <a:r>
              <a:rPr lang="en-US" sz="2500" b="0" i="0" u="none" strike="noStrike" cap="none">
                <a:solidFill>
                  <a:schemeClr val="dk1"/>
                </a:solidFill>
                <a:latin typeface="Arial"/>
                <a:ea typeface="Arial"/>
                <a:cs typeface="Arial"/>
                <a:sym typeface="Arial"/>
              </a:rPr>
              <a:t> their abilities and feel </a:t>
            </a:r>
            <a:r>
              <a:rPr lang="en-US" sz="2500" b="1" i="0" u="sng" strike="noStrike" cap="none">
                <a:solidFill>
                  <a:schemeClr val="dk1"/>
                </a:solidFill>
                <a:latin typeface="Arial"/>
                <a:ea typeface="Arial"/>
                <a:cs typeface="Arial"/>
                <a:sym typeface="Arial"/>
              </a:rPr>
              <a:t>shameful</a:t>
            </a:r>
            <a:r>
              <a:rPr lang="en-US" sz="2500" b="0" i="0" u="none" strike="noStrike" cap="none">
                <a:solidFill>
                  <a:schemeClr val="dk1"/>
                </a:solidFill>
                <a:latin typeface="Arial"/>
                <a:ea typeface="Arial"/>
                <a:cs typeface="Arial"/>
                <a:sym typeface="Arial"/>
              </a:rPr>
              <a:t> about their actions.</a:t>
            </a:r>
          </a:p>
          <a:p>
            <a:pPr marL="365760" marR="0" lvl="0" indent="-264160" algn="l" rtl="0">
              <a:spcBef>
                <a:spcPts val="400"/>
              </a:spcBef>
              <a:spcAft>
                <a:spcPts val="0"/>
              </a:spcAft>
              <a:buClr>
                <a:schemeClr val="accent1"/>
              </a:buClr>
              <a:buSzPct val="40740"/>
              <a:buFont typeface="Arial"/>
              <a:buNone/>
            </a:pPr>
            <a:endParaRPr sz="2700" b="0" i="0" u="none" strike="noStrike" cap="none">
              <a:solidFill>
                <a:schemeClr val="dk1"/>
              </a:solidFill>
              <a:latin typeface="Arial"/>
              <a:ea typeface="Arial"/>
              <a:cs typeface="Arial"/>
              <a:sym typeface="Arial"/>
            </a:endParaRPr>
          </a:p>
        </p:txBody>
      </p:sp>
      <p:sp>
        <p:nvSpPr>
          <p:cNvPr id="130" name="Shape 130"/>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Arial"/>
              <a:buNone/>
            </a:pPr>
            <a:r>
              <a:rPr lang="en-US" sz="3700" b="1" i="0" u="none" strike="noStrike" cap="none">
                <a:solidFill>
                  <a:schemeClr val="dk2"/>
                </a:solidFill>
                <a:latin typeface="Arial"/>
                <a:ea typeface="Arial"/>
                <a:cs typeface="Arial"/>
                <a:sym typeface="Arial"/>
              </a:rPr>
              <a:t>Stage 2, 1 – 3 Years: Autonomy Versus Shame and Doubt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Shape 135"/>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Children move beyond simple self control and begin to take initiative.</a:t>
            </a:r>
          </a:p>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Through play, children learn to make plans and carry out tasks.</a:t>
            </a:r>
          </a:p>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Parents – give freedom to play, ask questions (why is your hair curly?) and use their imagination.</a:t>
            </a:r>
          </a:p>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If parents restrict freedom, discourage questions and criticise severely – feelings of guilt are formed.</a:t>
            </a:r>
          </a:p>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Kind of funny:</a:t>
            </a:r>
            <a:r>
              <a:rPr lang="en-US" sz="2500" b="0" i="0" u="sng" strike="noStrike" cap="none">
                <a:solidFill>
                  <a:schemeClr val="hlink"/>
                </a:solidFill>
                <a:latin typeface="Arial"/>
                <a:ea typeface="Arial"/>
                <a:cs typeface="Arial"/>
                <a:sym typeface="Arial"/>
                <a:hlinkClick r:id="rId3"/>
              </a:rPr>
              <a:t>http://amorebeautifulquestion.com/wp-content/uploads/2011/03/Why-Louis-CK.mov</a:t>
            </a:r>
          </a:p>
        </p:txBody>
      </p:sp>
      <p:sp>
        <p:nvSpPr>
          <p:cNvPr id="136" name="Shape 136"/>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Arial"/>
              <a:buNone/>
            </a:pPr>
            <a:r>
              <a:rPr lang="en-US" sz="3700" b="1" i="0" u="none" strike="noStrike" cap="none">
                <a:solidFill>
                  <a:schemeClr val="dk2"/>
                </a:solidFill>
                <a:latin typeface="Arial"/>
                <a:ea typeface="Arial"/>
                <a:cs typeface="Arial"/>
                <a:sym typeface="Arial"/>
              </a:rPr>
              <a:t>Stage 3, 3 – 5 Years: Initiative Versus Guilt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Shape 141"/>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Associated with a child  beginning their schooling years.</a:t>
            </a:r>
          </a:p>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Children learn a sense of </a:t>
            </a:r>
            <a:r>
              <a:rPr lang="en-US" sz="2500" b="1" i="0" u="sng" strike="noStrike" cap="none">
                <a:solidFill>
                  <a:schemeClr val="dk1"/>
                </a:solidFill>
                <a:latin typeface="Arial"/>
                <a:ea typeface="Arial"/>
                <a:cs typeface="Arial"/>
                <a:sym typeface="Arial"/>
              </a:rPr>
              <a:t>industry</a:t>
            </a:r>
            <a:r>
              <a:rPr lang="en-US" sz="2500" b="0" i="0" u="none" strike="noStrike" cap="none">
                <a:solidFill>
                  <a:schemeClr val="dk1"/>
                </a:solidFill>
                <a:latin typeface="Arial"/>
                <a:ea typeface="Arial"/>
                <a:cs typeface="Arial"/>
                <a:sym typeface="Arial"/>
              </a:rPr>
              <a:t> if they win praise for productive activities such as; building, painting, cooking, reading and studying – </a:t>
            </a:r>
            <a:r>
              <a:rPr lang="en-US" sz="2500" b="0" i="1" u="none" strike="noStrike" cap="none">
                <a:solidFill>
                  <a:schemeClr val="dk1"/>
                </a:solidFill>
                <a:latin typeface="Arial"/>
                <a:ea typeface="Arial"/>
                <a:cs typeface="Arial"/>
                <a:sym typeface="Arial"/>
              </a:rPr>
              <a:t>Can you remember getting feedback from your teacher? What do you remember feeling?</a:t>
            </a:r>
          </a:p>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If a child’s efforts are regarded as being childish, messy or inadequate, feelings of i</a:t>
            </a:r>
            <a:r>
              <a:rPr lang="en-US" sz="2500" b="1" i="0" u="sng" strike="noStrike" cap="none">
                <a:solidFill>
                  <a:schemeClr val="dk1"/>
                </a:solidFill>
                <a:latin typeface="Arial"/>
                <a:ea typeface="Arial"/>
                <a:cs typeface="Arial"/>
                <a:sym typeface="Arial"/>
              </a:rPr>
              <a:t>nferiority</a:t>
            </a:r>
            <a:r>
              <a:rPr lang="en-US" sz="2500" b="0" i="0" u="none" strike="noStrike" cap="none">
                <a:solidFill>
                  <a:schemeClr val="dk1"/>
                </a:solidFill>
                <a:latin typeface="Arial"/>
                <a:ea typeface="Arial"/>
                <a:cs typeface="Arial"/>
                <a:sym typeface="Arial"/>
              </a:rPr>
              <a:t> may eventuate.</a:t>
            </a:r>
          </a:p>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Outside influences begin to shape the child…</a:t>
            </a:r>
          </a:p>
        </p:txBody>
      </p:sp>
      <p:sp>
        <p:nvSpPr>
          <p:cNvPr id="142" name="Shape 142"/>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Arial"/>
              <a:buNone/>
            </a:pPr>
            <a:r>
              <a:rPr lang="en-US" sz="3700" b="1" i="0" u="none" strike="noStrike" cap="none">
                <a:solidFill>
                  <a:schemeClr val="dk2"/>
                </a:solidFill>
                <a:latin typeface="Arial"/>
                <a:ea typeface="Arial"/>
                <a:cs typeface="Arial"/>
                <a:sym typeface="Arial"/>
              </a:rPr>
              <a:t>Stage 4, 6 – 12 Years: Industry Versus Inferiority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Shape 147"/>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“Who am I?”</a:t>
            </a:r>
          </a:p>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Mental and physical maturation brings new feelings, a new body and new attitudes.</a:t>
            </a:r>
          </a:p>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Must build a consistent </a:t>
            </a:r>
            <a:r>
              <a:rPr lang="en-US" sz="2500" b="1" i="0" u="sng" strike="noStrike" cap="none">
                <a:solidFill>
                  <a:schemeClr val="dk1"/>
                </a:solidFill>
                <a:latin typeface="Arial"/>
                <a:ea typeface="Arial"/>
                <a:cs typeface="Arial"/>
                <a:sym typeface="Arial"/>
              </a:rPr>
              <a:t>identity</a:t>
            </a:r>
            <a:r>
              <a:rPr lang="en-US" sz="2500" b="0" i="0" u="none" strike="noStrike" cap="none">
                <a:solidFill>
                  <a:schemeClr val="dk1"/>
                </a:solidFill>
                <a:latin typeface="Arial"/>
                <a:ea typeface="Arial"/>
                <a:cs typeface="Arial"/>
                <a:sym typeface="Arial"/>
              </a:rPr>
              <a:t> out of their talents, values, life history, relationships and the demands of their culture.</a:t>
            </a:r>
          </a:p>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People who fail to develop a sense of identity suffer from </a:t>
            </a:r>
            <a:r>
              <a:rPr lang="en-US" sz="2500" b="1" i="0" u="sng" strike="noStrike" cap="none">
                <a:solidFill>
                  <a:schemeClr val="dk1"/>
                </a:solidFill>
                <a:latin typeface="Arial"/>
                <a:ea typeface="Arial"/>
                <a:cs typeface="Arial"/>
                <a:sym typeface="Arial"/>
              </a:rPr>
              <a:t>role confusion</a:t>
            </a:r>
            <a:r>
              <a:rPr lang="en-US" sz="2500" b="0" i="0" u="none" strike="noStrike" cap="none">
                <a:solidFill>
                  <a:schemeClr val="dk1"/>
                </a:solidFill>
                <a:latin typeface="Arial"/>
                <a:ea typeface="Arial"/>
                <a:cs typeface="Arial"/>
                <a:sym typeface="Arial"/>
              </a:rPr>
              <a:t>, an uncertainty about who they are and where they are going.</a:t>
            </a:r>
          </a:p>
          <a:p>
            <a:pPr marL="365760" marR="0" lvl="0" indent="-264160" algn="l" rtl="0">
              <a:spcBef>
                <a:spcPts val="400"/>
              </a:spcBef>
              <a:spcAft>
                <a:spcPts val="0"/>
              </a:spcAft>
              <a:buClr>
                <a:schemeClr val="accent1"/>
              </a:buClr>
              <a:buSzPct val="44000"/>
              <a:buFont typeface="Arial"/>
              <a:buChar char="●"/>
            </a:pPr>
            <a:r>
              <a:rPr lang="en-US" sz="2500" b="0" i="0" u="none" strike="noStrike" cap="none">
                <a:solidFill>
                  <a:schemeClr val="dk1"/>
                </a:solidFill>
                <a:latin typeface="Arial"/>
                <a:ea typeface="Arial"/>
                <a:cs typeface="Arial"/>
                <a:sym typeface="Arial"/>
              </a:rPr>
              <a:t>YouTube clip:</a:t>
            </a:r>
            <a:r>
              <a:rPr lang="en-US" sz="2500" b="0" i="0" u="sng" strike="noStrike" cap="none">
                <a:solidFill>
                  <a:schemeClr val="hlink"/>
                </a:solidFill>
                <a:latin typeface="Arial"/>
                <a:ea typeface="Arial"/>
                <a:cs typeface="Arial"/>
                <a:sym typeface="Arial"/>
                <a:hlinkClick r:id="rId3"/>
              </a:rPr>
              <a:t>http://www.youtube.com/watch?v=wJMXk5ibkQk</a:t>
            </a:r>
          </a:p>
          <a:p>
            <a:pPr marL="365760" marR="0" lvl="0" indent="-264160" algn="l" rtl="0">
              <a:spcBef>
                <a:spcPts val="400"/>
              </a:spcBef>
              <a:spcAft>
                <a:spcPts val="0"/>
              </a:spcAft>
              <a:buClr>
                <a:schemeClr val="accent1"/>
              </a:buClr>
              <a:buSzPct val="40740"/>
              <a:buFont typeface="Arial"/>
              <a:buNone/>
            </a:pPr>
            <a:endParaRPr sz="2700" b="0" i="0" u="none" strike="noStrike" cap="none">
              <a:solidFill>
                <a:schemeClr val="dk1"/>
              </a:solidFill>
              <a:latin typeface="Arial"/>
              <a:ea typeface="Arial"/>
              <a:cs typeface="Arial"/>
              <a:sym typeface="Arial"/>
            </a:endParaRPr>
          </a:p>
        </p:txBody>
      </p:sp>
      <p:sp>
        <p:nvSpPr>
          <p:cNvPr id="148" name="Shape 148"/>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Arial"/>
              <a:buNone/>
            </a:pPr>
            <a:r>
              <a:rPr lang="en-US" sz="3700" b="1" i="0" u="none" strike="noStrike" cap="none">
                <a:solidFill>
                  <a:schemeClr val="dk2"/>
                </a:solidFill>
                <a:latin typeface="Arial"/>
                <a:ea typeface="Arial"/>
                <a:cs typeface="Arial"/>
                <a:sym typeface="Arial"/>
              </a:rPr>
              <a:t>Stage 5, Adolescence: Identity Versus Role Confusion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Shape 153"/>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40740"/>
              <a:buFont typeface="Arial"/>
              <a:buChar char="●"/>
            </a:pPr>
            <a:r>
              <a:rPr lang="en-US" sz="2700" b="1" i="0" u="sng" strike="noStrike" cap="none">
                <a:solidFill>
                  <a:schemeClr val="dk1"/>
                </a:solidFill>
                <a:latin typeface="Arial"/>
                <a:ea typeface="Arial"/>
                <a:cs typeface="Arial"/>
                <a:sym typeface="Arial"/>
              </a:rPr>
              <a:t>Intimacy</a:t>
            </a:r>
            <a:r>
              <a:rPr lang="en-US" sz="2700" b="0" i="0" u="none" strike="noStrike" cap="none">
                <a:solidFill>
                  <a:schemeClr val="dk1"/>
                </a:solidFill>
                <a:latin typeface="Arial"/>
                <a:ea typeface="Arial"/>
                <a:cs typeface="Arial"/>
                <a:sym typeface="Arial"/>
              </a:rPr>
              <a:t> means our ability to care about others and to share experiments with them.</a:t>
            </a:r>
          </a:p>
          <a:p>
            <a:pPr marL="365760" marR="0" lvl="0" indent="-264160" algn="l" rtl="0">
              <a:spcBef>
                <a:spcPts val="400"/>
              </a:spcBef>
              <a:spcAft>
                <a:spcPts val="0"/>
              </a:spcAft>
              <a:buClr>
                <a:schemeClr val="accent1"/>
              </a:buClr>
              <a:buSzPct val="40740"/>
              <a:buFont typeface="Arial"/>
              <a:buNone/>
            </a:pPr>
            <a:endParaRPr sz="2700" b="0" i="0" u="none" strike="noStrike" cap="none">
              <a:solidFill>
                <a:schemeClr val="dk1"/>
              </a:solidFill>
              <a:latin typeface="Arial"/>
              <a:ea typeface="Arial"/>
              <a:cs typeface="Arial"/>
              <a:sym typeface="Arial"/>
            </a:endParaRPr>
          </a:p>
          <a:p>
            <a:pPr marL="365760" marR="0" lvl="0" indent="-264160" algn="l" rtl="0">
              <a:spcBef>
                <a:spcPts val="400"/>
              </a:spcBef>
              <a:spcAft>
                <a:spcPts val="0"/>
              </a:spcAft>
              <a:buClr>
                <a:schemeClr val="accent1"/>
              </a:buClr>
              <a:buSzPct val="40740"/>
              <a:buFont typeface="Arial"/>
              <a:buChar char="●"/>
            </a:pPr>
            <a:r>
              <a:rPr lang="en-US" sz="2700" b="0" i="1" u="sng" strike="noStrike" cap="none">
                <a:solidFill>
                  <a:schemeClr val="dk1"/>
                </a:solidFill>
                <a:latin typeface="Arial"/>
                <a:ea typeface="Arial"/>
                <a:cs typeface="Arial"/>
                <a:sym typeface="Arial"/>
              </a:rPr>
              <a:t>Question</a:t>
            </a:r>
            <a:r>
              <a:rPr lang="en-US" sz="2700" b="0" i="1" u="none" strike="noStrike" cap="none">
                <a:solidFill>
                  <a:schemeClr val="dk1"/>
                </a:solidFill>
                <a:latin typeface="Arial"/>
                <a:ea typeface="Arial"/>
                <a:cs typeface="Arial"/>
                <a:sym typeface="Arial"/>
              </a:rPr>
              <a:t>: Does this notion of intimacy need to be physical?</a:t>
            </a:r>
          </a:p>
          <a:p>
            <a:pPr marL="365760" marR="0" lvl="0" indent="-264160" algn="l" rtl="0">
              <a:spcBef>
                <a:spcPts val="400"/>
              </a:spcBef>
              <a:spcAft>
                <a:spcPts val="0"/>
              </a:spcAft>
              <a:buClr>
                <a:schemeClr val="accent1"/>
              </a:buClr>
              <a:buSzPct val="40740"/>
              <a:buFont typeface="Arial"/>
              <a:buNone/>
            </a:pPr>
            <a:endParaRPr sz="2700" b="0" i="0" u="none" strike="noStrike" cap="none">
              <a:solidFill>
                <a:schemeClr val="dk1"/>
              </a:solidFill>
              <a:latin typeface="Arial"/>
              <a:ea typeface="Arial"/>
              <a:cs typeface="Arial"/>
              <a:sym typeface="Arial"/>
            </a:endParaRPr>
          </a:p>
          <a:p>
            <a:pPr marL="365760" marR="0" lvl="0" indent="-264160" algn="l" rtl="0">
              <a:spcBef>
                <a:spcPts val="400"/>
              </a:spcBef>
              <a:spcAft>
                <a:spcPts val="0"/>
              </a:spcAft>
              <a:buClr>
                <a:schemeClr val="accent1"/>
              </a:buClr>
              <a:buSzPct val="40740"/>
              <a:buFont typeface="Arial"/>
              <a:buChar char="●"/>
            </a:pPr>
            <a:r>
              <a:rPr lang="en-US" sz="2700" b="0" i="0" u="none" strike="noStrike" cap="none">
                <a:solidFill>
                  <a:schemeClr val="dk1"/>
                </a:solidFill>
                <a:latin typeface="Arial"/>
                <a:ea typeface="Arial"/>
                <a:cs typeface="Arial"/>
                <a:sym typeface="Arial"/>
              </a:rPr>
              <a:t>Failure to establish intimacy with others leads to a deep sense of </a:t>
            </a:r>
            <a:r>
              <a:rPr lang="en-US" sz="2700" b="1" i="0" u="sng" strike="noStrike" cap="none">
                <a:solidFill>
                  <a:schemeClr val="dk1"/>
                </a:solidFill>
                <a:latin typeface="Arial"/>
                <a:ea typeface="Arial"/>
                <a:cs typeface="Arial"/>
                <a:sym typeface="Arial"/>
              </a:rPr>
              <a:t>isolation</a:t>
            </a:r>
            <a:r>
              <a:rPr lang="en-US" sz="2700" b="0" i="0" u="none" strike="noStrike" cap="none">
                <a:solidFill>
                  <a:schemeClr val="dk1"/>
                </a:solidFill>
                <a:latin typeface="Arial"/>
                <a:ea typeface="Arial"/>
                <a:cs typeface="Arial"/>
                <a:sym typeface="Arial"/>
              </a:rPr>
              <a:t> – or does it??? </a:t>
            </a:r>
          </a:p>
          <a:p>
            <a:pPr marL="365760" marR="0" lvl="0" indent="-264160" algn="l" rtl="0">
              <a:spcBef>
                <a:spcPts val="400"/>
              </a:spcBef>
              <a:spcAft>
                <a:spcPts val="0"/>
              </a:spcAft>
              <a:buClr>
                <a:schemeClr val="accent1"/>
              </a:buClr>
              <a:buSzPct val="40740"/>
              <a:buFont typeface="Arial"/>
              <a:buNone/>
            </a:pPr>
            <a:endParaRPr sz="2700" b="0" i="0" u="none" strike="noStrike" cap="none">
              <a:solidFill>
                <a:schemeClr val="dk1"/>
              </a:solidFill>
              <a:latin typeface="Arial"/>
              <a:ea typeface="Arial"/>
              <a:cs typeface="Arial"/>
              <a:sym typeface="Arial"/>
            </a:endParaRPr>
          </a:p>
        </p:txBody>
      </p:sp>
      <p:sp>
        <p:nvSpPr>
          <p:cNvPr id="154" name="Shape 154"/>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Arial"/>
              <a:buNone/>
            </a:pPr>
            <a:r>
              <a:rPr lang="en-US" sz="3700" b="1" i="0" u="none" strike="noStrike" cap="none">
                <a:solidFill>
                  <a:schemeClr val="dk2"/>
                </a:solidFill>
                <a:latin typeface="Arial"/>
                <a:ea typeface="Arial"/>
                <a:cs typeface="Arial"/>
                <a:sym typeface="Arial"/>
              </a:rPr>
              <a:t>Stage 6, Young Adulthood: Intimacy Versus Isolation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Shape 159"/>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40740"/>
              <a:buFont typeface="Arial"/>
              <a:buChar char="●"/>
            </a:pPr>
            <a:r>
              <a:rPr lang="en-US" sz="2700" b="0" i="0" u="none" strike="noStrike" cap="none">
                <a:solidFill>
                  <a:schemeClr val="dk1"/>
                </a:solidFill>
                <a:latin typeface="Arial"/>
                <a:ea typeface="Arial"/>
                <a:cs typeface="Arial"/>
                <a:sym typeface="Arial"/>
              </a:rPr>
              <a:t>Erickson referred to the term of </a:t>
            </a:r>
            <a:r>
              <a:rPr lang="en-US" sz="2700" b="1" i="0" u="sng" strike="noStrike" cap="none">
                <a:solidFill>
                  <a:schemeClr val="dk1"/>
                </a:solidFill>
                <a:latin typeface="Arial"/>
                <a:ea typeface="Arial"/>
                <a:cs typeface="Arial"/>
                <a:sym typeface="Arial"/>
              </a:rPr>
              <a:t>generativity</a:t>
            </a:r>
            <a:r>
              <a:rPr lang="en-US" sz="2700" b="0" i="0" u="none" strike="noStrike" cap="none">
                <a:solidFill>
                  <a:schemeClr val="dk1"/>
                </a:solidFill>
                <a:latin typeface="Arial"/>
                <a:ea typeface="Arial"/>
                <a:cs typeface="Arial"/>
                <a:sym typeface="Arial"/>
              </a:rPr>
              <a:t> as an interest in guiding the next generation – basically parenting… or teaching?</a:t>
            </a:r>
          </a:p>
          <a:p>
            <a:pPr marL="365760" marR="0" lvl="0" indent="-264160" algn="l" rtl="0">
              <a:spcBef>
                <a:spcPts val="400"/>
              </a:spcBef>
              <a:spcAft>
                <a:spcPts val="0"/>
              </a:spcAft>
              <a:buClr>
                <a:schemeClr val="accent1"/>
              </a:buClr>
              <a:buSzPct val="40740"/>
              <a:buFont typeface="Arial"/>
              <a:buChar char="●"/>
            </a:pPr>
            <a:r>
              <a:rPr lang="en-US" sz="2700" b="0" i="0" u="none" strike="noStrike" cap="none">
                <a:solidFill>
                  <a:schemeClr val="dk1"/>
                </a:solidFill>
                <a:latin typeface="Arial"/>
                <a:ea typeface="Arial"/>
                <a:cs typeface="Arial"/>
                <a:sym typeface="Arial"/>
              </a:rPr>
              <a:t>A person’s concerns and energies must broaden to include the welfare of others and society as a whole.</a:t>
            </a:r>
          </a:p>
          <a:p>
            <a:pPr marL="365760" marR="0" lvl="0" indent="-264160" algn="l" rtl="0">
              <a:spcBef>
                <a:spcPts val="400"/>
              </a:spcBef>
              <a:spcAft>
                <a:spcPts val="0"/>
              </a:spcAft>
              <a:buClr>
                <a:schemeClr val="accent1"/>
              </a:buClr>
              <a:buSzPct val="40740"/>
              <a:buFont typeface="Arial"/>
              <a:buChar char="●"/>
            </a:pPr>
            <a:r>
              <a:rPr lang="en-US" sz="2700" b="0" i="0" u="none" strike="noStrike" cap="none">
                <a:solidFill>
                  <a:schemeClr val="dk1"/>
                </a:solidFill>
                <a:latin typeface="Arial"/>
                <a:ea typeface="Arial"/>
                <a:cs typeface="Arial"/>
                <a:sym typeface="Arial"/>
              </a:rPr>
              <a:t>Failure to do this is marked by a </a:t>
            </a:r>
            <a:r>
              <a:rPr lang="en-US" sz="2700" b="1" i="0" u="sng" strike="noStrike" cap="none">
                <a:solidFill>
                  <a:schemeClr val="dk1"/>
                </a:solidFill>
                <a:latin typeface="Arial"/>
                <a:ea typeface="Arial"/>
                <a:cs typeface="Arial"/>
                <a:sym typeface="Arial"/>
              </a:rPr>
              <a:t>stagnant</a:t>
            </a:r>
            <a:r>
              <a:rPr lang="en-US" sz="2700" b="0" i="0" u="none" strike="noStrike" cap="none">
                <a:solidFill>
                  <a:schemeClr val="dk1"/>
                </a:solidFill>
                <a:latin typeface="Arial"/>
                <a:ea typeface="Arial"/>
                <a:cs typeface="Arial"/>
                <a:sym typeface="Arial"/>
              </a:rPr>
              <a:t> concern with one’s own needs and comfort.</a:t>
            </a:r>
          </a:p>
          <a:p>
            <a:pPr marL="365760" marR="0" lvl="0" indent="-264160" algn="l" rtl="0">
              <a:spcBef>
                <a:spcPts val="400"/>
              </a:spcBef>
              <a:spcAft>
                <a:spcPts val="0"/>
              </a:spcAft>
              <a:buClr>
                <a:schemeClr val="accent1"/>
              </a:buClr>
              <a:buSzPct val="40740"/>
              <a:buFont typeface="Arial"/>
              <a:buChar char="●"/>
            </a:pPr>
            <a:r>
              <a:rPr lang="en-US" sz="2700" b="0" i="0" u="none" strike="noStrike" cap="none">
                <a:solidFill>
                  <a:schemeClr val="dk1"/>
                </a:solidFill>
                <a:latin typeface="Arial"/>
                <a:ea typeface="Arial"/>
                <a:cs typeface="Arial"/>
                <a:sym typeface="Arial"/>
              </a:rPr>
              <a:t>Life loses meaning…</a:t>
            </a:r>
          </a:p>
          <a:p>
            <a:pPr marL="365760" marR="0" lvl="0" indent="-264160" algn="l" rtl="0">
              <a:spcBef>
                <a:spcPts val="400"/>
              </a:spcBef>
              <a:spcAft>
                <a:spcPts val="0"/>
              </a:spcAft>
              <a:buClr>
                <a:schemeClr val="accent1"/>
              </a:buClr>
              <a:buSzPct val="40740"/>
              <a:buFont typeface="Arial"/>
              <a:buNone/>
            </a:pPr>
            <a:endParaRPr sz="2700" b="0" i="0" u="none" strike="noStrike" cap="none">
              <a:solidFill>
                <a:schemeClr val="dk1"/>
              </a:solidFill>
              <a:latin typeface="Arial"/>
              <a:ea typeface="Arial"/>
              <a:cs typeface="Arial"/>
              <a:sym typeface="Arial"/>
            </a:endParaRPr>
          </a:p>
        </p:txBody>
      </p:sp>
      <p:sp>
        <p:nvSpPr>
          <p:cNvPr id="160" name="Shape 160"/>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Arial"/>
              <a:buNone/>
            </a:pPr>
            <a:r>
              <a:rPr lang="en-US" sz="3700" b="1" i="0" u="none" strike="noStrike" cap="none">
                <a:solidFill>
                  <a:schemeClr val="dk2"/>
                </a:solidFill>
                <a:latin typeface="Arial"/>
                <a:ea typeface="Arial"/>
                <a:cs typeface="Arial"/>
                <a:sym typeface="Arial"/>
              </a:rPr>
              <a:t>Stage 7, Middle Adulthood: Generativity Versus Stagnation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Shape 165"/>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40740"/>
              <a:buFont typeface="Arial"/>
              <a:buChar char="●"/>
            </a:pPr>
            <a:r>
              <a:rPr lang="en-US" sz="2700" b="0" i="0" u="none" strike="noStrike" cap="none">
                <a:solidFill>
                  <a:schemeClr val="dk1"/>
                </a:solidFill>
                <a:latin typeface="Arial"/>
                <a:ea typeface="Arial"/>
                <a:cs typeface="Arial"/>
                <a:sym typeface="Arial"/>
              </a:rPr>
              <a:t>“What have done that has made a difference?”</a:t>
            </a:r>
          </a:p>
          <a:p>
            <a:pPr marL="365760" marR="0" lvl="0" indent="-264160" algn="l" rtl="0">
              <a:spcBef>
                <a:spcPts val="400"/>
              </a:spcBef>
              <a:spcAft>
                <a:spcPts val="0"/>
              </a:spcAft>
              <a:buClr>
                <a:schemeClr val="accent1"/>
              </a:buClr>
              <a:buSzPct val="40740"/>
              <a:buFont typeface="Arial"/>
              <a:buChar char="●"/>
            </a:pPr>
            <a:r>
              <a:rPr lang="en-US" sz="2700" b="0" i="0" u="none" strike="noStrike" cap="none">
                <a:solidFill>
                  <a:schemeClr val="dk1"/>
                </a:solidFill>
                <a:latin typeface="Arial"/>
                <a:ea typeface="Arial"/>
                <a:cs typeface="Arial"/>
                <a:sym typeface="Arial"/>
              </a:rPr>
              <a:t>A person must be able to look back over life with acceptance and satisfaction – if one lives richly and responsibly they develop a sense of </a:t>
            </a:r>
            <a:r>
              <a:rPr lang="en-US" sz="2700" b="1" i="0" u="sng" strike="noStrike" cap="none">
                <a:solidFill>
                  <a:schemeClr val="dk1"/>
                </a:solidFill>
                <a:latin typeface="Arial"/>
                <a:ea typeface="Arial"/>
                <a:cs typeface="Arial"/>
                <a:sym typeface="Arial"/>
              </a:rPr>
              <a:t>integrity</a:t>
            </a:r>
            <a:r>
              <a:rPr lang="en-US" sz="2700" b="0" i="0" u="none" strike="noStrike" cap="none">
                <a:solidFill>
                  <a:schemeClr val="dk1"/>
                </a:solidFill>
                <a:latin typeface="Arial"/>
                <a:ea typeface="Arial"/>
                <a:cs typeface="Arial"/>
                <a:sym typeface="Arial"/>
              </a:rPr>
              <a:t>.</a:t>
            </a:r>
          </a:p>
          <a:p>
            <a:pPr marL="365760" marR="0" lvl="0" indent="-264160" algn="l" rtl="0">
              <a:spcBef>
                <a:spcPts val="400"/>
              </a:spcBef>
              <a:spcAft>
                <a:spcPts val="0"/>
              </a:spcAft>
              <a:buClr>
                <a:schemeClr val="accent1"/>
              </a:buClr>
              <a:buSzPct val="40740"/>
              <a:buFont typeface="Arial"/>
              <a:buChar char="●"/>
            </a:pPr>
            <a:r>
              <a:rPr lang="en-US" sz="2700" b="0" i="0" u="none" strike="noStrike" cap="none">
                <a:solidFill>
                  <a:schemeClr val="dk1"/>
                </a:solidFill>
                <a:latin typeface="Arial"/>
                <a:ea typeface="Arial"/>
                <a:cs typeface="Arial"/>
                <a:sym typeface="Arial"/>
              </a:rPr>
              <a:t> If a person has regrets, they may experience </a:t>
            </a:r>
            <a:r>
              <a:rPr lang="en-US" sz="2700" b="1" i="0" u="sng" strike="noStrike" cap="none">
                <a:solidFill>
                  <a:schemeClr val="dk1"/>
                </a:solidFill>
                <a:latin typeface="Arial"/>
                <a:ea typeface="Arial"/>
                <a:cs typeface="Arial"/>
                <a:sym typeface="Arial"/>
              </a:rPr>
              <a:t>despair</a:t>
            </a:r>
            <a:r>
              <a:rPr lang="en-US" sz="2700" b="0" i="0" u="none" strike="noStrike" cap="none">
                <a:solidFill>
                  <a:schemeClr val="dk1"/>
                </a:solidFill>
                <a:latin typeface="Arial"/>
                <a:ea typeface="Arial"/>
                <a:cs typeface="Arial"/>
                <a:sym typeface="Arial"/>
              </a:rPr>
              <a:t>, heartache and remorse…</a:t>
            </a:r>
          </a:p>
          <a:p>
            <a:pPr marL="365760" marR="0" lvl="0" indent="-264160" algn="l" rtl="0">
              <a:spcBef>
                <a:spcPts val="400"/>
              </a:spcBef>
              <a:spcAft>
                <a:spcPts val="0"/>
              </a:spcAft>
              <a:buClr>
                <a:schemeClr val="accent1"/>
              </a:buClr>
              <a:buSzPct val="25000"/>
              <a:buFont typeface="Arial"/>
              <a:buNone/>
            </a:pPr>
            <a:endParaRPr sz="2700" b="0" i="0" u="none" strike="noStrike" cap="none">
              <a:solidFill>
                <a:schemeClr val="dk1"/>
              </a:solidFill>
              <a:latin typeface="Arial"/>
              <a:ea typeface="Arial"/>
              <a:cs typeface="Arial"/>
              <a:sym typeface="Arial"/>
            </a:endParaRPr>
          </a:p>
          <a:p>
            <a:pPr marL="365760" marR="0" lvl="0" indent="-264160" algn="l" rtl="0">
              <a:spcBef>
                <a:spcPts val="400"/>
              </a:spcBef>
              <a:spcAft>
                <a:spcPts val="0"/>
              </a:spcAft>
              <a:buClr>
                <a:schemeClr val="accent1"/>
              </a:buClr>
              <a:buSzPct val="40740"/>
              <a:buFont typeface="Arial"/>
              <a:buChar char="●"/>
            </a:pPr>
            <a:r>
              <a:rPr lang="en-US" sz="2700" b="0" i="0" u="none" strike="noStrike" cap="none">
                <a:solidFill>
                  <a:schemeClr val="dk1"/>
                </a:solidFill>
                <a:latin typeface="Arial"/>
                <a:ea typeface="Arial"/>
                <a:cs typeface="Arial"/>
                <a:sym typeface="Arial"/>
              </a:rPr>
              <a:t>Interesting article:</a:t>
            </a:r>
          </a:p>
          <a:p>
            <a:pPr marL="365760" marR="0" lvl="0" indent="-264160" algn="l" rtl="0">
              <a:spcBef>
                <a:spcPts val="400"/>
              </a:spcBef>
              <a:spcAft>
                <a:spcPts val="0"/>
              </a:spcAft>
              <a:buClr>
                <a:schemeClr val="accent1"/>
              </a:buClr>
              <a:buSzPct val="40740"/>
              <a:buFont typeface="Arial"/>
              <a:buChar char="●"/>
            </a:pPr>
            <a:r>
              <a:rPr lang="en-US" sz="2700" b="0" i="0" u="sng" strike="noStrike" cap="none">
                <a:solidFill>
                  <a:schemeClr val="hlink"/>
                </a:solidFill>
                <a:latin typeface="Arial"/>
                <a:ea typeface="Arial"/>
                <a:cs typeface="Arial"/>
                <a:sym typeface="Arial"/>
                <a:hlinkClick r:id="rId3"/>
              </a:rPr>
              <a:t>http://www.guardian.co.uk/lifeandstyle/2012/feb/01/top-five-regrets-of-the-dying</a:t>
            </a:r>
          </a:p>
        </p:txBody>
      </p:sp>
      <p:sp>
        <p:nvSpPr>
          <p:cNvPr id="166" name="Shape 166"/>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Arial"/>
              <a:buNone/>
            </a:pPr>
            <a:r>
              <a:rPr lang="en-US" sz="3700" b="1" i="0" u="none" strike="noStrike" cap="none">
                <a:solidFill>
                  <a:schemeClr val="dk2"/>
                </a:solidFill>
                <a:latin typeface="Arial"/>
                <a:ea typeface="Arial"/>
                <a:cs typeface="Arial"/>
                <a:sym typeface="Arial"/>
              </a:rPr>
              <a:t>Stage 8, Late Adulthood: Integrity Versus Despair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Shape 171"/>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40740"/>
              <a:buFont typeface="Arial"/>
              <a:buChar char="●"/>
            </a:pPr>
            <a:r>
              <a:rPr lang="en-US" sz="2700" b="0" i="0" u="none" strike="noStrike" cap="none">
                <a:solidFill>
                  <a:schemeClr val="dk1"/>
                </a:solidFill>
                <a:latin typeface="Arial"/>
                <a:ea typeface="Arial"/>
                <a:cs typeface="Arial"/>
                <a:sym typeface="Arial"/>
              </a:rPr>
              <a:t>Spend the next 5 – 7 minutes looking over your notes.</a:t>
            </a:r>
          </a:p>
          <a:p>
            <a:pPr marL="365760" marR="0" lvl="0" indent="-264160" algn="l" rtl="0">
              <a:spcBef>
                <a:spcPts val="400"/>
              </a:spcBef>
              <a:spcAft>
                <a:spcPts val="0"/>
              </a:spcAft>
              <a:buClr>
                <a:schemeClr val="accent1"/>
              </a:buClr>
              <a:buSzPct val="40740"/>
              <a:buFont typeface="Arial"/>
              <a:buChar char="●"/>
            </a:pPr>
            <a:r>
              <a:rPr lang="en-US" sz="2700" b="0" i="0" u="none" strike="noStrike" cap="none">
                <a:solidFill>
                  <a:schemeClr val="dk1"/>
                </a:solidFill>
                <a:latin typeface="Arial"/>
                <a:ea typeface="Arial"/>
                <a:cs typeface="Arial"/>
                <a:sym typeface="Arial"/>
              </a:rPr>
              <a:t>Write a 150 word response in your workbook on whether you think this theory encapsulates the past, present and future one may experience in their lifetime. Do you think it has any merit?</a:t>
            </a:r>
          </a:p>
          <a:p>
            <a:pPr marL="365760" marR="0" lvl="0" indent="-264160" algn="l" rtl="0">
              <a:spcBef>
                <a:spcPts val="400"/>
              </a:spcBef>
              <a:spcAft>
                <a:spcPts val="0"/>
              </a:spcAft>
              <a:buClr>
                <a:schemeClr val="accent1"/>
              </a:buClr>
              <a:buSzPct val="40740"/>
              <a:buFont typeface="Arial"/>
              <a:buNone/>
            </a:pPr>
            <a:endParaRPr sz="2700" b="0" i="0" u="none" strike="noStrike" cap="none">
              <a:solidFill>
                <a:schemeClr val="dk1"/>
              </a:solidFill>
              <a:latin typeface="Arial"/>
              <a:ea typeface="Arial"/>
              <a:cs typeface="Arial"/>
              <a:sym typeface="Arial"/>
            </a:endParaRPr>
          </a:p>
          <a:p>
            <a:pPr marL="365760" marR="0" lvl="0" indent="-264160" algn="l" rtl="0">
              <a:spcBef>
                <a:spcPts val="400"/>
              </a:spcBef>
              <a:spcAft>
                <a:spcPts val="0"/>
              </a:spcAft>
              <a:buClr>
                <a:schemeClr val="accent1"/>
              </a:buClr>
              <a:buSzPct val="40740"/>
              <a:buFont typeface="Arial"/>
              <a:buChar char="●"/>
            </a:pPr>
            <a:r>
              <a:rPr lang="en-US" sz="2700" b="0" i="0" u="none" strike="noStrike" cap="none">
                <a:solidFill>
                  <a:schemeClr val="dk1"/>
                </a:solidFill>
                <a:latin typeface="Arial"/>
                <a:ea typeface="Arial"/>
                <a:cs typeface="Arial"/>
                <a:sym typeface="Arial"/>
              </a:rPr>
              <a:t>Share thoughts…</a:t>
            </a:r>
          </a:p>
        </p:txBody>
      </p:sp>
      <p:sp>
        <p:nvSpPr>
          <p:cNvPr id="172" name="Shape 172"/>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Arial"/>
              <a:buNone/>
            </a:pPr>
            <a:r>
              <a:rPr lang="en-US" sz="3700" b="1" i="0" u="none" strike="noStrike" cap="none">
                <a:solidFill>
                  <a:schemeClr val="dk2"/>
                </a:solidFill>
                <a:latin typeface="Arial"/>
                <a:ea typeface="Arial"/>
                <a:cs typeface="Arial"/>
                <a:sym typeface="Arial"/>
              </a:rPr>
              <a:t>What are your thoughts on Erikson’s theory?</a:t>
            </a:r>
          </a:p>
        </p:txBody>
      </p:sp>
    </p:spTree>
  </p:cSld>
  <p:clrMapOvr>
    <a:masterClrMapping/>
  </p:clrMapOvr>
</p:sld>
</file>

<file path=ppt/theme/theme1.xml><?xml version="1.0" encoding="utf-8"?>
<a:theme xmlns:a="http://schemas.openxmlformats.org/drawingml/2006/main" name="Custom Theme">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970</Words>
  <Application>Microsoft Office PowerPoint</Application>
  <PresentationFormat>On-screen Show (4:3)</PresentationFormat>
  <Paragraphs>70</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Custom Theme</vt:lpstr>
      <vt:lpstr>Psychosocial Development: Erik Erikson’s Eight-Stage Theory</vt:lpstr>
      <vt:lpstr>Erick Erickson (1903 – 1994)</vt:lpstr>
      <vt:lpstr>Stage 1, First Year of Life: Trust Versus Mistrust</vt:lpstr>
      <vt:lpstr>Aileen Wuornos</vt:lpstr>
      <vt:lpstr>Stage 2, 1 – 3 Years: Autonomy Versus Shame and Doubt</vt:lpstr>
      <vt:lpstr>Stage 3, 3 – 5 Years: Initiative Versus Guilt</vt:lpstr>
      <vt:lpstr>Stage 4, 6 – 12 Years: Industry Versus Inferiority</vt:lpstr>
      <vt:lpstr>Stage 5, Adolescence: Identity Versus Role Confusion</vt:lpstr>
      <vt:lpstr>Stage 6, Young Adulthood: Intimacy Versus Isolation</vt:lpstr>
      <vt:lpstr>Stage 7, Middle Adulthood: Generativity Versus Stagnation</vt:lpstr>
      <vt:lpstr>Stage 8, Late Adulthood: Integrity Versus Despair</vt:lpstr>
      <vt:lpstr>What are your thoughts on Erikson’s theory?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Psychosocial Development: Erik Erikson’s Eight-Stage Theory</dc:title>
  <dc:creator>Annabel Kanakis</dc:creator>
  <cp:lastModifiedBy>Annabel Kanakis</cp:lastModifiedBy>
  <cp:revision>1</cp:revision>
  <dcterms:modified xsi:type="dcterms:W3CDTF">2018-06-08T02:28:20Z</dcterms:modified>
</cp:coreProperties>
</file>