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6858000" type="screen4x3"/>
  <p:notesSz cx="6858000" cy="9144000"/>
  <p:embeddedFontLst>
    <p:embeddedFont>
      <p:font typeface="Corben" panose="020B0604020202020204" charset="0"/>
      <p:regular r:id="rId40"/>
      <p:bold r:id="rId41"/>
    </p:embeddedFont>
    <p:embeddedFont>
      <p:font typeface="Lustria" panose="020B0604020202020204" charset="0"/>
      <p:regular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930" y="4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Shape 4"/>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Shape 109"/>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0" name="Shape 11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Shape 116"/>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7" name="Shape 11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Shape 122"/>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3" name="Shape 12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Shape 128"/>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29" name="Shape 12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Shape 133"/>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4" name="Shape 13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Shape 138"/>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39" name="Shape 13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Shape 143"/>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4" name="Shape 14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49" name="Shape 14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Shape 153"/>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4" name="Shape 15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Shape 158"/>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59" name="Shape 15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Shape 163"/>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4" name="Shape 16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Shape 168"/>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9" name="Shape 16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Shape 173"/>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4" name="Shape 17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Shape 178"/>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79" name="Shape 17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Shape 183"/>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4" name="Shape 18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Shape 188"/>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89" name="Shape 18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Shape 193"/>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4" name="Shape 19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Shape 198"/>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99" name="Shape 19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Shape 203"/>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4" name="Shape 20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Shape 208"/>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09" name="Shape 20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Shape 213"/>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14" name="Shape 21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Shape 218"/>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19" name="Shape 21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Shape 223"/>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4" name="Shape 22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Shape 228"/>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29" name="Shape 22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Shape 233"/>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4" name="Shape 23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Shape 238"/>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39" name="Shape 23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Shape 243"/>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4" name="Shape 24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Shape 248"/>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49" name="Shape 24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Shape 253"/>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4" name="Shape 25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Shape 258"/>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59" name="Shape 25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Shape 263"/>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4" name="Shape 26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Shape 268"/>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69" name="Shape 26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Shape 274"/>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75" name="Shape 27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Shape 280"/>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1" name="Shape 2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Shape 286"/>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87" name="Shape 28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Shape 291"/>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2" name="Shape 29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Shape 297"/>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298" name="Shape 29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Shape 12"/>
          <p:cNvSpPr txBox="1">
            <a:spLocks noGrp="1"/>
          </p:cNvSpPr>
          <p:nvPr>
            <p:ph type="ctrTitle"/>
          </p:nvPr>
        </p:nvSpPr>
        <p:spPr>
          <a:xfrm>
            <a:off x="685800" y="2365248"/>
            <a:ext cx="7772400" cy="978408"/>
          </a:xfrm>
          <a:prstGeom prst="rect">
            <a:avLst/>
          </a:prstGeom>
          <a:noFill/>
          <a:ln>
            <a:noFill/>
          </a:ln>
        </p:spPr>
        <p:txBody>
          <a:bodyPr spcFirstLastPara="1" wrap="square" lIns="91425" tIns="91425" rIns="91425" bIns="91425" anchor="b" anchorCtr="0"/>
          <a:lstStyle>
            <a:lvl1pPr marL="0" marR="0" lvl="0" indent="0" algn="ctr" rtl="0">
              <a:spcBef>
                <a:spcPts val="0"/>
              </a:spcBef>
              <a:spcAft>
                <a:spcPts val="0"/>
              </a:spcAft>
              <a:buClr>
                <a:schemeClr val="lt1"/>
              </a:buClr>
              <a:buSzPts val="1400"/>
              <a:buFont typeface="Lustria"/>
              <a:buNone/>
              <a:defRPr sz="5400" b="0" i="0" u="none" strike="noStrike" cap="none">
                <a:solidFill>
                  <a:schemeClr val="lt1"/>
                </a:solidFill>
                <a:latin typeface="Lustria"/>
                <a:ea typeface="Lustria"/>
                <a:cs typeface="Lustria"/>
                <a:sym typeface="Lustria"/>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a:p>
        </p:txBody>
      </p:sp>
      <p:sp>
        <p:nvSpPr>
          <p:cNvPr id="13" name="Shape 13"/>
          <p:cNvSpPr txBox="1">
            <a:spLocks noGrp="1"/>
          </p:cNvSpPr>
          <p:nvPr>
            <p:ph type="subTitle" idx="1"/>
          </p:nvPr>
        </p:nvSpPr>
        <p:spPr>
          <a:xfrm>
            <a:off x="685800" y="3352800"/>
            <a:ext cx="7772400" cy="877824"/>
          </a:xfrm>
          <a:prstGeom prst="rect">
            <a:avLst/>
          </a:prstGeom>
          <a:noFill/>
          <a:ln>
            <a:noFill/>
          </a:ln>
        </p:spPr>
        <p:txBody>
          <a:bodyPr spcFirstLastPara="1" wrap="square" lIns="91425" tIns="91425" rIns="91425" bIns="91425" anchor="t" anchorCtr="0"/>
          <a:lstStyle>
            <a:lvl1pPr marL="0" marR="0" lvl="0" indent="0" algn="ctr" rtl="0">
              <a:spcBef>
                <a:spcPts val="300"/>
              </a:spcBef>
              <a:spcAft>
                <a:spcPts val="0"/>
              </a:spcAft>
              <a:buClr>
                <a:schemeClr val="lt1"/>
              </a:buClr>
              <a:buSzPts val="2200"/>
              <a:buFont typeface="Lustria"/>
              <a:buNone/>
              <a:defRPr sz="2000" b="0" i="0" u="none" strike="noStrike" cap="none">
                <a:solidFill>
                  <a:schemeClr val="lt1"/>
                </a:solidFill>
                <a:latin typeface="Lustria"/>
                <a:ea typeface="Lustria"/>
                <a:cs typeface="Lustria"/>
                <a:sym typeface="Lustria"/>
              </a:defRPr>
            </a:lvl1pPr>
            <a:lvl2pPr marL="457200" marR="0" lvl="1" indent="0" algn="ctr" rtl="0">
              <a:spcBef>
                <a:spcPts val="600"/>
              </a:spcBef>
              <a:spcAft>
                <a:spcPts val="0"/>
              </a:spcAft>
              <a:buClr>
                <a:schemeClr val="lt1"/>
              </a:buClr>
              <a:buSzPts val="2000"/>
              <a:buFont typeface="Lustria"/>
              <a:buNone/>
              <a:defRPr sz="2000" b="0" i="0" u="none" strike="noStrike" cap="none">
                <a:solidFill>
                  <a:schemeClr val="lt1"/>
                </a:solidFill>
                <a:latin typeface="Lustria"/>
                <a:ea typeface="Lustria"/>
                <a:cs typeface="Lustria"/>
                <a:sym typeface="Lustria"/>
              </a:defRPr>
            </a:lvl2pPr>
            <a:lvl3pPr marL="914400" marR="0" lvl="2" indent="0" algn="ctr" rtl="0">
              <a:spcBef>
                <a:spcPts val="600"/>
              </a:spcBef>
              <a:spcAft>
                <a:spcPts val="0"/>
              </a:spcAft>
              <a:buClr>
                <a:schemeClr val="lt1"/>
              </a:buClr>
              <a:buSzPts val="1800"/>
              <a:buFont typeface="Lustria"/>
              <a:buNone/>
              <a:defRPr sz="1800" b="0" i="0" u="none" strike="noStrike" cap="none">
                <a:solidFill>
                  <a:schemeClr val="lt1"/>
                </a:solidFill>
                <a:latin typeface="Lustria"/>
                <a:ea typeface="Lustria"/>
                <a:cs typeface="Lustria"/>
                <a:sym typeface="Lustria"/>
              </a:defRPr>
            </a:lvl3pPr>
            <a:lvl4pPr marL="1371600" marR="0" lvl="3" indent="0" algn="ctr" rtl="0">
              <a:spcBef>
                <a:spcPts val="600"/>
              </a:spcBef>
              <a:spcAft>
                <a:spcPts val="0"/>
              </a:spcAft>
              <a:buClr>
                <a:schemeClr val="lt1"/>
              </a:buClr>
              <a:buSzPts val="1800"/>
              <a:buFont typeface="Lustria"/>
              <a:buNone/>
              <a:defRPr sz="1800" b="0" i="0" u="none" strike="noStrike" cap="none">
                <a:solidFill>
                  <a:schemeClr val="lt1"/>
                </a:solidFill>
                <a:latin typeface="Lustria"/>
                <a:ea typeface="Lustria"/>
                <a:cs typeface="Lustria"/>
                <a:sym typeface="Lustria"/>
              </a:defRPr>
            </a:lvl4pPr>
            <a:lvl5pPr marL="1828800" marR="0" lvl="4" indent="0" algn="ctr" rtl="0">
              <a:spcBef>
                <a:spcPts val="600"/>
              </a:spcBef>
              <a:spcAft>
                <a:spcPts val="0"/>
              </a:spcAft>
              <a:buClr>
                <a:schemeClr val="lt1"/>
              </a:buClr>
              <a:buSzPts val="1800"/>
              <a:buFont typeface="Lustria"/>
              <a:buNone/>
              <a:defRPr sz="1800" b="0" i="0" u="none" strike="noStrike" cap="none">
                <a:solidFill>
                  <a:schemeClr val="lt1"/>
                </a:solidFill>
                <a:latin typeface="Lustria"/>
                <a:ea typeface="Lustria"/>
                <a:cs typeface="Lustria"/>
                <a:sym typeface="Lustria"/>
              </a:defRPr>
            </a:lvl5pPr>
            <a:lvl6pPr marL="2286000" marR="0" lvl="5" indent="0" algn="ctr" rtl="0">
              <a:spcBef>
                <a:spcPts val="360"/>
              </a:spcBef>
              <a:spcAft>
                <a:spcPts val="0"/>
              </a:spcAft>
              <a:buClr>
                <a:schemeClr val="lt1"/>
              </a:buClr>
              <a:buSzPts val="1800"/>
              <a:buFont typeface="Lustria"/>
              <a:buNone/>
              <a:defRPr sz="1800" b="0" i="0" u="none" strike="noStrike" cap="none">
                <a:solidFill>
                  <a:schemeClr val="lt1"/>
                </a:solidFill>
                <a:latin typeface="Lustria"/>
                <a:ea typeface="Lustria"/>
                <a:cs typeface="Lustria"/>
                <a:sym typeface="Lustria"/>
              </a:defRPr>
            </a:lvl6pPr>
            <a:lvl7pPr marL="2743200" marR="0" lvl="6" indent="0" algn="ctr" rtl="0">
              <a:spcBef>
                <a:spcPts val="360"/>
              </a:spcBef>
              <a:spcAft>
                <a:spcPts val="0"/>
              </a:spcAft>
              <a:buClr>
                <a:schemeClr val="lt1"/>
              </a:buClr>
              <a:buSzPts val="1800"/>
              <a:buFont typeface="Lustria"/>
              <a:buNone/>
              <a:defRPr sz="1800" b="0" i="0" u="none" strike="noStrike" cap="none">
                <a:solidFill>
                  <a:schemeClr val="lt1"/>
                </a:solidFill>
                <a:latin typeface="Lustria"/>
                <a:ea typeface="Lustria"/>
                <a:cs typeface="Lustria"/>
                <a:sym typeface="Lustria"/>
              </a:defRPr>
            </a:lvl7pPr>
            <a:lvl8pPr marL="3200400" marR="0" lvl="7" indent="0" algn="ctr" rtl="0">
              <a:spcBef>
                <a:spcPts val="360"/>
              </a:spcBef>
              <a:spcAft>
                <a:spcPts val="0"/>
              </a:spcAft>
              <a:buClr>
                <a:schemeClr val="lt1"/>
              </a:buClr>
              <a:buSzPts val="1800"/>
              <a:buFont typeface="Lustria"/>
              <a:buNone/>
              <a:defRPr sz="1800" b="0" i="0" u="none" strike="noStrike" cap="none">
                <a:solidFill>
                  <a:schemeClr val="lt1"/>
                </a:solidFill>
                <a:latin typeface="Lustria"/>
                <a:ea typeface="Lustria"/>
                <a:cs typeface="Lustria"/>
                <a:sym typeface="Lustria"/>
              </a:defRPr>
            </a:lvl8pPr>
            <a:lvl9pPr marL="3657600" marR="0" lvl="8" indent="0" algn="ctr" rtl="0">
              <a:spcBef>
                <a:spcPts val="360"/>
              </a:spcBef>
              <a:spcAft>
                <a:spcPts val="0"/>
              </a:spcAft>
              <a:buClr>
                <a:schemeClr val="lt1"/>
              </a:buClr>
              <a:buSzPts val="1800"/>
              <a:buFont typeface="Lustria"/>
              <a:buNone/>
              <a:defRPr sz="1800" b="0" i="0" u="none" strike="noStrike" cap="none">
                <a:solidFill>
                  <a:schemeClr val="lt1"/>
                </a:solidFill>
                <a:latin typeface="Lustria"/>
                <a:ea typeface="Lustria"/>
                <a:cs typeface="Lustria"/>
                <a:sym typeface="Lustria"/>
              </a:defRPr>
            </a:lvl9pPr>
          </a:lstStyle>
          <a:p>
            <a:endParaRPr/>
          </a:p>
        </p:txBody>
      </p:sp>
      <p:sp>
        <p:nvSpPr>
          <p:cNvPr id="14" name="Shape 14"/>
          <p:cNvSpPr txBox="1">
            <a:spLocks noGrp="1"/>
          </p:cNvSpPr>
          <p:nvPr>
            <p:ph type="dt" idx="10"/>
          </p:nvPr>
        </p:nvSpPr>
        <p:spPr>
          <a:xfrm>
            <a:off x="6620435" y="6356350"/>
            <a:ext cx="2133600" cy="365125"/>
          </a:xfrm>
          <a:prstGeom prst="rect">
            <a:avLst/>
          </a:prstGeom>
          <a:noFill/>
          <a:ln>
            <a:noFill/>
          </a:ln>
        </p:spPr>
        <p:txBody>
          <a:bodyPr spcFirstLastPara="1" wrap="square" lIns="91425" tIns="91425" rIns="91425" bIns="91425" anchor="ctr" anchorCtr="0"/>
          <a:lstStyle>
            <a:lvl1pPr marL="0" marR="0" lvl="0" indent="0" algn="r"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15" name="Shape 15"/>
          <p:cNvSpPr txBox="1">
            <a:spLocks noGrp="1"/>
          </p:cNvSpPr>
          <p:nvPr>
            <p:ph type="ftr" idx="11"/>
          </p:nvPr>
        </p:nvSpPr>
        <p:spPr>
          <a:xfrm>
            <a:off x="354105" y="6356350"/>
            <a:ext cx="2895600" cy="365125"/>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16" name="Shape 16"/>
          <p:cNvSpPr txBox="1">
            <a:spLocks noGrp="1"/>
          </p:cNvSpPr>
          <p:nvPr>
            <p:ph type="sldNum" idx="12"/>
          </p:nvPr>
        </p:nvSpPr>
        <p:spPr>
          <a:xfrm>
            <a:off x="4229100" y="6356350"/>
            <a:ext cx="685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chemeClr val="lt1"/>
                </a:solidFill>
                <a:latin typeface="Lustria"/>
                <a:ea typeface="Lustria"/>
                <a:cs typeface="Lustria"/>
                <a:sym typeface="Lustria"/>
              </a:defRPr>
            </a:lvl1pPr>
            <a:lvl2pPr marL="0" marR="0" lvl="1" indent="0" algn="ctr" rtl="0">
              <a:spcBef>
                <a:spcPts val="0"/>
              </a:spcBef>
              <a:buNone/>
              <a:defRPr sz="1200" b="0" i="0" u="none" strike="noStrike" cap="none">
                <a:solidFill>
                  <a:schemeClr val="lt1"/>
                </a:solidFill>
                <a:latin typeface="Lustria"/>
                <a:ea typeface="Lustria"/>
                <a:cs typeface="Lustria"/>
                <a:sym typeface="Lustria"/>
              </a:defRPr>
            </a:lvl2pPr>
            <a:lvl3pPr marL="0" marR="0" lvl="2" indent="0" algn="ctr" rtl="0">
              <a:spcBef>
                <a:spcPts val="0"/>
              </a:spcBef>
              <a:buNone/>
              <a:defRPr sz="1200" b="0" i="0" u="none" strike="noStrike" cap="none">
                <a:solidFill>
                  <a:schemeClr val="lt1"/>
                </a:solidFill>
                <a:latin typeface="Lustria"/>
                <a:ea typeface="Lustria"/>
                <a:cs typeface="Lustria"/>
                <a:sym typeface="Lustria"/>
              </a:defRPr>
            </a:lvl3pPr>
            <a:lvl4pPr marL="0" marR="0" lvl="3" indent="0" algn="ctr" rtl="0">
              <a:spcBef>
                <a:spcPts val="0"/>
              </a:spcBef>
              <a:buNone/>
              <a:defRPr sz="1200" b="0" i="0" u="none" strike="noStrike" cap="none">
                <a:solidFill>
                  <a:schemeClr val="lt1"/>
                </a:solidFill>
                <a:latin typeface="Lustria"/>
                <a:ea typeface="Lustria"/>
                <a:cs typeface="Lustria"/>
                <a:sym typeface="Lustria"/>
              </a:defRPr>
            </a:lvl4pPr>
            <a:lvl5pPr marL="0" marR="0" lvl="4" indent="0" algn="ctr" rtl="0">
              <a:spcBef>
                <a:spcPts val="0"/>
              </a:spcBef>
              <a:buNone/>
              <a:defRPr sz="1200" b="0" i="0" u="none" strike="noStrike" cap="none">
                <a:solidFill>
                  <a:schemeClr val="lt1"/>
                </a:solidFill>
                <a:latin typeface="Lustria"/>
                <a:ea typeface="Lustria"/>
                <a:cs typeface="Lustria"/>
                <a:sym typeface="Lustria"/>
              </a:defRPr>
            </a:lvl5pPr>
            <a:lvl6pPr marL="0" marR="0" lvl="5" indent="0" algn="ctr" rtl="0">
              <a:spcBef>
                <a:spcPts val="0"/>
              </a:spcBef>
              <a:buNone/>
              <a:defRPr sz="1200" b="0" i="0" u="none" strike="noStrike" cap="none">
                <a:solidFill>
                  <a:schemeClr val="lt1"/>
                </a:solidFill>
                <a:latin typeface="Lustria"/>
                <a:ea typeface="Lustria"/>
                <a:cs typeface="Lustria"/>
                <a:sym typeface="Lustria"/>
              </a:defRPr>
            </a:lvl6pPr>
            <a:lvl7pPr marL="0" marR="0" lvl="6" indent="0" algn="ctr" rtl="0">
              <a:spcBef>
                <a:spcPts val="0"/>
              </a:spcBef>
              <a:buNone/>
              <a:defRPr sz="1200" b="0" i="0" u="none" strike="noStrike" cap="none">
                <a:solidFill>
                  <a:schemeClr val="lt1"/>
                </a:solidFill>
                <a:latin typeface="Lustria"/>
                <a:ea typeface="Lustria"/>
                <a:cs typeface="Lustria"/>
                <a:sym typeface="Lustria"/>
              </a:defRPr>
            </a:lvl7pPr>
            <a:lvl8pPr marL="0" marR="0" lvl="7" indent="0" algn="ctr" rtl="0">
              <a:spcBef>
                <a:spcPts val="0"/>
              </a:spcBef>
              <a:buNone/>
              <a:defRPr sz="1200" b="0" i="0" u="none" strike="noStrike" cap="none">
                <a:solidFill>
                  <a:schemeClr val="lt1"/>
                </a:solidFill>
                <a:latin typeface="Lustria"/>
                <a:ea typeface="Lustria"/>
                <a:cs typeface="Lustria"/>
                <a:sym typeface="Lustria"/>
              </a:defRPr>
            </a:lvl8pPr>
            <a:lvl9pPr marL="0" marR="0" lvl="8" indent="0" algn="ctr" rtl="0">
              <a:spcBef>
                <a:spcPts val="0"/>
              </a:spcBef>
              <a:buNone/>
              <a:defRPr sz="1200" b="0" i="0" u="none" strike="noStrike" cap="none">
                <a:solidFill>
                  <a:schemeClr val="lt1"/>
                </a:solidFill>
                <a:latin typeface="Lustria"/>
                <a:ea typeface="Lustria"/>
                <a:cs typeface="Lustria"/>
                <a:sym typeface="Lustria"/>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685800" y="121023"/>
            <a:ext cx="7770813" cy="1429871"/>
          </a:xfrm>
          <a:prstGeom prst="rect">
            <a:avLst/>
          </a:prstGeom>
          <a:noFill/>
          <a:ln>
            <a:noFill/>
          </a:ln>
        </p:spPr>
        <p:txBody>
          <a:bodyPr spcFirstLastPara="1" wrap="square" lIns="91425" tIns="91425" rIns="91425" bIns="91425" anchor="ctr" anchorCtr="0"/>
          <a:lstStyle>
            <a:lvl1pPr marL="0" marR="0" lvl="0" indent="0" algn="ctr" rtl="0">
              <a:spcBef>
                <a:spcPts val="0"/>
              </a:spcBef>
              <a:spcAft>
                <a:spcPts val="0"/>
              </a:spcAft>
              <a:buClr>
                <a:schemeClr val="lt1"/>
              </a:buClr>
              <a:buSzPts val="1400"/>
              <a:buFont typeface="Lustria"/>
              <a:buNone/>
              <a:defRPr sz="4800" b="0" i="0" u="none" strike="noStrike" cap="none">
                <a:solidFill>
                  <a:schemeClr val="lt1"/>
                </a:solidFill>
                <a:latin typeface="Lustria"/>
                <a:ea typeface="Lustria"/>
                <a:cs typeface="Lustria"/>
                <a:sym typeface="Lustria"/>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a:p>
        </p:txBody>
      </p:sp>
      <p:sp>
        <p:nvSpPr>
          <p:cNvPr id="19" name="Shape 19"/>
          <p:cNvSpPr txBox="1">
            <a:spLocks noGrp="1"/>
          </p:cNvSpPr>
          <p:nvPr>
            <p:ph type="body" idx="1"/>
          </p:nvPr>
        </p:nvSpPr>
        <p:spPr>
          <a:xfrm>
            <a:off x="685800" y="1869141"/>
            <a:ext cx="7770813" cy="4257022"/>
          </a:xfrm>
          <a:prstGeom prst="rect">
            <a:avLst/>
          </a:prstGeom>
          <a:noFill/>
          <a:ln>
            <a:noFill/>
          </a:ln>
        </p:spPr>
        <p:txBody>
          <a:bodyPr spcFirstLastPara="1" wrap="square" lIns="91425" tIns="91425" rIns="91425" bIns="91425" anchor="t" anchorCtr="0"/>
          <a:lstStyle>
            <a:lvl1pPr marL="457200" marR="0" lvl="0" indent="-368300" algn="l" rtl="0">
              <a:spcBef>
                <a:spcPts val="2000"/>
              </a:spcBef>
              <a:spcAft>
                <a:spcPts val="0"/>
              </a:spcAft>
              <a:buClr>
                <a:schemeClr val="lt1"/>
              </a:buClr>
              <a:buSzPts val="2200"/>
              <a:buFont typeface="Lustria"/>
              <a:buChar char="•"/>
              <a:defRPr sz="2200" b="0" i="0" u="none" strike="noStrike" cap="none">
                <a:solidFill>
                  <a:schemeClr val="lt1"/>
                </a:solidFill>
                <a:latin typeface="Lustria"/>
                <a:ea typeface="Lustria"/>
                <a:cs typeface="Lustria"/>
                <a:sym typeface="Lustria"/>
              </a:defRPr>
            </a:lvl1pPr>
            <a:lvl2pPr marL="914400" marR="0" lvl="1" indent="-355600" algn="l" rtl="0">
              <a:spcBef>
                <a:spcPts val="600"/>
              </a:spcBef>
              <a:spcAft>
                <a:spcPts val="0"/>
              </a:spcAft>
              <a:buClr>
                <a:schemeClr val="lt1"/>
              </a:buClr>
              <a:buSzPts val="2000"/>
              <a:buFont typeface="Lustria"/>
              <a:buChar char="•"/>
              <a:defRPr sz="2000" b="0" i="0" u="none" strike="noStrike" cap="none">
                <a:solidFill>
                  <a:schemeClr val="lt1"/>
                </a:solidFill>
                <a:latin typeface="Lustria"/>
                <a:ea typeface="Lustria"/>
                <a:cs typeface="Lustria"/>
                <a:sym typeface="Lustria"/>
              </a:defRPr>
            </a:lvl2pPr>
            <a:lvl3pPr marL="1371600" marR="0" lvl="2" indent="-34290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3pPr>
            <a:lvl4pPr marL="1828800" marR="0" lvl="3" indent="-34290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4pPr>
            <a:lvl5pPr marL="2286000" marR="0" lvl="4" indent="-34290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5pPr>
            <a:lvl6pPr marL="2743200" marR="0" lvl="5"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6pPr>
            <a:lvl7pPr marL="3200400" marR="0" lvl="6"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7pPr>
            <a:lvl8pPr marL="3657600" marR="0" lvl="7"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8pPr>
            <a:lvl9pPr marL="4114800" marR="0" lvl="8"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9pPr>
          </a:lstStyle>
          <a:p>
            <a:endParaRPr/>
          </a:p>
        </p:txBody>
      </p:sp>
      <p:sp>
        <p:nvSpPr>
          <p:cNvPr id="20" name="Shape 20"/>
          <p:cNvSpPr txBox="1">
            <a:spLocks noGrp="1"/>
          </p:cNvSpPr>
          <p:nvPr>
            <p:ph type="dt" idx="10"/>
          </p:nvPr>
        </p:nvSpPr>
        <p:spPr>
          <a:xfrm>
            <a:off x="6620435" y="6356350"/>
            <a:ext cx="2133600" cy="365125"/>
          </a:xfrm>
          <a:prstGeom prst="rect">
            <a:avLst/>
          </a:prstGeom>
          <a:noFill/>
          <a:ln>
            <a:noFill/>
          </a:ln>
        </p:spPr>
        <p:txBody>
          <a:bodyPr spcFirstLastPara="1" wrap="square" lIns="91425" tIns="91425" rIns="91425" bIns="91425" anchor="ctr" anchorCtr="0"/>
          <a:lstStyle>
            <a:lvl1pPr marL="0" marR="0" lvl="0" indent="0" algn="r"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21" name="Shape 21"/>
          <p:cNvSpPr txBox="1">
            <a:spLocks noGrp="1"/>
          </p:cNvSpPr>
          <p:nvPr>
            <p:ph type="ftr" idx="11"/>
          </p:nvPr>
        </p:nvSpPr>
        <p:spPr>
          <a:xfrm>
            <a:off x="354105" y="6356350"/>
            <a:ext cx="2895600" cy="365125"/>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22" name="Shape 22"/>
          <p:cNvSpPr txBox="1">
            <a:spLocks noGrp="1"/>
          </p:cNvSpPr>
          <p:nvPr>
            <p:ph type="sldNum" idx="12"/>
          </p:nvPr>
        </p:nvSpPr>
        <p:spPr>
          <a:xfrm>
            <a:off x="4229100" y="6356350"/>
            <a:ext cx="685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chemeClr val="lt1"/>
                </a:solidFill>
                <a:latin typeface="Lustria"/>
                <a:ea typeface="Lustria"/>
                <a:cs typeface="Lustria"/>
                <a:sym typeface="Lustria"/>
              </a:defRPr>
            </a:lvl1pPr>
            <a:lvl2pPr marL="0" marR="0" lvl="1" indent="0" algn="ctr" rtl="0">
              <a:spcBef>
                <a:spcPts val="0"/>
              </a:spcBef>
              <a:buNone/>
              <a:defRPr sz="1200" b="0" i="0" u="none" strike="noStrike" cap="none">
                <a:solidFill>
                  <a:schemeClr val="lt1"/>
                </a:solidFill>
                <a:latin typeface="Lustria"/>
                <a:ea typeface="Lustria"/>
                <a:cs typeface="Lustria"/>
                <a:sym typeface="Lustria"/>
              </a:defRPr>
            </a:lvl2pPr>
            <a:lvl3pPr marL="0" marR="0" lvl="2" indent="0" algn="ctr" rtl="0">
              <a:spcBef>
                <a:spcPts val="0"/>
              </a:spcBef>
              <a:buNone/>
              <a:defRPr sz="1200" b="0" i="0" u="none" strike="noStrike" cap="none">
                <a:solidFill>
                  <a:schemeClr val="lt1"/>
                </a:solidFill>
                <a:latin typeface="Lustria"/>
                <a:ea typeface="Lustria"/>
                <a:cs typeface="Lustria"/>
                <a:sym typeface="Lustria"/>
              </a:defRPr>
            </a:lvl3pPr>
            <a:lvl4pPr marL="0" marR="0" lvl="3" indent="0" algn="ctr" rtl="0">
              <a:spcBef>
                <a:spcPts val="0"/>
              </a:spcBef>
              <a:buNone/>
              <a:defRPr sz="1200" b="0" i="0" u="none" strike="noStrike" cap="none">
                <a:solidFill>
                  <a:schemeClr val="lt1"/>
                </a:solidFill>
                <a:latin typeface="Lustria"/>
                <a:ea typeface="Lustria"/>
                <a:cs typeface="Lustria"/>
                <a:sym typeface="Lustria"/>
              </a:defRPr>
            </a:lvl4pPr>
            <a:lvl5pPr marL="0" marR="0" lvl="4" indent="0" algn="ctr" rtl="0">
              <a:spcBef>
                <a:spcPts val="0"/>
              </a:spcBef>
              <a:buNone/>
              <a:defRPr sz="1200" b="0" i="0" u="none" strike="noStrike" cap="none">
                <a:solidFill>
                  <a:schemeClr val="lt1"/>
                </a:solidFill>
                <a:latin typeface="Lustria"/>
                <a:ea typeface="Lustria"/>
                <a:cs typeface="Lustria"/>
                <a:sym typeface="Lustria"/>
              </a:defRPr>
            </a:lvl5pPr>
            <a:lvl6pPr marL="0" marR="0" lvl="5" indent="0" algn="ctr" rtl="0">
              <a:spcBef>
                <a:spcPts val="0"/>
              </a:spcBef>
              <a:buNone/>
              <a:defRPr sz="1200" b="0" i="0" u="none" strike="noStrike" cap="none">
                <a:solidFill>
                  <a:schemeClr val="lt1"/>
                </a:solidFill>
                <a:latin typeface="Lustria"/>
                <a:ea typeface="Lustria"/>
                <a:cs typeface="Lustria"/>
                <a:sym typeface="Lustria"/>
              </a:defRPr>
            </a:lvl6pPr>
            <a:lvl7pPr marL="0" marR="0" lvl="6" indent="0" algn="ctr" rtl="0">
              <a:spcBef>
                <a:spcPts val="0"/>
              </a:spcBef>
              <a:buNone/>
              <a:defRPr sz="1200" b="0" i="0" u="none" strike="noStrike" cap="none">
                <a:solidFill>
                  <a:schemeClr val="lt1"/>
                </a:solidFill>
                <a:latin typeface="Lustria"/>
                <a:ea typeface="Lustria"/>
                <a:cs typeface="Lustria"/>
                <a:sym typeface="Lustria"/>
              </a:defRPr>
            </a:lvl7pPr>
            <a:lvl8pPr marL="0" marR="0" lvl="7" indent="0" algn="ctr" rtl="0">
              <a:spcBef>
                <a:spcPts val="0"/>
              </a:spcBef>
              <a:buNone/>
              <a:defRPr sz="1200" b="0" i="0" u="none" strike="noStrike" cap="none">
                <a:solidFill>
                  <a:schemeClr val="lt1"/>
                </a:solidFill>
                <a:latin typeface="Lustria"/>
                <a:ea typeface="Lustria"/>
                <a:cs typeface="Lustria"/>
                <a:sym typeface="Lustria"/>
              </a:defRPr>
            </a:lvl8pPr>
            <a:lvl9pPr marL="0" marR="0" lvl="8" indent="0" algn="ctr" rtl="0">
              <a:spcBef>
                <a:spcPts val="0"/>
              </a:spcBef>
              <a:buNone/>
              <a:defRPr sz="1200" b="0" i="0" u="none" strike="noStrike" cap="none">
                <a:solidFill>
                  <a:schemeClr val="lt1"/>
                </a:solidFill>
                <a:latin typeface="Lustria"/>
                <a:ea typeface="Lustria"/>
                <a:cs typeface="Lustria"/>
                <a:sym typeface="Lustria"/>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with Picture">
  <p:cSld name="Title Slide with Picture">
    <p:spTree>
      <p:nvGrpSpPr>
        <p:cNvPr id="1" name="Shape 23"/>
        <p:cNvGrpSpPr/>
        <p:nvPr/>
      </p:nvGrpSpPr>
      <p:grpSpPr>
        <a:xfrm>
          <a:off x="0" y="0"/>
          <a:ext cx="0" cy="0"/>
          <a:chOff x="0" y="0"/>
          <a:chExt cx="0" cy="0"/>
        </a:xfrm>
      </p:grpSpPr>
      <p:sp>
        <p:nvSpPr>
          <p:cNvPr id="24" name="Shape 24"/>
          <p:cNvSpPr txBox="1">
            <a:spLocks noGrp="1"/>
          </p:cNvSpPr>
          <p:nvPr>
            <p:ph type="ctrTitle"/>
          </p:nvPr>
        </p:nvSpPr>
        <p:spPr>
          <a:xfrm>
            <a:off x="685800" y="4267200"/>
            <a:ext cx="7772400" cy="977153"/>
          </a:xfrm>
          <a:prstGeom prst="rect">
            <a:avLst/>
          </a:prstGeom>
          <a:noFill/>
          <a:ln>
            <a:noFill/>
          </a:ln>
        </p:spPr>
        <p:txBody>
          <a:bodyPr spcFirstLastPara="1" wrap="square" lIns="91425" tIns="91425" rIns="91425" bIns="91425" anchor="b" anchorCtr="0"/>
          <a:lstStyle>
            <a:lvl1pPr marL="0" marR="0" lvl="0" indent="0" algn="ctr" rtl="0">
              <a:spcBef>
                <a:spcPts val="0"/>
              </a:spcBef>
              <a:spcAft>
                <a:spcPts val="0"/>
              </a:spcAft>
              <a:buClr>
                <a:schemeClr val="lt1"/>
              </a:buClr>
              <a:buSzPts val="1400"/>
              <a:buFont typeface="Lustria"/>
              <a:buNone/>
              <a:defRPr sz="5400" b="0" i="0" u="none" strike="noStrike" cap="none">
                <a:solidFill>
                  <a:schemeClr val="lt1"/>
                </a:solidFill>
                <a:latin typeface="Lustria"/>
                <a:ea typeface="Lustria"/>
                <a:cs typeface="Lustria"/>
                <a:sym typeface="Lustria"/>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a:p>
        </p:txBody>
      </p:sp>
      <p:sp>
        <p:nvSpPr>
          <p:cNvPr id="25" name="Shape 25"/>
          <p:cNvSpPr txBox="1">
            <a:spLocks noGrp="1"/>
          </p:cNvSpPr>
          <p:nvPr>
            <p:ph type="subTitle" idx="1"/>
          </p:nvPr>
        </p:nvSpPr>
        <p:spPr>
          <a:xfrm>
            <a:off x="685799" y="5257800"/>
            <a:ext cx="7770813" cy="874058"/>
          </a:xfrm>
          <a:prstGeom prst="rect">
            <a:avLst/>
          </a:prstGeom>
          <a:noFill/>
          <a:ln>
            <a:noFill/>
          </a:ln>
        </p:spPr>
        <p:txBody>
          <a:bodyPr spcFirstLastPara="1" wrap="square" lIns="91425" tIns="91425" rIns="91425" bIns="91425" anchor="t" anchorCtr="0"/>
          <a:lstStyle>
            <a:lvl1pPr marL="0" marR="0" lvl="0" indent="0" algn="ctr" rtl="0">
              <a:spcBef>
                <a:spcPts val="300"/>
              </a:spcBef>
              <a:spcAft>
                <a:spcPts val="0"/>
              </a:spcAft>
              <a:buClr>
                <a:schemeClr val="lt1"/>
              </a:buClr>
              <a:buSzPts val="2200"/>
              <a:buFont typeface="Lustria"/>
              <a:buNone/>
              <a:defRPr sz="2000" b="0" i="0" u="none" strike="noStrike" cap="none">
                <a:solidFill>
                  <a:schemeClr val="lt1"/>
                </a:solidFill>
                <a:latin typeface="Lustria"/>
                <a:ea typeface="Lustria"/>
                <a:cs typeface="Lustria"/>
                <a:sym typeface="Lustria"/>
              </a:defRPr>
            </a:lvl1pPr>
            <a:lvl2pPr marL="457200" marR="0" lvl="1" indent="0" algn="ctr" rtl="0">
              <a:spcBef>
                <a:spcPts val="600"/>
              </a:spcBef>
              <a:spcAft>
                <a:spcPts val="0"/>
              </a:spcAft>
              <a:buClr>
                <a:schemeClr val="lt1"/>
              </a:buClr>
              <a:buSzPts val="2000"/>
              <a:buFont typeface="Lustria"/>
              <a:buNone/>
              <a:defRPr sz="2000" b="0" i="0" u="none" strike="noStrike" cap="none">
                <a:solidFill>
                  <a:schemeClr val="lt1"/>
                </a:solidFill>
                <a:latin typeface="Lustria"/>
                <a:ea typeface="Lustria"/>
                <a:cs typeface="Lustria"/>
                <a:sym typeface="Lustria"/>
              </a:defRPr>
            </a:lvl2pPr>
            <a:lvl3pPr marL="914400" marR="0" lvl="2" indent="0" algn="ctr" rtl="0">
              <a:spcBef>
                <a:spcPts val="600"/>
              </a:spcBef>
              <a:spcAft>
                <a:spcPts val="0"/>
              </a:spcAft>
              <a:buClr>
                <a:schemeClr val="lt1"/>
              </a:buClr>
              <a:buSzPts val="1800"/>
              <a:buFont typeface="Lustria"/>
              <a:buNone/>
              <a:defRPr sz="1800" b="0" i="0" u="none" strike="noStrike" cap="none">
                <a:solidFill>
                  <a:schemeClr val="lt1"/>
                </a:solidFill>
                <a:latin typeface="Lustria"/>
                <a:ea typeface="Lustria"/>
                <a:cs typeface="Lustria"/>
                <a:sym typeface="Lustria"/>
              </a:defRPr>
            </a:lvl3pPr>
            <a:lvl4pPr marL="1371600" marR="0" lvl="3" indent="0" algn="ctr" rtl="0">
              <a:spcBef>
                <a:spcPts val="600"/>
              </a:spcBef>
              <a:spcAft>
                <a:spcPts val="0"/>
              </a:spcAft>
              <a:buClr>
                <a:schemeClr val="lt1"/>
              </a:buClr>
              <a:buSzPts val="1800"/>
              <a:buFont typeface="Lustria"/>
              <a:buNone/>
              <a:defRPr sz="1800" b="0" i="0" u="none" strike="noStrike" cap="none">
                <a:solidFill>
                  <a:schemeClr val="lt1"/>
                </a:solidFill>
                <a:latin typeface="Lustria"/>
                <a:ea typeface="Lustria"/>
                <a:cs typeface="Lustria"/>
                <a:sym typeface="Lustria"/>
              </a:defRPr>
            </a:lvl4pPr>
            <a:lvl5pPr marL="1828800" marR="0" lvl="4" indent="0" algn="ctr" rtl="0">
              <a:spcBef>
                <a:spcPts val="600"/>
              </a:spcBef>
              <a:spcAft>
                <a:spcPts val="0"/>
              </a:spcAft>
              <a:buClr>
                <a:schemeClr val="lt1"/>
              </a:buClr>
              <a:buSzPts val="1800"/>
              <a:buFont typeface="Lustria"/>
              <a:buNone/>
              <a:defRPr sz="1800" b="0" i="0" u="none" strike="noStrike" cap="none">
                <a:solidFill>
                  <a:schemeClr val="lt1"/>
                </a:solidFill>
                <a:latin typeface="Lustria"/>
                <a:ea typeface="Lustria"/>
                <a:cs typeface="Lustria"/>
                <a:sym typeface="Lustria"/>
              </a:defRPr>
            </a:lvl5pPr>
            <a:lvl6pPr marL="2286000" marR="0" lvl="5" indent="0" algn="ctr" rtl="0">
              <a:spcBef>
                <a:spcPts val="360"/>
              </a:spcBef>
              <a:spcAft>
                <a:spcPts val="0"/>
              </a:spcAft>
              <a:buClr>
                <a:schemeClr val="lt1"/>
              </a:buClr>
              <a:buSzPts val="1800"/>
              <a:buFont typeface="Lustria"/>
              <a:buNone/>
              <a:defRPr sz="1800" b="0" i="0" u="none" strike="noStrike" cap="none">
                <a:solidFill>
                  <a:schemeClr val="lt1"/>
                </a:solidFill>
                <a:latin typeface="Lustria"/>
                <a:ea typeface="Lustria"/>
                <a:cs typeface="Lustria"/>
                <a:sym typeface="Lustria"/>
              </a:defRPr>
            </a:lvl6pPr>
            <a:lvl7pPr marL="2743200" marR="0" lvl="6" indent="0" algn="ctr" rtl="0">
              <a:spcBef>
                <a:spcPts val="360"/>
              </a:spcBef>
              <a:spcAft>
                <a:spcPts val="0"/>
              </a:spcAft>
              <a:buClr>
                <a:schemeClr val="lt1"/>
              </a:buClr>
              <a:buSzPts val="1800"/>
              <a:buFont typeface="Lustria"/>
              <a:buNone/>
              <a:defRPr sz="1800" b="0" i="0" u="none" strike="noStrike" cap="none">
                <a:solidFill>
                  <a:schemeClr val="lt1"/>
                </a:solidFill>
                <a:latin typeface="Lustria"/>
                <a:ea typeface="Lustria"/>
                <a:cs typeface="Lustria"/>
                <a:sym typeface="Lustria"/>
              </a:defRPr>
            </a:lvl7pPr>
            <a:lvl8pPr marL="3200400" marR="0" lvl="7" indent="0" algn="ctr" rtl="0">
              <a:spcBef>
                <a:spcPts val="360"/>
              </a:spcBef>
              <a:spcAft>
                <a:spcPts val="0"/>
              </a:spcAft>
              <a:buClr>
                <a:schemeClr val="lt1"/>
              </a:buClr>
              <a:buSzPts val="1800"/>
              <a:buFont typeface="Lustria"/>
              <a:buNone/>
              <a:defRPr sz="1800" b="0" i="0" u="none" strike="noStrike" cap="none">
                <a:solidFill>
                  <a:schemeClr val="lt1"/>
                </a:solidFill>
                <a:latin typeface="Lustria"/>
                <a:ea typeface="Lustria"/>
                <a:cs typeface="Lustria"/>
                <a:sym typeface="Lustria"/>
              </a:defRPr>
            </a:lvl8pPr>
            <a:lvl9pPr marL="3657600" marR="0" lvl="8" indent="0" algn="ctr" rtl="0">
              <a:spcBef>
                <a:spcPts val="360"/>
              </a:spcBef>
              <a:spcAft>
                <a:spcPts val="0"/>
              </a:spcAft>
              <a:buClr>
                <a:schemeClr val="lt1"/>
              </a:buClr>
              <a:buSzPts val="1800"/>
              <a:buFont typeface="Lustria"/>
              <a:buNone/>
              <a:defRPr sz="1800" b="0" i="0" u="none" strike="noStrike" cap="none">
                <a:solidFill>
                  <a:schemeClr val="lt1"/>
                </a:solidFill>
                <a:latin typeface="Lustria"/>
                <a:ea typeface="Lustria"/>
                <a:cs typeface="Lustria"/>
                <a:sym typeface="Lustria"/>
              </a:defRPr>
            </a:lvl9pPr>
          </a:lstStyle>
          <a:p>
            <a:endParaRPr/>
          </a:p>
        </p:txBody>
      </p:sp>
      <p:sp>
        <p:nvSpPr>
          <p:cNvPr id="26" name="Shape 26"/>
          <p:cNvSpPr txBox="1">
            <a:spLocks noGrp="1"/>
          </p:cNvSpPr>
          <p:nvPr>
            <p:ph type="dt" idx="10"/>
          </p:nvPr>
        </p:nvSpPr>
        <p:spPr>
          <a:xfrm>
            <a:off x="6620435" y="6356350"/>
            <a:ext cx="2133600" cy="365125"/>
          </a:xfrm>
          <a:prstGeom prst="rect">
            <a:avLst/>
          </a:prstGeom>
          <a:noFill/>
          <a:ln>
            <a:noFill/>
          </a:ln>
        </p:spPr>
        <p:txBody>
          <a:bodyPr spcFirstLastPara="1" wrap="square" lIns="91425" tIns="91425" rIns="91425" bIns="91425" anchor="ctr" anchorCtr="0"/>
          <a:lstStyle>
            <a:lvl1pPr marL="0" marR="0" lvl="0" indent="0" algn="r"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27" name="Shape 27"/>
          <p:cNvSpPr txBox="1">
            <a:spLocks noGrp="1"/>
          </p:cNvSpPr>
          <p:nvPr>
            <p:ph type="ftr" idx="11"/>
          </p:nvPr>
        </p:nvSpPr>
        <p:spPr>
          <a:xfrm>
            <a:off x="354105" y="6356350"/>
            <a:ext cx="2895600" cy="365125"/>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28" name="Shape 28"/>
          <p:cNvSpPr txBox="1">
            <a:spLocks noGrp="1"/>
          </p:cNvSpPr>
          <p:nvPr>
            <p:ph type="sldNum" idx="12"/>
          </p:nvPr>
        </p:nvSpPr>
        <p:spPr>
          <a:xfrm>
            <a:off x="4229100" y="6356350"/>
            <a:ext cx="685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chemeClr val="lt1"/>
                </a:solidFill>
                <a:latin typeface="Lustria"/>
                <a:ea typeface="Lustria"/>
                <a:cs typeface="Lustria"/>
                <a:sym typeface="Lustria"/>
              </a:defRPr>
            </a:lvl1pPr>
            <a:lvl2pPr marL="0" marR="0" lvl="1" indent="0" algn="ctr" rtl="0">
              <a:spcBef>
                <a:spcPts val="0"/>
              </a:spcBef>
              <a:buNone/>
              <a:defRPr sz="1200" b="0" i="0" u="none" strike="noStrike" cap="none">
                <a:solidFill>
                  <a:schemeClr val="lt1"/>
                </a:solidFill>
                <a:latin typeface="Lustria"/>
                <a:ea typeface="Lustria"/>
                <a:cs typeface="Lustria"/>
                <a:sym typeface="Lustria"/>
              </a:defRPr>
            </a:lvl2pPr>
            <a:lvl3pPr marL="0" marR="0" lvl="2" indent="0" algn="ctr" rtl="0">
              <a:spcBef>
                <a:spcPts val="0"/>
              </a:spcBef>
              <a:buNone/>
              <a:defRPr sz="1200" b="0" i="0" u="none" strike="noStrike" cap="none">
                <a:solidFill>
                  <a:schemeClr val="lt1"/>
                </a:solidFill>
                <a:latin typeface="Lustria"/>
                <a:ea typeface="Lustria"/>
                <a:cs typeface="Lustria"/>
                <a:sym typeface="Lustria"/>
              </a:defRPr>
            </a:lvl3pPr>
            <a:lvl4pPr marL="0" marR="0" lvl="3" indent="0" algn="ctr" rtl="0">
              <a:spcBef>
                <a:spcPts val="0"/>
              </a:spcBef>
              <a:buNone/>
              <a:defRPr sz="1200" b="0" i="0" u="none" strike="noStrike" cap="none">
                <a:solidFill>
                  <a:schemeClr val="lt1"/>
                </a:solidFill>
                <a:latin typeface="Lustria"/>
                <a:ea typeface="Lustria"/>
                <a:cs typeface="Lustria"/>
                <a:sym typeface="Lustria"/>
              </a:defRPr>
            </a:lvl4pPr>
            <a:lvl5pPr marL="0" marR="0" lvl="4" indent="0" algn="ctr" rtl="0">
              <a:spcBef>
                <a:spcPts val="0"/>
              </a:spcBef>
              <a:buNone/>
              <a:defRPr sz="1200" b="0" i="0" u="none" strike="noStrike" cap="none">
                <a:solidFill>
                  <a:schemeClr val="lt1"/>
                </a:solidFill>
                <a:latin typeface="Lustria"/>
                <a:ea typeface="Lustria"/>
                <a:cs typeface="Lustria"/>
                <a:sym typeface="Lustria"/>
              </a:defRPr>
            </a:lvl5pPr>
            <a:lvl6pPr marL="0" marR="0" lvl="5" indent="0" algn="ctr" rtl="0">
              <a:spcBef>
                <a:spcPts val="0"/>
              </a:spcBef>
              <a:buNone/>
              <a:defRPr sz="1200" b="0" i="0" u="none" strike="noStrike" cap="none">
                <a:solidFill>
                  <a:schemeClr val="lt1"/>
                </a:solidFill>
                <a:latin typeface="Lustria"/>
                <a:ea typeface="Lustria"/>
                <a:cs typeface="Lustria"/>
                <a:sym typeface="Lustria"/>
              </a:defRPr>
            </a:lvl6pPr>
            <a:lvl7pPr marL="0" marR="0" lvl="6" indent="0" algn="ctr" rtl="0">
              <a:spcBef>
                <a:spcPts val="0"/>
              </a:spcBef>
              <a:buNone/>
              <a:defRPr sz="1200" b="0" i="0" u="none" strike="noStrike" cap="none">
                <a:solidFill>
                  <a:schemeClr val="lt1"/>
                </a:solidFill>
                <a:latin typeface="Lustria"/>
                <a:ea typeface="Lustria"/>
                <a:cs typeface="Lustria"/>
                <a:sym typeface="Lustria"/>
              </a:defRPr>
            </a:lvl7pPr>
            <a:lvl8pPr marL="0" marR="0" lvl="7" indent="0" algn="ctr" rtl="0">
              <a:spcBef>
                <a:spcPts val="0"/>
              </a:spcBef>
              <a:buNone/>
              <a:defRPr sz="1200" b="0" i="0" u="none" strike="noStrike" cap="none">
                <a:solidFill>
                  <a:schemeClr val="lt1"/>
                </a:solidFill>
                <a:latin typeface="Lustria"/>
                <a:ea typeface="Lustria"/>
                <a:cs typeface="Lustria"/>
                <a:sym typeface="Lustria"/>
              </a:defRPr>
            </a:lvl8pPr>
            <a:lvl9pPr marL="0" marR="0" lvl="8" indent="0" algn="ctr" rtl="0">
              <a:spcBef>
                <a:spcPts val="0"/>
              </a:spcBef>
              <a:buNone/>
              <a:defRPr sz="1200" b="0" i="0" u="none" strike="noStrike" cap="none">
                <a:solidFill>
                  <a:schemeClr val="lt1"/>
                </a:solidFill>
                <a:latin typeface="Lustria"/>
                <a:ea typeface="Lustria"/>
                <a:cs typeface="Lustria"/>
                <a:sym typeface="Lustria"/>
              </a:defRPr>
            </a:lvl9pPr>
          </a:lstStyle>
          <a:p>
            <a:pPr marL="0" lvl="0" indent="0">
              <a:spcBef>
                <a:spcPts val="0"/>
              </a:spcBef>
              <a:spcAft>
                <a:spcPts val="0"/>
              </a:spcAft>
              <a:buNone/>
            </a:pPr>
            <a:fld id="{00000000-1234-1234-1234-123412341234}" type="slidenum">
              <a:rPr lang="en-US"/>
              <a:t>‹#›</a:t>
            </a:fld>
            <a:endParaRPr/>
          </a:p>
        </p:txBody>
      </p:sp>
      <p:sp>
        <p:nvSpPr>
          <p:cNvPr id="29" name="Shape 29"/>
          <p:cNvSpPr>
            <a:spLocks noGrp="1"/>
          </p:cNvSpPr>
          <p:nvPr>
            <p:ph type="pic" idx="2"/>
          </p:nvPr>
        </p:nvSpPr>
        <p:spPr>
          <a:xfrm rot="-60000">
            <a:off x="2056196" y="424650"/>
            <a:ext cx="5031609" cy="3375800"/>
          </a:xfrm>
          <a:prstGeom prst="rect">
            <a:avLst/>
          </a:prstGeom>
          <a:solidFill>
            <a:srgbClr val="3F3F3F"/>
          </a:solidFill>
          <a:ln w="88900" cap="flat" cmpd="sng">
            <a:solidFill>
              <a:schemeClr val="lt1"/>
            </a:solidFill>
            <a:prstDash val="solid"/>
            <a:miter lim="8000"/>
            <a:headEnd type="none" w="sm" len="sm"/>
            <a:tailEnd type="none" w="sm" len="sm"/>
          </a:ln>
          <a:effectLst>
            <a:outerShdw blurRad="127000" sx="102000" sy="102000" algn="ctr" rotWithShape="0">
              <a:srgbClr val="000000">
                <a:alpha val="40000"/>
              </a:srgbClr>
            </a:outerShdw>
          </a:effectLst>
        </p:spPr>
        <p:txBody>
          <a:bodyPr spcFirstLastPara="1" wrap="square" lIns="91425" tIns="91425" rIns="91425" bIns="91425" anchor="t" anchorCtr="0"/>
          <a:lstStyle>
            <a:lvl1pPr marL="342900" marR="0" lvl="0" indent="-342900" algn="l" rtl="0">
              <a:spcBef>
                <a:spcPts val="2000"/>
              </a:spcBef>
              <a:spcAft>
                <a:spcPts val="0"/>
              </a:spcAft>
              <a:buClr>
                <a:schemeClr val="lt1"/>
              </a:buClr>
              <a:buSzPts val="1400"/>
              <a:buFont typeface="Arial"/>
              <a:buNone/>
              <a:defRPr sz="2200" b="0" i="0" u="none" strike="noStrike" cap="none">
                <a:solidFill>
                  <a:schemeClr val="lt1"/>
                </a:solidFill>
                <a:latin typeface="Lustria"/>
                <a:ea typeface="Lustria"/>
                <a:cs typeface="Lustria"/>
                <a:sym typeface="Lustria"/>
              </a:defRPr>
            </a:lvl1pPr>
            <a:lvl2pPr marL="685800" marR="0" lvl="1" indent="-342900" algn="l" rtl="0">
              <a:spcBef>
                <a:spcPts val="600"/>
              </a:spcBef>
              <a:spcAft>
                <a:spcPts val="0"/>
              </a:spcAft>
              <a:buClr>
                <a:schemeClr val="lt1"/>
              </a:buClr>
              <a:buSzPts val="2000"/>
              <a:buFont typeface="Lustria"/>
              <a:buChar char="•"/>
              <a:defRPr sz="2000" b="0" i="0" u="none" strike="noStrike" cap="none">
                <a:solidFill>
                  <a:schemeClr val="lt1"/>
                </a:solidFill>
                <a:latin typeface="Lustria"/>
                <a:ea typeface="Lustria"/>
                <a:cs typeface="Lustria"/>
                <a:sym typeface="Lustria"/>
              </a:defRPr>
            </a:lvl2pPr>
            <a:lvl3pPr marL="1035050" marR="0" lvl="2" indent="-34925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3pPr>
            <a:lvl4pPr marL="1371600" marR="0" lvl="3" indent="-34290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4pPr>
            <a:lvl5pPr marL="1720850" marR="0" lvl="4" indent="-34925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5pPr>
            <a:lvl6pPr marL="2055813" marR="0" lvl="5" indent="-341313"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6pPr>
            <a:lvl7pPr marL="2398713" marR="0" lvl="6" indent="-341313"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7pPr>
            <a:lvl8pPr marL="2743200" marR="0" lvl="7"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8pPr>
            <a:lvl9pPr marL="3087688" marR="0" lvl="8" indent="-344488"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685800" y="990600"/>
            <a:ext cx="7770813" cy="1743075"/>
          </a:xfrm>
          <a:prstGeom prst="rect">
            <a:avLst/>
          </a:prstGeom>
          <a:noFill/>
          <a:ln>
            <a:noFill/>
          </a:ln>
        </p:spPr>
        <p:txBody>
          <a:bodyPr spcFirstLastPara="1" wrap="square" lIns="91425" tIns="91425" rIns="91425" bIns="91425" anchor="b" anchorCtr="0"/>
          <a:lstStyle>
            <a:lvl1pPr marL="0" marR="0" lvl="0" indent="0" algn="ctr" rtl="0">
              <a:spcBef>
                <a:spcPts val="0"/>
              </a:spcBef>
              <a:spcAft>
                <a:spcPts val="0"/>
              </a:spcAft>
              <a:buClr>
                <a:schemeClr val="lt1"/>
              </a:buClr>
              <a:buSzPts val="1400"/>
              <a:buFont typeface="Lustria"/>
              <a:buNone/>
              <a:defRPr sz="5400" b="0" i="0" u="none" strike="noStrike" cap="none">
                <a:solidFill>
                  <a:schemeClr val="lt1"/>
                </a:solidFill>
                <a:latin typeface="Lustria"/>
                <a:ea typeface="Lustria"/>
                <a:cs typeface="Lustria"/>
                <a:sym typeface="Lustria"/>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a:p>
        </p:txBody>
      </p:sp>
      <p:sp>
        <p:nvSpPr>
          <p:cNvPr id="32" name="Shape 32"/>
          <p:cNvSpPr txBox="1">
            <a:spLocks noGrp="1"/>
          </p:cNvSpPr>
          <p:nvPr>
            <p:ph type="body" idx="1"/>
          </p:nvPr>
        </p:nvSpPr>
        <p:spPr>
          <a:xfrm>
            <a:off x="685800" y="2756647"/>
            <a:ext cx="7770813" cy="1281953"/>
          </a:xfrm>
          <a:prstGeom prst="rect">
            <a:avLst/>
          </a:prstGeom>
          <a:noFill/>
          <a:ln>
            <a:noFill/>
          </a:ln>
        </p:spPr>
        <p:txBody>
          <a:bodyPr spcFirstLastPara="1" wrap="square" lIns="91425" tIns="91425" rIns="91425" bIns="91425" anchor="t" anchorCtr="0"/>
          <a:lstStyle>
            <a:lvl1pPr marL="457200" marR="0" lvl="0" indent="-228600" algn="ctr" rtl="0">
              <a:spcBef>
                <a:spcPts val="300"/>
              </a:spcBef>
              <a:spcAft>
                <a:spcPts val="0"/>
              </a:spcAft>
              <a:buClr>
                <a:schemeClr val="lt1"/>
              </a:buClr>
              <a:buSzPts val="2200"/>
              <a:buFont typeface="Lustria"/>
              <a:buNone/>
              <a:defRPr sz="2000" b="0" i="0" u="none" strike="noStrike" cap="none">
                <a:solidFill>
                  <a:schemeClr val="lt1"/>
                </a:solidFill>
                <a:latin typeface="Lustria"/>
                <a:ea typeface="Lustria"/>
                <a:cs typeface="Lustria"/>
                <a:sym typeface="Lustria"/>
              </a:defRPr>
            </a:lvl1pPr>
            <a:lvl2pPr marL="914400" marR="0" lvl="1" indent="-228600" algn="l" rtl="0">
              <a:spcBef>
                <a:spcPts val="600"/>
              </a:spcBef>
              <a:spcAft>
                <a:spcPts val="0"/>
              </a:spcAft>
              <a:buClr>
                <a:schemeClr val="lt1"/>
              </a:buClr>
              <a:buSzPts val="2000"/>
              <a:buFont typeface="Lustria"/>
              <a:buNone/>
              <a:defRPr sz="1800" b="0" i="0" u="none" strike="noStrike" cap="none">
                <a:solidFill>
                  <a:schemeClr val="lt1"/>
                </a:solidFill>
                <a:latin typeface="Lustria"/>
                <a:ea typeface="Lustria"/>
                <a:cs typeface="Lustria"/>
                <a:sym typeface="Lustria"/>
              </a:defRPr>
            </a:lvl2pPr>
            <a:lvl3pPr marL="1371600" marR="0" lvl="2" indent="-228600" algn="l" rtl="0">
              <a:spcBef>
                <a:spcPts val="600"/>
              </a:spcBef>
              <a:spcAft>
                <a:spcPts val="0"/>
              </a:spcAft>
              <a:buClr>
                <a:schemeClr val="lt1"/>
              </a:buClr>
              <a:buSzPts val="1800"/>
              <a:buFont typeface="Lustria"/>
              <a:buNone/>
              <a:defRPr sz="1600" b="0" i="0" u="none" strike="noStrike" cap="none">
                <a:solidFill>
                  <a:schemeClr val="lt1"/>
                </a:solidFill>
                <a:latin typeface="Lustria"/>
                <a:ea typeface="Lustria"/>
                <a:cs typeface="Lustria"/>
                <a:sym typeface="Lustria"/>
              </a:defRPr>
            </a:lvl3pPr>
            <a:lvl4pPr marL="1828800" marR="0" lvl="3" indent="-228600" algn="l" rtl="0">
              <a:spcBef>
                <a:spcPts val="600"/>
              </a:spcBef>
              <a:spcAft>
                <a:spcPts val="0"/>
              </a:spcAft>
              <a:buClr>
                <a:schemeClr val="lt1"/>
              </a:buClr>
              <a:buSzPts val="1800"/>
              <a:buFont typeface="Lustria"/>
              <a:buNone/>
              <a:defRPr sz="1400" b="0" i="0" u="none" strike="noStrike" cap="none">
                <a:solidFill>
                  <a:schemeClr val="lt1"/>
                </a:solidFill>
                <a:latin typeface="Lustria"/>
                <a:ea typeface="Lustria"/>
                <a:cs typeface="Lustria"/>
                <a:sym typeface="Lustria"/>
              </a:defRPr>
            </a:lvl4pPr>
            <a:lvl5pPr marL="2286000" marR="0" lvl="4" indent="-228600" algn="l" rtl="0">
              <a:spcBef>
                <a:spcPts val="600"/>
              </a:spcBef>
              <a:spcAft>
                <a:spcPts val="0"/>
              </a:spcAft>
              <a:buClr>
                <a:schemeClr val="lt1"/>
              </a:buClr>
              <a:buSzPts val="1800"/>
              <a:buFont typeface="Lustria"/>
              <a:buNone/>
              <a:defRPr sz="1400" b="0" i="0" u="none" strike="noStrike" cap="none">
                <a:solidFill>
                  <a:schemeClr val="lt1"/>
                </a:solidFill>
                <a:latin typeface="Lustria"/>
                <a:ea typeface="Lustria"/>
                <a:cs typeface="Lustria"/>
                <a:sym typeface="Lustria"/>
              </a:defRPr>
            </a:lvl5pPr>
            <a:lvl6pPr marL="2743200" marR="0" lvl="5" indent="-228600" algn="l" rtl="0">
              <a:spcBef>
                <a:spcPts val="280"/>
              </a:spcBef>
              <a:spcAft>
                <a:spcPts val="0"/>
              </a:spcAft>
              <a:buClr>
                <a:schemeClr val="lt1"/>
              </a:buClr>
              <a:buSzPts val="1800"/>
              <a:buFont typeface="Lustria"/>
              <a:buNone/>
              <a:defRPr sz="1400" b="0" i="0" u="none" strike="noStrike" cap="none">
                <a:solidFill>
                  <a:schemeClr val="lt1"/>
                </a:solidFill>
                <a:latin typeface="Lustria"/>
                <a:ea typeface="Lustria"/>
                <a:cs typeface="Lustria"/>
                <a:sym typeface="Lustria"/>
              </a:defRPr>
            </a:lvl6pPr>
            <a:lvl7pPr marL="3200400" marR="0" lvl="6" indent="-228600" algn="l" rtl="0">
              <a:spcBef>
                <a:spcPts val="280"/>
              </a:spcBef>
              <a:spcAft>
                <a:spcPts val="0"/>
              </a:spcAft>
              <a:buClr>
                <a:schemeClr val="lt1"/>
              </a:buClr>
              <a:buSzPts val="1800"/>
              <a:buFont typeface="Lustria"/>
              <a:buNone/>
              <a:defRPr sz="1400" b="0" i="0" u="none" strike="noStrike" cap="none">
                <a:solidFill>
                  <a:schemeClr val="lt1"/>
                </a:solidFill>
                <a:latin typeface="Lustria"/>
                <a:ea typeface="Lustria"/>
                <a:cs typeface="Lustria"/>
                <a:sym typeface="Lustria"/>
              </a:defRPr>
            </a:lvl7pPr>
            <a:lvl8pPr marL="3657600" marR="0" lvl="7" indent="-228600" algn="l" rtl="0">
              <a:spcBef>
                <a:spcPts val="280"/>
              </a:spcBef>
              <a:spcAft>
                <a:spcPts val="0"/>
              </a:spcAft>
              <a:buClr>
                <a:schemeClr val="lt1"/>
              </a:buClr>
              <a:buSzPts val="1800"/>
              <a:buFont typeface="Lustria"/>
              <a:buNone/>
              <a:defRPr sz="1400" b="0" i="0" u="none" strike="noStrike" cap="none">
                <a:solidFill>
                  <a:schemeClr val="lt1"/>
                </a:solidFill>
                <a:latin typeface="Lustria"/>
                <a:ea typeface="Lustria"/>
                <a:cs typeface="Lustria"/>
                <a:sym typeface="Lustria"/>
              </a:defRPr>
            </a:lvl8pPr>
            <a:lvl9pPr marL="4114800" marR="0" lvl="8" indent="-228600" algn="l" rtl="0">
              <a:spcBef>
                <a:spcPts val="280"/>
              </a:spcBef>
              <a:spcAft>
                <a:spcPts val="0"/>
              </a:spcAft>
              <a:buClr>
                <a:schemeClr val="lt1"/>
              </a:buClr>
              <a:buSzPts val="1800"/>
              <a:buFont typeface="Lustria"/>
              <a:buNone/>
              <a:defRPr sz="1400" b="0" i="0" u="none" strike="noStrike" cap="none">
                <a:solidFill>
                  <a:schemeClr val="lt1"/>
                </a:solidFill>
                <a:latin typeface="Lustria"/>
                <a:ea typeface="Lustria"/>
                <a:cs typeface="Lustria"/>
                <a:sym typeface="Lustria"/>
              </a:defRPr>
            </a:lvl9pPr>
          </a:lstStyle>
          <a:p>
            <a:endParaRPr/>
          </a:p>
        </p:txBody>
      </p:sp>
      <p:sp>
        <p:nvSpPr>
          <p:cNvPr id="33" name="Shape 33"/>
          <p:cNvSpPr txBox="1">
            <a:spLocks noGrp="1"/>
          </p:cNvSpPr>
          <p:nvPr>
            <p:ph type="dt" idx="10"/>
          </p:nvPr>
        </p:nvSpPr>
        <p:spPr>
          <a:xfrm>
            <a:off x="6620435" y="6356350"/>
            <a:ext cx="2133600" cy="365125"/>
          </a:xfrm>
          <a:prstGeom prst="rect">
            <a:avLst/>
          </a:prstGeom>
          <a:noFill/>
          <a:ln>
            <a:noFill/>
          </a:ln>
        </p:spPr>
        <p:txBody>
          <a:bodyPr spcFirstLastPara="1" wrap="square" lIns="91425" tIns="91425" rIns="91425" bIns="91425" anchor="ctr" anchorCtr="0"/>
          <a:lstStyle>
            <a:lvl1pPr marL="0" marR="0" lvl="0" indent="0" algn="r"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34" name="Shape 34"/>
          <p:cNvSpPr txBox="1">
            <a:spLocks noGrp="1"/>
          </p:cNvSpPr>
          <p:nvPr>
            <p:ph type="ftr" idx="11"/>
          </p:nvPr>
        </p:nvSpPr>
        <p:spPr>
          <a:xfrm>
            <a:off x="354105" y="6356350"/>
            <a:ext cx="2895600" cy="365125"/>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35" name="Shape 35"/>
          <p:cNvSpPr txBox="1">
            <a:spLocks noGrp="1"/>
          </p:cNvSpPr>
          <p:nvPr>
            <p:ph type="sldNum" idx="12"/>
          </p:nvPr>
        </p:nvSpPr>
        <p:spPr>
          <a:xfrm>
            <a:off x="4229100" y="6356350"/>
            <a:ext cx="685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chemeClr val="lt1"/>
                </a:solidFill>
                <a:latin typeface="Lustria"/>
                <a:ea typeface="Lustria"/>
                <a:cs typeface="Lustria"/>
                <a:sym typeface="Lustria"/>
              </a:defRPr>
            </a:lvl1pPr>
            <a:lvl2pPr marL="0" marR="0" lvl="1" indent="0" algn="ctr" rtl="0">
              <a:spcBef>
                <a:spcPts val="0"/>
              </a:spcBef>
              <a:buNone/>
              <a:defRPr sz="1200" b="0" i="0" u="none" strike="noStrike" cap="none">
                <a:solidFill>
                  <a:schemeClr val="lt1"/>
                </a:solidFill>
                <a:latin typeface="Lustria"/>
                <a:ea typeface="Lustria"/>
                <a:cs typeface="Lustria"/>
                <a:sym typeface="Lustria"/>
              </a:defRPr>
            </a:lvl2pPr>
            <a:lvl3pPr marL="0" marR="0" lvl="2" indent="0" algn="ctr" rtl="0">
              <a:spcBef>
                <a:spcPts val="0"/>
              </a:spcBef>
              <a:buNone/>
              <a:defRPr sz="1200" b="0" i="0" u="none" strike="noStrike" cap="none">
                <a:solidFill>
                  <a:schemeClr val="lt1"/>
                </a:solidFill>
                <a:latin typeface="Lustria"/>
                <a:ea typeface="Lustria"/>
                <a:cs typeface="Lustria"/>
                <a:sym typeface="Lustria"/>
              </a:defRPr>
            </a:lvl3pPr>
            <a:lvl4pPr marL="0" marR="0" lvl="3" indent="0" algn="ctr" rtl="0">
              <a:spcBef>
                <a:spcPts val="0"/>
              </a:spcBef>
              <a:buNone/>
              <a:defRPr sz="1200" b="0" i="0" u="none" strike="noStrike" cap="none">
                <a:solidFill>
                  <a:schemeClr val="lt1"/>
                </a:solidFill>
                <a:latin typeface="Lustria"/>
                <a:ea typeface="Lustria"/>
                <a:cs typeface="Lustria"/>
                <a:sym typeface="Lustria"/>
              </a:defRPr>
            </a:lvl4pPr>
            <a:lvl5pPr marL="0" marR="0" lvl="4" indent="0" algn="ctr" rtl="0">
              <a:spcBef>
                <a:spcPts val="0"/>
              </a:spcBef>
              <a:buNone/>
              <a:defRPr sz="1200" b="0" i="0" u="none" strike="noStrike" cap="none">
                <a:solidFill>
                  <a:schemeClr val="lt1"/>
                </a:solidFill>
                <a:latin typeface="Lustria"/>
                <a:ea typeface="Lustria"/>
                <a:cs typeface="Lustria"/>
                <a:sym typeface="Lustria"/>
              </a:defRPr>
            </a:lvl5pPr>
            <a:lvl6pPr marL="0" marR="0" lvl="5" indent="0" algn="ctr" rtl="0">
              <a:spcBef>
                <a:spcPts val="0"/>
              </a:spcBef>
              <a:buNone/>
              <a:defRPr sz="1200" b="0" i="0" u="none" strike="noStrike" cap="none">
                <a:solidFill>
                  <a:schemeClr val="lt1"/>
                </a:solidFill>
                <a:latin typeface="Lustria"/>
                <a:ea typeface="Lustria"/>
                <a:cs typeface="Lustria"/>
                <a:sym typeface="Lustria"/>
              </a:defRPr>
            </a:lvl6pPr>
            <a:lvl7pPr marL="0" marR="0" lvl="6" indent="0" algn="ctr" rtl="0">
              <a:spcBef>
                <a:spcPts val="0"/>
              </a:spcBef>
              <a:buNone/>
              <a:defRPr sz="1200" b="0" i="0" u="none" strike="noStrike" cap="none">
                <a:solidFill>
                  <a:schemeClr val="lt1"/>
                </a:solidFill>
                <a:latin typeface="Lustria"/>
                <a:ea typeface="Lustria"/>
                <a:cs typeface="Lustria"/>
                <a:sym typeface="Lustria"/>
              </a:defRPr>
            </a:lvl7pPr>
            <a:lvl8pPr marL="0" marR="0" lvl="7" indent="0" algn="ctr" rtl="0">
              <a:spcBef>
                <a:spcPts val="0"/>
              </a:spcBef>
              <a:buNone/>
              <a:defRPr sz="1200" b="0" i="0" u="none" strike="noStrike" cap="none">
                <a:solidFill>
                  <a:schemeClr val="lt1"/>
                </a:solidFill>
                <a:latin typeface="Lustria"/>
                <a:ea typeface="Lustria"/>
                <a:cs typeface="Lustria"/>
                <a:sym typeface="Lustria"/>
              </a:defRPr>
            </a:lvl8pPr>
            <a:lvl9pPr marL="0" marR="0" lvl="8" indent="0" algn="ctr" rtl="0">
              <a:spcBef>
                <a:spcPts val="0"/>
              </a:spcBef>
              <a:buNone/>
              <a:defRPr sz="1200" b="0" i="0" u="none" strike="noStrike" cap="none">
                <a:solidFill>
                  <a:schemeClr val="lt1"/>
                </a:solidFill>
                <a:latin typeface="Lustria"/>
                <a:ea typeface="Lustria"/>
                <a:cs typeface="Lustria"/>
                <a:sym typeface="Lustria"/>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Shape 37"/>
          <p:cNvSpPr txBox="1">
            <a:spLocks noGrp="1"/>
          </p:cNvSpPr>
          <p:nvPr>
            <p:ph type="title"/>
          </p:nvPr>
        </p:nvSpPr>
        <p:spPr>
          <a:xfrm>
            <a:off x="685800" y="121023"/>
            <a:ext cx="7770813" cy="1429871"/>
          </a:xfrm>
          <a:prstGeom prst="rect">
            <a:avLst/>
          </a:prstGeom>
          <a:noFill/>
          <a:ln>
            <a:noFill/>
          </a:ln>
        </p:spPr>
        <p:txBody>
          <a:bodyPr spcFirstLastPara="1" wrap="square" lIns="91425" tIns="91425" rIns="91425" bIns="91425" anchor="ctr" anchorCtr="0"/>
          <a:lstStyle>
            <a:lvl1pPr marL="0" marR="0" lvl="0" indent="0" algn="ctr" rtl="0">
              <a:spcBef>
                <a:spcPts val="0"/>
              </a:spcBef>
              <a:spcAft>
                <a:spcPts val="0"/>
              </a:spcAft>
              <a:buClr>
                <a:schemeClr val="lt1"/>
              </a:buClr>
              <a:buSzPts val="1400"/>
              <a:buFont typeface="Lustria"/>
              <a:buNone/>
              <a:defRPr sz="4800" b="0" i="0" u="none" strike="noStrike" cap="none">
                <a:solidFill>
                  <a:schemeClr val="lt1"/>
                </a:solidFill>
                <a:latin typeface="Lustria"/>
                <a:ea typeface="Lustria"/>
                <a:cs typeface="Lustria"/>
                <a:sym typeface="Lustria"/>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a:p>
        </p:txBody>
      </p:sp>
      <p:sp>
        <p:nvSpPr>
          <p:cNvPr id="38" name="Shape 38"/>
          <p:cNvSpPr txBox="1">
            <a:spLocks noGrp="1"/>
          </p:cNvSpPr>
          <p:nvPr>
            <p:ph type="body" idx="1"/>
          </p:nvPr>
        </p:nvSpPr>
        <p:spPr>
          <a:xfrm>
            <a:off x="685800" y="1760538"/>
            <a:ext cx="3611880" cy="4365625"/>
          </a:xfrm>
          <a:prstGeom prst="rect">
            <a:avLst/>
          </a:prstGeom>
          <a:noFill/>
          <a:ln>
            <a:noFill/>
          </a:ln>
        </p:spPr>
        <p:txBody>
          <a:bodyPr spcFirstLastPara="1" wrap="square" lIns="91425" tIns="91425" rIns="91425" bIns="91425" anchor="t" anchorCtr="0"/>
          <a:lstStyle>
            <a:lvl1pPr marL="457200" marR="0" lvl="0" indent="-368300" algn="l" rtl="0">
              <a:spcBef>
                <a:spcPts val="2000"/>
              </a:spcBef>
              <a:spcAft>
                <a:spcPts val="0"/>
              </a:spcAft>
              <a:buClr>
                <a:schemeClr val="lt1"/>
              </a:buClr>
              <a:buSzPts val="2200"/>
              <a:buFont typeface="Lustria"/>
              <a:buChar char="•"/>
              <a:defRPr sz="2200" b="0" i="0" u="none" strike="noStrike" cap="none">
                <a:solidFill>
                  <a:schemeClr val="lt1"/>
                </a:solidFill>
                <a:latin typeface="Lustria"/>
                <a:ea typeface="Lustria"/>
                <a:cs typeface="Lustria"/>
                <a:sym typeface="Lustria"/>
              </a:defRPr>
            </a:lvl1pPr>
            <a:lvl2pPr marL="914400" marR="0" lvl="1" indent="-355600" algn="l" rtl="0">
              <a:spcBef>
                <a:spcPts val="600"/>
              </a:spcBef>
              <a:spcAft>
                <a:spcPts val="0"/>
              </a:spcAft>
              <a:buClr>
                <a:schemeClr val="lt1"/>
              </a:buClr>
              <a:buSzPts val="2000"/>
              <a:buFont typeface="Lustria"/>
              <a:buChar char="•"/>
              <a:defRPr sz="2000" b="0" i="0" u="none" strike="noStrike" cap="none">
                <a:solidFill>
                  <a:schemeClr val="lt1"/>
                </a:solidFill>
                <a:latin typeface="Lustria"/>
                <a:ea typeface="Lustria"/>
                <a:cs typeface="Lustria"/>
                <a:sym typeface="Lustria"/>
              </a:defRPr>
            </a:lvl2pPr>
            <a:lvl3pPr marL="1371600" marR="0" lvl="2" indent="-34290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3pPr>
            <a:lvl4pPr marL="1828800" marR="0" lvl="3" indent="-34290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4pPr>
            <a:lvl5pPr marL="2286000" marR="0" lvl="4" indent="-34290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5pPr>
            <a:lvl6pPr marL="2743200" marR="0" lvl="5"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6pPr>
            <a:lvl7pPr marL="3200400" marR="0" lvl="6"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7pPr>
            <a:lvl8pPr marL="3657600" marR="0" lvl="7"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8pPr>
            <a:lvl9pPr marL="4114800" marR="0" lvl="8"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9pPr>
          </a:lstStyle>
          <a:p>
            <a:endParaRPr/>
          </a:p>
        </p:txBody>
      </p:sp>
      <p:sp>
        <p:nvSpPr>
          <p:cNvPr id="39" name="Shape 39"/>
          <p:cNvSpPr txBox="1">
            <a:spLocks noGrp="1"/>
          </p:cNvSpPr>
          <p:nvPr>
            <p:ph type="body" idx="2"/>
          </p:nvPr>
        </p:nvSpPr>
        <p:spPr>
          <a:xfrm>
            <a:off x="4844733" y="1760538"/>
            <a:ext cx="3611880" cy="4365625"/>
          </a:xfrm>
          <a:prstGeom prst="rect">
            <a:avLst/>
          </a:prstGeom>
          <a:noFill/>
          <a:ln>
            <a:noFill/>
          </a:ln>
        </p:spPr>
        <p:txBody>
          <a:bodyPr spcFirstLastPara="1" wrap="square" lIns="91425" tIns="91425" rIns="91425" bIns="91425" anchor="t" anchorCtr="0"/>
          <a:lstStyle>
            <a:lvl1pPr marL="457200" marR="0" lvl="0" indent="-368300" algn="l" rtl="0">
              <a:spcBef>
                <a:spcPts val="2000"/>
              </a:spcBef>
              <a:spcAft>
                <a:spcPts val="0"/>
              </a:spcAft>
              <a:buClr>
                <a:schemeClr val="lt1"/>
              </a:buClr>
              <a:buSzPts val="2200"/>
              <a:buFont typeface="Lustria"/>
              <a:buChar char="•"/>
              <a:defRPr sz="2200" b="0" i="0" u="none" strike="noStrike" cap="none">
                <a:solidFill>
                  <a:schemeClr val="lt1"/>
                </a:solidFill>
                <a:latin typeface="Lustria"/>
                <a:ea typeface="Lustria"/>
                <a:cs typeface="Lustria"/>
                <a:sym typeface="Lustria"/>
              </a:defRPr>
            </a:lvl1pPr>
            <a:lvl2pPr marL="914400" marR="0" lvl="1" indent="-355600" algn="l" rtl="0">
              <a:spcBef>
                <a:spcPts val="600"/>
              </a:spcBef>
              <a:spcAft>
                <a:spcPts val="0"/>
              </a:spcAft>
              <a:buClr>
                <a:schemeClr val="lt1"/>
              </a:buClr>
              <a:buSzPts val="2000"/>
              <a:buFont typeface="Lustria"/>
              <a:buChar char="•"/>
              <a:defRPr sz="2000" b="0" i="0" u="none" strike="noStrike" cap="none">
                <a:solidFill>
                  <a:schemeClr val="lt1"/>
                </a:solidFill>
                <a:latin typeface="Lustria"/>
                <a:ea typeface="Lustria"/>
                <a:cs typeface="Lustria"/>
                <a:sym typeface="Lustria"/>
              </a:defRPr>
            </a:lvl2pPr>
            <a:lvl3pPr marL="1371600" marR="0" lvl="2" indent="-355600" algn="l" rtl="0">
              <a:spcBef>
                <a:spcPts val="600"/>
              </a:spcBef>
              <a:spcAft>
                <a:spcPts val="0"/>
              </a:spcAft>
              <a:buClr>
                <a:schemeClr val="lt1"/>
              </a:buClr>
              <a:buSzPts val="2000"/>
              <a:buFont typeface="Lustria"/>
              <a:buChar char="•"/>
              <a:defRPr sz="2000" b="0" i="0" u="none" strike="noStrike" cap="none">
                <a:solidFill>
                  <a:schemeClr val="lt1"/>
                </a:solidFill>
                <a:latin typeface="Lustria"/>
                <a:ea typeface="Lustria"/>
                <a:cs typeface="Lustria"/>
                <a:sym typeface="Lustria"/>
              </a:defRPr>
            </a:lvl3pPr>
            <a:lvl4pPr marL="1828800" marR="0" lvl="3" indent="-355600" algn="l" rtl="0">
              <a:spcBef>
                <a:spcPts val="600"/>
              </a:spcBef>
              <a:spcAft>
                <a:spcPts val="0"/>
              </a:spcAft>
              <a:buClr>
                <a:schemeClr val="lt1"/>
              </a:buClr>
              <a:buSzPts val="2000"/>
              <a:buFont typeface="Lustria"/>
              <a:buChar char="•"/>
              <a:defRPr sz="2000" b="0" i="0" u="none" strike="noStrike" cap="none">
                <a:solidFill>
                  <a:schemeClr val="lt1"/>
                </a:solidFill>
                <a:latin typeface="Lustria"/>
                <a:ea typeface="Lustria"/>
                <a:cs typeface="Lustria"/>
                <a:sym typeface="Lustria"/>
              </a:defRPr>
            </a:lvl4pPr>
            <a:lvl5pPr marL="2286000" marR="0" lvl="4" indent="-355600" algn="l" rtl="0">
              <a:spcBef>
                <a:spcPts val="600"/>
              </a:spcBef>
              <a:spcAft>
                <a:spcPts val="0"/>
              </a:spcAft>
              <a:buClr>
                <a:schemeClr val="lt1"/>
              </a:buClr>
              <a:buSzPts val="2000"/>
              <a:buFont typeface="Lustria"/>
              <a:buChar char="•"/>
              <a:defRPr sz="2000" b="0" i="0" u="none" strike="noStrike" cap="none">
                <a:solidFill>
                  <a:schemeClr val="lt1"/>
                </a:solidFill>
                <a:latin typeface="Lustria"/>
                <a:ea typeface="Lustria"/>
                <a:cs typeface="Lustria"/>
                <a:sym typeface="Lustria"/>
              </a:defRPr>
            </a:lvl5pPr>
            <a:lvl6pPr marL="2743200" marR="0" lvl="5"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6pPr>
            <a:lvl7pPr marL="3200400" marR="0" lvl="6"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7pPr>
            <a:lvl8pPr marL="3657600" marR="0" lvl="7"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8pPr>
            <a:lvl9pPr marL="4114800" marR="0" lvl="8"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9pPr>
          </a:lstStyle>
          <a:p>
            <a:endParaRPr/>
          </a:p>
        </p:txBody>
      </p:sp>
      <p:sp>
        <p:nvSpPr>
          <p:cNvPr id="40" name="Shape 40"/>
          <p:cNvSpPr txBox="1">
            <a:spLocks noGrp="1"/>
          </p:cNvSpPr>
          <p:nvPr>
            <p:ph type="dt" idx="10"/>
          </p:nvPr>
        </p:nvSpPr>
        <p:spPr>
          <a:xfrm>
            <a:off x="6620435" y="6356350"/>
            <a:ext cx="2133600" cy="365125"/>
          </a:xfrm>
          <a:prstGeom prst="rect">
            <a:avLst/>
          </a:prstGeom>
          <a:noFill/>
          <a:ln>
            <a:noFill/>
          </a:ln>
        </p:spPr>
        <p:txBody>
          <a:bodyPr spcFirstLastPara="1" wrap="square" lIns="91425" tIns="91425" rIns="91425" bIns="91425" anchor="ctr" anchorCtr="0"/>
          <a:lstStyle>
            <a:lvl1pPr marL="0" marR="0" lvl="0" indent="0" algn="r"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41" name="Shape 41"/>
          <p:cNvSpPr txBox="1">
            <a:spLocks noGrp="1"/>
          </p:cNvSpPr>
          <p:nvPr>
            <p:ph type="ftr" idx="11"/>
          </p:nvPr>
        </p:nvSpPr>
        <p:spPr>
          <a:xfrm>
            <a:off x="354105" y="6356350"/>
            <a:ext cx="2895600" cy="365125"/>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42" name="Shape 42"/>
          <p:cNvSpPr txBox="1">
            <a:spLocks noGrp="1"/>
          </p:cNvSpPr>
          <p:nvPr>
            <p:ph type="sldNum" idx="12"/>
          </p:nvPr>
        </p:nvSpPr>
        <p:spPr>
          <a:xfrm>
            <a:off x="4229100" y="6356350"/>
            <a:ext cx="685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chemeClr val="lt1"/>
                </a:solidFill>
                <a:latin typeface="Lustria"/>
                <a:ea typeface="Lustria"/>
                <a:cs typeface="Lustria"/>
                <a:sym typeface="Lustria"/>
              </a:defRPr>
            </a:lvl1pPr>
            <a:lvl2pPr marL="0" marR="0" lvl="1" indent="0" algn="ctr" rtl="0">
              <a:spcBef>
                <a:spcPts val="0"/>
              </a:spcBef>
              <a:buNone/>
              <a:defRPr sz="1200" b="0" i="0" u="none" strike="noStrike" cap="none">
                <a:solidFill>
                  <a:schemeClr val="lt1"/>
                </a:solidFill>
                <a:latin typeface="Lustria"/>
                <a:ea typeface="Lustria"/>
                <a:cs typeface="Lustria"/>
                <a:sym typeface="Lustria"/>
              </a:defRPr>
            </a:lvl2pPr>
            <a:lvl3pPr marL="0" marR="0" lvl="2" indent="0" algn="ctr" rtl="0">
              <a:spcBef>
                <a:spcPts val="0"/>
              </a:spcBef>
              <a:buNone/>
              <a:defRPr sz="1200" b="0" i="0" u="none" strike="noStrike" cap="none">
                <a:solidFill>
                  <a:schemeClr val="lt1"/>
                </a:solidFill>
                <a:latin typeface="Lustria"/>
                <a:ea typeface="Lustria"/>
                <a:cs typeface="Lustria"/>
                <a:sym typeface="Lustria"/>
              </a:defRPr>
            </a:lvl3pPr>
            <a:lvl4pPr marL="0" marR="0" lvl="3" indent="0" algn="ctr" rtl="0">
              <a:spcBef>
                <a:spcPts val="0"/>
              </a:spcBef>
              <a:buNone/>
              <a:defRPr sz="1200" b="0" i="0" u="none" strike="noStrike" cap="none">
                <a:solidFill>
                  <a:schemeClr val="lt1"/>
                </a:solidFill>
                <a:latin typeface="Lustria"/>
                <a:ea typeface="Lustria"/>
                <a:cs typeface="Lustria"/>
                <a:sym typeface="Lustria"/>
              </a:defRPr>
            </a:lvl4pPr>
            <a:lvl5pPr marL="0" marR="0" lvl="4" indent="0" algn="ctr" rtl="0">
              <a:spcBef>
                <a:spcPts val="0"/>
              </a:spcBef>
              <a:buNone/>
              <a:defRPr sz="1200" b="0" i="0" u="none" strike="noStrike" cap="none">
                <a:solidFill>
                  <a:schemeClr val="lt1"/>
                </a:solidFill>
                <a:latin typeface="Lustria"/>
                <a:ea typeface="Lustria"/>
                <a:cs typeface="Lustria"/>
                <a:sym typeface="Lustria"/>
              </a:defRPr>
            </a:lvl5pPr>
            <a:lvl6pPr marL="0" marR="0" lvl="5" indent="0" algn="ctr" rtl="0">
              <a:spcBef>
                <a:spcPts val="0"/>
              </a:spcBef>
              <a:buNone/>
              <a:defRPr sz="1200" b="0" i="0" u="none" strike="noStrike" cap="none">
                <a:solidFill>
                  <a:schemeClr val="lt1"/>
                </a:solidFill>
                <a:latin typeface="Lustria"/>
                <a:ea typeface="Lustria"/>
                <a:cs typeface="Lustria"/>
                <a:sym typeface="Lustria"/>
              </a:defRPr>
            </a:lvl6pPr>
            <a:lvl7pPr marL="0" marR="0" lvl="6" indent="0" algn="ctr" rtl="0">
              <a:spcBef>
                <a:spcPts val="0"/>
              </a:spcBef>
              <a:buNone/>
              <a:defRPr sz="1200" b="0" i="0" u="none" strike="noStrike" cap="none">
                <a:solidFill>
                  <a:schemeClr val="lt1"/>
                </a:solidFill>
                <a:latin typeface="Lustria"/>
                <a:ea typeface="Lustria"/>
                <a:cs typeface="Lustria"/>
                <a:sym typeface="Lustria"/>
              </a:defRPr>
            </a:lvl7pPr>
            <a:lvl8pPr marL="0" marR="0" lvl="7" indent="0" algn="ctr" rtl="0">
              <a:spcBef>
                <a:spcPts val="0"/>
              </a:spcBef>
              <a:buNone/>
              <a:defRPr sz="1200" b="0" i="0" u="none" strike="noStrike" cap="none">
                <a:solidFill>
                  <a:schemeClr val="lt1"/>
                </a:solidFill>
                <a:latin typeface="Lustria"/>
                <a:ea typeface="Lustria"/>
                <a:cs typeface="Lustria"/>
                <a:sym typeface="Lustria"/>
              </a:defRPr>
            </a:lvl8pPr>
            <a:lvl9pPr marL="0" marR="0" lvl="8" indent="0" algn="ctr" rtl="0">
              <a:spcBef>
                <a:spcPts val="0"/>
              </a:spcBef>
              <a:buNone/>
              <a:defRPr sz="1200" b="0" i="0" u="none" strike="noStrike" cap="none">
                <a:solidFill>
                  <a:schemeClr val="lt1"/>
                </a:solidFill>
                <a:latin typeface="Lustria"/>
                <a:ea typeface="Lustria"/>
                <a:cs typeface="Lustria"/>
                <a:sym typeface="Lustria"/>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685800" y="121023"/>
            <a:ext cx="7770813" cy="1429871"/>
          </a:xfrm>
          <a:prstGeom prst="rect">
            <a:avLst/>
          </a:prstGeom>
          <a:noFill/>
          <a:ln>
            <a:noFill/>
          </a:ln>
        </p:spPr>
        <p:txBody>
          <a:bodyPr spcFirstLastPara="1" wrap="square" lIns="91425" tIns="91425" rIns="91425" bIns="91425" anchor="ctr" anchorCtr="0"/>
          <a:lstStyle>
            <a:lvl1pPr marL="0" marR="0" lvl="0" indent="0" algn="ctr" rtl="0">
              <a:spcBef>
                <a:spcPts val="0"/>
              </a:spcBef>
              <a:spcAft>
                <a:spcPts val="0"/>
              </a:spcAft>
              <a:buClr>
                <a:schemeClr val="lt1"/>
              </a:buClr>
              <a:buSzPts val="1400"/>
              <a:buFont typeface="Lustria"/>
              <a:buNone/>
              <a:defRPr sz="4800" b="0" i="0" u="none" strike="noStrike" cap="none">
                <a:solidFill>
                  <a:schemeClr val="lt1"/>
                </a:solidFill>
                <a:latin typeface="Lustria"/>
                <a:ea typeface="Lustria"/>
                <a:cs typeface="Lustria"/>
                <a:sym typeface="Lustria"/>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a:p>
        </p:txBody>
      </p:sp>
      <p:sp>
        <p:nvSpPr>
          <p:cNvPr id="45" name="Shape 45"/>
          <p:cNvSpPr txBox="1">
            <a:spLocks noGrp="1"/>
          </p:cNvSpPr>
          <p:nvPr>
            <p:ph type="body" idx="1"/>
          </p:nvPr>
        </p:nvSpPr>
        <p:spPr>
          <a:xfrm>
            <a:off x="685800" y="1550895"/>
            <a:ext cx="3611880" cy="614082"/>
          </a:xfrm>
          <a:prstGeom prst="rect">
            <a:avLst/>
          </a:prstGeom>
          <a:noFill/>
          <a:ln>
            <a:noFill/>
          </a:ln>
        </p:spPr>
        <p:txBody>
          <a:bodyPr spcFirstLastPara="1" wrap="square" lIns="91425" tIns="91425" rIns="91425" bIns="91425" anchor="b" anchorCtr="0"/>
          <a:lstStyle>
            <a:lvl1pPr marL="457200" marR="0" lvl="0" indent="-228600" algn="ctr" rtl="0">
              <a:spcBef>
                <a:spcPts val="0"/>
              </a:spcBef>
              <a:spcAft>
                <a:spcPts val="0"/>
              </a:spcAft>
              <a:buClr>
                <a:schemeClr val="lt1"/>
              </a:buClr>
              <a:buSzPts val="2200"/>
              <a:buFont typeface="Lustria"/>
              <a:buNone/>
              <a:defRPr sz="2800" b="0" i="0" u="none" strike="noStrike" cap="none">
                <a:solidFill>
                  <a:schemeClr val="lt1"/>
                </a:solidFill>
                <a:latin typeface="Lustria"/>
                <a:ea typeface="Lustria"/>
                <a:cs typeface="Lustria"/>
                <a:sym typeface="Lustria"/>
              </a:defRPr>
            </a:lvl1pPr>
            <a:lvl2pPr marL="914400" marR="0" lvl="1" indent="-228600" algn="l" rtl="0">
              <a:spcBef>
                <a:spcPts val="600"/>
              </a:spcBef>
              <a:spcAft>
                <a:spcPts val="0"/>
              </a:spcAft>
              <a:buClr>
                <a:schemeClr val="lt1"/>
              </a:buClr>
              <a:buSzPts val="2000"/>
              <a:buFont typeface="Lustria"/>
              <a:buNone/>
              <a:defRPr sz="2000" b="1" i="0" u="none" strike="noStrike" cap="none">
                <a:solidFill>
                  <a:schemeClr val="lt1"/>
                </a:solidFill>
                <a:latin typeface="Lustria"/>
                <a:ea typeface="Lustria"/>
                <a:cs typeface="Lustria"/>
                <a:sym typeface="Lustria"/>
              </a:defRPr>
            </a:lvl2pPr>
            <a:lvl3pPr marL="1371600" marR="0" lvl="2" indent="-228600" algn="l" rtl="0">
              <a:spcBef>
                <a:spcPts val="600"/>
              </a:spcBef>
              <a:spcAft>
                <a:spcPts val="0"/>
              </a:spcAft>
              <a:buClr>
                <a:schemeClr val="lt1"/>
              </a:buClr>
              <a:buSzPts val="1800"/>
              <a:buFont typeface="Lustria"/>
              <a:buNone/>
              <a:defRPr sz="1800" b="1" i="0" u="none" strike="noStrike" cap="none">
                <a:solidFill>
                  <a:schemeClr val="lt1"/>
                </a:solidFill>
                <a:latin typeface="Lustria"/>
                <a:ea typeface="Lustria"/>
                <a:cs typeface="Lustria"/>
                <a:sym typeface="Lustria"/>
              </a:defRPr>
            </a:lvl3pPr>
            <a:lvl4pPr marL="1828800" marR="0" lvl="3" indent="-228600" algn="l" rtl="0">
              <a:spcBef>
                <a:spcPts val="600"/>
              </a:spcBef>
              <a:spcAft>
                <a:spcPts val="0"/>
              </a:spcAft>
              <a:buClr>
                <a:schemeClr val="lt1"/>
              </a:buClr>
              <a:buSzPts val="1800"/>
              <a:buFont typeface="Lustria"/>
              <a:buNone/>
              <a:defRPr sz="1600" b="1" i="0" u="none" strike="noStrike" cap="none">
                <a:solidFill>
                  <a:schemeClr val="lt1"/>
                </a:solidFill>
                <a:latin typeface="Lustria"/>
                <a:ea typeface="Lustria"/>
                <a:cs typeface="Lustria"/>
                <a:sym typeface="Lustria"/>
              </a:defRPr>
            </a:lvl4pPr>
            <a:lvl5pPr marL="2286000" marR="0" lvl="4" indent="-228600" algn="l" rtl="0">
              <a:spcBef>
                <a:spcPts val="600"/>
              </a:spcBef>
              <a:spcAft>
                <a:spcPts val="0"/>
              </a:spcAft>
              <a:buClr>
                <a:schemeClr val="lt1"/>
              </a:buClr>
              <a:buSzPts val="1800"/>
              <a:buFont typeface="Lustria"/>
              <a:buNone/>
              <a:defRPr sz="1600" b="1" i="0" u="none" strike="noStrike" cap="none">
                <a:solidFill>
                  <a:schemeClr val="lt1"/>
                </a:solidFill>
                <a:latin typeface="Lustria"/>
                <a:ea typeface="Lustria"/>
                <a:cs typeface="Lustria"/>
                <a:sym typeface="Lustria"/>
              </a:defRPr>
            </a:lvl5pPr>
            <a:lvl6pPr marL="2743200" marR="0" lvl="5" indent="-228600" algn="l" rtl="0">
              <a:spcBef>
                <a:spcPts val="320"/>
              </a:spcBef>
              <a:spcAft>
                <a:spcPts val="0"/>
              </a:spcAft>
              <a:buClr>
                <a:schemeClr val="lt1"/>
              </a:buClr>
              <a:buSzPts val="1800"/>
              <a:buFont typeface="Lustria"/>
              <a:buNone/>
              <a:defRPr sz="1600" b="1" i="0" u="none" strike="noStrike" cap="none">
                <a:solidFill>
                  <a:schemeClr val="lt1"/>
                </a:solidFill>
                <a:latin typeface="Lustria"/>
                <a:ea typeface="Lustria"/>
                <a:cs typeface="Lustria"/>
                <a:sym typeface="Lustria"/>
              </a:defRPr>
            </a:lvl6pPr>
            <a:lvl7pPr marL="3200400" marR="0" lvl="6" indent="-228600" algn="l" rtl="0">
              <a:spcBef>
                <a:spcPts val="320"/>
              </a:spcBef>
              <a:spcAft>
                <a:spcPts val="0"/>
              </a:spcAft>
              <a:buClr>
                <a:schemeClr val="lt1"/>
              </a:buClr>
              <a:buSzPts val="1800"/>
              <a:buFont typeface="Lustria"/>
              <a:buNone/>
              <a:defRPr sz="1600" b="1" i="0" u="none" strike="noStrike" cap="none">
                <a:solidFill>
                  <a:schemeClr val="lt1"/>
                </a:solidFill>
                <a:latin typeface="Lustria"/>
                <a:ea typeface="Lustria"/>
                <a:cs typeface="Lustria"/>
                <a:sym typeface="Lustria"/>
              </a:defRPr>
            </a:lvl7pPr>
            <a:lvl8pPr marL="3657600" marR="0" lvl="7" indent="-228600" algn="l" rtl="0">
              <a:spcBef>
                <a:spcPts val="320"/>
              </a:spcBef>
              <a:spcAft>
                <a:spcPts val="0"/>
              </a:spcAft>
              <a:buClr>
                <a:schemeClr val="lt1"/>
              </a:buClr>
              <a:buSzPts val="1800"/>
              <a:buFont typeface="Lustria"/>
              <a:buNone/>
              <a:defRPr sz="1600" b="1" i="0" u="none" strike="noStrike" cap="none">
                <a:solidFill>
                  <a:schemeClr val="lt1"/>
                </a:solidFill>
                <a:latin typeface="Lustria"/>
                <a:ea typeface="Lustria"/>
                <a:cs typeface="Lustria"/>
                <a:sym typeface="Lustria"/>
              </a:defRPr>
            </a:lvl8pPr>
            <a:lvl9pPr marL="4114800" marR="0" lvl="8" indent="-228600" algn="l" rtl="0">
              <a:spcBef>
                <a:spcPts val="320"/>
              </a:spcBef>
              <a:spcAft>
                <a:spcPts val="0"/>
              </a:spcAft>
              <a:buClr>
                <a:schemeClr val="lt1"/>
              </a:buClr>
              <a:buSzPts val="1800"/>
              <a:buFont typeface="Lustria"/>
              <a:buNone/>
              <a:defRPr sz="1600" b="1" i="0" u="none" strike="noStrike" cap="none">
                <a:solidFill>
                  <a:schemeClr val="lt1"/>
                </a:solidFill>
                <a:latin typeface="Lustria"/>
                <a:ea typeface="Lustria"/>
                <a:cs typeface="Lustria"/>
                <a:sym typeface="Lustria"/>
              </a:defRPr>
            </a:lvl9pPr>
          </a:lstStyle>
          <a:p>
            <a:endParaRPr/>
          </a:p>
        </p:txBody>
      </p:sp>
      <p:sp>
        <p:nvSpPr>
          <p:cNvPr id="46" name="Shape 46"/>
          <p:cNvSpPr txBox="1">
            <a:spLocks noGrp="1"/>
          </p:cNvSpPr>
          <p:nvPr>
            <p:ph type="body" idx="2"/>
          </p:nvPr>
        </p:nvSpPr>
        <p:spPr>
          <a:xfrm>
            <a:off x="685800" y="2438400"/>
            <a:ext cx="3611880" cy="3687762"/>
          </a:xfrm>
          <a:prstGeom prst="rect">
            <a:avLst/>
          </a:prstGeom>
          <a:noFill/>
          <a:ln>
            <a:noFill/>
          </a:ln>
        </p:spPr>
        <p:txBody>
          <a:bodyPr spcFirstLastPara="1" wrap="square" lIns="91425" tIns="91425" rIns="91425" bIns="91425" anchor="t" anchorCtr="0"/>
          <a:lstStyle>
            <a:lvl1pPr marL="457200" marR="0" lvl="0" indent="-368300" algn="l" rtl="0">
              <a:spcBef>
                <a:spcPts val="2000"/>
              </a:spcBef>
              <a:spcAft>
                <a:spcPts val="0"/>
              </a:spcAft>
              <a:buClr>
                <a:schemeClr val="lt1"/>
              </a:buClr>
              <a:buSzPts val="2200"/>
              <a:buFont typeface="Lustria"/>
              <a:buChar char="•"/>
              <a:defRPr sz="2200" b="0" i="0" u="none" strike="noStrike" cap="none">
                <a:solidFill>
                  <a:schemeClr val="lt1"/>
                </a:solidFill>
                <a:latin typeface="Lustria"/>
                <a:ea typeface="Lustria"/>
                <a:cs typeface="Lustria"/>
                <a:sym typeface="Lustria"/>
              </a:defRPr>
            </a:lvl1pPr>
            <a:lvl2pPr marL="914400" marR="0" lvl="1" indent="-355600" algn="l" rtl="0">
              <a:spcBef>
                <a:spcPts val="600"/>
              </a:spcBef>
              <a:spcAft>
                <a:spcPts val="0"/>
              </a:spcAft>
              <a:buClr>
                <a:schemeClr val="lt1"/>
              </a:buClr>
              <a:buSzPts val="2000"/>
              <a:buFont typeface="Lustria"/>
              <a:buChar char="•"/>
              <a:defRPr sz="2000" b="0" i="0" u="none" strike="noStrike" cap="none">
                <a:solidFill>
                  <a:schemeClr val="lt1"/>
                </a:solidFill>
                <a:latin typeface="Lustria"/>
                <a:ea typeface="Lustria"/>
                <a:cs typeface="Lustria"/>
                <a:sym typeface="Lustria"/>
              </a:defRPr>
            </a:lvl2pPr>
            <a:lvl3pPr marL="1371600" marR="0" lvl="2" indent="-34290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3pPr>
            <a:lvl4pPr marL="1828800" marR="0" lvl="3" indent="-34290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4pPr>
            <a:lvl5pPr marL="2286000" marR="0" lvl="4" indent="-34290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5pPr>
            <a:lvl6pPr marL="2743200" marR="0" lvl="5" indent="-330200" algn="l" rtl="0">
              <a:spcBef>
                <a:spcPts val="320"/>
              </a:spcBef>
              <a:spcAft>
                <a:spcPts val="0"/>
              </a:spcAft>
              <a:buClr>
                <a:schemeClr val="lt1"/>
              </a:buClr>
              <a:buSzPts val="1600"/>
              <a:buFont typeface="Lustria"/>
              <a:buChar char="•"/>
              <a:defRPr sz="1600" b="0" i="0" u="none" strike="noStrike" cap="none">
                <a:solidFill>
                  <a:schemeClr val="lt1"/>
                </a:solidFill>
                <a:latin typeface="Lustria"/>
                <a:ea typeface="Lustria"/>
                <a:cs typeface="Lustria"/>
                <a:sym typeface="Lustria"/>
              </a:defRPr>
            </a:lvl6pPr>
            <a:lvl7pPr marL="3200400" marR="0" lvl="6" indent="-330200" algn="l" rtl="0">
              <a:spcBef>
                <a:spcPts val="320"/>
              </a:spcBef>
              <a:spcAft>
                <a:spcPts val="0"/>
              </a:spcAft>
              <a:buClr>
                <a:schemeClr val="lt1"/>
              </a:buClr>
              <a:buSzPts val="1600"/>
              <a:buFont typeface="Lustria"/>
              <a:buChar char="•"/>
              <a:defRPr sz="1600" b="0" i="0" u="none" strike="noStrike" cap="none">
                <a:solidFill>
                  <a:schemeClr val="lt1"/>
                </a:solidFill>
                <a:latin typeface="Lustria"/>
                <a:ea typeface="Lustria"/>
                <a:cs typeface="Lustria"/>
                <a:sym typeface="Lustria"/>
              </a:defRPr>
            </a:lvl7pPr>
            <a:lvl8pPr marL="3657600" marR="0" lvl="7" indent="-330200" algn="l" rtl="0">
              <a:spcBef>
                <a:spcPts val="320"/>
              </a:spcBef>
              <a:spcAft>
                <a:spcPts val="0"/>
              </a:spcAft>
              <a:buClr>
                <a:schemeClr val="lt1"/>
              </a:buClr>
              <a:buSzPts val="1600"/>
              <a:buFont typeface="Lustria"/>
              <a:buChar char="•"/>
              <a:defRPr sz="1600" b="0" i="0" u="none" strike="noStrike" cap="none">
                <a:solidFill>
                  <a:schemeClr val="lt1"/>
                </a:solidFill>
                <a:latin typeface="Lustria"/>
                <a:ea typeface="Lustria"/>
                <a:cs typeface="Lustria"/>
                <a:sym typeface="Lustria"/>
              </a:defRPr>
            </a:lvl8pPr>
            <a:lvl9pPr marL="4114800" marR="0" lvl="8" indent="-330200" algn="l" rtl="0">
              <a:spcBef>
                <a:spcPts val="320"/>
              </a:spcBef>
              <a:spcAft>
                <a:spcPts val="0"/>
              </a:spcAft>
              <a:buClr>
                <a:schemeClr val="lt1"/>
              </a:buClr>
              <a:buSzPts val="1600"/>
              <a:buFont typeface="Lustria"/>
              <a:buChar char="•"/>
              <a:defRPr sz="1600" b="0" i="0" u="none" strike="noStrike" cap="none">
                <a:solidFill>
                  <a:schemeClr val="lt1"/>
                </a:solidFill>
                <a:latin typeface="Lustria"/>
                <a:ea typeface="Lustria"/>
                <a:cs typeface="Lustria"/>
                <a:sym typeface="Lustria"/>
              </a:defRPr>
            </a:lvl9pPr>
          </a:lstStyle>
          <a:p>
            <a:endParaRPr/>
          </a:p>
        </p:txBody>
      </p:sp>
      <p:sp>
        <p:nvSpPr>
          <p:cNvPr id="47" name="Shape 47"/>
          <p:cNvSpPr txBox="1">
            <a:spLocks noGrp="1"/>
          </p:cNvSpPr>
          <p:nvPr>
            <p:ph type="body" idx="3"/>
          </p:nvPr>
        </p:nvSpPr>
        <p:spPr>
          <a:xfrm>
            <a:off x="4845526" y="1550895"/>
            <a:ext cx="3611880" cy="614082"/>
          </a:xfrm>
          <a:prstGeom prst="rect">
            <a:avLst/>
          </a:prstGeom>
          <a:noFill/>
          <a:ln>
            <a:noFill/>
          </a:ln>
        </p:spPr>
        <p:txBody>
          <a:bodyPr spcFirstLastPara="1" wrap="square" lIns="91425" tIns="91425" rIns="91425" bIns="91425" anchor="b" anchorCtr="0"/>
          <a:lstStyle>
            <a:lvl1pPr marL="457200" marR="0" lvl="0" indent="-228600" algn="ctr" rtl="0">
              <a:spcBef>
                <a:spcPts val="0"/>
              </a:spcBef>
              <a:spcAft>
                <a:spcPts val="0"/>
              </a:spcAft>
              <a:buClr>
                <a:schemeClr val="lt1"/>
              </a:buClr>
              <a:buSzPts val="2200"/>
              <a:buFont typeface="Lustria"/>
              <a:buNone/>
              <a:defRPr sz="2800" b="0" i="0" u="none" strike="noStrike" cap="none">
                <a:solidFill>
                  <a:schemeClr val="lt1"/>
                </a:solidFill>
                <a:latin typeface="Lustria"/>
                <a:ea typeface="Lustria"/>
                <a:cs typeface="Lustria"/>
                <a:sym typeface="Lustria"/>
              </a:defRPr>
            </a:lvl1pPr>
            <a:lvl2pPr marL="914400" marR="0" lvl="1" indent="-228600" algn="l" rtl="0">
              <a:spcBef>
                <a:spcPts val="600"/>
              </a:spcBef>
              <a:spcAft>
                <a:spcPts val="0"/>
              </a:spcAft>
              <a:buClr>
                <a:schemeClr val="lt1"/>
              </a:buClr>
              <a:buSzPts val="2000"/>
              <a:buFont typeface="Lustria"/>
              <a:buNone/>
              <a:defRPr sz="2000" b="1" i="0" u="none" strike="noStrike" cap="none">
                <a:solidFill>
                  <a:schemeClr val="lt1"/>
                </a:solidFill>
                <a:latin typeface="Lustria"/>
                <a:ea typeface="Lustria"/>
                <a:cs typeface="Lustria"/>
                <a:sym typeface="Lustria"/>
              </a:defRPr>
            </a:lvl2pPr>
            <a:lvl3pPr marL="1371600" marR="0" lvl="2" indent="-228600" algn="l" rtl="0">
              <a:spcBef>
                <a:spcPts val="600"/>
              </a:spcBef>
              <a:spcAft>
                <a:spcPts val="0"/>
              </a:spcAft>
              <a:buClr>
                <a:schemeClr val="lt1"/>
              </a:buClr>
              <a:buSzPts val="1800"/>
              <a:buFont typeface="Lustria"/>
              <a:buNone/>
              <a:defRPr sz="1800" b="1" i="0" u="none" strike="noStrike" cap="none">
                <a:solidFill>
                  <a:schemeClr val="lt1"/>
                </a:solidFill>
                <a:latin typeface="Lustria"/>
                <a:ea typeface="Lustria"/>
                <a:cs typeface="Lustria"/>
                <a:sym typeface="Lustria"/>
              </a:defRPr>
            </a:lvl3pPr>
            <a:lvl4pPr marL="1828800" marR="0" lvl="3" indent="-228600" algn="l" rtl="0">
              <a:spcBef>
                <a:spcPts val="600"/>
              </a:spcBef>
              <a:spcAft>
                <a:spcPts val="0"/>
              </a:spcAft>
              <a:buClr>
                <a:schemeClr val="lt1"/>
              </a:buClr>
              <a:buSzPts val="1800"/>
              <a:buFont typeface="Lustria"/>
              <a:buNone/>
              <a:defRPr sz="1600" b="1" i="0" u="none" strike="noStrike" cap="none">
                <a:solidFill>
                  <a:schemeClr val="lt1"/>
                </a:solidFill>
                <a:latin typeface="Lustria"/>
                <a:ea typeface="Lustria"/>
                <a:cs typeface="Lustria"/>
                <a:sym typeface="Lustria"/>
              </a:defRPr>
            </a:lvl4pPr>
            <a:lvl5pPr marL="2286000" marR="0" lvl="4" indent="-228600" algn="l" rtl="0">
              <a:spcBef>
                <a:spcPts val="600"/>
              </a:spcBef>
              <a:spcAft>
                <a:spcPts val="0"/>
              </a:spcAft>
              <a:buClr>
                <a:schemeClr val="lt1"/>
              </a:buClr>
              <a:buSzPts val="1800"/>
              <a:buFont typeface="Lustria"/>
              <a:buNone/>
              <a:defRPr sz="1600" b="1" i="0" u="none" strike="noStrike" cap="none">
                <a:solidFill>
                  <a:schemeClr val="lt1"/>
                </a:solidFill>
                <a:latin typeface="Lustria"/>
                <a:ea typeface="Lustria"/>
                <a:cs typeface="Lustria"/>
                <a:sym typeface="Lustria"/>
              </a:defRPr>
            </a:lvl5pPr>
            <a:lvl6pPr marL="2743200" marR="0" lvl="5" indent="-228600" algn="l" rtl="0">
              <a:spcBef>
                <a:spcPts val="320"/>
              </a:spcBef>
              <a:spcAft>
                <a:spcPts val="0"/>
              </a:spcAft>
              <a:buClr>
                <a:schemeClr val="lt1"/>
              </a:buClr>
              <a:buSzPts val="1800"/>
              <a:buFont typeface="Lustria"/>
              <a:buNone/>
              <a:defRPr sz="1600" b="1" i="0" u="none" strike="noStrike" cap="none">
                <a:solidFill>
                  <a:schemeClr val="lt1"/>
                </a:solidFill>
                <a:latin typeface="Lustria"/>
                <a:ea typeface="Lustria"/>
                <a:cs typeface="Lustria"/>
                <a:sym typeface="Lustria"/>
              </a:defRPr>
            </a:lvl6pPr>
            <a:lvl7pPr marL="3200400" marR="0" lvl="6" indent="-228600" algn="l" rtl="0">
              <a:spcBef>
                <a:spcPts val="320"/>
              </a:spcBef>
              <a:spcAft>
                <a:spcPts val="0"/>
              </a:spcAft>
              <a:buClr>
                <a:schemeClr val="lt1"/>
              </a:buClr>
              <a:buSzPts val="1800"/>
              <a:buFont typeface="Lustria"/>
              <a:buNone/>
              <a:defRPr sz="1600" b="1" i="0" u="none" strike="noStrike" cap="none">
                <a:solidFill>
                  <a:schemeClr val="lt1"/>
                </a:solidFill>
                <a:latin typeface="Lustria"/>
                <a:ea typeface="Lustria"/>
                <a:cs typeface="Lustria"/>
                <a:sym typeface="Lustria"/>
              </a:defRPr>
            </a:lvl7pPr>
            <a:lvl8pPr marL="3657600" marR="0" lvl="7" indent="-228600" algn="l" rtl="0">
              <a:spcBef>
                <a:spcPts val="320"/>
              </a:spcBef>
              <a:spcAft>
                <a:spcPts val="0"/>
              </a:spcAft>
              <a:buClr>
                <a:schemeClr val="lt1"/>
              </a:buClr>
              <a:buSzPts val="1800"/>
              <a:buFont typeface="Lustria"/>
              <a:buNone/>
              <a:defRPr sz="1600" b="1" i="0" u="none" strike="noStrike" cap="none">
                <a:solidFill>
                  <a:schemeClr val="lt1"/>
                </a:solidFill>
                <a:latin typeface="Lustria"/>
                <a:ea typeface="Lustria"/>
                <a:cs typeface="Lustria"/>
                <a:sym typeface="Lustria"/>
              </a:defRPr>
            </a:lvl8pPr>
            <a:lvl9pPr marL="4114800" marR="0" lvl="8" indent="-228600" algn="l" rtl="0">
              <a:spcBef>
                <a:spcPts val="320"/>
              </a:spcBef>
              <a:spcAft>
                <a:spcPts val="0"/>
              </a:spcAft>
              <a:buClr>
                <a:schemeClr val="lt1"/>
              </a:buClr>
              <a:buSzPts val="1800"/>
              <a:buFont typeface="Lustria"/>
              <a:buNone/>
              <a:defRPr sz="1600" b="1" i="0" u="none" strike="noStrike" cap="none">
                <a:solidFill>
                  <a:schemeClr val="lt1"/>
                </a:solidFill>
                <a:latin typeface="Lustria"/>
                <a:ea typeface="Lustria"/>
                <a:cs typeface="Lustria"/>
                <a:sym typeface="Lustria"/>
              </a:defRPr>
            </a:lvl9pPr>
          </a:lstStyle>
          <a:p>
            <a:endParaRPr/>
          </a:p>
        </p:txBody>
      </p:sp>
      <p:sp>
        <p:nvSpPr>
          <p:cNvPr id="48" name="Shape 48"/>
          <p:cNvSpPr txBox="1">
            <a:spLocks noGrp="1"/>
          </p:cNvSpPr>
          <p:nvPr>
            <p:ph type="body" idx="4"/>
          </p:nvPr>
        </p:nvSpPr>
        <p:spPr>
          <a:xfrm>
            <a:off x="4845526" y="2438400"/>
            <a:ext cx="3611880" cy="3687762"/>
          </a:xfrm>
          <a:prstGeom prst="rect">
            <a:avLst/>
          </a:prstGeom>
          <a:noFill/>
          <a:ln>
            <a:noFill/>
          </a:ln>
        </p:spPr>
        <p:txBody>
          <a:bodyPr spcFirstLastPara="1" wrap="square" lIns="91425" tIns="91425" rIns="91425" bIns="91425" anchor="t" anchorCtr="0"/>
          <a:lstStyle>
            <a:lvl1pPr marL="457200" marR="0" lvl="0" indent="-368300" algn="l" rtl="0">
              <a:spcBef>
                <a:spcPts val="2000"/>
              </a:spcBef>
              <a:spcAft>
                <a:spcPts val="0"/>
              </a:spcAft>
              <a:buClr>
                <a:schemeClr val="lt1"/>
              </a:buClr>
              <a:buSzPts val="2200"/>
              <a:buFont typeface="Lustria"/>
              <a:buChar char="•"/>
              <a:defRPr sz="2200" b="0" i="0" u="none" strike="noStrike" cap="none">
                <a:solidFill>
                  <a:schemeClr val="lt1"/>
                </a:solidFill>
                <a:latin typeface="Lustria"/>
                <a:ea typeface="Lustria"/>
                <a:cs typeface="Lustria"/>
                <a:sym typeface="Lustria"/>
              </a:defRPr>
            </a:lvl1pPr>
            <a:lvl2pPr marL="914400" marR="0" lvl="1" indent="-355600" algn="l" rtl="0">
              <a:spcBef>
                <a:spcPts val="600"/>
              </a:spcBef>
              <a:spcAft>
                <a:spcPts val="0"/>
              </a:spcAft>
              <a:buClr>
                <a:schemeClr val="lt1"/>
              </a:buClr>
              <a:buSzPts val="2000"/>
              <a:buFont typeface="Lustria"/>
              <a:buChar char="•"/>
              <a:defRPr sz="2000" b="0" i="0" u="none" strike="noStrike" cap="none">
                <a:solidFill>
                  <a:schemeClr val="lt1"/>
                </a:solidFill>
                <a:latin typeface="Lustria"/>
                <a:ea typeface="Lustria"/>
                <a:cs typeface="Lustria"/>
                <a:sym typeface="Lustria"/>
              </a:defRPr>
            </a:lvl2pPr>
            <a:lvl3pPr marL="1371600" marR="0" lvl="2" indent="-34290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3pPr>
            <a:lvl4pPr marL="1828800" marR="0" lvl="3" indent="-34290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4pPr>
            <a:lvl5pPr marL="2286000" marR="0" lvl="4" indent="-34290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5pPr>
            <a:lvl6pPr marL="2743200" marR="0" lvl="5" indent="-330200" algn="l" rtl="0">
              <a:spcBef>
                <a:spcPts val="320"/>
              </a:spcBef>
              <a:spcAft>
                <a:spcPts val="0"/>
              </a:spcAft>
              <a:buClr>
                <a:schemeClr val="lt1"/>
              </a:buClr>
              <a:buSzPts val="1600"/>
              <a:buFont typeface="Lustria"/>
              <a:buChar char="•"/>
              <a:defRPr sz="1600" b="0" i="0" u="none" strike="noStrike" cap="none">
                <a:solidFill>
                  <a:schemeClr val="lt1"/>
                </a:solidFill>
                <a:latin typeface="Lustria"/>
                <a:ea typeface="Lustria"/>
                <a:cs typeface="Lustria"/>
                <a:sym typeface="Lustria"/>
              </a:defRPr>
            </a:lvl6pPr>
            <a:lvl7pPr marL="3200400" marR="0" lvl="6" indent="-330200" algn="l" rtl="0">
              <a:spcBef>
                <a:spcPts val="320"/>
              </a:spcBef>
              <a:spcAft>
                <a:spcPts val="0"/>
              </a:spcAft>
              <a:buClr>
                <a:schemeClr val="lt1"/>
              </a:buClr>
              <a:buSzPts val="1600"/>
              <a:buFont typeface="Lustria"/>
              <a:buChar char="•"/>
              <a:defRPr sz="1600" b="0" i="0" u="none" strike="noStrike" cap="none">
                <a:solidFill>
                  <a:schemeClr val="lt1"/>
                </a:solidFill>
                <a:latin typeface="Lustria"/>
                <a:ea typeface="Lustria"/>
                <a:cs typeface="Lustria"/>
                <a:sym typeface="Lustria"/>
              </a:defRPr>
            </a:lvl7pPr>
            <a:lvl8pPr marL="3657600" marR="0" lvl="7" indent="-330200" algn="l" rtl="0">
              <a:spcBef>
                <a:spcPts val="320"/>
              </a:spcBef>
              <a:spcAft>
                <a:spcPts val="0"/>
              </a:spcAft>
              <a:buClr>
                <a:schemeClr val="lt1"/>
              </a:buClr>
              <a:buSzPts val="1600"/>
              <a:buFont typeface="Lustria"/>
              <a:buChar char="•"/>
              <a:defRPr sz="1600" b="0" i="0" u="none" strike="noStrike" cap="none">
                <a:solidFill>
                  <a:schemeClr val="lt1"/>
                </a:solidFill>
                <a:latin typeface="Lustria"/>
                <a:ea typeface="Lustria"/>
                <a:cs typeface="Lustria"/>
                <a:sym typeface="Lustria"/>
              </a:defRPr>
            </a:lvl8pPr>
            <a:lvl9pPr marL="4114800" marR="0" lvl="8" indent="-330200" algn="l" rtl="0">
              <a:spcBef>
                <a:spcPts val="320"/>
              </a:spcBef>
              <a:spcAft>
                <a:spcPts val="0"/>
              </a:spcAft>
              <a:buClr>
                <a:schemeClr val="lt1"/>
              </a:buClr>
              <a:buSzPts val="1600"/>
              <a:buFont typeface="Lustria"/>
              <a:buChar char="•"/>
              <a:defRPr sz="1600" b="0" i="0" u="none" strike="noStrike" cap="none">
                <a:solidFill>
                  <a:schemeClr val="lt1"/>
                </a:solidFill>
                <a:latin typeface="Lustria"/>
                <a:ea typeface="Lustria"/>
                <a:cs typeface="Lustria"/>
                <a:sym typeface="Lustria"/>
              </a:defRPr>
            </a:lvl9pPr>
          </a:lstStyle>
          <a:p>
            <a:endParaRPr/>
          </a:p>
        </p:txBody>
      </p:sp>
      <p:sp>
        <p:nvSpPr>
          <p:cNvPr id="49" name="Shape 49"/>
          <p:cNvSpPr txBox="1">
            <a:spLocks noGrp="1"/>
          </p:cNvSpPr>
          <p:nvPr>
            <p:ph type="dt" idx="10"/>
          </p:nvPr>
        </p:nvSpPr>
        <p:spPr>
          <a:xfrm>
            <a:off x="6620435" y="6356350"/>
            <a:ext cx="2133600" cy="365125"/>
          </a:xfrm>
          <a:prstGeom prst="rect">
            <a:avLst/>
          </a:prstGeom>
          <a:noFill/>
          <a:ln>
            <a:noFill/>
          </a:ln>
        </p:spPr>
        <p:txBody>
          <a:bodyPr spcFirstLastPara="1" wrap="square" lIns="91425" tIns="91425" rIns="91425" bIns="91425" anchor="ctr" anchorCtr="0"/>
          <a:lstStyle>
            <a:lvl1pPr marL="0" marR="0" lvl="0" indent="0" algn="r"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50" name="Shape 50"/>
          <p:cNvSpPr txBox="1">
            <a:spLocks noGrp="1"/>
          </p:cNvSpPr>
          <p:nvPr>
            <p:ph type="ftr" idx="11"/>
          </p:nvPr>
        </p:nvSpPr>
        <p:spPr>
          <a:xfrm>
            <a:off x="354105" y="6356350"/>
            <a:ext cx="2895600" cy="365125"/>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51" name="Shape 51"/>
          <p:cNvSpPr txBox="1">
            <a:spLocks noGrp="1"/>
          </p:cNvSpPr>
          <p:nvPr>
            <p:ph type="sldNum" idx="12"/>
          </p:nvPr>
        </p:nvSpPr>
        <p:spPr>
          <a:xfrm>
            <a:off x="4229100" y="6356350"/>
            <a:ext cx="685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chemeClr val="lt1"/>
                </a:solidFill>
                <a:latin typeface="Lustria"/>
                <a:ea typeface="Lustria"/>
                <a:cs typeface="Lustria"/>
                <a:sym typeface="Lustria"/>
              </a:defRPr>
            </a:lvl1pPr>
            <a:lvl2pPr marL="0" marR="0" lvl="1" indent="0" algn="ctr" rtl="0">
              <a:spcBef>
                <a:spcPts val="0"/>
              </a:spcBef>
              <a:buNone/>
              <a:defRPr sz="1200" b="0" i="0" u="none" strike="noStrike" cap="none">
                <a:solidFill>
                  <a:schemeClr val="lt1"/>
                </a:solidFill>
                <a:latin typeface="Lustria"/>
                <a:ea typeface="Lustria"/>
                <a:cs typeface="Lustria"/>
                <a:sym typeface="Lustria"/>
              </a:defRPr>
            </a:lvl2pPr>
            <a:lvl3pPr marL="0" marR="0" lvl="2" indent="0" algn="ctr" rtl="0">
              <a:spcBef>
                <a:spcPts val="0"/>
              </a:spcBef>
              <a:buNone/>
              <a:defRPr sz="1200" b="0" i="0" u="none" strike="noStrike" cap="none">
                <a:solidFill>
                  <a:schemeClr val="lt1"/>
                </a:solidFill>
                <a:latin typeface="Lustria"/>
                <a:ea typeface="Lustria"/>
                <a:cs typeface="Lustria"/>
                <a:sym typeface="Lustria"/>
              </a:defRPr>
            </a:lvl3pPr>
            <a:lvl4pPr marL="0" marR="0" lvl="3" indent="0" algn="ctr" rtl="0">
              <a:spcBef>
                <a:spcPts val="0"/>
              </a:spcBef>
              <a:buNone/>
              <a:defRPr sz="1200" b="0" i="0" u="none" strike="noStrike" cap="none">
                <a:solidFill>
                  <a:schemeClr val="lt1"/>
                </a:solidFill>
                <a:latin typeface="Lustria"/>
                <a:ea typeface="Lustria"/>
                <a:cs typeface="Lustria"/>
                <a:sym typeface="Lustria"/>
              </a:defRPr>
            </a:lvl4pPr>
            <a:lvl5pPr marL="0" marR="0" lvl="4" indent="0" algn="ctr" rtl="0">
              <a:spcBef>
                <a:spcPts val="0"/>
              </a:spcBef>
              <a:buNone/>
              <a:defRPr sz="1200" b="0" i="0" u="none" strike="noStrike" cap="none">
                <a:solidFill>
                  <a:schemeClr val="lt1"/>
                </a:solidFill>
                <a:latin typeface="Lustria"/>
                <a:ea typeface="Lustria"/>
                <a:cs typeface="Lustria"/>
                <a:sym typeface="Lustria"/>
              </a:defRPr>
            </a:lvl5pPr>
            <a:lvl6pPr marL="0" marR="0" lvl="5" indent="0" algn="ctr" rtl="0">
              <a:spcBef>
                <a:spcPts val="0"/>
              </a:spcBef>
              <a:buNone/>
              <a:defRPr sz="1200" b="0" i="0" u="none" strike="noStrike" cap="none">
                <a:solidFill>
                  <a:schemeClr val="lt1"/>
                </a:solidFill>
                <a:latin typeface="Lustria"/>
                <a:ea typeface="Lustria"/>
                <a:cs typeface="Lustria"/>
                <a:sym typeface="Lustria"/>
              </a:defRPr>
            </a:lvl6pPr>
            <a:lvl7pPr marL="0" marR="0" lvl="6" indent="0" algn="ctr" rtl="0">
              <a:spcBef>
                <a:spcPts val="0"/>
              </a:spcBef>
              <a:buNone/>
              <a:defRPr sz="1200" b="0" i="0" u="none" strike="noStrike" cap="none">
                <a:solidFill>
                  <a:schemeClr val="lt1"/>
                </a:solidFill>
                <a:latin typeface="Lustria"/>
                <a:ea typeface="Lustria"/>
                <a:cs typeface="Lustria"/>
                <a:sym typeface="Lustria"/>
              </a:defRPr>
            </a:lvl7pPr>
            <a:lvl8pPr marL="0" marR="0" lvl="7" indent="0" algn="ctr" rtl="0">
              <a:spcBef>
                <a:spcPts val="0"/>
              </a:spcBef>
              <a:buNone/>
              <a:defRPr sz="1200" b="0" i="0" u="none" strike="noStrike" cap="none">
                <a:solidFill>
                  <a:schemeClr val="lt1"/>
                </a:solidFill>
                <a:latin typeface="Lustria"/>
                <a:ea typeface="Lustria"/>
                <a:cs typeface="Lustria"/>
                <a:sym typeface="Lustria"/>
              </a:defRPr>
            </a:lvl8pPr>
            <a:lvl9pPr marL="0" marR="0" lvl="8" indent="0" algn="ctr" rtl="0">
              <a:spcBef>
                <a:spcPts val="0"/>
              </a:spcBef>
              <a:buNone/>
              <a:defRPr sz="1200" b="0" i="0" u="none" strike="noStrike" cap="none">
                <a:solidFill>
                  <a:schemeClr val="lt1"/>
                </a:solidFill>
                <a:latin typeface="Lustria"/>
                <a:ea typeface="Lustria"/>
                <a:cs typeface="Lustria"/>
                <a:sym typeface="Lustria"/>
              </a:defRPr>
            </a:lvl9pPr>
          </a:lstStyle>
          <a:p>
            <a:pPr marL="0" lvl="0" indent="0">
              <a:spcBef>
                <a:spcPts val="0"/>
              </a:spcBef>
              <a:spcAft>
                <a:spcPts val="0"/>
              </a:spcAft>
              <a:buNone/>
            </a:pPr>
            <a:fld id="{00000000-1234-1234-1234-123412341234}" type="slidenum">
              <a:rPr lang="en-US"/>
              <a:t>‹#›</a:t>
            </a:fld>
            <a:endParaRPr/>
          </a:p>
        </p:txBody>
      </p:sp>
      <p:cxnSp>
        <p:nvCxnSpPr>
          <p:cNvPr id="52" name="Shape 52"/>
          <p:cNvCxnSpPr/>
          <p:nvPr/>
        </p:nvCxnSpPr>
        <p:spPr>
          <a:xfrm>
            <a:off x="786205" y="2191871"/>
            <a:ext cx="3429000" cy="1588"/>
          </a:xfrm>
          <a:prstGeom prst="straightConnector1">
            <a:avLst/>
          </a:prstGeom>
          <a:noFill/>
          <a:ln w="9525" cap="flat" cmpd="sng">
            <a:solidFill>
              <a:srgbClr val="FFFFFF">
                <a:alpha val="40000"/>
              </a:srgbClr>
            </a:solidFill>
            <a:prstDash val="solid"/>
            <a:round/>
            <a:headEnd type="none" w="sm" len="sm"/>
            <a:tailEnd type="none" w="sm" len="sm"/>
          </a:ln>
        </p:spPr>
      </p:cxnSp>
      <p:cxnSp>
        <p:nvCxnSpPr>
          <p:cNvPr id="53" name="Shape 53"/>
          <p:cNvCxnSpPr/>
          <p:nvPr/>
        </p:nvCxnSpPr>
        <p:spPr>
          <a:xfrm>
            <a:off x="4936966" y="2191871"/>
            <a:ext cx="3429000" cy="1588"/>
          </a:xfrm>
          <a:prstGeom prst="straightConnector1">
            <a:avLst/>
          </a:prstGeom>
          <a:noFill/>
          <a:ln w="9525" cap="flat" cmpd="sng">
            <a:solidFill>
              <a:srgbClr val="FFFFFF">
                <a:alpha val="40000"/>
              </a:srgbClr>
            </a:solidFill>
            <a:prstDash val="solid"/>
            <a:round/>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Shape 55"/>
          <p:cNvSpPr txBox="1">
            <a:spLocks noGrp="1"/>
          </p:cNvSpPr>
          <p:nvPr>
            <p:ph type="title"/>
          </p:nvPr>
        </p:nvSpPr>
        <p:spPr>
          <a:xfrm>
            <a:off x="685800" y="121023"/>
            <a:ext cx="7770813" cy="1429871"/>
          </a:xfrm>
          <a:prstGeom prst="rect">
            <a:avLst/>
          </a:prstGeom>
          <a:noFill/>
          <a:ln>
            <a:noFill/>
          </a:ln>
        </p:spPr>
        <p:txBody>
          <a:bodyPr spcFirstLastPara="1" wrap="square" lIns="91425" tIns="91425" rIns="91425" bIns="91425" anchor="ctr" anchorCtr="0"/>
          <a:lstStyle>
            <a:lvl1pPr marL="0" marR="0" lvl="0" indent="0" algn="ctr" rtl="0">
              <a:spcBef>
                <a:spcPts val="0"/>
              </a:spcBef>
              <a:spcAft>
                <a:spcPts val="0"/>
              </a:spcAft>
              <a:buClr>
                <a:schemeClr val="lt1"/>
              </a:buClr>
              <a:buSzPts val="1400"/>
              <a:buFont typeface="Lustria"/>
              <a:buNone/>
              <a:defRPr sz="4800" b="0" i="0" u="none" strike="noStrike" cap="none">
                <a:solidFill>
                  <a:schemeClr val="lt1"/>
                </a:solidFill>
                <a:latin typeface="Lustria"/>
                <a:ea typeface="Lustria"/>
                <a:cs typeface="Lustria"/>
                <a:sym typeface="Lustria"/>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a:p>
        </p:txBody>
      </p:sp>
      <p:sp>
        <p:nvSpPr>
          <p:cNvPr id="56" name="Shape 56"/>
          <p:cNvSpPr txBox="1">
            <a:spLocks noGrp="1"/>
          </p:cNvSpPr>
          <p:nvPr>
            <p:ph type="dt" idx="10"/>
          </p:nvPr>
        </p:nvSpPr>
        <p:spPr>
          <a:xfrm>
            <a:off x="6620435" y="6356350"/>
            <a:ext cx="2133600" cy="365125"/>
          </a:xfrm>
          <a:prstGeom prst="rect">
            <a:avLst/>
          </a:prstGeom>
          <a:noFill/>
          <a:ln>
            <a:noFill/>
          </a:ln>
        </p:spPr>
        <p:txBody>
          <a:bodyPr spcFirstLastPara="1" wrap="square" lIns="91425" tIns="91425" rIns="91425" bIns="91425" anchor="ctr" anchorCtr="0"/>
          <a:lstStyle>
            <a:lvl1pPr marL="0" marR="0" lvl="0" indent="0" algn="r"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57" name="Shape 57"/>
          <p:cNvSpPr txBox="1">
            <a:spLocks noGrp="1"/>
          </p:cNvSpPr>
          <p:nvPr>
            <p:ph type="ftr" idx="11"/>
          </p:nvPr>
        </p:nvSpPr>
        <p:spPr>
          <a:xfrm>
            <a:off x="354105" y="6356350"/>
            <a:ext cx="2895600" cy="365125"/>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58" name="Shape 58"/>
          <p:cNvSpPr txBox="1">
            <a:spLocks noGrp="1"/>
          </p:cNvSpPr>
          <p:nvPr>
            <p:ph type="sldNum" idx="12"/>
          </p:nvPr>
        </p:nvSpPr>
        <p:spPr>
          <a:xfrm>
            <a:off x="4229100" y="6356350"/>
            <a:ext cx="685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chemeClr val="lt1"/>
                </a:solidFill>
                <a:latin typeface="Lustria"/>
                <a:ea typeface="Lustria"/>
                <a:cs typeface="Lustria"/>
                <a:sym typeface="Lustria"/>
              </a:defRPr>
            </a:lvl1pPr>
            <a:lvl2pPr marL="0" marR="0" lvl="1" indent="0" algn="ctr" rtl="0">
              <a:spcBef>
                <a:spcPts val="0"/>
              </a:spcBef>
              <a:buNone/>
              <a:defRPr sz="1200" b="0" i="0" u="none" strike="noStrike" cap="none">
                <a:solidFill>
                  <a:schemeClr val="lt1"/>
                </a:solidFill>
                <a:latin typeface="Lustria"/>
                <a:ea typeface="Lustria"/>
                <a:cs typeface="Lustria"/>
                <a:sym typeface="Lustria"/>
              </a:defRPr>
            </a:lvl2pPr>
            <a:lvl3pPr marL="0" marR="0" lvl="2" indent="0" algn="ctr" rtl="0">
              <a:spcBef>
                <a:spcPts val="0"/>
              </a:spcBef>
              <a:buNone/>
              <a:defRPr sz="1200" b="0" i="0" u="none" strike="noStrike" cap="none">
                <a:solidFill>
                  <a:schemeClr val="lt1"/>
                </a:solidFill>
                <a:latin typeface="Lustria"/>
                <a:ea typeface="Lustria"/>
                <a:cs typeface="Lustria"/>
                <a:sym typeface="Lustria"/>
              </a:defRPr>
            </a:lvl3pPr>
            <a:lvl4pPr marL="0" marR="0" lvl="3" indent="0" algn="ctr" rtl="0">
              <a:spcBef>
                <a:spcPts val="0"/>
              </a:spcBef>
              <a:buNone/>
              <a:defRPr sz="1200" b="0" i="0" u="none" strike="noStrike" cap="none">
                <a:solidFill>
                  <a:schemeClr val="lt1"/>
                </a:solidFill>
                <a:latin typeface="Lustria"/>
                <a:ea typeface="Lustria"/>
                <a:cs typeface="Lustria"/>
                <a:sym typeface="Lustria"/>
              </a:defRPr>
            </a:lvl4pPr>
            <a:lvl5pPr marL="0" marR="0" lvl="4" indent="0" algn="ctr" rtl="0">
              <a:spcBef>
                <a:spcPts val="0"/>
              </a:spcBef>
              <a:buNone/>
              <a:defRPr sz="1200" b="0" i="0" u="none" strike="noStrike" cap="none">
                <a:solidFill>
                  <a:schemeClr val="lt1"/>
                </a:solidFill>
                <a:latin typeface="Lustria"/>
                <a:ea typeface="Lustria"/>
                <a:cs typeface="Lustria"/>
                <a:sym typeface="Lustria"/>
              </a:defRPr>
            </a:lvl5pPr>
            <a:lvl6pPr marL="0" marR="0" lvl="5" indent="0" algn="ctr" rtl="0">
              <a:spcBef>
                <a:spcPts val="0"/>
              </a:spcBef>
              <a:buNone/>
              <a:defRPr sz="1200" b="0" i="0" u="none" strike="noStrike" cap="none">
                <a:solidFill>
                  <a:schemeClr val="lt1"/>
                </a:solidFill>
                <a:latin typeface="Lustria"/>
                <a:ea typeface="Lustria"/>
                <a:cs typeface="Lustria"/>
                <a:sym typeface="Lustria"/>
              </a:defRPr>
            </a:lvl6pPr>
            <a:lvl7pPr marL="0" marR="0" lvl="6" indent="0" algn="ctr" rtl="0">
              <a:spcBef>
                <a:spcPts val="0"/>
              </a:spcBef>
              <a:buNone/>
              <a:defRPr sz="1200" b="0" i="0" u="none" strike="noStrike" cap="none">
                <a:solidFill>
                  <a:schemeClr val="lt1"/>
                </a:solidFill>
                <a:latin typeface="Lustria"/>
                <a:ea typeface="Lustria"/>
                <a:cs typeface="Lustria"/>
                <a:sym typeface="Lustria"/>
              </a:defRPr>
            </a:lvl7pPr>
            <a:lvl8pPr marL="0" marR="0" lvl="7" indent="0" algn="ctr" rtl="0">
              <a:spcBef>
                <a:spcPts val="0"/>
              </a:spcBef>
              <a:buNone/>
              <a:defRPr sz="1200" b="0" i="0" u="none" strike="noStrike" cap="none">
                <a:solidFill>
                  <a:schemeClr val="lt1"/>
                </a:solidFill>
                <a:latin typeface="Lustria"/>
                <a:ea typeface="Lustria"/>
                <a:cs typeface="Lustria"/>
                <a:sym typeface="Lustria"/>
              </a:defRPr>
            </a:lvl8pPr>
            <a:lvl9pPr marL="0" marR="0" lvl="8" indent="0" algn="ctr" rtl="0">
              <a:spcBef>
                <a:spcPts val="0"/>
              </a:spcBef>
              <a:buNone/>
              <a:defRPr sz="1200" b="0" i="0" u="none" strike="noStrike" cap="none">
                <a:solidFill>
                  <a:schemeClr val="lt1"/>
                </a:solidFill>
                <a:latin typeface="Lustria"/>
                <a:ea typeface="Lustria"/>
                <a:cs typeface="Lustria"/>
                <a:sym typeface="Lustria"/>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9"/>
        <p:cNvGrpSpPr/>
        <p:nvPr/>
      </p:nvGrpSpPr>
      <p:grpSpPr>
        <a:xfrm>
          <a:off x="0" y="0"/>
          <a:ext cx="0" cy="0"/>
          <a:chOff x="0" y="0"/>
          <a:chExt cx="0" cy="0"/>
        </a:xfrm>
      </p:grpSpPr>
      <p:sp>
        <p:nvSpPr>
          <p:cNvPr id="60" name="Shape 60"/>
          <p:cNvSpPr txBox="1">
            <a:spLocks noGrp="1"/>
          </p:cNvSpPr>
          <p:nvPr>
            <p:ph type="dt" idx="10"/>
          </p:nvPr>
        </p:nvSpPr>
        <p:spPr>
          <a:xfrm>
            <a:off x="6620435" y="6356350"/>
            <a:ext cx="2133600" cy="365125"/>
          </a:xfrm>
          <a:prstGeom prst="rect">
            <a:avLst/>
          </a:prstGeom>
          <a:noFill/>
          <a:ln>
            <a:noFill/>
          </a:ln>
        </p:spPr>
        <p:txBody>
          <a:bodyPr spcFirstLastPara="1" wrap="square" lIns="91425" tIns="91425" rIns="91425" bIns="91425" anchor="ctr" anchorCtr="0"/>
          <a:lstStyle>
            <a:lvl1pPr marL="0" marR="0" lvl="0" indent="0" algn="r"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61" name="Shape 61"/>
          <p:cNvSpPr txBox="1">
            <a:spLocks noGrp="1"/>
          </p:cNvSpPr>
          <p:nvPr>
            <p:ph type="ftr" idx="11"/>
          </p:nvPr>
        </p:nvSpPr>
        <p:spPr>
          <a:xfrm>
            <a:off x="354105" y="6356350"/>
            <a:ext cx="2895600" cy="365125"/>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62" name="Shape 62"/>
          <p:cNvSpPr txBox="1">
            <a:spLocks noGrp="1"/>
          </p:cNvSpPr>
          <p:nvPr>
            <p:ph type="sldNum" idx="12"/>
          </p:nvPr>
        </p:nvSpPr>
        <p:spPr>
          <a:xfrm>
            <a:off x="4229100" y="6356350"/>
            <a:ext cx="685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chemeClr val="lt1"/>
                </a:solidFill>
                <a:latin typeface="Lustria"/>
                <a:ea typeface="Lustria"/>
                <a:cs typeface="Lustria"/>
                <a:sym typeface="Lustria"/>
              </a:defRPr>
            </a:lvl1pPr>
            <a:lvl2pPr marL="0" marR="0" lvl="1" indent="0" algn="ctr" rtl="0">
              <a:spcBef>
                <a:spcPts val="0"/>
              </a:spcBef>
              <a:buNone/>
              <a:defRPr sz="1200" b="0" i="0" u="none" strike="noStrike" cap="none">
                <a:solidFill>
                  <a:schemeClr val="lt1"/>
                </a:solidFill>
                <a:latin typeface="Lustria"/>
                <a:ea typeface="Lustria"/>
                <a:cs typeface="Lustria"/>
                <a:sym typeface="Lustria"/>
              </a:defRPr>
            </a:lvl2pPr>
            <a:lvl3pPr marL="0" marR="0" lvl="2" indent="0" algn="ctr" rtl="0">
              <a:spcBef>
                <a:spcPts val="0"/>
              </a:spcBef>
              <a:buNone/>
              <a:defRPr sz="1200" b="0" i="0" u="none" strike="noStrike" cap="none">
                <a:solidFill>
                  <a:schemeClr val="lt1"/>
                </a:solidFill>
                <a:latin typeface="Lustria"/>
                <a:ea typeface="Lustria"/>
                <a:cs typeface="Lustria"/>
                <a:sym typeface="Lustria"/>
              </a:defRPr>
            </a:lvl3pPr>
            <a:lvl4pPr marL="0" marR="0" lvl="3" indent="0" algn="ctr" rtl="0">
              <a:spcBef>
                <a:spcPts val="0"/>
              </a:spcBef>
              <a:buNone/>
              <a:defRPr sz="1200" b="0" i="0" u="none" strike="noStrike" cap="none">
                <a:solidFill>
                  <a:schemeClr val="lt1"/>
                </a:solidFill>
                <a:latin typeface="Lustria"/>
                <a:ea typeface="Lustria"/>
                <a:cs typeface="Lustria"/>
                <a:sym typeface="Lustria"/>
              </a:defRPr>
            </a:lvl4pPr>
            <a:lvl5pPr marL="0" marR="0" lvl="4" indent="0" algn="ctr" rtl="0">
              <a:spcBef>
                <a:spcPts val="0"/>
              </a:spcBef>
              <a:buNone/>
              <a:defRPr sz="1200" b="0" i="0" u="none" strike="noStrike" cap="none">
                <a:solidFill>
                  <a:schemeClr val="lt1"/>
                </a:solidFill>
                <a:latin typeface="Lustria"/>
                <a:ea typeface="Lustria"/>
                <a:cs typeface="Lustria"/>
                <a:sym typeface="Lustria"/>
              </a:defRPr>
            </a:lvl5pPr>
            <a:lvl6pPr marL="0" marR="0" lvl="5" indent="0" algn="ctr" rtl="0">
              <a:spcBef>
                <a:spcPts val="0"/>
              </a:spcBef>
              <a:buNone/>
              <a:defRPr sz="1200" b="0" i="0" u="none" strike="noStrike" cap="none">
                <a:solidFill>
                  <a:schemeClr val="lt1"/>
                </a:solidFill>
                <a:latin typeface="Lustria"/>
                <a:ea typeface="Lustria"/>
                <a:cs typeface="Lustria"/>
                <a:sym typeface="Lustria"/>
              </a:defRPr>
            </a:lvl6pPr>
            <a:lvl7pPr marL="0" marR="0" lvl="6" indent="0" algn="ctr" rtl="0">
              <a:spcBef>
                <a:spcPts val="0"/>
              </a:spcBef>
              <a:buNone/>
              <a:defRPr sz="1200" b="0" i="0" u="none" strike="noStrike" cap="none">
                <a:solidFill>
                  <a:schemeClr val="lt1"/>
                </a:solidFill>
                <a:latin typeface="Lustria"/>
                <a:ea typeface="Lustria"/>
                <a:cs typeface="Lustria"/>
                <a:sym typeface="Lustria"/>
              </a:defRPr>
            </a:lvl7pPr>
            <a:lvl8pPr marL="0" marR="0" lvl="7" indent="0" algn="ctr" rtl="0">
              <a:spcBef>
                <a:spcPts val="0"/>
              </a:spcBef>
              <a:buNone/>
              <a:defRPr sz="1200" b="0" i="0" u="none" strike="noStrike" cap="none">
                <a:solidFill>
                  <a:schemeClr val="lt1"/>
                </a:solidFill>
                <a:latin typeface="Lustria"/>
                <a:ea typeface="Lustria"/>
                <a:cs typeface="Lustria"/>
                <a:sym typeface="Lustria"/>
              </a:defRPr>
            </a:lvl8pPr>
            <a:lvl9pPr marL="0" marR="0" lvl="8" indent="0" algn="ctr" rtl="0">
              <a:spcBef>
                <a:spcPts val="0"/>
              </a:spcBef>
              <a:buNone/>
              <a:defRPr sz="1200" b="0" i="0" u="none" strike="noStrike" cap="none">
                <a:solidFill>
                  <a:schemeClr val="lt1"/>
                </a:solidFill>
                <a:latin typeface="Lustria"/>
                <a:ea typeface="Lustria"/>
                <a:cs typeface="Lustria"/>
                <a:sym typeface="Lustria"/>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3"/>
        <p:cNvGrpSpPr/>
        <p:nvPr/>
      </p:nvGrpSpPr>
      <p:grpSpPr>
        <a:xfrm>
          <a:off x="0" y="0"/>
          <a:ext cx="0" cy="0"/>
          <a:chOff x="0" y="0"/>
          <a:chExt cx="0" cy="0"/>
        </a:xfrm>
      </p:grpSpPr>
      <p:sp>
        <p:nvSpPr>
          <p:cNvPr id="64" name="Shape 64"/>
          <p:cNvSpPr txBox="1">
            <a:spLocks noGrp="1"/>
          </p:cNvSpPr>
          <p:nvPr>
            <p:ph type="title"/>
          </p:nvPr>
        </p:nvSpPr>
        <p:spPr>
          <a:xfrm>
            <a:off x="658905" y="971550"/>
            <a:ext cx="3657600" cy="1162050"/>
          </a:xfrm>
          <a:prstGeom prst="rect">
            <a:avLst/>
          </a:prstGeom>
          <a:noFill/>
          <a:ln>
            <a:noFill/>
          </a:ln>
        </p:spPr>
        <p:txBody>
          <a:bodyPr spcFirstLastPara="1" wrap="square" lIns="91425" tIns="91425" rIns="91425" bIns="91425" anchor="b" anchorCtr="0"/>
          <a:lstStyle>
            <a:lvl1pPr marL="0" marR="0" lvl="0" indent="0" algn="l" rtl="0">
              <a:spcBef>
                <a:spcPts val="0"/>
              </a:spcBef>
              <a:spcAft>
                <a:spcPts val="0"/>
              </a:spcAft>
              <a:buClr>
                <a:schemeClr val="lt1"/>
              </a:buClr>
              <a:buSzPts val="1400"/>
              <a:buFont typeface="Lustria"/>
              <a:buNone/>
              <a:defRPr sz="3600" b="0" i="0" u="none" strike="noStrike" cap="none">
                <a:solidFill>
                  <a:schemeClr val="lt1"/>
                </a:solidFill>
                <a:latin typeface="Lustria"/>
                <a:ea typeface="Lustria"/>
                <a:cs typeface="Lustria"/>
                <a:sym typeface="Lustria"/>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a:p>
        </p:txBody>
      </p:sp>
      <p:sp>
        <p:nvSpPr>
          <p:cNvPr id="65" name="Shape 65"/>
          <p:cNvSpPr txBox="1">
            <a:spLocks noGrp="1"/>
          </p:cNvSpPr>
          <p:nvPr>
            <p:ph type="body" idx="1"/>
          </p:nvPr>
        </p:nvSpPr>
        <p:spPr>
          <a:xfrm>
            <a:off x="4800600" y="457200"/>
            <a:ext cx="3657600" cy="5668963"/>
          </a:xfrm>
          <a:prstGeom prst="rect">
            <a:avLst/>
          </a:prstGeom>
          <a:noFill/>
          <a:ln>
            <a:noFill/>
          </a:ln>
        </p:spPr>
        <p:txBody>
          <a:bodyPr spcFirstLastPara="1" wrap="square" lIns="91425" tIns="91425" rIns="91425" bIns="91425" anchor="t" anchorCtr="0"/>
          <a:lstStyle>
            <a:lvl1pPr marL="457200" marR="0" lvl="0" indent="-368300" algn="l" rtl="0">
              <a:spcBef>
                <a:spcPts val="2000"/>
              </a:spcBef>
              <a:spcAft>
                <a:spcPts val="0"/>
              </a:spcAft>
              <a:buClr>
                <a:schemeClr val="lt1"/>
              </a:buClr>
              <a:buSzPts val="2200"/>
              <a:buFont typeface="Lustria"/>
              <a:buChar char="•"/>
              <a:defRPr sz="2200" b="0" i="0" u="none" strike="noStrike" cap="none">
                <a:solidFill>
                  <a:schemeClr val="lt1"/>
                </a:solidFill>
                <a:latin typeface="Lustria"/>
                <a:ea typeface="Lustria"/>
                <a:cs typeface="Lustria"/>
                <a:sym typeface="Lustria"/>
              </a:defRPr>
            </a:lvl1pPr>
            <a:lvl2pPr marL="914400" marR="0" lvl="1" indent="-355600" algn="l" rtl="0">
              <a:spcBef>
                <a:spcPts val="600"/>
              </a:spcBef>
              <a:spcAft>
                <a:spcPts val="0"/>
              </a:spcAft>
              <a:buClr>
                <a:schemeClr val="lt1"/>
              </a:buClr>
              <a:buSzPts val="2000"/>
              <a:buFont typeface="Lustria"/>
              <a:buChar char="•"/>
              <a:defRPr sz="2000" b="0" i="0" u="none" strike="noStrike" cap="none">
                <a:solidFill>
                  <a:schemeClr val="lt1"/>
                </a:solidFill>
                <a:latin typeface="Lustria"/>
                <a:ea typeface="Lustria"/>
                <a:cs typeface="Lustria"/>
                <a:sym typeface="Lustria"/>
              </a:defRPr>
            </a:lvl2pPr>
            <a:lvl3pPr marL="1371600" marR="0" lvl="2" indent="-34290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3pPr>
            <a:lvl4pPr marL="1828800" marR="0" lvl="3" indent="-34290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4pPr>
            <a:lvl5pPr marL="2286000" marR="0" lvl="4" indent="-34290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5pPr>
            <a:lvl6pPr marL="2743200" marR="0" lvl="5"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6pPr>
            <a:lvl7pPr marL="3200400" marR="0" lvl="6"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7pPr>
            <a:lvl8pPr marL="3657600" marR="0" lvl="7"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8pPr>
            <a:lvl9pPr marL="4114800" marR="0" lvl="8"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9pPr>
          </a:lstStyle>
          <a:p>
            <a:endParaRPr/>
          </a:p>
        </p:txBody>
      </p:sp>
      <p:sp>
        <p:nvSpPr>
          <p:cNvPr id="66" name="Shape 66"/>
          <p:cNvSpPr txBox="1">
            <a:spLocks noGrp="1"/>
          </p:cNvSpPr>
          <p:nvPr>
            <p:ph type="body" idx="2"/>
          </p:nvPr>
        </p:nvSpPr>
        <p:spPr>
          <a:xfrm>
            <a:off x="658905" y="2133601"/>
            <a:ext cx="3657600" cy="3581400"/>
          </a:xfrm>
          <a:prstGeom prst="rect">
            <a:avLst/>
          </a:prstGeom>
          <a:noFill/>
          <a:ln>
            <a:noFill/>
          </a:ln>
        </p:spPr>
        <p:txBody>
          <a:bodyPr spcFirstLastPara="1" wrap="square" lIns="91425" tIns="91425" rIns="91425" bIns="91425" anchor="t" anchorCtr="0"/>
          <a:lstStyle>
            <a:lvl1pPr marL="457200" marR="0" lvl="0" indent="-228600" algn="l" rtl="0">
              <a:spcBef>
                <a:spcPts val="1000"/>
              </a:spcBef>
              <a:spcAft>
                <a:spcPts val="0"/>
              </a:spcAft>
              <a:buClr>
                <a:schemeClr val="lt1"/>
              </a:buClr>
              <a:buSzPts val="2200"/>
              <a:buFont typeface="Lustria"/>
              <a:buNone/>
              <a:defRPr sz="1800" b="0" i="0" u="none" strike="noStrike" cap="none">
                <a:solidFill>
                  <a:schemeClr val="lt1"/>
                </a:solidFill>
                <a:latin typeface="Lustria"/>
                <a:ea typeface="Lustria"/>
                <a:cs typeface="Lustria"/>
                <a:sym typeface="Lustria"/>
              </a:defRPr>
            </a:lvl1pPr>
            <a:lvl2pPr marL="914400" marR="0" lvl="1" indent="-228600" algn="l" rtl="0">
              <a:spcBef>
                <a:spcPts val="600"/>
              </a:spcBef>
              <a:spcAft>
                <a:spcPts val="0"/>
              </a:spcAft>
              <a:buClr>
                <a:schemeClr val="lt1"/>
              </a:buClr>
              <a:buSzPts val="2000"/>
              <a:buFont typeface="Lustria"/>
              <a:buNone/>
              <a:defRPr sz="1200" b="0" i="0" u="none" strike="noStrike" cap="none">
                <a:solidFill>
                  <a:schemeClr val="lt1"/>
                </a:solidFill>
                <a:latin typeface="Lustria"/>
                <a:ea typeface="Lustria"/>
                <a:cs typeface="Lustria"/>
                <a:sym typeface="Lustria"/>
              </a:defRPr>
            </a:lvl2pPr>
            <a:lvl3pPr marL="1371600" marR="0" lvl="2" indent="-228600" algn="l" rtl="0">
              <a:spcBef>
                <a:spcPts val="600"/>
              </a:spcBef>
              <a:spcAft>
                <a:spcPts val="0"/>
              </a:spcAft>
              <a:buClr>
                <a:schemeClr val="lt1"/>
              </a:buClr>
              <a:buSzPts val="1800"/>
              <a:buFont typeface="Lustria"/>
              <a:buNone/>
              <a:defRPr sz="1000" b="0" i="0" u="none" strike="noStrike" cap="none">
                <a:solidFill>
                  <a:schemeClr val="lt1"/>
                </a:solidFill>
                <a:latin typeface="Lustria"/>
                <a:ea typeface="Lustria"/>
                <a:cs typeface="Lustria"/>
                <a:sym typeface="Lustria"/>
              </a:defRPr>
            </a:lvl3pPr>
            <a:lvl4pPr marL="1828800" marR="0" lvl="3" indent="-228600" algn="l" rtl="0">
              <a:spcBef>
                <a:spcPts val="600"/>
              </a:spcBef>
              <a:spcAft>
                <a:spcPts val="0"/>
              </a:spcAft>
              <a:buClr>
                <a:schemeClr val="lt1"/>
              </a:buClr>
              <a:buSzPts val="1800"/>
              <a:buFont typeface="Lustria"/>
              <a:buNone/>
              <a:defRPr sz="900" b="0" i="0" u="none" strike="noStrike" cap="none">
                <a:solidFill>
                  <a:schemeClr val="lt1"/>
                </a:solidFill>
                <a:latin typeface="Lustria"/>
                <a:ea typeface="Lustria"/>
                <a:cs typeface="Lustria"/>
                <a:sym typeface="Lustria"/>
              </a:defRPr>
            </a:lvl4pPr>
            <a:lvl5pPr marL="2286000" marR="0" lvl="4" indent="-228600" algn="l" rtl="0">
              <a:spcBef>
                <a:spcPts val="600"/>
              </a:spcBef>
              <a:spcAft>
                <a:spcPts val="0"/>
              </a:spcAft>
              <a:buClr>
                <a:schemeClr val="lt1"/>
              </a:buClr>
              <a:buSzPts val="1800"/>
              <a:buFont typeface="Lustria"/>
              <a:buNone/>
              <a:defRPr sz="900" b="0" i="0" u="none" strike="noStrike" cap="none">
                <a:solidFill>
                  <a:schemeClr val="lt1"/>
                </a:solidFill>
                <a:latin typeface="Lustria"/>
                <a:ea typeface="Lustria"/>
                <a:cs typeface="Lustria"/>
                <a:sym typeface="Lustria"/>
              </a:defRPr>
            </a:lvl5pPr>
            <a:lvl6pPr marL="2743200" marR="0" lvl="5" indent="-228600" algn="l" rtl="0">
              <a:spcBef>
                <a:spcPts val="180"/>
              </a:spcBef>
              <a:spcAft>
                <a:spcPts val="0"/>
              </a:spcAft>
              <a:buClr>
                <a:schemeClr val="lt1"/>
              </a:buClr>
              <a:buSzPts val="1800"/>
              <a:buFont typeface="Lustria"/>
              <a:buNone/>
              <a:defRPr sz="900" b="0" i="0" u="none" strike="noStrike" cap="none">
                <a:solidFill>
                  <a:schemeClr val="lt1"/>
                </a:solidFill>
                <a:latin typeface="Lustria"/>
                <a:ea typeface="Lustria"/>
                <a:cs typeface="Lustria"/>
                <a:sym typeface="Lustria"/>
              </a:defRPr>
            </a:lvl6pPr>
            <a:lvl7pPr marL="3200400" marR="0" lvl="6" indent="-228600" algn="l" rtl="0">
              <a:spcBef>
                <a:spcPts val="180"/>
              </a:spcBef>
              <a:spcAft>
                <a:spcPts val="0"/>
              </a:spcAft>
              <a:buClr>
                <a:schemeClr val="lt1"/>
              </a:buClr>
              <a:buSzPts val="1800"/>
              <a:buFont typeface="Lustria"/>
              <a:buNone/>
              <a:defRPr sz="900" b="0" i="0" u="none" strike="noStrike" cap="none">
                <a:solidFill>
                  <a:schemeClr val="lt1"/>
                </a:solidFill>
                <a:latin typeface="Lustria"/>
                <a:ea typeface="Lustria"/>
                <a:cs typeface="Lustria"/>
                <a:sym typeface="Lustria"/>
              </a:defRPr>
            </a:lvl7pPr>
            <a:lvl8pPr marL="3657600" marR="0" lvl="7" indent="-228600" algn="l" rtl="0">
              <a:spcBef>
                <a:spcPts val="180"/>
              </a:spcBef>
              <a:spcAft>
                <a:spcPts val="0"/>
              </a:spcAft>
              <a:buClr>
                <a:schemeClr val="lt1"/>
              </a:buClr>
              <a:buSzPts val="1800"/>
              <a:buFont typeface="Lustria"/>
              <a:buNone/>
              <a:defRPr sz="900" b="0" i="0" u="none" strike="noStrike" cap="none">
                <a:solidFill>
                  <a:schemeClr val="lt1"/>
                </a:solidFill>
                <a:latin typeface="Lustria"/>
                <a:ea typeface="Lustria"/>
                <a:cs typeface="Lustria"/>
                <a:sym typeface="Lustria"/>
              </a:defRPr>
            </a:lvl8pPr>
            <a:lvl9pPr marL="4114800" marR="0" lvl="8" indent="-228600" algn="l" rtl="0">
              <a:spcBef>
                <a:spcPts val="180"/>
              </a:spcBef>
              <a:spcAft>
                <a:spcPts val="0"/>
              </a:spcAft>
              <a:buClr>
                <a:schemeClr val="lt1"/>
              </a:buClr>
              <a:buSzPts val="1800"/>
              <a:buFont typeface="Lustria"/>
              <a:buNone/>
              <a:defRPr sz="900" b="0" i="0" u="none" strike="noStrike" cap="none">
                <a:solidFill>
                  <a:schemeClr val="lt1"/>
                </a:solidFill>
                <a:latin typeface="Lustria"/>
                <a:ea typeface="Lustria"/>
                <a:cs typeface="Lustria"/>
                <a:sym typeface="Lustria"/>
              </a:defRPr>
            </a:lvl9pPr>
          </a:lstStyle>
          <a:p>
            <a:endParaRPr/>
          </a:p>
        </p:txBody>
      </p:sp>
      <p:sp>
        <p:nvSpPr>
          <p:cNvPr id="67" name="Shape 67"/>
          <p:cNvSpPr txBox="1">
            <a:spLocks noGrp="1"/>
          </p:cNvSpPr>
          <p:nvPr>
            <p:ph type="dt" idx="10"/>
          </p:nvPr>
        </p:nvSpPr>
        <p:spPr>
          <a:xfrm>
            <a:off x="6620435" y="6356350"/>
            <a:ext cx="2133600" cy="365125"/>
          </a:xfrm>
          <a:prstGeom prst="rect">
            <a:avLst/>
          </a:prstGeom>
          <a:noFill/>
          <a:ln>
            <a:noFill/>
          </a:ln>
        </p:spPr>
        <p:txBody>
          <a:bodyPr spcFirstLastPara="1" wrap="square" lIns="91425" tIns="91425" rIns="91425" bIns="91425" anchor="ctr" anchorCtr="0"/>
          <a:lstStyle>
            <a:lvl1pPr marL="0" marR="0" lvl="0" indent="0" algn="r"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68" name="Shape 68"/>
          <p:cNvSpPr txBox="1">
            <a:spLocks noGrp="1"/>
          </p:cNvSpPr>
          <p:nvPr>
            <p:ph type="ftr" idx="11"/>
          </p:nvPr>
        </p:nvSpPr>
        <p:spPr>
          <a:xfrm>
            <a:off x="354105" y="6356350"/>
            <a:ext cx="2895600" cy="365125"/>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69" name="Shape 69"/>
          <p:cNvSpPr txBox="1">
            <a:spLocks noGrp="1"/>
          </p:cNvSpPr>
          <p:nvPr>
            <p:ph type="sldNum" idx="12"/>
          </p:nvPr>
        </p:nvSpPr>
        <p:spPr>
          <a:xfrm>
            <a:off x="4229100" y="6356350"/>
            <a:ext cx="685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chemeClr val="lt1"/>
                </a:solidFill>
                <a:latin typeface="Lustria"/>
                <a:ea typeface="Lustria"/>
                <a:cs typeface="Lustria"/>
                <a:sym typeface="Lustria"/>
              </a:defRPr>
            </a:lvl1pPr>
            <a:lvl2pPr marL="0" marR="0" lvl="1" indent="0" algn="ctr" rtl="0">
              <a:spcBef>
                <a:spcPts val="0"/>
              </a:spcBef>
              <a:buNone/>
              <a:defRPr sz="1200" b="0" i="0" u="none" strike="noStrike" cap="none">
                <a:solidFill>
                  <a:schemeClr val="lt1"/>
                </a:solidFill>
                <a:latin typeface="Lustria"/>
                <a:ea typeface="Lustria"/>
                <a:cs typeface="Lustria"/>
                <a:sym typeface="Lustria"/>
              </a:defRPr>
            </a:lvl2pPr>
            <a:lvl3pPr marL="0" marR="0" lvl="2" indent="0" algn="ctr" rtl="0">
              <a:spcBef>
                <a:spcPts val="0"/>
              </a:spcBef>
              <a:buNone/>
              <a:defRPr sz="1200" b="0" i="0" u="none" strike="noStrike" cap="none">
                <a:solidFill>
                  <a:schemeClr val="lt1"/>
                </a:solidFill>
                <a:latin typeface="Lustria"/>
                <a:ea typeface="Lustria"/>
                <a:cs typeface="Lustria"/>
                <a:sym typeface="Lustria"/>
              </a:defRPr>
            </a:lvl3pPr>
            <a:lvl4pPr marL="0" marR="0" lvl="3" indent="0" algn="ctr" rtl="0">
              <a:spcBef>
                <a:spcPts val="0"/>
              </a:spcBef>
              <a:buNone/>
              <a:defRPr sz="1200" b="0" i="0" u="none" strike="noStrike" cap="none">
                <a:solidFill>
                  <a:schemeClr val="lt1"/>
                </a:solidFill>
                <a:latin typeface="Lustria"/>
                <a:ea typeface="Lustria"/>
                <a:cs typeface="Lustria"/>
                <a:sym typeface="Lustria"/>
              </a:defRPr>
            </a:lvl4pPr>
            <a:lvl5pPr marL="0" marR="0" lvl="4" indent="0" algn="ctr" rtl="0">
              <a:spcBef>
                <a:spcPts val="0"/>
              </a:spcBef>
              <a:buNone/>
              <a:defRPr sz="1200" b="0" i="0" u="none" strike="noStrike" cap="none">
                <a:solidFill>
                  <a:schemeClr val="lt1"/>
                </a:solidFill>
                <a:latin typeface="Lustria"/>
                <a:ea typeface="Lustria"/>
                <a:cs typeface="Lustria"/>
                <a:sym typeface="Lustria"/>
              </a:defRPr>
            </a:lvl5pPr>
            <a:lvl6pPr marL="0" marR="0" lvl="5" indent="0" algn="ctr" rtl="0">
              <a:spcBef>
                <a:spcPts val="0"/>
              </a:spcBef>
              <a:buNone/>
              <a:defRPr sz="1200" b="0" i="0" u="none" strike="noStrike" cap="none">
                <a:solidFill>
                  <a:schemeClr val="lt1"/>
                </a:solidFill>
                <a:latin typeface="Lustria"/>
                <a:ea typeface="Lustria"/>
                <a:cs typeface="Lustria"/>
                <a:sym typeface="Lustria"/>
              </a:defRPr>
            </a:lvl6pPr>
            <a:lvl7pPr marL="0" marR="0" lvl="6" indent="0" algn="ctr" rtl="0">
              <a:spcBef>
                <a:spcPts val="0"/>
              </a:spcBef>
              <a:buNone/>
              <a:defRPr sz="1200" b="0" i="0" u="none" strike="noStrike" cap="none">
                <a:solidFill>
                  <a:schemeClr val="lt1"/>
                </a:solidFill>
                <a:latin typeface="Lustria"/>
                <a:ea typeface="Lustria"/>
                <a:cs typeface="Lustria"/>
                <a:sym typeface="Lustria"/>
              </a:defRPr>
            </a:lvl7pPr>
            <a:lvl8pPr marL="0" marR="0" lvl="7" indent="0" algn="ctr" rtl="0">
              <a:spcBef>
                <a:spcPts val="0"/>
              </a:spcBef>
              <a:buNone/>
              <a:defRPr sz="1200" b="0" i="0" u="none" strike="noStrike" cap="none">
                <a:solidFill>
                  <a:schemeClr val="lt1"/>
                </a:solidFill>
                <a:latin typeface="Lustria"/>
                <a:ea typeface="Lustria"/>
                <a:cs typeface="Lustria"/>
                <a:sym typeface="Lustria"/>
              </a:defRPr>
            </a:lvl8pPr>
            <a:lvl9pPr marL="0" marR="0" lvl="8" indent="0" algn="ctr" rtl="0">
              <a:spcBef>
                <a:spcPts val="0"/>
              </a:spcBef>
              <a:buNone/>
              <a:defRPr sz="1200" b="0" i="0" u="none" strike="noStrike" cap="none">
                <a:solidFill>
                  <a:schemeClr val="lt1"/>
                </a:solidFill>
                <a:latin typeface="Lustria"/>
                <a:ea typeface="Lustria"/>
                <a:cs typeface="Lustria"/>
                <a:sym typeface="Lustria"/>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0"/>
        <p:cNvGrpSpPr/>
        <p:nvPr/>
      </p:nvGrpSpPr>
      <p:grpSpPr>
        <a:xfrm>
          <a:off x="0" y="0"/>
          <a:ext cx="0" cy="0"/>
          <a:chOff x="0" y="0"/>
          <a:chExt cx="0" cy="0"/>
        </a:xfrm>
      </p:grpSpPr>
      <p:sp>
        <p:nvSpPr>
          <p:cNvPr id="71" name="Shape 71"/>
          <p:cNvSpPr txBox="1">
            <a:spLocks noGrp="1"/>
          </p:cNvSpPr>
          <p:nvPr>
            <p:ph type="title"/>
          </p:nvPr>
        </p:nvSpPr>
        <p:spPr>
          <a:xfrm>
            <a:off x="4805082" y="969264"/>
            <a:ext cx="3657600" cy="1161288"/>
          </a:xfrm>
          <a:prstGeom prst="rect">
            <a:avLst/>
          </a:prstGeom>
          <a:noFill/>
          <a:ln>
            <a:noFill/>
          </a:ln>
        </p:spPr>
        <p:txBody>
          <a:bodyPr spcFirstLastPara="1" wrap="square" lIns="91425" tIns="91425" rIns="91425" bIns="91425" anchor="b" anchorCtr="0"/>
          <a:lstStyle>
            <a:lvl1pPr marL="0" marR="0" lvl="0" indent="0" algn="l" rtl="0">
              <a:spcBef>
                <a:spcPts val="0"/>
              </a:spcBef>
              <a:spcAft>
                <a:spcPts val="0"/>
              </a:spcAft>
              <a:buClr>
                <a:schemeClr val="lt1"/>
              </a:buClr>
              <a:buSzPts val="1400"/>
              <a:buFont typeface="Lustria"/>
              <a:buNone/>
              <a:defRPr sz="3600" b="0" i="0" u="none" strike="noStrike" cap="none">
                <a:solidFill>
                  <a:schemeClr val="lt1"/>
                </a:solidFill>
                <a:latin typeface="Lustria"/>
                <a:ea typeface="Lustria"/>
                <a:cs typeface="Lustria"/>
                <a:sym typeface="Lustria"/>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a:p>
        </p:txBody>
      </p:sp>
      <p:sp>
        <p:nvSpPr>
          <p:cNvPr id="72" name="Shape 72"/>
          <p:cNvSpPr>
            <a:spLocks noGrp="1"/>
          </p:cNvSpPr>
          <p:nvPr>
            <p:ph type="pic" idx="2"/>
          </p:nvPr>
        </p:nvSpPr>
        <p:spPr>
          <a:xfrm>
            <a:off x="663388" y="510988"/>
            <a:ext cx="3657600" cy="5553636"/>
          </a:xfrm>
          <a:prstGeom prst="rect">
            <a:avLst/>
          </a:prstGeom>
          <a:solidFill>
            <a:srgbClr val="3F3F3F"/>
          </a:solidFill>
          <a:ln w="88900" cap="flat" cmpd="sng">
            <a:solidFill>
              <a:schemeClr val="lt1"/>
            </a:solidFill>
            <a:prstDash val="solid"/>
            <a:miter lim="8000"/>
            <a:headEnd type="none" w="sm" len="sm"/>
            <a:tailEnd type="none" w="sm" len="sm"/>
          </a:ln>
          <a:effectLst>
            <a:outerShdw blurRad="127000" sx="102000" sy="102000" algn="ctr" rotWithShape="0">
              <a:srgbClr val="000000">
                <a:alpha val="40000"/>
              </a:srgbClr>
            </a:outerShdw>
          </a:effectLst>
        </p:spPr>
        <p:txBody>
          <a:bodyPr spcFirstLastPara="1" wrap="square" lIns="91425" tIns="91425" rIns="91425" bIns="91425" anchor="t" anchorCtr="0"/>
          <a:lstStyle>
            <a:lvl1pPr marL="342900" marR="0" lvl="0" indent="-342900" algn="l" rtl="0">
              <a:spcBef>
                <a:spcPts val="2000"/>
              </a:spcBef>
              <a:spcAft>
                <a:spcPts val="0"/>
              </a:spcAft>
              <a:buClr>
                <a:schemeClr val="lt1"/>
              </a:buClr>
              <a:buSzPts val="1400"/>
              <a:buFont typeface="Arial"/>
              <a:buNone/>
              <a:defRPr sz="2200" b="0" i="0" u="none" strike="noStrike" cap="none">
                <a:solidFill>
                  <a:schemeClr val="lt1"/>
                </a:solidFill>
                <a:latin typeface="Lustria"/>
                <a:ea typeface="Lustria"/>
                <a:cs typeface="Lustria"/>
                <a:sym typeface="Lustria"/>
              </a:defRPr>
            </a:lvl1pPr>
            <a:lvl2pPr marL="457200" marR="0" lvl="1" indent="0" algn="l" rtl="0">
              <a:spcBef>
                <a:spcPts val="600"/>
              </a:spcBef>
              <a:spcAft>
                <a:spcPts val="0"/>
              </a:spcAft>
              <a:buClr>
                <a:schemeClr val="lt1"/>
              </a:buClr>
              <a:buSzPts val="1400"/>
              <a:buFont typeface="Lustria"/>
              <a:buNone/>
              <a:defRPr sz="2800" b="0" i="0" u="none" strike="noStrike" cap="none">
                <a:solidFill>
                  <a:schemeClr val="lt1"/>
                </a:solidFill>
                <a:latin typeface="Lustria"/>
                <a:ea typeface="Lustria"/>
                <a:cs typeface="Lustria"/>
                <a:sym typeface="Lustria"/>
              </a:defRPr>
            </a:lvl2pPr>
            <a:lvl3pPr marL="914400" marR="0" lvl="2" indent="0" algn="l" rtl="0">
              <a:spcBef>
                <a:spcPts val="600"/>
              </a:spcBef>
              <a:spcAft>
                <a:spcPts val="0"/>
              </a:spcAft>
              <a:buClr>
                <a:schemeClr val="lt1"/>
              </a:buClr>
              <a:buSzPts val="1400"/>
              <a:buFont typeface="Lustria"/>
              <a:buNone/>
              <a:defRPr sz="2400" b="0" i="0" u="none" strike="noStrike" cap="none">
                <a:solidFill>
                  <a:schemeClr val="lt1"/>
                </a:solidFill>
                <a:latin typeface="Lustria"/>
                <a:ea typeface="Lustria"/>
                <a:cs typeface="Lustria"/>
                <a:sym typeface="Lustria"/>
              </a:defRPr>
            </a:lvl3pPr>
            <a:lvl4pPr marL="1371600" marR="0" lvl="3" indent="0" algn="l" rtl="0">
              <a:spcBef>
                <a:spcPts val="6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4pPr>
            <a:lvl5pPr marL="1828800" marR="0" lvl="4" indent="0" algn="l" rtl="0">
              <a:spcBef>
                <a:spcPts val="6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5pPr>
            <a:lvl6pPr marL="2286000" marR="0" lvl="5"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6pPr>
            <a:lvl7pPr marL="2743200" marR="0" lvl="6"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7pPr>
            <a:lvl8pPr marL="3200400" marR="0" lvl="7"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8pPr>
            <a:lvl9pPr marL="3657600" marR="0" lvl="8"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9pPr>
          </a:lstStyle>
          <a:p>
            <a:endParaRPr/>
          </a:p>
        </p:txBody>
      </p:sp>
      <p:sp>
        <p:nvSpPr>
          <p:cNvPr id="73" name="Shape 73"/>
          <p:cNvSpPr txBox="1">
            <a:spLocks noGrp="1"/>
          </p:cNvSpPr>
          <p:nvPr>
            <p:ph type="body" idx="1"/>
          </p:nvPr>
        </p:nvSpPr>
        <p:spPr>
          <a:xfrm>
            <a:off x="4799853" y="2130552"/>
            <a:ext cx="3657600" cy="3584448"/>
          </a:xfrm>
          <a:prstGeom prst="rect">
            <a:avLst/>
          </a:prstGeom>
          <a:noFill/>
          <a:ln>
            <a:noFill/>
          </a:ln>
        </p:spPr>
        <p:txBody>
          <a:bodyPr spcFirstLastPara="1" wrap="square" lIns="91425" tIns="91425" rIns="91425" bIns="91425" anchor="t" anchorCtr="0"/>
          <a:lstStyle>
            <a:lvl1pPr marL="457200" marR="0" lvl="0" indent="-228600" algn="l" rtl="0">
              <a:spcBef>
                <a:spcPts val="1000"/>
              </a:spcBef>
              <a:spcAft>
                <a:spcPts val="0"/>
              </a:spcAft>
              <a:buClr>
                <a:schemeClr val="lt1"/>
              </a:buClr>
              <a:buSzPts val="2200"/>
              <a:buFont typeface="Lustria"/>
              <a:buNone/>
              <a:defRPr sz="1800" b="0" i="0" u="none" strike="noStrike" cap="none">
                <a:solidFill>
                  <a:schemeClr val="lt1"/>
                </a:solidFill>
                <a:latin typeface="Lustria"/>
                <a:ea typeface="Lustria"/>
                <a:cs typeface="Lustria"/>
                <a:sym typeface="Lustria"/>
              </a:defRPr>
            </a:lvl1pPr>
            <a:lvl2pPr marL="914400" marR="0" lvl="1" indent="-228600" algn="l" rtl="0">
              <a:spcBef>
                <a:spcPts val="600"/>
              </a:spcBef>
              <a:spcAft>
                <a:spcPts val="0"/>
              </a:spcAft>
              <a:buClr>
                <a:schemeClr val="lt1"/>
              </a:buClr>
              <a:buSzPts val="2000"/>
              <a:buFont typeface="Lustria"/>
              <a:buNone/>
              <a:defRPr sz="1200" b="0" i="0" u="none" strike="noStrike" cap="none">
                <a:solidFill>
                  <a:schemeClr val="lt1"/>
                </a:solidFill>
                <a:latin typeface="Lustria"/>
                <a:ea typeface="Lustria"/>
                <a:cs typeface="Lustria"/>
                <a:sym typeface="Lustria"/>
              </a:defRPr>
            </a:lvl2pPr>
            <a:lvl3pPr marL="1371600" marR="0" lvl="2" indent="-228600" algn="l" rtl="0">
              <a:spcBef>
                <a:spcPts val="600"/>
              </a:spcBef>
              <a:spcAft>
                <a:spcPts val="0"/>
              </a:spcAft>
              <a:buClr>
                <a:schemeClr val="lt1"/>
              </a:buClr>
              <a:buSzPts val="1800"/>
              <a:buFont typeface="Lustria"/>
              <a:buNone/>
              <a:defRPr sz="1000" b="0" i="0" u="none" strike="noStrike" cap="none">
                <a:solidFill>
                  <a:schemeClr val="lt1"/>
                </a:solidFill>
                <a:latin typeface="Lustria"/>
                <a:ea typeface="Lustria"/>
                <a:cs typeface="Lustria"/>
                <a:sym typeface="Lustria"/>
              </a:defRPr>
            </a:lvl3pPr>
            <a:lvl4pPr marL="1828800" marR="0" lvl="3" indent="-228600" algn="l" rtl="0">
              <a:spcBef>
                <a:spcPts val="600"/>
              </a:spcBef>
              <a:spcAft>
                <a:spcPts val="0"/>
              </a:spcAft>
              <a:buClr>
                <a:schemeClr val="lt1"/>
              </a:buClr>
              <a:buSzPts val="1800"/>
              <a:buFont typeface="Lustria"/>
              <a:buNone/>
              <a:defRPr sz="900" b="0" i="0" u="none" strike="noStrike" cap="none">
                <a:solidFill>
                  <a:schemeClr val="lt1"/>
                </a:solidFill>
                <a:latin typeface="Lustria"/>
                <a:ea typeface="Lustria"/>
                <a:cs typeface="Lustria"/>
                <a:sym typeface="Lustria"/>
              </a:defRPr>
            </a:lvl4pPr>
            <a:lvl5pPr marL="2286000" marR="0" lvl="4" indent="-228600" algn="l" rtl="0">
              <a:spcBef>
                <a:spcPts val="600"/>
              </a:spcBef>
              <a:spcAft>
                <a:spcPts val="0"/>
              </a:spcAft>
              <a:buClr>
                <a:schemeClr val="lt1"/>
              </a:buClr>
              <a:buSzPts val="1800"/>
              <a:buFont typeface="Lustria"/>
              <a:buNone/>
              <a:defRPr sz="900" b="0" i="0" u="none" strike="noStrike" cap="none">
                <a:solidFill>
                  <a:schemeClr val="lt1"/>
                </a:solidFill>
                <a:latin typeface="Lustria"/>
                <a:ea typeface="Lustria"/>
                <a:cs typeface="Lustria"/>
                <a:sym typeface="Lustria"/>
              </a:defRPr>
            </a:lvl5pPr>
            <a:lvl6pPr marL="2743200" marR="0" lvl="5" indent="-228600" algn="l" rtl="0">
              <a:spcBef>
                <a:spcPts val="180"/>
              </a:spcBef>
              <a:spcAft>
                <a:spcPts val="0"/>
              </a:spcAft>
              <a:buClr>
                <a:schemeClr val="lt1"/>
              </a:buClr>
              <a:buSzPts val="1800"/>
              <a:buFont typeface="Lustria"/>
              <a:buNone/>
              <a:defRPr sz="900" b="0" i="0" u="none" strike="noStrike" cap="none">
                <a:solidFill>
                  <a:schemeClr val="lt1"/>
                </a:solidFill>
                <a:latin typeface="Lustria"/>
                <a:ea typeface="Lustria"/>
                <a:cs typeface="Lustria"/>
                <a:sym typeface="Lustria"/>
              </a:defRPr>
            </a:lvl6pPr>
            <a:lvl7pPr marL="3200400" marR="0" lvl="6" indent="-228600" algn="l" rtl="0">
              <a:spcBef>
                <a:spcPts val="180"/>
              </a:spcBef>
              <a:spcAft>
                <a:spcPts val="0"/>
              </a:spcAft>
              <a:buClr>
                <a:schemeClr val="lt1"/>
              </a:buClr>
              <a:buSzPts val="1800"/>
              <a:buFont typeface="Lustria"/>
              <a:buNone/>
              <a:defRPr sz="900" b="0" i="0" u="none" strike="noStrike" cap="none">
                <a:solidFill>
                  <a:schemeClr val="lt1"/>
                </a:solidFill>
                <a:latin typeface="Lustria"/>
                <a:ea typeface="Lustria"/>
                <a:cs typeface="Lustria"/>
                <a:sym typeface="Lustria"/>
              </a:defRPr>
            </a:lvl7pPr>
            <a:lvl8pPr marL="3657600" marR="0" lvl="7" indent="-228600" algn="l" rtl="0">
              <a:spcBef>
                <a:spcPts val="180"/>
              </a:spcBef>
              <a:spcAft>
                <a:spcPts val="0"/>
              </a:spcAft>
              <a:buClr>
                <a:schemeClr val="lt1"/>
              </a:buClr>
              <a:buSzPts val="1800"/>
              <a:buFont typeface="Lustria"/>
              <a:buNone/>
              <a:defRPr sz="900" b="0" i="0" u="none" strike="noStrike" cap="none">
                <a:solidFill>
                  <a:schemeClr val="lt1"/>
                </a:solidFill>
                <a:latin typeface="Lustria"/>
                <a:ea typeface="Lustria"/>
                <a:cs typeface="Lustria"/>
                <a:sym typeface="Lustria"/>
              </a:defRPr>
            </a:lvl8pPr>
            <a:lvl9pPr marL="4114800" marR="0" lvl="8" indent="-228600" algn="l" rtl="0">
              <a:spcBef>
                <a:spcPts val="180"/>
              </a:spcBef>
              <a:spcAft>
                <a:spcPts val="0"/>
              </a:spcAft>
              <a:buClr>
                <a:schemeClr val="lt1"/>
              </a:buClr>
              <a:buSzPts val="1800"/>
              <a:buFont typeface="Lustria"/>
              <a:buNone/>
              <a:defRPr sz="900" b="0" i="0" u="none" strike="noStrike" cap="none">
                <a:solidFill>
                  <a:schemeClr val="lt1"/>
                </a:solidFill>
                <a:latin typeface="Lustria"/>
                <a:ea typeface="Lustria"/>
                <a:cs typeface="Lustria"/>
                <a:sym typeface="Lustria"/>
              </a:defRPr>
            </a:lvl9pPr>
          </a:lstStyle>
          <a:p>
            <a:endParaRPr/>
          </a:p>
        </p:txBody>
      </p:sp>
      <p:sp>
        <p:nvSpPr>
          <p:cNvPr id="74" name="Shape 74"/>
          <p:cNvSpPr txBox="1">
            <a:spLocks noGrp="1"/>
          </p:cNvSpPr>
          <p:nvPr>
            <p:ph type="dt" idx="10"/>
          </p:nvPr>
        </p:nvSpPr>
        <p:spPr>
          <a:xfrm>
            <a:off x="6620435" y="6356350"/>
            <a:ext cx="2133600" cy="365125"/>
          </a:xfrm>
          <a:prstGeom prst="rect">
            <a:avLst/>
          </a:prstGeom>
          <a:noFill/>
          <a:ln>
            <a:noFill/>
          </a:ln>
        </p:spPr>
        <p:txBody>
          <a:bodyPr spcFirstLastPara="1" wrap="square" lIns="91425" tIns="91425" rIns="91425" bIns="91425" anchor="ctr" anchorCtr="0"/>
          <a:lstStyle>
            <a:lvl1pPr marL="0" marR="0" lvl="0" indent="0" algn="r"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75" name="Shape 75"/>
          <p:cNvSpPr txBox="1">
            <a:spLocks noGrp="1"/>
          </p:cNvSpPr>
          <p:nvPr>
            <p:ph type="ftr" idx="11"/>
          </p:nvPr>
        </p:nvSpPr>
        <p:spPr>
          <a:xfrm>
            <a:off x="354105" y="6356350"/>
            <a:ext cx="2895600" cy="365125"/>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76" name="Shape 76"/>
          <p:cNvSpPr txBox="1">
            <a:spLocks noGrp="1"/>
          </p:cNvSpPr>
          <p:nvPr>
            <p:ph type="sldNum" idx="12"/>
          </p:nvPr>
        </p:nvSpPr>
        <p:spPr>
          <a:xfrm>
            <a:off x="4229100" y="6356350"/>
            <a:ext cx="685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chemeClr val="lt1"/>
                </a:solidFill>
                <a:latin typeface="Lustria"/>
                <a:ea typeface="Lustria"/>
                <a:cs typeface="Lustria"/>
                <a:sym typeface="Lustria"/>
              </a:defRPr>
            </a:lvl1pPr>
            <a:lvl2pPr marL="0" marR="0" lvl="1" indent="0" algn="ctr" rtl="0">
              <a:spcBef>
                <a:spcPts val="0"/>
              </a:spcBef>
              <a:buNone/>
              <a:defRPr sz="1200" b="0" i="0" u="none" strike="noStrike" cap="none">
                <a:solidFill>
                  <a:schemeClr val="lt1"/>
                </a:solidFill>
                <a:latin typeface="Lustria"/>
                <a:ea typeface="Lustria"/>
                <a:cs typeface="Lustria"/>
                <a:sym typeface="Lustria"/>
              </a:defRPr>
            </a:lvl2pPr>
            <a:lvl3pPr marL="0" marR="0" lvl="2" indent="0" algn="ctr" rtl="0">
              <a:spcBef>
                <a:spcPts val="0"/>
              </a:spcBef>
              <a:buNone/>
              <a:defRPr sz="1200" b="0" i="0" u="none" strike="noStrike" cap="none">
                <a:solidFill>
                  <a:schemeClr val="lt1"/>
                </a:solidFill>
                <a:latin typeface="Lustria"/>
                <a:ea typeface="Lustria"/>
                <a:cs typeface="Lustria"/>
                <a:sym typeface="Lustria"/>
              </a:defRPr>
            </a:lvl3pPr>
            <a:lvl4pPr marL="0" marR="0" lvl="3" indent="0" algn="ctr" rtl="0">
              <a:spcBef>
                <a:spcPts val="0"/>
              </a:spcBef>
              <a:buNone/>
              <a:defRPr sz="1200" b="0" i="0" u="none" strike="noStrike" cap="none">
                <a:solidFill>
                  <a:schemeClr val="lt1"/>
                </a:solidFill>
                <a:latin typeface="Lustria"/>
                <a:ea typeface="Lustria"/>
                <a:cs typeface="Lustria"/>
                <a:sym typeface="Lustria"/>
              </a:defRPr>
            </a:lvl4pPr>
            <a:lvl5pPr marL="0" marR="0" lvl="4" indent="0" algn="ctr" rtl="0">
              <a:spcBef>
                <a:spcPts val="0"/>
              </a:spcBef>
              <a:buNone/>
              <a:defRPr sz="1200" b="0" i="0" u="none" strike="noStrike" cap="none">
                <a:solidFill>
                  <a:schemeClr val="lt1"/>
                </a:solidFill>
                <a:latin typeface="Lustria"/>
                <a:ea typeface="Lustria"/>
                <a:cs typeface="Lustria"/>
                <a:sym typeface="Lustria"/>
              </a:defRPr>
            </a:lvl5pPr>
            <a:lvl6pPr marL="0" marR="0" lvl="5" indent="0" algn="ctr" rtl="0">
              <a:spcBef>
                <a:spcPts val="0"/>
              </a:spcBef>
              <a:buNone/>
              <a:defRPr sz="1200" b="0" i="0" u="none" strike="noStrike" cap="none">
                <a:solidFill>
                  <a:schemeClr val="lt1"/>
                </a:solidFill>
                <a:latin typeface="Lustria"/>
                <a:ea typeface="Lustria"/>
                <a:cs typeface="Lustria"/>
                <a:sym typeface="Lustria"/>
              </a:defRPr>
            </a:lvl6pPr>
            <a:lvl7pPr marL="0" marR="0" lvl="6" indent="0" algn="ctr" rtl="0">
              <a:spcBef>
                <a:spcPts val="0"/>
              </a:spcBef>
              <a:buNone/>
              <a:defRPr sz="1200" b="0" i="0" u="none" strike="noStrike" cap="none">
                <a:solidFill>
                  <a:schemeClr val="lt1"/>
                </a:solidFill>
                <a:latin typeface="Lustria"/>
                <a:ea typeface="Lustria"/>
                <a:cs typeface="Lustria"/>
                <a:sym typeface="Lustria"/>
              </a:defRPr>
            </a:lvl7pPr>
            <a:lvl8pPr marL="0" marR="0" lvl="7" indent="0" algn="ctr" rtl="0">
              <a:spcBef>
                <a:spcPts val="0"/>
              </a:spcBef>
              <a:buNone/>
              <a:defRPr sz="1200" b="0" i="0" u="none" strike="noStrike" cap="none">
                <a:solidFill>
                  <a:schemeClr val="lt1"/>
                </a:solidFill>
                <a:latin typeface="Lustria"/>
                <a:ea typeface="Lustria"/>
                <a:cs typeface="Lustria"/>
                <a:sym typeface="Lustria"/>
              </a:defRPr>
            </a:lvl8pPr>
            <a:lvl9pPr marL="0" marR="0" lvl="8" indent="0" algn="ctr" rtl="0">
              <a:spcBef>
                <a:spcPts val="0"/>
              </a:spcBef>
              <a:buNone/>
              <a:defRPr sz="1200" b="0" i="0" u="none" strike="noStrike" cap="none">
                <a:solidFill>
                  <a:schemeClr val="lt1"/>
                </a:solidFill>
                <a:latin typeface="Lustria"/>
                <a:ea typeface="Lustria"/>
                <a:cs typeface="Lustria"/>
                <a:sym typeface="Lustria"/>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above Caption">
  <p:cSld name="Picture above Caption">
    <p:spTree>
      <p:nvGrpSpPr>
        <p:cNvPr id="1" name="Shape 77"/>
        <p:cNvGrpSpPr/>
        <p:nvPr/>
      </p:nvGrpSpPr>
      <p:grpSpPr>
        <a:xfrm>
          <a:off x="0" y="0"/>
          <a:ext cx="0" cy="0"/>
          <a:chOff x="0" y="0"/>
          <a:chExt cx="0" cy="0"/>
        </a:xfrm>
      </p:grpSpPr>
      <p:sp>
        <p:nvSpPr>
          <p:cNvPr id="78" name="Shape 78"/>
          <p:cNvSpPr txBox="1">
            <a:spLocks noGrp="1"/>
          </p:cNvSpPr>
          <p:nvPr>
            <p:ph type="title"/>
          </p:nvPr>
        </p:nvSpPr>
        <p:spPr>
          <a:xfrm>
            <a:off x="685800" y="4151376"/>
            <a:ext cx="7776882" cy="1014984"/>
          </a:xfrm>
          <a:prstGeom prst="rect">
            <a:avLst/>
          </a:prstGeom>
          <a:noFill/>
          <a:ln>
            <a:noFill/>
          </a:ln>
        </p:spPr>
        <p:txBody>
          <a:bodyPr spcFirstLastPara="1" wrap="square" lIns="91425" tIns="91425" rIns="91425" bIns="91425" anchor="b" anchorCtr="0"/>
          <a:lstStyle>
            <a:lvl1pPr marL="0" marR="0" lvl="0" indent="0" algn="ctr" rtl="0">
              <a:spcBef>
                <a:spcPts val="0"/>
              </a:spcBef>
              <a:spcAft>
                <a:spcPts val="0"/>
              </a:spcAft>
              <a:buClr>
                <a:schemeClr val="lt1"/>
              </a:buClr>
              <a:buSzPts val="1400"/>
              <a:buFont typeface="Lustria"/>
              <a:buNone/>
              <a:defRPr sz="3600" b="0" i="0" u="none" strike="noStrike" cap="none">
                <a:solidFill>
                  <a:schemeClr val="lt1"/>
                </a:solidFill>
                <a:latin typeface="Lustria"/>
                <a:ea typeface="Lustria"/>
                <a:cs typeface="Lustria"/>
                <a:sym typeface="Lustria"/>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a:p>
        </p:txBody>
      </p:sp>
      <p:sp>
        <p:nvSpPr>
          <p:cNvPr id="79" name="Shape 79"/>
          <p:cNvSpPr>
            <a:spLocks noGrp="1"/>
          </p:cNvSpPr>
          <p:nvPr>
            <p:ph type="pic" idx="2"/>
          </p:nvPr>
        </p:nvSpPr>
        <p:spPr>
          <a:xfrm>
            <a:off x="1828800" y="457199"/>
            <a:ext cx="5486400" cy="3644153"/>
          </a:xfrm>
          <a:prstGeom prst="rect">
            <a:avLst/>
          </a:prstGeom>
          <a:solidFill>
            <a:srgbClr val="3F3F3F"/>
          </a:solidFill>
          <a:ln w="88900" cap="flat" cmpd="sng">
            <a:solidFill>
              <a:schemeClr val="lt1"/>
            </a:solidFill>
            <a:prstDash val="solid"/>
            <a:miter lim="8000"/>
            <a:headEnd type="none" w="sm" len="sm"/>
            <a:tailEnd type="none" w="sm" len="sm"/>
          </a:ln>
          <a:effectLst>
            <a:outerShdw blurRad="127000" sx="102000" sy="102000" algn="ctr" rotWithShape="0">
              <a:srgbClr val="000000">
                <a:alpha val="40000"/>
              </a:srgbClr>
            </a:outerShdw>
          </a:effectLst>
        </p:spPr>
        <p:txBody>
          <a:bodyPr spcFirstLastPara="1" wrap="square" lIns="91425" tIns="91425" rIns="91425" bIns="91425" anchor="t" anchorCtr="0"/>
          <a:lstStyle>
            <a:lvl1pPr marL="342900" marR="0" lvl="0" indent="-342900" algn="l" rtl="0">
              <a:spcBef>
                <a:spcPts val="2000"/>
              </a:spcBef>
              <a:spcAft>
                <a:spcPts val="0"/>
              </a:spcAft>
              <a:buClr>
                <a:schemeClr val="lt1"/>
              </a:buClr>
              <a:buSzPts val="1400"/>
              <a:buFont typeface="Arial"/>
              <a:buNone/>
              <a:defRPr sz="2200" b="0" i="0" u="none" strike="noStrike" cap="none">
                <a:solidFill>
                  <a:schemeClr val="lt1"/>
                </a:solidFill>
                <a:latin typeface="Lustria"/>
                <a:ea typeface="Lustria"/>
                <a:cs typeface="Lustria"/>
                <a:sym typeface="Lustria"/>
              </a:defRPr>
            </a:lvl1pPr>
            <a:lvl2pPr marL="457200" marR="0" lvl="1" indent="0" algn="l" rtl="0">
              <a:spcBef>
                <a:spcPts val="600"/>
              </a:spcBef>
              <a:spcAft>
                <a:spcPts val="0"/>
              </a:spcAft>
              <a:buClr>
                <a:schemeClr val="lt1"/>
              </a:buClr>
              <a:buSzPts val="1400"/>
              <a:buFont typeface="Lustria"/>
              <a:buNone/>
              <a:defRPr sz="2800" b="0" i="0" u="none" strike="noStrike" cap="none">
                <a:solidFill>
                  <a:schemeClr val="lt1"/>
                </a:solidFill>
                <a:latin typeface="Lustria"/>
                <a:ea typeface="Lustria"/>
                <a:cs typeface="Lustria"/>
                <a:sym typeface="Lustria"/>
              </a:defRPr>
            </a:lvl2pPr>
            <a:lvl3pPr marL="914400" marR="0" lvl="2" indent="0" algn="l" rtl="0">
              <a:spcBef>
                <a:spcPts val="600"/>
              </a:spcBef>
              <a:spcAft>
                <a:spcPts val="0"/>
              </a:spcAft>
              <a:buClr>
                <a:schemeClr val="lt1"/>
              </a:buClr>
              <a:buSzPts val="1400"/>
              <a:buFont typeface="Lustria"/>
              <a:buNone/>
              <a:defRPr sz="2400" b="0" i="0" u="none" strike="noStrike" cap="none">
                <a:solidFill>
                  <a:schemeClr val="lt1"/>
                </a:solidFill>
                <a:latin typeface="Lustria"/>
                <a:ea typeface="Lustria"/>
                <a:cs typeface="Lustria"/>
                <a:sym typeface="Lustria"/>
              </a:defRPr>
            </a:lvl3pPr>
            <a:lvl4pPr marL="1371600" marR="0" lvl="3" indent="0" algn="l" rtl="0">
              <a:spcBef>
                <a:spcPts val="6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4pPr>
            <a:lvl5pPr marL="1828800" marR="0" lvl="4" indent="0" algn="l" rtl="0">
              <a:spcBef>
                <a:spcPts val="6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5pPr>
            <a:lvl6pPr marL="2286000" marR="0" lvl="5"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6pPr>
            <a:lvl7pPr marL="2743200" marR="0" lvl="6"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7pPr>
            <a:lvl8pPr marL="3200400" marR="0" lvl="7"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8pPr>
            <a:lvl9pPr marL="3657600" marR="0" lvl="8"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9pPr>
          </a:lstStyle>
          <a:p>
            <a:endParaRPr/>
          </a:p>
        </p:txBody>
      </p:sp>
      <p:sp>
        <p:nvSpPr>
          <p:cNvPr id="80" name="Shape 80"/>
          <p:cNvSpPr txBox="1">
            <a:spLocks noGrp="1"/>
          </p:cNvSpPr>
          <p:nvPr>
            <p:ph type="body" idx="1"/>
          </p:nvPr>
        </p:nvSpPr>
        <p:spPr>
          <a:xfrm>
            <a:off x="680571" y="5181599"/>
            <a:ext cx="7776882" cy="950259"/>
          </a:xfrm>
          <a:prstGeom prst="rect">
            <a:avLst/>
          </a:prstGeom>
          <a:noFill/>
          <a:ln>
            <a:noFill/>
          </a:ln>
        </p:spPr>
        <p:txBody>
          <a:bodyPr spcFirstLastPara="1" wrap="square" lIns="91425" tIns="91425" rIns="91425" bIns="91425" anchor="t" anchorCtr="0"/>
          <a:lstStyle>
            <a:lvl1pPr marL="457200" marR="0" lvl="0" indent="-228600" algn="ctr" rtl="0">
              <a:spcBef>
                <a:spcPts val="300"/>
              </a:spcBef>
              <a:spcAft>
                <a:spcPts val="0"/>
              </a:spcAft>
              <a:buClr>
                <a:schemeClr val="lt1"/>
              </a:buClr>
              <a:buSzPts val="2200"/>
              <a:buFont typeface="Lustria"/>
              <a:buNone/>
              <a:defRPr sz="1800" b="0" i="0" u="none" strike="noStrike" cap="none">
                <a:solidFill>
                  <a:schemeClr val="lt1"/>
                </a:solidFill>
                <a:latin typeface="Lustria"/>
                <a:ea typeface="Lustria"/>
                <a:cs typeface="Lustria"/>
                <a:sym typeface="Lustria"/>
              </a:defRPr>
            </a:lvl1pPr>
            <a:lvl2pPr marL="914400" marR="0" lvl="1" indent="-228600" algn="l" rtl="0">
              <a:spcBef>
                <a:spcPts val="600"/>
              </a:spcBef>
              <a:spcAft>
                <a:spcPts val="0"/>
              </a:spcAft>
              <a:buClr>
                <a:schemeClr val="lt1"/>
              </a:buClr>
              <a:buSzPts val="2000"/>
              <a:buFont typeface="Lustria"/>
              <a:buNone/>
              <a:defRPr sz="1200" b="0" i="0" u="none" strike="noStrike" cap="none">
                <a:solidFill>
                  <a:schemeClr val="lt1"/>
                </a:solidFill>
                <a:latin typeface="Lustria"/>
                <a:ea typeface="Lustria"/>
                <a:cs typeface="Lustria"/>
                <a:sym typeface="Lustria"/>
              </a:defRPr>
            </a:lvl2pPr>
            <a:lvl3pPr marL="1371600" marR="0" lvl="2" indent="-228600" algn="l" rtl="0">
              <a:spcBef>
                <a:spcPts val="600"/>
              </a:spcBef>
              <a:spcAft>
                <a:spcPts val="0"/>
              </a:spcAft>
              <a:buClr>
                <a:schemeClr val="lt1"/>
              </a:buClr>
              <a:buSzPts val="1800"/>
              <a:buFont typeface="Lustria"/>
              <a:buNone/>
              <a:defRPr sz="1000" b="0" i="0" u="none" strike="noStrike" cap="none">
                <a:solidFill>
                  <a:schemeClr val="lt1"/>
                </a:solidFill>
                <a:latin typeface="Lustria"/>
                <a:ea typeface="Lustria"/>
                <a:cs typeface="Lustria"/>
                <a:sym typeface="Lustria"/>
              </a:defRPr>
            </a:lvl3pPr>
            <a:lvl4pPr marL="1828800" marR="0" lvl="3" indent="-228600" algn="l" rtl="0">
              <a:spcBef>
                <a:spcPts val="600"/>
              </a:spcBef>
              <a:spcAft>
                <a:spcPts val="0"/>
              </a:spcAft>
              <a:buClr>
                <a:schemeClr val="lt1"/>
              </a:buClr>
              <a:buSzPts val="1800"/>
              <a:buFont typeface="Lustria"/>
              <a:buNone/>
              <a:defRPr sz="900" b="0" i="0" u="none" strike="noStrike" cap="none">
                <a:solidFill>
                  <a:schemeClr val="lt1"/>
                </a:solidFill>
                <a:latin typeface="Lustria"/>
                <a:ea typeface="Lustria"/>
                <a:cs typeface="Lustria"/>
                <a:sym typeface="Lustria"/>
              </a:defRPr>
            </a:lvl4pPr>
            <a:lvl5pPr marL="2286000" marR="0" lvl="4" indent="-228600" algn="l" rtl="0">
              <a:spcBef>
                <a:spcPts val="600"/>
              </a:spcBef>
              <a:spcAft>
                <a:spcPts val="0"/>
              </a:spcAft>
              <a:buClr>
                <a:schemeClr val="lt1"/>
              </a:buClr>
              <a:buSzPts val="1800"/>
              <a:buFont typeface="Lustria"/>
              <a:buNone/>
              <a:defRPr sz="900" b="0" i="0" u="none" strike="noStrike" cap="none">
                <a:solidFill>
                  <a:schemeClr val="lt1"/>
                </a:solidFill>
                <a:latin typeface="Lustria"/>
                <a:ea typeface="Lustria"/>
                <a:cs typeface="Lustria"/>
                <a:sym typeface="Lustria"/>
              </a:defRPr>
            </a:lvl5pPr>
            <a:lvl6pPr marL="2743200" marR="0" lvl="5" indent="-228600" algn="l" rtl="0">
              <a:spcBef>
                <a:spcPts val="180"/>
              </a:spcBef>
              <a:spcAft>
                <a:spcPts val="0"/>
              </a:spcAft>
              <a:buClr>
                <a:schemeClr val="lt1"/>
              </a:buClr>
              <a:buSzPts val="1800"/>
              <a:buFont typeface="Lustria"/>
              <a:buNone/>
              <a:defRPr sz="900" b="0" i="0" u="none" strike="noStrike" cap="none">
                <a:solidFill>
                  <a:schemeClr val="lt1"/>
                </a:solidFill>
                <a:latin typeface="Lustria"/>
                <a:ea typeface="Lustria"/>
                <a:cs typeface="Lustria"/>
                <a:sym typeface="Lustria"/>
              </a:defRPr>
            </a:lvl6pPr>
            <a:lvl7pPr marL="3200400" marR="0" lvl="6" indent="-228600" algn="l" rtl="0">
              <a:spcBef>
                <a:spcPts val="180"/>
              </a:spcBef>
              <a:spcAft>
                <a:spcPts val="0"/>
              </a:spcAft>
              <a:buClr>
                <a:schemeClr val="lt1"/>
              </a:buClr>
              <a:buSzPts val="1800"/>
              <a:buFont typeface="Lustria"/>
              <a:buNone/>
              <a:defRPr sz="900" b="0" i="0" u="none" strike="noStrike" cap="none">
                <a:solidFill>
                  <a:schemeClr val="lt1"/>
                </a:solidFill>
                <a:latin typeface="Lustria"/>
                <a:ea typeface="Lustria"/>
                <a:cs typeface="Lustria"/>
                <a:sym typeface="Lustria"/>
              </a:defRPr>
            </a:lvl7pPr>
            <a:lvl8pPr marL="3657600" marR="0" lvl="7" indent="-228600" algn="l" rtl="0">
              <a:spcBef>
                <a:spcPts val="180"/>
              </a:spcBef>
              <a:spcAft>
                <a:spcPts val="0"/>
              </a:spcAft>
              <a:buClr>
                <a:schemeClr val="lt1"/>
              </a:buClr>
              <a:buSzPts val="1800"/>
              <a:buFont typeface="Lustria"/>
              <a:buNone/>
              <a:defRPr sz="900" b="0" i="0" u="none" strike="noStrike" cap="none">
                <a:solidFill>
                  <a:schemeClr val="lt1"/>
                </a:solidFill>
                <a:latin typeface="Lustria"/>
                <a:ea typeface="Lustria"/>
                <a:cs typeface="Lustria"/>
                <a:sym typeface="Lustria"/>
              </a:defRPr>
            </a:lvl8pPr>
            <a:lvl9pPr marL="4114800" marR="0" lvl="8" indent="-228600" algn="l" rtl="0">
              <a:spcBef>
                <a:spcPts val="180"/>
              </a:spcBef>
              <a:spcAft>
                <a:spcPts val="0"/>
              </a:spcAft>
              <a:buClr>
                <a:schemeClr val="lt1"/>
              </a:buClr>
              <a:buSzPts val="1800"/>
              <a:buFont typeface="Lustria"/>
              <a:buNone/>
              <a:defRPr sz="900" b="0" i="0" u="none" strike="noStrike" cap="none">
                <a:solidFill>
                  <a:schemeClr val="lt1"/>
                </a:solidFill>
                <a:latin typeface="Lustria"/>
                <a:ea typeface="Lustria"/>
                <a:cs typeface="Lustria"/>
                <a:sym typeface="Lustria"/>
              </a:defRPr>
            </a:lvl9pPr>
          </a:lstStyle>
          <a:p>
            <a:endParaRPr/>
          </a:p>
        </p:txBody>
      </p:sp>
      <p:sp>
        <p:nvSpPr>
          <p:cNvPr id="81" name="Shape 81"/>
          <p:cNvSpPr txBox="1">
            <a:spLocks noGrp="1"/>
          </p:cNvSpPr>
          <p:nvPr>
            <p:ph type="dt" idx="10"/>
          </p:nvPr>
        </p:nvSpPr>
        <p:spPr>
          <a:xfrm>
            <a:off x="6620435" y="6356350"/>
            <a:ext cx="2133600" cy="365125"/>
          </a:xfrm>
          <a:prstGeom prst="rect">
            <a:avLst/>
          </a:prstGeom>
          <a:noFill/>
          <a:ln>
            <a:noFill/>
          </a:ln>
        </p:spPr>
        <p:txBody>
          <a:bodyPr spcFirstLastPara="1" wrap="square" lIns="91425" tIns="91425" rIns="91425" bIns="91425" anchor="ctr" anchorCtr="0"/>
          <a:lstStyle>
            <a:lvl1pPr marL="0" marR="0" lvl="0" indent="0" algn="r"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82" name="Shape 82"/>
          <p:cNvSpPr txBox="1">
            <a:spLocks noGrp="1"/>
          </p:cNvSpPr>
          <p:nvPr>
            <p:ph type="ftr" idx="11"/>
          </p:nvPr>
        </p:nvSpPr>
        <p:spPr>
          <a:xfrm>
            <a:off x="354105" y="6356350"/>
            <a:ext cx="2895600" cy="365125"/>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83" name="Shape 83"/>
          <p:cNvSpPr txBox="1">
            <a:spLocks noGrp="1"/>
          </p:cNvSpPr>
          <p:nvPr>
            <p:ph type="sldNum" idx="12"/>
          </p:nvPr>
        </p:nvSpPr>
        <p:spPr>
          <a:xfrm>
            <a:off x="4229100" y="6356350"/>
            <a:ext cx="685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chemeClr val="lt1"/>
                </a:solidFill>
                <a:latin typeface="Lustria"/>
                <a:ea typeface="Lustria"/>
                <a:cs typeface="Lustria"/>
                <a:sym typeface="Lustria"/>
              </a:defRPr>
            </a:lvl1pPr>
            <a:lvl2pPr marL="0" marR="0" lvl="1" indent="0" algn="ctr" rtl="0">
              <a:spcBef>
                <a:spcPts val="0"/>
              </a:spcBef>
              <a:buNone/>
              <a:defRPr sz="1200" b="0" i="0" u="none" strike="noStrike" cap="none">
                <a:solidFill>
                  <a:schemeClr val="lt1"/>
                </a:solidFill>
                <a:latin typeface="Lustria"/>
                <a:ea typeface="Lustria"/>
                <a:cs typeface="Lustria"/>
                <a:sym typeface="Lustria"/>
              </a:defRPr>
            </a:lvl2pPr>
            <a:lvl3pPr marL="0" marR="0" lvl="2" indent="0" algn="ctr" rtl="0">
              <a:spcBef>
                <a:spcPts val="0"/>
              </a:spcBef>
              <a:buNone/>
              <a:defRPr sz="1200" b="0" i="0" u="none" strike="noStrike" cap="none">
                <a:solidFill>
                  <a:schemeClr val="lt1"/>
                </a:solidFill>
                <a:latin typeface="Lustria"/>
                <a:ea typeface="Lustria"/>
                <a:cs typeface="Lustria"/>
                <a:sym typeface="Lustria"/>
              </a:defRPr>
            </a:lvl3pPr>
            <a:lvl4pPr marL="0" marR="0" lvl="3" indent="0" algn="ctr" rtl="0">
              <a:spcBef>
                <a:spcPts val="0"/>
              </a:spcBef>
              <a:buNone/>
              <a:defRPr sz="1200" b="0" i="0" u="none" strike="noStrike" cap="none">
                <a:solidFill>
                  <a:schemeClr val="lt1"/>
                </a:solidFill>
                <a:latin typeface="Lustria"/>
                <a:ea typeface="Lustria"/>
                <a:cs typeface="Lustria"/>
                <a:sym typeface="Lustria"/>
              </a:defRPr>
            </a:lvl4pPr>
            <a:lvl5pPr marL="0" marR="0" lvl="4" indent="0" algn="ctr" rtl="0">
              <a:spcBef>
                <a:spcPts val="0"/>
              </a:spcBef>
              <a:buNone/>
              <a:defRPr sz="1200" b="0" i="0" u="none" strike="noStrike" cap="none">
                <a:solidFill>
                  <a:schemeClr val="lt1"/>
                </a:solidFill>
                <a:latin typeface="Lustria"/>
                <a:ea typeface="Lustria"/>
                <a:cs typeface="Lustria"/>
                <a:sym typeface="Lustria"/>
              </a:defRPr>
            </a:lvl5pPr>
            <a:lvl6pPr marL="0" marR="0" lvl="5" indent="0" algn="ctr" rtl="0">
              <a:spcBef>
                <a:spcPts val="0"/>
              </a:spcBef>
              <a:buNone/>
              <a:defRPr sz="1200" b="0" i="0" u="none" strike="noStrike" cap="none">
                <a:solidFill>
                  <a:schemeClr val="lt1"/>
                </a:solidFill>
                <a:latin typeface="Lustria"/>
                <a:ea typeface="Lustria"/>
                <a:cs typeface="Lustria"/>
                <a:sym typeface="Lustria"/>
              </a:defRPr>
            </a:lvl6pPr>
            <a:lvl7pPr marL="0" marR="0" lvl="6" indent="0" algn="ctr" rtl="0">
              <a:spcBef>
                <a:spcPts val="0"/>
              </a:spcBef>
              <a:buNone/>
              <a:defRPr sz="1200" b="0" i="0" u="none" strike="noStrike" cap="none">
                <a:solidFill>
                  <a:schemeClr val="lt1"/>
                </a:solidFill>
                <a:latin typeface="Lustria"/>
                <a:ea typeface="Lustria"/>
                <a:cs typeface="Lustria"/>
                <a:sym typeface="Lustria"/>
              </a:defRPr>
            </a:lvl7pPr>
            <a:lvl8pPr marL="0" marR="0" lvl="7" indent="0" algn="ctr" rtl="0">
              <a:spcBef>
                <a:spcPts val="0"/>
              </a:spcBef>
              <a:buNone/>
              <a:defRPr sz="1200" b="0" i="0" u="none" strike="noStrike" cap="none">
                <a:solidFill>
                  <a:schemeClr val="lt1"/>
                </a:solidFill>
                <a:latin typeface="Lustria"/>
                <a:ea typeface="Lustria"/>
                <a:cs typeface="Lustria"/>
                <a:sym typeface="Lustria"/>
              </a:defRPr>
            </a:lvl8pPr>
            <a:lvl9pPr marL="0" marR="0" lvl="8" indent="0" algn="ctr" rtl="0">
              <a:spcBef>
                <a:spcPts val="0"/>
              </a:spcBef>
              <a:buNone/>
              <a:defRPr sz="1200" b="0" i="0" u="none" strike="noStrike" cap="none">
                <a:solidFill>
                  <a:schemeClr val="lt1"/>
                </a:solidFill>
                <a:latin typeface="Lustria"/>
                <a:ea typeface="Lustria"/>
                <a:cs typeface="Lustria"/>
                <a:sym typeface="Lustria"/>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toryboard">
  <p:cSld name="Storyboard">
    <p:spTree>
      <p:nvGrpSpPr>
        <p:cNvPr id="1" name="Shape 84"/>
        <p:cNvGrpSpPr/>
        <p:nvPr/>
      </p:nvGrpSpPr>
      <p:grpSpPr>
        <a:xfrm>
          <a:off x="0" y="0"/>
          <a:ext cx="0" cy="0"/>
          <a:chOff x="0" y="0"/>
          <a:chExt cx="0" cy="0"/>
        </a:xfrm>
      </p:grpSpPr>
      <p:sp>
        <p:nvSpPr>
          <p:cNvPr id="85" name="Shape 85"/>
          <p:cNvSpPr txBox="1">
            <a:spLocks noGrp="1"/>
          </p:cNvSpPr>
          <p:nvPr>
            <p:ph type="title"/>
          </p:nvPr>
        </p:nvSpPr>
        <p:spPr>
          <a:xfrm>
            <a:off x="685800" y="4155141"/>
            <a:ext cx="7776882" cy="1013011"/>
          </a:xfrm>
          <a:prstGeom prst="rect">
            <a:avLst/>
          </a:prstGeom>
          <a:noFill/>
          <a:ln>
            <a:noFill/>
          </a:ln>
        </p:spPr>
        <p:txBody>
          <a:bodyPr spcFirstLastPara="1" wrap="square" lIns="91425" tIns="91425" rIns="91425" bIns="91425" anchor="b" anchorCtr="0"/>
          <a:lstStyle>
            <a:lvl1pPr marL="0" marR="0" lvl="0" indent="0" algn="ctr" rtl="0">
              <a:spcBef>
                <a:spcPts val="0"/>
              </a:spcBef>
              <a:spcAft>
                <a:spcPts val="0"/>
              </a:spcAft>
              <a:buClr>
                <a:schemeClr val="lt1"/>
              </a:buClr>
              <a:buSzPts val="1400"/>
              <a:buFont typeface="Lustria"/>
              <a:buNone/>
              <a:defRPr sz="3600" b="0" i="0" u="none" strike="noStrike" cap="none">
                <a:solidFill>
                  <a:schemeClr val="lt1"/>
                </a:solidFill>
                <a:latin typeface="Lustria"/>
                <a:ea typeface="Lustria"/>
                <a:cs typeface="Lustria"/>
                <a:sym typeface="Lustria"/>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a:p>
        </p:txBody>
      </p:sp>
      <p:sp>
        <p:nvSpPr>
          <p:cNvPr id="86" name="Shape 86"/>
          <p:cNvSpPr>
            <a:spLocks noGrp="1"/>
          </p:cNvSpPr>
          <p:nvPr>
            <p:ph type="pic" idx="2"/>
          </p:nvPr>
        </p:nvSpPr>
        <p:spPr>
          <a:xfrm>
            <a:off x="685800" y="457200"/>
            <a:ext cx="2331720" cy="1645920"/>
          </a:xfrm>
          <a:prstGeom prst="rect">
            <a:avLst/>
          </a:prstGeom>
          <a:solidFill>
            <a:srgbClr val="3F3F3F"/>
          </a:solidFill>
          <a:ln w="88900" cap="flat" cmpd="sng">
            <a:solidFill>
              <a:schemeClr val="lt1"/>
            </a:solidFill>
            <a:prstDash val="solid"/>
            <a:miter lim="8000"/>
            <a:headEnd type="none" w="sm" len="sm"/>
            <a:tailEnd type="none" w="sm" len="sm"/>
          </a:ln>
          <a:effectLst>
            <a:outerShdw blurRad="127000" sx="102000" sy="102000" algn="ctr" rotWithShape="0">
              <a:srgbClr val="000000">
                <a:alpha val="40000"/>
              </a:srgbClr>
            </a:outerShdw>
          </a:effectLst>
        </p:spPr>
        <p:txBody>
          <a:bodyPr spcFirstLastPara="1" wrap="square" lIns="91425" tIns="91425" rIns="91425" bIns="91425" anchor="t" anchorCtr="0"/>
          <a:lstStyle>
            <a:lvl1pPr marL="342900" marR="0" lvl="0" indent="-342900" algn="l" rtl="0">
              <a:spcBef>
                <a:spcPts val="2000"/>
              </a:spcBef>
              <a:spcAft>
                <a:spcPts val="0"/>
              </a:spcAft>
              <a:buClr>
                <a:schemeClr val="lt1"/>
              </a:buClr>
              <a:buSzPts val="1400"/>
              <a:buFont typeface="Arial"/>
              <a:buNone/>
              <a:defRPr sz="2200" b="0" i="0" u="none" strike="noStrike" cap="none">
                <a:solidFill>
                  <a:schemeClr val="lt1"/>
                </a:solidFill>
                <a:latin typeface="Lustria"/>
                <a:ea typeface="Lustria"/>
                <a:cs typeface="Lustria"/>
                <a:sym typeface="Lustria"/>
              </a:defRPr>
            </a:lvl1pPr>
            <a:lvl2pPr marL="457200" marR="0" lvl="1" indent="0" algn="l" rtl="0">
              <a:spcBef>
                <a:spcPts val="600"/>
              </a:spcBef>
              <a:spcAft>
                <a:spcPts val="0"/>
              </a:spcAft>
              <a:buClr>
                <a:schemeClr val="lt1"/>
              </a:buClr>
              <a:buSzPts val="1400"/>
              <a:buFont typeface="Lustria"/>
              <a:buNone/>
              <a:defRPr sz="2800" b="0" i="0" u="none" strike="noStrike" cap="none">
                <a:solidFill>
                  <a:schemeClr val="lt1"/>
                </a:solidFill>
                <a:latin typeface="Lustria"/>
                <a:ea typeface="Lustria"/>
                <a:cs typeface="Lustria"/>
                <a:sym typeface="Lustria"/>
              </a:defRPr>
            </a:lvl2pPr>
            <a:lvl3pPr marL="914400" marR="0" lvl="2" indent="0" algn="l" rtl="0">
              <a:spcBef>
                <a:spcPts val="600"/>
              </a:spcBef>
              <a:spcAft>
                <a:spcPts val="0"/>
              </a:spcAft>
              <a:buClr>
                <a:schemeClr val="lt1"/>
              </a:buClr>
              <a:buSzPts val="1400"/>
              <a:buFont typeface="Lustria"/>
              <a:buNone/>
              <a:defRPr sz="2400" b="0" i="0" u="none" strike="noStrike" cap="none">
                <a:solidFill>
                  <a:schemeClr val="lt1"/>
                </a:solidFill>
                <a:latin typeface="Lustria"/>
                <a:ea typeface="Lustria"/>
                <a:cs typeface="Lustria"/>
                <a:sym typeface="Lustria"/>
              </a:defRPr>
            </a:lvl3pPr>
            <a:lvl4pPr marL="1371600" marR="0" lvl="3" indent="0" algn="l" rtl="0">
              <a:spcBef>
                <a:spcPts val="6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4pPr>
            <a:lvl5pPr marL="1828800" marR="0" lvl="4" indent="0" algn="l" rtl="0">
              <a:spcBef>
                <a:spcPts val="6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5pPr>
            <a:lvl6pPr marL="2286000" marR="0" lvl="5"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6pPr>
            <a:lvl7pPr marL="2743200" marR="0" lvl="6"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7pPr>
            <a:lvl8pPr marL="3200400" marR="0" lvl="7"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8pPr>
            <a:lvl9pPr marL="3657600" marR="0" lvl="8"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9pPr>
          </a:lstStyle>
          <a:p>
            <a:endParaRPr/>
          </a:p>
        </p:txBody>
      </p:sp>
      <p:sp>
        <p:nvSpPr>
          <p:cNvPr id="87" name="Shape 87"/>
          <p:cNvSpPr txBox="1">
            <a:spLocks noGrp="1"/>
          </p:cNvSpPr>
          <p:nvPr>
            <p:ph type="body" idx="1"/>
          </p:nvPr>
        </p:nvSpPr>
        <p:spPr>
          <a:xfrm>
            <a:off x="680571" y="5181599"/>
            <a:ext cx="7776882" cy="950259"/>
          </a:xfrm>
          <a:prstGeom prst="rect">
            <a:avLst/>
          </a:prstGeom>
          <a:noFill/>
          <a:ln>
            <a:noFill/>
          </a:ln>
        </p:spPr>
        <p:txBody>
          <a:bodyPr spcFirstLastPara="1" wrap="square" lIns="91425" tIns="91425" rIns="91425" bIns="91425" anchor="t" anchorCtr="0"/>
          <a:lstStyle>
            <a:lvl1pPr marL="457200" marR="0" lvl="0" indent="-228600" algn="ctr" rtl="0">
              <a:spcBef>
                <a:spcPts val="300"/>
              </a:spcBef>
              <a:spcAft>
                <a:spcPts val="0"/>
              </a:spcAft>
              <a:buClr>
                <a:schemeClr val="lt1"/>
              </a:buClr>
              <a:buSzPts val="2200"/>
              <a:buFont typeface="Lustria"/>
              <a:buNone/>
              <a:defRPr sz="1800" b="0" i="0" u="none" strike="noStrike" cap="none">
                <a:solidFill>
                  <a:schemeClr val="lt1"/>
                </a:solidFill>
                <a:latin typeface="Lustria"/>
                <a:ea typeface="Lustria"/>
                <a:cs typeface="Lustria"/>
                <a:sym typeface="Lustria"/>
              </a:defRPr>
            </a:lvl1pPr>
            <a:lvl2pPr marL="914400" marR="0" lvl="1" indent="-228600" algn="l" rtl="0">
              <a:spcBef>
                <a:spcPts val="600"/>
              </a:spcBef>
              <a:spcAft>
                <a:spcPts val="0"/>
              </a:spcAft>
              <a:buClr>
                <a:schemeClr val="lt1"/>
              </a:buClr>
              <a:buSzPts val="2000"/>
              <a:buFont typeface="Lustria"/>
              <a:buNone/>
              <a:defRPr sz="1200" b="0" i="0" u="none" strike="noStrike" cap="none">
                <a:solidFill>
                  <a:schemeClr val="lt1"/>
                </a:solidFill>
                <a:latin typeface="Lustria"/>
                <a:ea typeface="Lustria"/>
                <a:cs typeface="Lustria"/>
                <a:sym typeface="Lustria"/>
              </a:defRPr>
            </a:lvl2pPr>
            <a:lvl3pPr marL="1371600" marR="0" lvl="2" indent="-228600" algn="l" rtl="0">
              <a:spcBef>
                <a:spcPts val="600"/>
              </a:spcBef>
              <a:spcAft>
                <a:spcPts val="0"/>
              </a:spcAft>
              <a:buClr>
                <a:schemeClr val="lt1"/>
              </a:buClr>
              <a:buSzPts val="1800"/>
              <a:buFont typeface="Lustria"/>
              <a:buNone/>
              <a:defRPr sz="1000" b="0" i="0" u="none" strike="noStrike" cap="none">
                <a:solidFill>
                  <a:schemeClr val="lt1"/>
                </a:solidFill>
                <a:latin typeface="Lustria"/>
                <a:ea typeface="Lustria"/>
                <a:cs typeface="Lustria"/>
                <a:sym typeface="Lustria"/>
              </a:defRPr>
            </a:lvl3pPr>
            <a:lvl4pPr marL="1828800" marR="0" lvl="3" indent="-228600" algn="l" rtl="0">
              <a:spcBef>
                <a:spcPts val="600"/>
              </a:spcBef>
              <a:spcAft>
                <a:spcPts val="0"/>
              </a:spcAft>
              <a:buClr>
                <a:schemeClr val="lt1"/>
              </a:buClr>
              <a:buSzPts val="1800"/>
              <a:buFont typeface="Lustria"/>
              <a:buNone/>
              <a:defRPr sz="900" b="0" i="0" u="none" strike="noStrike" cap="none">
                <a:solidFill>
                  <a:schemeClr val="lt1"/>
                </a:solidFill>
                <a:latin typeface="Lustria"/>
                <a:ea typeface="Lustria"/>
                <a:cs typeface="Lustria"/>
                <a:sym typeface="Lustria"/>
              </a:defRPr>
            </a:lvl4pPr>
            <a:lvl5pPr marL="2286000" marR="0" lvl="4" indent="-228600" algn="l" rtl="0">
              <a:spcBef>
                <a:spcPts val="600"/>
              </a:spcBef>
              <a:spcAft>
                <a:spcPts val="0"/>
              </a:spcAft>
              <a:buClr>
                <a:schemeClr val="lt1"/>
              </a:buClr>
              <a:buSzPts val="1800"/>
              <a:buFont typeface="Lustria"/>
              <a:buNone/>
              <a:defRPr sz="900" b="0" i="0" u="none" strike="noStrike" cap="none">
                <a:solidFill>
                  <a:schemeClr val="lt1"/>
                </a:solidFill>
                <a:latin typeface="Lustria"/>
                <a:ea typeface="Lustria"/>
                <a:cs typeface="Lustria"/>
                <a:sym typeface="Lustria"/>
              </a:defRPr>
            </a:lvl5pPr>
            <a:lvl6pPr marL="2743200" marR="0" lvl="5" indent="-228600" algn="l" rtl="0">
              <a:spcBef>
                <a:spcPts val="180"/>
              </a:spcBef>
              <a:spcAft>
                <a:spcPts val="0"/>
              </a:spcAft>
              <a:buClr>
                <a:schemeClr val="lt1"/>
              </a:buClr>
              <a:buSzPts val="1800"/>
              <a:buFont typeface="Lustria"/>
              <a:buNone/>
              <a:defRPr sz="900" b="0" i="0" u="none" strike="noStrike" cap="none">
                <a:solidFill>
                  <a:schemeClr val="lt1"/>
                </a:solidFill>
                <a:latin typeface="Lustria"/>
                <a:ea typeface="Lustria"/>
                <a:cs typeface="Lustria"/>
                <a:sym typeface="Lustria"/>
              </a:defRPr>
            </a:lvl6pPr>
            <a:lvl7pPr marL="3200400" marR="0" lvl="6" indent="-228600" algn="l" rtl="0">
              <a:spcBef>
                <a:spcPts val="180"/>
              </a:spcBef>
              <a:spcAft>
                <a:spcPts val="0"/>
              </a:spcAft>
              <a:buClr>
                <a:schemeClr val="lt1"/>
              </a:buClr>
              <a:buSzPts val="1800"/>
              <a:buFont typeface="Lustria"/>
              <a:buNone/>
              <a:defRPr sz="900" b="0" i="0" u="none" strike="noStrike" cap="none">
                <a:solidFill>
                  <a:schemeClr val="lt1"/>
                </a:solidFill>
                <a:latin typeface="Lustria"/>
                <a:ea typeface="Lustria"/>
                <a:cs typeface="Lustria"/>
                <a:sym typeface="Lustria"/>
              </a:defRPr>
            </a:lvl7pPr>
            <a:lvl8pPr marL="3657600" marR="0" lvl="7" indent="-228600" algn="l" rtl="0">
              <a:spcBef>
                <a:spcPts val="180"/>
              </a:spcBef>
              <a:spcAft>
                <a:spcPts val="0"/>
              </a:spcAft>
              <a:buClr>
                <a:schemeClr val="lt1"/>
              </a:buClr>
              <a:buSzPts val="1800"/>
              <a:buFont typeface="Lustria"/>
              <a:buNone/>
              <a:defRPr sz="900" b="0" i="0" u="none" strike="noStrike" cap="none">
                <a:solidFill>
                  <a:schemeClr val="lt1"/>
                </a:solidFill>
                <a:latin typeface="Lustria"/>
                <a:ea typeface="Lustria"/>
                <a:cs typeface="Lustria"/>
                <a:sym typeface="Lustria"/>
              </a:defRPr>
            </a:lvl8pPr>
            <a:lvl9pPr marL="4114800" marR="0" lvl="8" indent="-228600" algn="l" rtl="0">
              <a:spcBef>
                <a:spcPts val="180"/>
              </a:spcBef>
              <a:spcAft>
                <a:spcPts val="0"/>
              </a:spcAft>
              <a:buClr>
                <a:schemeClr val="lt1"/>
              </a:buClr>
              <a:buSzPts val="1800"/>
              <a:buFont typeface="Lustria"/>
              <a:buNone/>
              <a:defRPr sz="900" b="0" i="0" u="none" strike="noStrike" cap="none">
                <a:solidFill>
                  <a:schemeClr val="lt1"/>
                </a:solidFill>
                <a:latin typeface="Lustria"/>
                <a:ea typeface="Lustria"/>
                <a:cs typeface="Lustria"/>
                <a:sym typeface="Lustria"/>
              </a:defRPr>
            </a:lvl9pPr>
          </a:lstStyle>
          <a:p>
            <a:endParaRPr/>
          </a:p>
        </p:txBody>
      </p:sp>
      <p:sp>
        <p:nvSpPr>
          <p:cNvPr id="88" name="Shape 88"/>
          <p:cNvSpPr txBox="1">
            <a:spLocks noGrp="1"/>
          </p:cNvSpPr>
          <p:nvPr>
            <p:ph type="dt" idx="10"/>
          </p:nvPr>
        </p:nvSpPr>
        <p:spPr>
          <a:xfrm>
            <a:off x="6620435" y="6356350"/>
            <a:ext cx="2133600" cy="365125"/>
          </a:xfrm>
          <a:prstGeom prst="rect">
            <a:avLst/>
          </a:prstGeom>
          <a:noFill/>
          <a:ln>
            <a:noFill/>
          </a:ln>
        </p:spPr>
        <p:txBody>
          <a:bodyPr spcFirstLastPara="1" wrap="square" lIns="91425" tIns="91425" rIns="91425" bIns="91425" anchor="ctr" anchorCtr="0"/>
          <a:lstStyle>
            <a:lvl1pPr marL="0" marR="0" lvl="0" indent="0" algn="r"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89" name="Shape 89"/>
          <p:cNvSpPr txBox="1">
            <a:spLocks noGrp="1"/>
          </p:cNvSpPr>
          <p:nvPr>
            <p:ph type="ftr" idx="11"/>
          </p:nvPr>
        </p:nvSpPr>
        <p:spPr>
          <a:xfrm>
            <a:off x="354105" y="6356350"/>
            <a:ext cx="2895600" cy="365125"/>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90" name="Shape 90"/>
          <p:cNvSpPr txBox="1">
            <a:spLocks noGrp="1"/>
          </p:cNvSpPr>
          <p:nvPr>
            <p:ph type="sldNum" idx="12"/>
          </p:nvPr>
        </p:nvSpPr>
        <p:spPr>
          <a:xfrm>
            <a:off x="4229100" y="6356350"/>
            <a:ext cx="685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chemeClr val="lt1"/>
                </a:solidFill>
                <a:latin typeface="Lustria"/>
                <a:ea typeface="Lustria"/>
                <a:cs typeface="Lustria"/>
                <a:sym typeface="Lustria"/>
              </a:defRPr>
            </a:lvl1pPr>
            <a:lvl2pPr marL="0" marR="0" lvl="1" indent="0" algn="ctr" rtl="0">
              <a:spcBef>
                <a:spcPts val="0"/>
              </a:spcBef>
              <a:buNone/>
              <a:defRPr sz="1200" b="0" i="0" u="none" strike="noStrike" cap="none">
                <a:solidFill>
                  <a:schemeClr val="lt1"/>
                </a:solidFill>
                <a:latin typeface="Lustria"/>
                <a:ea typeface="Lustria"/>
                <a:cs typeface="Lustria"/>
                <a:sym typeface="Lustria"/>
              </a:defRPr>
            </a:lvl2pPr>
            <a:lvl3pPr marL="0" marR="0" lvl="2" indent="0" algn="ctr" rtl="0">
              <a:spcBef>
                <a:spcPts val="0"/>
              </a:spcBef>
              <a:buNone/>
              <a:defRPr sz="1200" b="0" i="0" u="none" strike="noStrike" cap="none">
                <a:solidFill>
                  <a:schemeClr val="lt1"/>
                </a:solidFill>
                <a:latin typeface="Lustria"/>
                <a:ea typeface="Lustria"/>
                <a:cs typeface="Lustria"/>
                <a:sym typeface="Lustria"/>
              </a:defRPr>
            </a:lvl3pPr>
            <a:lvl4pPr marL="0" marR="0" lvl="3" indent="0" algn="ctr" rtl="0">
              <a:spcBef>
                <a:spcPts val="0"/>
              </a:spcBef>
              <a:buNone/>
              <a:defRPr sz="1200" b="0" i="0" u="none" strike="noStrike" cap="none">
                <a:solidFill>
                  <a:schemeClr val="lt1"/>
                </a:solidFill>
                <a:latin typeface="Lustria"/>
                <a:ea typeface="Lustria"/>
                <a:cs typeface="Lustria"/>
                <a:sym typeface="Lustria"/>
              </a:defRPr>
            </a:lvl4pPr>
            <a:lvl5pPr marL="0" marR="0" lvl="4" indent="0" algn="ctr" rtl="0">
              <a:spcBef>
                <a:spcPts val="0"/>
              </a:spcBef>
              <a:buNone/>
              <a:defRPr sz="1200" b="0" i="0" u="none" strike="noStrike" cap="none">
                <a:solidFill>
                  <a:schemeClr val="lt1"/>
                </a:solidFill>
                <a:latin typeface="Lustria"/>
                <a:ea typeface="Lustria"/>
                <a:cs typeface="Lustria"/>
                <a:sym typeface="Lustria"/>
              </a:defRPr>
            </a:lvl5pPr>
            <a:lvl6pPr marL="0" marR="0" lvl="5" indent="0" algn="ctr" rtl="0">
              <a:spcBef>
                <a:spcPts val="0"/>
              </a:spcBef>
              <a:buNone/>
              <a:defRPr sz="1200" b="0" i="0" u="none" strike="noStrike" cap="none">
                <a:solidFill>
                  <a:schemeClr val="lt1"/>
                </a:solidFill>
                <a:latin typeface="Lustria"/>
                <a:ea typeface="Lustria"/>
                <a:cs typeface="Lustria"/>
                <a:sym typeface="Lustria"/>
              </a:defRPr>
            </a:lvl6pPr>
            <a:lvl7pPr marL="0" marR="0" lvl="6" indent="0" algn="ctr" rtl="0">
              <a:spcBef>
                <a:spcPts val="0"/>
              </a:spcBef>
              <a:buNone/>
              <a:defRPr sz="1200" b="0" i="0" u="none" strike="noStrike" cap="none">
                <a:solidFill>
                  <a:schemeClr val="lt1"/>
                </a:solidFill>
                <a:latin typeface="Lustria"/>
                <a:ea typeface="Lustria"/>
                <a:cs typeface="Lustria"/>
                <a:sym typeface="Lustria"/>
              </a:defRPr>
            </a:lvl7pPr>
            <a:lvl8pPr marL="0" marR="0" lvl="7" indent="0" algn="ctr" rtl="0">
              <a:spcBef>
                <a:spcPts val="0"/>
              </a:spcBef>
              <a:buNone/>
              <a:defRPr sz="1200" b="0" i="0" u="none" strike="noStrike" cap="none">
                <a:solidFill>
                  <a:schemeClr val="lt1"/>
                </a:solidFill>
                <a:latin typeface="Lustria"/>
                <a:ea typeface="Lustria"/>
                <a:cs typeface="Lustria"/>
                <a:sym typeface="Lustria"/>
              </a:defRPr>
            </a:lvl8pPr>
            <a:lvl9pPr marL="0" marR="0" lvl="8" indent="0" algn="ctr" rtl="0">
              <a:spcBef>
                <a:spcPts val="0"/>
              </a:spcBef>
              <a:buNone/>
              <a:defRPr sz="1200" b="0" i="0" u="none" strike="noStrike" cap="none">
                <a:solidFill>
                  <a:schemeClr val="lt1"/>
                </a:solidFill>
                <a:latin typeface="Lustria"/>
                <a:ea typeface="Lustria"/>
                <a:cs typeface="Lustria"/>
                <a:sym typeface="Lustria"/>
              </a:defRPr>
            </a:lvl9pPr>
          </a:lstStyle>
          <a:p>
            <a:pPr marL="0" lvl="0" indent="0">
              <a:spcBef>
                <a:spcPts val="0"/>
              </a:spcBef>
              <a:spcAft>
                <a:spcPts val="0"/>
              </a:spcAft>
              <a:buNone/>
            </a:pPr>
            <a:fld id="{00000000-1234-1234-1234-123412341234}" type="slidenum">
              <a:rPr lang="en-US"/>
              <a:t>‹#›</a:t>
            </a:fld>
            <a:endParaRPr/>
          </a:p>
        </p:txBody>
      </p:sp>
      <p:sp>
        <p:nvSpPr>
          <p:cNvPr id="91" name="Shape 91"/>
          <p:cNvSpPr>
            <a:spLocks noGrp="1"/>
          </p:cNvSpPr>
          <p:nvPr>
            <p:ph type="pic" idx="3"/>
          </p:nvPr>
        </p:nvSpPr>
        <p:spPr>
          <a:xfrm>
            <a:off x="685800" y="2455433"/>
            <a:ext cx="2331720" cy="1645920"/>
          </a:xfrm>
          <a:prstGeom prst="rect">
            <a:avLst/>
          </a:prstGeom>
          <a:solidFill>
            <a:srgbClr val="3F3F3F"/>
          </a:solidFill>
          <a:ln w="88900" cap="flat" cmpd="sng">
            <a:solidFill>
              <a:schemeClr val="lt1"/>
            </a:solidFill>
            <a:prstDash val="solid"/>
            <a:miter lim="8000"/>
            <a:headEnd type="none" w="sm" len="sm"/>
            <a:tailEnd type="none" w="sm" len="sm"/>
          </a:ln>
          <a:effectLst>
            <a:outerShdw blurRad="127000" sx="102000" sy="102000" algn="ctr" rotWithShape="0">
              <a:srgbClr val="000000">
                <a:alpha val="40000"/>
              </a:srgbClr>
            </a:outerShdw>
          </a:effectLst>
        </p:spPr>
        <p:txBody>
          <a:bodyPr spcFirstLastPara="1" wrap="square" lIns="91425" tIns="91425" rIns="91425" bIns="91425" anchor="t" anchorCtr="0"/>
          <a:lstStyle>
            <a:lvl1pPr marL="342900" marR="0" lvl="0" indent="-342900" algn="l" rtl="0">
              <a:spcBef>
                <a:spcPts val="2000"/>
              </a:spcBef>
              <a:spcAft>
                <a:spcPts val="0"/>
              </a:spcAft>
              <a:buClr>
                <a:schemeClr val="lt1"/>
              </a:buClr>
              <a:buSzPts val="1400"/>
              <a:buFont typeface="Arial"/>
              <a:buNone/>
              <a:defRPr sz="2200" b="0" i="0" u="none" strike="noStrike" cap="none">
                <a:solidFill>
                  <a:schemeClr val="lt1"/>
                </a:solidFill>
                <a:latin typeface="Lustria"/>
                <a:ea typeface="Lustria"/>
                <a:cs typeface="Lustria"/>
                <a:sym typeface="Lustria"/>
              </a:defRPr>
            </a:lvl1pPr>
            <a:lvl2pPr marL="457200" marR="0" lvl="1" indent="0" algn="l" rtl="0">
              <a:spcBef>
                <a:spcPts val="600"/>
              </a:spcBef>
              <a:spcAft>
                <a:spcPts val="0"/>
              </a:spcAft>
              <a:buClr>
                <a:schemeClr val="lt1"/>
              </a:buClr>
              <a:buSzPts val="1400"/>
              <a:buFont typeface="Lustria"/>
              <a:buNone/>
              <a:defRPr sz="2800" b="0" i="0" u="none" strike="noStrike" cap="none">
                <a:solidFill>
                  <a:schemeClr val="lt1"/>
                </a:solidFill>
                <a:latin typeface="Lustria"/>
                <a:ea typeface="Lustria"/>
                <a:cs typeface="Lustria"/>
                <a:sym typeface="Lustria"/>
              </a:defRPr>
            </a:lvl2pPr>
            <a:lvl3pPr marL="914400" marR="0" lvl="2" indent="0" algn="l" rtl="0">
              <a:spcBef>
                <a:spcPts val="600"/>
              </a:spcBef>
              <a:spcAft>
                <a:spcPts val="0"/>
              </a:spcAft>
              <a:buClr>
                <a:schemeClr val="lt1"/>
              </a:buClr>
              <a:buSzPts val="1400"/>
              <a:buFont typeface="Lustria"/>
              <a:buNone/>
              <a:defRPr sz="2400" b="0" i="0" u="none" strike="noStrike" cap="none">
                <a:solidFill>
                  <a:schemeClr val="lt1"/>
                </a:solidFill>
                <a:latin typeface="Lustria"/>
                <a:ea typeface="Lustria"/>
                <a:cs typeface="Lustria"/>
                <a:sym typeface="Lustria"/>
              </a:defRPr>
            </a:lvl3pPr>
            <a:lvl4pPr marL="1371600" marR="0" lvl="3" indent="0" algn="l" rtl="0">
              <a:spcBef>
                <a:spcPts val="6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4pPr>
            <a:lvl5pPr marL="1828800" marR="0" lvl="4" indent="0" algn="l" rtl="0">
              <a:spcBef>
                <a:spcPts val="6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5pPr>
            <a:lvl6pPr marL="2286000" marR="0" lvl="5"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6pPr>
            <a:lvl7pPr marL="2743200" marR="0" lvl="6"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7pPr>
            <a:lvl8pPr marL="3200400" marR="0" lvl="7"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8pPr>
            <a:lvl9pPr marL="3657600" marR="0" lvl="8"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9pPr>
          </a:lstStyle>
          <a:p>
            <a:endParaRPr/>
          </a:p>
        </p:txBody>
      </p:sp>
      <p:sp>
        <p:nvSpPr>
          <p:cNvPr id="92" name="Shape 92"/>
          <p:cNvSpPr>
            <a:spLocks noGrp="1"/>
          </p:cNvSpPr>
          <p:nvPr>
            <p:ph type="pic" idx="4"/>
          </p:nvPr>
        </p:nvSpPr>
        <p:spPr>
          <a:xfrm>
            <a:off x="3412490" y="457200"/>
            <a:ext cx="2331720" cy="1645920"/>
          </a:xfrm>
          <a:prstGeom prst="rect">
            <a:avLst/>
          </a:prstGeom>
          <a:solidFill>
            <a:srgbClr val="3F3F3F"/>
          </a:solidFill>
          <a:ln w="88900" cap="flat" cmpd="sng">
            <a:solidFill>
              <a:schemeClr val="lt1"/>
            </a:solidFill>
            <a:prstDash val="solid"/>
            <a:miter lim="8000"/>
            <a:headEnd type="none" w="sm" len="sm"/>
            <a:tailEnd type="none" w="sm" len="sm"/>
          </a:ln>
          <a:effectLst>
            <a:outerShdw blurRad="127000" sx="102000" sy="102000" algn="ctr" rotWithShape="0">
              <a:srgbClr val="000000">
                <a:alpha val="40000"/>
              </a:srgbClr>
            </a:outerShdw>
          </a:effectLst>
        </p:spPr>
        <p:txBody>
          <a:bodyPr spcFirstLastPara="1" wrap="square" lIns="91425" tIns="91425" rIns="91425" bIns="91425" anchor="t" anchorCtr="0"/>
          <a:lstStyle>
            <a:lvl1pPr marL="342900" marR="0" lvl="0" indent="-342900" algn="l" rtl="0">
              <a:spcBef>
                <a:spcPts val="2000"/>
              </a:spcBef>
              <a:spcAft>
                <a:spcPts val="0"/>
              </a:spcAft>
              <a:buClr>
                <a:schemeClr val="lt1"/>
              </a:buClr>
              <a:buSzPts val="1400"/>
              <a:buFont typeface="Arial"/>
              <a:buNone/>
              <a:defRPr sz="2200" b="0" i="0" u="none" strike="noStrike" cap="none">
                <a:solidFill>
                  <a:schemeClr val="lt1"/>
                </a:solidFill>
                <a:latin typeface="Lustria"/>
                <a:ea typeface="Lustria"/>
                <a:cs typeface="Lustria"/>
                <a:sym typeface="Lustria"/>
              </a:defRPr>
            </a:lvl1pPr>
            <a:lvl2pPr marL="457200" marR="0" lvl="1" indent="0" algn="l" rtl="0">
              <a:spcBef>
                <a:spcPts val="600"/>
              </a:spcBef>
              <a:spcAft>
                <a:spcPts val="0"/>
              </a:spcAft>
              <a:buClr>
                <a:schemeClr val="lt1"/>
              </a:buClr>
              <a:buSzPts val="1400"/>
              <a:buFont typeface="Lustria"/>
              <a:buNone/>
              <a:defRPr sz="2800" b="0" i="0" u="none" strike="noStrike" cap="none">
                <a:solidFill>
                  <a:schemeClr val="lt1"/>
                </a:solidFill>
                <a:latin typeface="Lustria"/>
                <a:ea typeface="Lustria"/>
                <a:cs typeface="Lustria"/>
                <a:sym typeface="Lustria"/>
              </a:defRPr>
            </a:lvl2pPr>
            <a:lvl3pPr marL="914400" marR="0" lvl="2" indent="0" algn="l" rtl="0">
              <a:spcBef>
                <a:spcPts val="600"/>
              </a:spcBef>
              <a:spcAft>
                <a:spcPts val="0"/>
              </a:spcAft>
              <a:buClr>
                <a:schemeClr val="lt1"/>
              </a:buClr>
              <a:buSzPts val="1400"/>
              <a:buFont typeface="Lustria"/>
              <a:buNone/>
              <a:defRPr sz="2400" b="0" i="0" u="none" strike="noStrike" cap="none">
                <a:solidFill>
                  <a:schemeClr val="lt1"/>
                </a:solidFill>
                <a:latin typeface="Lustria"/>
                <a:ea typeface="Lustria"/>
                <a:cs typeface="Lustria"/>
                <a:sym typeface="Lustria"/>
              </a:defRPr>
            </a:lvl3pPr>
            <a:lvl4pPr marL="1371600" marR="0" lvl="3" indent="0" algn="l" rtl="0">
              <a:spcBef>
                <a:spcPts val="6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4pPr>
            <a:lvl5pPr marL="1828800" marR="0" lvl="4" indent="0" algn="l" rtl="0">
              <a:spcBef>
                <a:spcPts val="6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5pPr>
            <a:lvl6pPr marL="2286000" marR="0" lvl="5"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6pPr>
            <a:lvl7pPr marL="2743200" marR="0" lvl="6"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7pPr>
            <a:lvl8pPr marL="3200400" marR="0" lvl="7"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8pPr>
            <a:lvl9pPr marL="3657600" marR="0" lvl="8"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9pPr>
          </a:lstStyle>
          <a:p>
            <a:endParaRPr/>
          </a:p>
        </p:txBody>
      </p:sp>
      <p:sp>
        <p:nvSpPr>
          <p:cNvPr id="93" name="Shape 93"/>
          <p:cNvSpPr>
            <a:spLocks noGrp="1"/>
          </p:cNvSpPr>
          <p:nvPr>
            <p:ph type="pic" idx="5"/>
          </p:nvPr>
        </p:nvSpPr>
        <p:spPr>
          <a:xfrm>
            <a:off x="3412490" y="2455433"/>
            <a:ext cx="2331720" cy="1645920"/>
          </a:xfrm>
          <a:prstGeom prst="rect">
            <a:avLst/>
          </a:prstGeom>
          <a:solidFill>
            <a:srgbClr val="3F3F3F"/>
          </a:solidFill>
          <a:ln w="88900" cap="flat" cmpd="sng">
            <a:solidFill>
              <a:schemeClr val="lt1"/>
            </a:solidFill>
            <a:prstDash val="solid"/>
            <a:miter lim="8000"/>
            <a:headEnd type="none" w="sm" len="sm"/>
            <a:tailEnd type="none" w="sm" len="sm"/>
          </a:ln>
          <a:effectLst>
            <a:outerShdw blurRad="127000" sx="102000" sy="102000" algn="ctr" rotWithShape="0">
              <a:srgbClr val="000000">
                <a:alpha val="40000"/>
              </a:srgbClr>
            </a:outerShdw>
          </a:effectLst>
        </p:spPr>
        <p:txBody>
          <a:bodyPr spcFirstLastPara="1" wrap="square" lIns="91425" tIns="91425" rIns="91425" bIns="91425" anchor="t" anchorCtr="0"/>
          <a:lstStyle>
            <a:lvl1pPr marL="342900" marR="0" lvl="0" indent="-342900" algn="l" rtl="0">
              <a:spcBef>
                <a:spcPts val="2000"/>
              </a:spcBef>
              <a:spcAft>
                <a:spcPts val="0"/>
              </a:spcAft>
              <a:buClr>
                <a:schemeClr val="lt1"/>
              </a:buClr>
              <a:buSzPts val="1400"/>
              <a:buFont typeface="Arial"/>
              <a:buNone/>
              <a:defRPr sz="2200" b="0" i="0" u="none" strike="noStrike" cap="none">
                <a:solidFill>
                  <a:schemeClr val="lt1"/>
                </a:solidFill>
                <a:latin typeface="Lustria"/>
                <a:ea typeface="Lustria"/>
                <a:cs typeface="Lustria"/>
                <a:sym typeface="Lustria"/>
              </a:defRPr>
            </a:lvl1pPr>
            <a:lvl2pPr marL="457200" marR="0" lvl="1" indent="0" algn="l" rtl="0">
              <a:spcBef>
                <a:spcPts val="600"/>
              </a:spcBef>
              <a:spcAft>
                <a:spcPts val="0"/>
              </a:spcAft>
              <a:buClr>
                <a:schemeClr val="lt1"/>
              </a:buClr>
              <a:buSzPts val="1400"/>
              <a:buFont typeface="Lustria"/>
              <a:buNone/>
              <a:defRPr sz="2800" b="0" i="0" u="none" strike="noStrike" cap="none">
                <a:solidFill>
                  <a:schemeClr val="lt1"/>
                </a:solidFill>
                <a:latin typeface="Lustria"/>
                <a:ea typeface="Lustria"/>
                <a:cs typeface="Lustria"/>
                <a:sym typeface="Lustria"/>
              </a:defRPr>
            </a:lvl2pPr>
            <a:lvl3pPr marL="914400" marR="0" lvl="2" indent="0" algn="l" rtl="0">
              <a:spcBef>
                <a:spcPts val="600"/>
              </a:spcBef>
              <a:spcAft>
                <a:spcPts val="0"/>
              </a:spcAft>
              <a:buClr>
                <a:schemeClr val="lt1"/>
              </a:buClr>
              <a:buSzPts val="1400"/>
              <a:buFont typeface="Lustria"/>
              <a:buNone/>
              <a:defRPr sz="2400" b="0" i="0" u="none" strike="noStrike" cap="none">
                <a:solidFill>
                  <a:schemeClr val="lt1"/>
                </a:solidFill>
                <a:latin typeface="Lustria"/>
                <a:ea typeface="Lustria"/>
                <a:cs typeface="Lustria"/>
                <a:sym typeface="Lustria"/>
              </a:defRPr>
            </a:lvl3pPr>
            <a:lvl4pPr marL="1371600" marR="0" lvl="3" indent="0" algn="l" rtl="0">
              <a:spcBef>
                <a:spcPts val="6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4pPr>
            <a:lvl5pPr marL="1828800" marR="0" lvl="4" indent="0" algn="l" rtl="0">
              <a:spcBef>
                <a:spcPts val="6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5pPr>
            <a:lvl6pPr marL="2286000" marR="0" lvl="5"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6pPr>
            <a:lvl7pPr marL="2743200" marR="0" lvl="6"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7pPr>
            <a:lvl8pPr marL="3200400" marR="0" lvl="7"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8pPr>
            <a:lvl9pPr marL="3657600" marR="0" lvl="8"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9pPr>
          </a:lstStyle>
          <a:p>
            <a:endParaRPr/>
          </a:p>
        </p:txBody>
      </p:sp>
      <p:sp>
        <p:nvSpPr>
          <p:cNvPr id="94" name="Shape 94"/>
          <p:cNvSpPr>
            <a:spLocks noGrp="1"/>
          </p:cNvSpPr>
          <p:nvPr>
            <p:ph type="pic" idx="6"/>
          </p:nvPr>
        </p:nvSpPr>
        <p:spPr>
          <a:xfrm>
            <a:off x="6139180" y="457200"/>
            <a:ext cx="2331720" cy="1645920"/>
          </a:xfrm>
          <a:prstGeom prst="rect">
            <a:avLst/>
          </a:prstGeom>
          <a:solidFill>
            <a:srgbClr val="3F3F3F"/>
          </a:solidFill>
          <a:ln w="88900" cap="flat" cmpd="sng">
            <a:solidFill>
              <a:schemeClr val="lt1"/>
            </a:solidFill>
            <a:prstDash val="solid"/>
            <a:miter lim="8000"/>
            <a:headEnd type="none" w="sm" len="sm"/>
            <a:tailEnd type="none" w="sm" len="sm"/>
          </a:ln>
          <a:effectLst>
            <a:outerShdw blurRad="127000" sx="102000" sy="102000" algn="ctr" rotWithShape="0">
              <a:srgbClr val="000000">
                <a:alpha val="40000"/>
              </a:srgbClr>
            </a:outerShdw>
          </a:effectLst>
        </p:spPr>
        <p:txBody>
          <a:bodyPr spcFirstLastPara="1" wrap="square" lIns="91425" tIns="91425" rIns="91425" bIns="91425" anchor="t" anchorCtr="0"/>
          <a:lstStyle>
            <a:lvl1pPr marL="342900" marR="0" lvl="0" indent="-342900" algn="l" rtl="0">
              <a:spcBef>
                <a:spcPts val="2000"/>
              </a:spcBef>
              <a:spcAft>
                <a:spcPts val="0"/>
              </a:spcAft>
              <a:buClr>
                <a:schemeClr val="lt1"/>
              </a:buClr>
              <a:buSzPts val="1400"/>
              <a:buFont typeface="Arial"/>
              <a:buNone/>
              <a:defRPr sz="2200" b="0" i="0" u="none" strike="noStrike" cap="none">
                <a:solidFill>
                  <a:schemeClr val="lt1"/>
                </a:solidFill>
                <a:latin typeface="Lustria"/>
                <a:ea typeface="Lustria"/>
                <a:cs typeface="Lustria"/>
                <a:sym typeface="Lustria"/>
              </a:defRPr>
            </a:lvl1pPr>
            <a:lvl2pPr marL="457200" marR="0" lvl="1" indent="0" algn="l" rtl="0">
              <a:spcBef>
                <a:spcPts val="600"/>
              </a:spcBef>
              <a:spcAft>
                <a:spcPts val="0"/>
              </a:spcAft>
              <a:buClr>
                <a:schemeClr val="lt1"/>
              </a:buClr>
              <a:buSzPts val="1400"/>
              <a:buFont typeface="Lustria"/>
              <a:buNone/>
              <a:defRPr sz="2800" b="0" i="0" u="none" strike="noStrike" cap="none">
                <a:solidFill>
                  <a:schemeClr val="lt1"/>
                </a:solidFill>
                <a:latin typeface="Lustria"/>
                <a:ea typeface="Lustria"/>
                <a:cs typeface="Lustria"/>
                <a:sym typeface="Lustria"/>
              </a:defRPr>
            </a:lvl2pPr>
            <a:lvl3pPr marL="914400" marR="0" lvl="2" indent="0" algn="l" rtl="0">
              <a:spcBef>
                <a:spcPts val="600"/>
              </a:spcBef>
              <a:spcAft>
                <a:spcPts val="0"/>
              </a:spcAft>
              <a:buClr>
                <a:schemeClr val="lt1"/>
              </a:buClr>
              <a:buSzPts val="1400"/>
              <a:buFont typeface="Lustria"/>
              <a:buNone/>
              <a:defRPr sz="2400" b="0" i="0" u="none" strike="noStrike" cap="none">
                <a:solidFill>
                  <a:schemeClr val="lt1"/>
                </a:solidFill>
                <a:latin typeface="Lustria"/>
                <a:ea typeface="Lustria"/>
                <a:cs typeface="Lustria"/>
                <a:sym typeface="Lustria"/>
              </a:defRPr>
            </a:lvl3pPr>
            <a:lvl4pPr marL="1371600" marR="0" lvl="3" indent="0" algn="l" rtl="0">
              <a:spcBef>
                <a:spcPts val="6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4pPr>
            <a:lvl5pPr marL="1828800" marR="0" lvl="4" indent="0" algn="l" rtl="0">
              <a:spcBef>
                <a:spcPts val="6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5pPr>
            <a:lvl6pPr marL="2286000" marR="0" lvl="5"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6pPr>
            <a:lvl7pPr marL="2743200" marR="0" lvl="6"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7pPr>
            <a:lvl8pPr marL="3200400" marR="0" lvl="7"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8pPr>
            <a:lvl9pPr marL="3657600" marR="0" lvl="8"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9pPr>
          </a:lstStyle>
          <a:p>
            <a:endParaRPr/>
          </a:p>
        </p:txBody>
      </p:sp>
      <p:sp>
        <p:nvSpPr>
          <p:cNvPr id="95" name="Shape 95"/>
          <p:cNvSpPr>
            <a:spLocks noGrp="1"/>
          </p:cNvSpPr>
          <p:nvPr>
            <p:ph type="pic" idx="7"/>
          </p:nvPr>
        </p:nvSpPr>
        <p:spPr>
          <a:xfrm>
            <a:off x="6139180" y="2455433"/>
            <a:ext cx="2331720" cy="1645920"/>
          </a:xfrm>
          <a:prstGeom prst="rect">
            <a:avLst/>
          </a:prstGeom>
          <a:solidFill>
            <a:srgbClr val="3F3F3F"/>
          </a:solidFill>
          <a:ln w="88900" cap="flat" cmpd="sng">
            <a:solidFill>
              <a:schemeClr val="lt1"/>
            </a:solidFill>
            <a:prstDash val="solid"/>
            <a:miter lim="8000"/>
            <a:headEnd type="none" w="sm" len="sm"/>
            <a:tailEnd type="none" w="sm" len="sm"/>
          </a:ln>
          <a:effectLst>
            <a:outerShdw blurRad="127000" sx="102000" sy="102000" algn="ctr" rotWithShape="0">
              <a:srgbClr val="000000">
                <a:alpha val="40000"/>
              </a:srgbClr>
            </a:outerShdw>
          </a:effectLst>
        </p:spPr>
        <p:txBody>
          <a:bodyPr spcFirstLastPara="1" wrap="square" lIns="91425" tIns="91425" rIns="91425" bIns="91425" anchor="t" anchorCtr="0"/>
          <a:lstStyle>
            <a:lvl1pPr marL="342900" marR="0" lvl="0" indent="-342900" algn="l" rtl="0">
              <a:spcBef>
                <a:spcPts val="2000"/>
              </a:spcBef>
              <a:spcAft>
                <a:spcPts val="0"/>
              </a:spcAft>
              <a:buClr>
                <a:schemeClr val="lt1"/>
              </a:buClr>
              <a:buSzPts val="1400"/>
              <a:buFont typeface="Arial"/>
              <a:buNone/>
              <a:defRPr sz="2200" b="0" i="0" u="none" strike="noStrike" cap="none">
                <a:solidFill>
                  <a:schemeClr val="lt1"/>
                </a:solidFill>
                <a:latin typeface="Lustria"/>
                <a:ea typeface="Lustria"/>
                <a:cs typeface="Lustria"/>
                <a:sym typeface="Lustria"/>
              </a:defRPr>
            </a:lvl1pPr>
            <a:lvl2pPr marL="457200" marR="0" lvl="1" indent="0" algn="l" rtl="0">
              <a:spcBef>
                <a:spcPts val="600"/>
              </a:spcBef>
              <a:spcAft>
                <a:spcPts val="0"/>
              </a:spcAft>
              <a:buClr>
                <a:schemeClr val="lt1"/>
              </a:buClr>
              <a:buSzPts val="1400"/>
              <a:buFont typeface="Lustria"/>
              <a:buNone/>
              <a:defRPr sz="2800" b="0" i="0" u="none" strike="noStrike" cap="none">
                <a:solidFill>
                  <a:schemeClr val="lt1"/>
                </a:solidFill>
                <a:latin typeface="Lustria"/>
                <a:ea typeface="Lustria"/>
                <a:cs typeface="Lustria"/>
                <a:sym typeface="Lustria"/>
              </a:defRPr>
            </a:lvl2pPr>
            <a:lvl3pPr marL="914400" marR="0" lvl="2" indent="0" algn="l" rtl="0">
              <a:spcBef>
                <a:spcPts val="600"/>
              </a:spcBef>
              <a:spcAft>
                <a:spcPts val="0"/>
              </a:spcAft>
              <a:buClr>
                <a:schemeClr val="lt1"/>
              </a:buClr>
              <a:buSzPts val="1400"/>
              <a:buFont typeface="Lustria"/>
              <a:buNone/>
              <a:defRPr sz="2400" b="0" i="0" u="none" strike="noStrike" cap="none">
                <a:solidFill>
                  <a:schemeClr val="lt1"/>
                </a:solidFill>
                <a:latin typeface="Lustria"/>
                <a:ea typeface="Lustria"/>
                <a:cs typeface="Lustria"/>
                <a:sym typeface="Lustria"/>
              </a:defRPr>
            </a:lvl3pPr>
            <a:lvl4pPr marL="1371600" marR="0" lvl="3" indent="0" algn="l" rtl="0">
              <a:spcBef>
                <a:spcPts val="6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4pPr>
            <a:lvl5pPr marL="1828800" marR="0" lvl="4" indent="0" algn="l" rtl="0">
              <a:spcBef>
                <a:spcPts val="6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5pPr>
            <a:lvl6pPr marL="2286000" marR="0" lvl="5"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6pPr>
            <a:lvl7pPr marL="2743200" marR="0" lvl="6"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7pPr>
            <a:lvl8pPr marL="3200400" marR="0" lvl="7"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8pPr>
            <a:lvl9pPr marL="3657600" marR="0" lvl="8" indent="0" algn="l" rtl="0">
              <a:spcBef>
                <a:spcPts val="400"/>
              </a:spcBef>
              <a:spcAft>
                <a:spcPts val="0"/>
              </a:spcAft>
              <a:buClr>
                <a:schemeClr val="lt1"/>
              </a:buClr>
              <a:buSzPts val="1400"/>
              <a:buFont typeface="Lustria"/>
              <a:buNone/>
              <a:defRPr sz="2000" b="0" i="0" u="none" strike="noStrike" cap="none">
                <a:solidFill>
                  <a:schemeClr val="lt1"/>
                </a:solidFill>
                <a:latin typeface="Lustria"/>
                <a:ea typeface="Lustria"/>
                <a:cs typeface="Lustria"/>
                <a:sym typeface="Lustria"/>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6"/>
        <p:cNvGrpSpPr/>
        <p:nvPr/>
      </p:nvGrpSpPr>
      <p:grpSpPr>
        <a:xfrm>
          <a:off x="0" y="0"/>
          <a:ext cx="0" cy="0"/>
          <a:chOff x="0" y="0"/>
          <a:chExt cx="0" cy="0"/>
        </a:xfrm>
      </p:grpSpPr>
      <p:sp>
        <p:nvSpPr>
          <p:cNvPr id="97" name="Shape 97"/>
          <p:cNvSpPr txBox="1">
            <a:spLocks noGrp="1"/>
          </p:cNvSpPr>
          <p:nvPr>
            <p:ph type="title"/>
          </p:nvPr>
        </p:nvSpPr>
        <p:spPr>
          <a:xfrm>
            <a:off x="685800" y="121023"/>
            <a:ext cx="7770813" cy="1429871"/>
          </a:xfrm>
          <a:prstGeom prst="rect">
            <a:avLst/>
          </a:prstGeom>
          <a:noFill/>
          <a:ln>
            <a:noFill/>
          </a:ln>
        </p:spPr>
        <p:txBody>
          <a:bodyPr spcFirstLastPara="1" wrap="square" lIns="91425" tIns="91425" rIns="91425" bIns="91425" anchor="ctr" anchorCtr="0"/>
          <a:lstStyle>
            <a:lvl1pPr marL="0" marR="0" lvl="0" indent="0" algn="ctr" rtl="0">
              <a:spcBef>
                <a:spcPts val="0"/>
              </a:spcBef>
              <a:spcAft>
                <a:spcPts val="0"/>
              </a:spcAft>
              <a:buClr>
                <a:schemeClr val="lt1"/>
              </a:buClr>
              <a:buSzPts val="1400"/>
              <a:buFont typeface="Lustria"/>
              <a:buNone/>
              <a:defRPr sz="4800" b="0" i="0" u="none" strike="noStrike" cap="none">
                <a:solidFill>
                  <a:schemeClr val="lt1"/>
                </a:solidFill>
                <a:latin typeface="Lustria"/>
                <a:ea typeface="Lustria"/>
                <a:cs typeface="Lustria"/>
                <a:sym typeface="Lustria"/>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a:p>
        </p:txBody>
      </p:sp>
      <p:sp>
        <p:nvSpPr>
          <p:cNvPr id="98" name="Shape 98"/>
          <p:cNvSpPr txBox="1">
            <a:spLocks noGrp="1"/>
          </p:cNvSpPr>
          <p:nvPr>
            <p:ph type="body" idx="1"/>
          </p:nvPr>
        </p:nvSpPr>
        <p:spPr>
          <a:xfrm rot="5400000">
            <a:off x="2384425" y="53975"/>
            <a:ext cx="4373563" cy="7770813"/>
          </a:xfrm>
          <a:prstGeom prst="rect">
            <a:avLst/>
          </a:prstGeom>
          <a:noFill/>
          <a:ln>
            <a:noFill/>
          </a:ln>
        </p:spPr>
        <p:txBody>
          <a:bodyPr spcFirstLastPara="1" wrap="square" lIns="91425" tIns="91425" rIns="91425" bIns="91425" anchor="t" anchorCtr="0"/>
          <a:lstStyle>
            <a:lvl1pPr marL="457200" marR="0" lvl="0" indent="-368300" algn="l" rtl="0">
              <a:spcBef>
                <a:spcPts val="2000"/>
              </a:spcBef>
              <a:spcAft>
                <a:spcPts val="0"/>
              </a:spcAft>
              <a:buClr>
                <a:schemeClr val="lt1"/>
              </a:buClr>
              <a:buSzPts val="2200"/>
              <a:buFont typeface="Lustria"/>
              <a:buChar char="•"/>
              <a:defRPr sz="2200" b="0" i="0" u="none" strike="noStrike" cap="none">
                <a:solidFill>
                  <a:schemeClr val="lt1"/>
                </a:solidFill>
                <a:latin typeface="Lustria"/>
                <a:ea typeface="Lustria"/>
                <a:cs typeface="Lustria"/>
                <a:sym typeface="Lustria"/>
              </a:defRPr>
            </a:lvl1pPr>
            <a:lvl2pPr marL="914400" marR="0" lvl="1" indent="-355600" algn="l" rtl="0">
              <a:spcBef>
                <a:spcPts val="600"/>
              </a:spcBef>
              <a:spcAft>
                <a:spcPts val="0"/>
              </a:spcAft>
              <a:buClr>
                <a:schemeClr val="lt1"/>
              </a:buClr>
              <a:buSzPts val="2000"/>
              <a:buFont typeface="Lustria"/>
              <a:buChar char="•"/>
              <a:defRPr sz="2000" b="0" i="0" u="none" strike="noStrike" cap="none">
                <a:solidFill>
                  <a:schemeClr val="lt1"/>
                </a:solidFill>
                <a:latin typeface="Lustria"/>
                <a:ea typeface="Lustria"/>
                <a:cs typeface="Lustria"/>
                <a:sym typeface="Lustria"/>
              </a:defRPr>
            </a:lvl2pPr>
            <a:lvl3pPr marL="1371600" marR="0" lvl="2" indent="-34290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3pPr>
            <a:lvl4pPr marL="1828800" marR="0" lvl="3" indent="-34290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4pPr>
            <a:lvl5pPr marL="2286000" marR="0" lvl="4" indent="-34290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5pPr>
            <a:lvl6pPr marL="2743200" marR="0" lvl="5"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6pPr>
            <a:lvl7pPr marL="3200400" marR="0" lvl="6"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7pPr>
            <a:lvl8pPr marL="3657600" marR="0" lvl="7"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8pPr>
            <a:lvl9pPr marL="4114800" marR="0" lvl="8"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9pPr>
          </a:lstStyle>
          <a:p>
            <a:endParaRPr/>
          </a:p>
        </p:txBody>
      </p:sp>
      <p:sp>
        <p:nvSpPr>
          <p:cNvPr id="99" name="Shape 99"/>
          <p:cNvSpPr txBox="1">
            <a:spLocks noGrp="1"/>
          </p:cNvSpPr>
          <p:nvPr>
            <p:ph type="dt" idx="10"/>
          </p:nvPr>
        </p:nvSpPr>
        <p:spPr>
          <a:xfrm>
            <a:off x="6620435" y="6356350"/>
            <a:ext cx="2133600" cy="365125"/>
          </a:xfrm>
          <a:prstGeom prst="rect">
            <a:avLst/>
          </a:prstGeom>
          <a:noFill/>
          <a:ln>
            <a:noFill/>
          </a:ln>
        </p:spPr>
        <p:txBody>
          <a:bodyPr spcFirstLastPara="1" wrap="square" lIns="91425" tIns="91425" rIns="91425" bIns="91425" anchor="ctr" anchorCtr="0"/>
          <a:lstStyle>
            <a:lvl1pPr marL="0" marR="0" lvl="0" indent="0" algn="r"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100" name="Shape 100"/>
          <p:cNvSpPr txBox="1">
            <a:spLocks noGrp="1"/>
          </p:cNvSpPr>
          <p:nvPr>
            <p:ph type="ftr" idx="11"/>
          </p:nvPr>
        </p:nvSpPr>
        <p:spPr>
          <a:xfrm>
            <a:off x="354105" y="6356350"/>
            <a:ext cx="2895600" cy="365125"/>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101" name="Shape 101"/>
          <p:cNvSpPr txBox="1">
            <a:spLocks noGrp="1"/>
          </p:cNvSpPr>
          <p:nvPr>
            <p:ph type="sldNum" idx="12"/>
          </p:nvPr>
        </p:nvSpPr>
        <p:spPr>
          <a:xfrm>
            <a:off x="4229100" y="6356350"/>
            <a:ext cx="685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chemeClr val="lt1"/>
                </a:solidFill>
                <a:latin typeface="Lustria"/>
                <a:ea typeface="Lustria"/>
                <a:cs typeface="Lustria"/>
                <a:sym typeface="Lustria"/>
              </a:defRPr>
            </a:lvl1pPr>
            <a:lvl2pPr marL="0" marR="0" lvl="1" indent="0" algn="ctr" rtl="0">
              <a:spcBef>
                <a:spcPts val="0"/>
              </a:spcBef>
              <a:buNone/>
              <a:defRPr sz="1200" b="0" i="0" u="none" strike="noStrike" cap="none">
                <a:solidFill>
                  <a:schemeClr val="lt1"/>
                </a:solidFill>
                <a:latin typeface="Lustria"/>
                <a:ea typeface="Lustria"/>
                <a:cs typeface="Lustria"/>
                <a:sym typeface="Lustria"/>
              </a:defRPr>
            </a:lvl2pPr>
            <a:lvl3pPr marL="0" marR="0" lvl="2" indent="0" algn="ctr" rtl="0">
              <a:spcBef>
                <a:spcPts val="0"/>
              </a:spcBef>
              <a:buNone/>
              <a:defRPr sz="1200" b="0" i="0" u="none" strike="noStrike" cap="none">
                <a:solidFill>
                  <a:schemeClr val="lt1"/>
                </a:solidFill>
                <a:latin typeface="Lustria"/>
                <a:ea typeface="Lustria"/>
                <a:cs typeface="Lustria"/>
                <a:sym typeface="Lustria"/>
              </a:defRPr>
            </a:lvl3pPr>
            <a:lvl4pPr marL="0" marR="0" lvl="3" indent="0" algn="ctr" rtl="0">
              <a:spcBef>
                <a:spcPts val="0"/>
              </a:spcBef>
              <a:buNone/>
              <a:defRPr sz="1200" b="0" i="0" u="none" strike="noStrike" cap="none">
                <a:solidFill>
                  <a:schemeClr val="lt1"/>
                </a:solidFill>
                <a:latin typeface="Lustria"/>
                <a:ea typeface="Lustria"/>
                <a:cs typeface="Lustria"/>
                <a:sym typeface="Lustria"/>
              </a:defRPr>
            </a:lvl4pPr>
            <a:lvl5pPr marL="0" marR="0" lvl="4" indent="0" algn="ctr" rtl="0">
              <a:spcBef>
                <a:spcPts val="0"/>
              </a:spcBef>
              <a:buNone/>
              <a:defRPr sz="1200" b="0" i="0" u="none" strike="noStrike" cap="none">
                <a:solidFill>
                  <a:schemeClr val="lt1"/>
                </a:solidFill>
                <a:latin typeface="Lustria"/>
                <a:ea typeface="Lustria"/>
                <a:cs typeface="Lustria"/>
                <a:sym typeface="Lustria"/>
              </a:defRPr>
            </a:lvl5pPr>
            <a:lvl6pPr marL="0" marR="0" lvl="5" indent="0" algn="ctr" rtl="0">
              <a:spcBef>
                <a:spcPts val="0"/>
              </a:spcBef>
              <a:buNone/>
              <a:defRPr sz="1200" b="0" i="0" u="none" strike="noStrike" cap="none">
                <a:solidFill>
                  <a:schemeClr val="lt1"/>
                </a:solidFill>
                <a:latin typeface="Lustria"/>
                <a:ea typeface="Lustria"/>
                <a:cs typeface="Lustria"/>
                <a:sym typeface="Lustria"/>
              </a:defRPr>
            </a:lvl6pPr>
            <a:lvl7pPr marL="0" marR="0" lvl="6" indent="0" algn="ctr" rtl="0">
              <a:spcBef>
                <a:spcPts val="0"/>
              </a:spcBef>
              <a:buNone/>
              <a:defRPr sz="1200" b="0" i="0" u="none" strike="noStrike" cap="none">
                <a:solidFill>
                  <a:schemeClr val="lt1"/>
                </a:solidFill>
                <a:latin typeface="Lustria"/>
                <a:ea typeface="Lustria"/>
                <a:cs typeface="Lustria"/>
                <a:sym typeface="Lustria"/>
              </a:defRPr>
            </a:lvl7pPr>
            <a:lvl8pPr marL="0" marR="0" lvl="7" indent="0" algn="ctr" rtl="0">
              <a:spcBef>
                <a:spcPts val="0"/>
              </a:spcBef>
              <a:buNone/>
              <a:defRPr sz="1200" b="0" i="0" u="none" strike="noStrike" cap="none">
                <a:solidFill>
                  <a:schemeClr val="lt1"/>
                </a:solidFill>
                <a:latin typeface="Lustria"/>
                <a:ea typeface="Lustria"/>
                <a:cs typeface="Lustria"/>
                <a:sym typeface="Lustria"/>
              </a:defRPr>
            </a:lvl8pPr>
            <a:lvl9pPr marL="0" marR="0" lvl="8" indent="0" algn="ctr" rtl="0">
              <a:spcBef>
                <a:spcPts val="0"/>
              </a:spcBef>
              <a:buNone/>
              <a:defRPr sz="1200" b="0" i="0" u="none" strike="noStrike" cap="none">
                <a:solidFill>
                  <a:schemeClr val="lt1"/>
                </a:solidFill>
                <a:latin typeface="Lustria"/>
                <a:ea typeface="Lustria"/>
                <a:cs typeface="Lustria"/>
                <a:sym typeface="Lustria"/>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02"/>
        <p:cNvGrpSpPr/>
        <p:nvPr/>
      </p:nvGrpSpPr>
      <p:grpSpPr>
        <a:xfrm>
          <a:off x="0" y="0"/>
          <a:ext cx="0" cy="0"/>
          <a:chOff x="0" y="0"/>
          <a:chExt cx="0" cy="0"/>
        </a:xfrm>
      </p:grpSpPr>
      <p:sp>
        <p:nvSpPr>
          <p:cNvPr id="103" name="Shape 103"/>
          <p:cNvSpPr txBox="1">
            <a:spLocks noGrp="1"/>
          </p:cNvSpPr>
          <p:nvPr>
            <p:ph type="title"/>
          </p:nvPr>
        </p:nvSpPr>
        <p:spPr>
          <a:xfrm rot="5400000">
            <a:off x="5166518" y="2529682"/>
            <a:ext cx="5592763" cy="1600200"/>
          </a:xfrm>
          <a:prstGeom prst="rect">
            <a:avLst/>
          </a:prstGeom>
          <a:noFill/>
          <a:ln>
            <a:noFill/>
          </a:ln>
        </p:spPr>
        <p:txBody>
          <a:bodyPr spcFirstLastPara="1" wrap="square" lIns="91425" tIns="91425" rIns="91425" bIns="91425" anchor="ctr" anchorCtr="0"/>
          <a:lstStyle>
            <a:lvl1pPr marL="0" marR="0" lvl="0" indent="0" algn="ctr" rtl="0">
              <a:spcBef>
                <a:spcPts val="0"/>
              </a:spcBef>
              <a:spcAft>
                <a:spcPts val="0"/>
              </a:spcAft>
              <a:buClr>
                <a:schemeClr val="lt1"/>
              </a:buClr>
              <a:buSzPts val="1400"/>
              <a:buFont typeface="Lustria"/>
              <a:buNone/>
              <a:defRPr sz="4800" b="0" i="0" u="none" strike="noStrike" cap="none">
                <a:solidFill>
                  <a:schemeClr val="lt1"/>
                </a:solidFill>
                <a:latin typeface="Lustria"/>
                <a:ea typeface="Lustria"/>
                <a:cs typeface="Lustria"/>
                <a:sym typeface="Lustria"/>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a:p>
        </p:txBody>
      </p:sp>
      <p:sp>
        <p:nvSpPr>
          <p:cNvPr id="104" name="Shape 104"/>
          <p:cNvSpPr txBox="1">
            <a:spLocks noGrp="1"/>
          </p:cNvSpPr>
          <p:nvPr>
            <p:ph type="body" idx="1"/>
          </p:nvPr>
        </p:nvSpPr>
        <p:spPr>
          <a:xfrm rot="5400000">
            <a:off x="899319" y="319882"/>
            <a:ext cx="5592763" cy="6019800"/>
          </a:xfrm>
          <a:prstGeom prst="rect">
            <a:avLst/>
          </a:prstGeom>
          <a:noFill/>
          <a:ln>
            <a:noFill/>
          </a:ln>
        </p:spPr>
        <p:txBody>
          <a:bodyPr spcFirstLastPara="1" wrap="square" lIns="91425" tIns="91425" rIns="91425" bIns="91425" anchor="t" anchorCtr="0"/>
          <a:lstStyle>
            <a:lvl1pPr marL="457200" marR="0" lvl="0" indent="-368300" algn="l" rtl="0">
              <a:spcBef>
                <a:spcPts val="2000"/>
              </a:spcBef>
              <a:spcAft>
                <a:spcPts val="0"/>
              </a:spcAft>
              <a:buClr>
                <a:schemeClr val="lt1"/>
              </a:buClr>
              <a:buSzPts val="2200"/>
              <a:buFont typeface="Lustria"/>
              <a:buChar char="•"/>
              <a:defRPr sz="2200" b="0" i="0" u="none" strike="noStrike" cap="none">
                <a:solidFill>
                  <a:schemeClr val="lt1"/>
                </a:solidFill>
                <a:latin typeface="Lustria"/>
                <a:ea typeface="Lustria"/>
                <a:cs typeface="Lustria"/>
                <a:sym typeface="Lustria"/>
              </a:defRPr>
            </a:lvl1pPr>
            <a:lvl2pPr marL="914400" marR="0" lvl="1" indent="-355600" algn="l" rtl="0">
              <a:spcBef>
                <a:spcPts val="600"/>
              </a:spcBef>
              <a:spcAft>
                <a:spcPts val="0"/>
              </a:spcAft>
              <a:buClr>
                <a:schemeClr val="lt1"/>
              </a:buClr>
              <a:buSzPts val="2000"/>
              <a:buFont typeface="Lustria"/>
              <a:buChar char="•"/>
              <a:defRPr sz="2000" b="0" i="0" u="none" strike="noStrike" cap="none">
                <a:solidFill>
                  <a:schemeClr val="lt1"/>
                </a:solidFill>
                <a:latin typeface="Lustria"/>
                <a:ea typeface="Lustria"/>
                <a:cs typeface="Lustria"/>
                <a:sym typeface="Lustria"/>
              </a:defRPr>
            </a:lvl2pPr>
            <a:lvl3pPr marL="1371600" marR="0" lvl="2" indent="-34290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3pPr>
            <a:lvl4pPr marL="1828800" marR="0" lvl="3" indent="-34290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4pPr>
            <a:lvl5pPr marL="2286000" marR="0" lvl="4" indent="-34290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5pPr>
            <a:lvl6pPr marL="2743200" marR="0" lvl="5"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6pPr>
            <a:lvl7pPr marL="3200400" marR="0" lvl="6"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7pPr>
            <a:lvl8pPr marL="3657600" marR="0" lvl="7"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8pPr>
            <a:lvl9pPr marL="4114800" marR="0" lvl="8"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9pPr>
          </a:lstStyle>
          <a:p>
            <a:endParaRPr/>
          </a:p>
        </p:txBody>
      </p:sp>
      <p:sp>
        <p:nvSpPr>
          <p:cNvPr id="105" name="Shape 105"/>
          <p:cNvSpPr txBox="1">
            <a:spLocks noGrp="1"/>
          </p:cNvSpPr>
          <p:nvPr>
            <p:ph type="dt" idx="10"/>
          </p:nvPr>
        </p:nvSpPr>
        <p:spPr>
          <a:xfrm>
            <a:off x="6620435" y="6356350"/>
            <a:ext cx="2133600" cy="365125"/>
          </a:xfrm>
          <a:prstGeom prst="rect">
            <a:avLst/>
          </a:prstGeom>
          <a:noFill/>
          <a:ln>
            <a:noFill/>
          </a:ln>
        </p:spPr>
        <p:txBody>
          <a:bodyPr spcFirstLastPara="1" wrap="square" lIns="91425" tIns="91425" rIns="91425" bIns="91425" anchor="ctr" anchorCtr="0"/>
          <a:lstStyle>
            <a:lvl1pPr marL="0" marR="0" lvl="0" indent="0" algn="r"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106" name="Shape 106"/>
          <p:cNvSpPr txBox="1">
            <a:spLocks noGrp="1"/>
          </p:cNvSpPr>
          <p:nvPr>
            <p:ph type="ftr" idx="11"/>
          </p:nvPr>
        </p:nvSpPr>
        <p:spPr>
          <a:xfrm>
            <a:off x="354105" y="6356350"/>
            <a:ext cx="2895600" cy="365125"/>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107" name="Shape 107"/>
          <p:cNvSpPr txBox="1">
            <a:spLocks noGrp="1"/>
          </p:cNvSpPr>
          <p:nvPr>
            <p:ph type="sldNum" idx="12"/>
          </p:nvPr>
        </p:nvSpPr>
        <p:spPr>
          <a:xfrm>
            <a:off x="4229100" y="6356350"/>
            <a:ext cx="685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chemeClr val="lt1"/>
                </a:solidFill>
                <a:latin typeface="Lustria"/>
                <a:ea typeface="Lustria"/>
                <a:cs typeface="Lustria"/>
                <a:sym typeface="Lustria"/>
              </a:defRPr>
            </a:lvl1pPr>
            <a:lvl2pPr marL="0" marR="0" lvl="1" indent="0" algn="ctr" rtl="0">
              <a:spcBef>
                <a:spcPts val="0"/>
              </a:spcBef>
              <a:buNone/>
              <a:defRPr sz="1200" b="0" i="0" u="none" strike="noStrike" cap="none">
                <a:solidFill>
                  <a:schemeClr val="lt1"/>
                </a:solidFill>
                <a:latin typeface="Lustria"/>
                <a:ea typeface="Lustria"/>
                <a:cs typeface="Lustria"/>
                <a:sym typeface="Lustria"/>
              </a:defRPr>
            </a:lvl2pPr>
            <a:lvl3pPr marL="0" marR="0" lvl="2" indent="0" algn="ctr" rtl="0">
              <a:spcBef>
                <a:spcPts val="0"/>
              </a:spcBef>
              <a:buNone/>
              <a:defRPr sz="1200" b="0" i="0" u="none" strike="noStrike" cap="none">
                <a:solidFill>
                  <a:schemeClr val="lt1"/>
                </a:solidFill>
                <a:latin typeface="Lustria"/>
                <a:ea typeface="Lustria"/>
                <a:cs typeface="Lustria"/>
                <a:sym typeface="Lustria"/>
              </a:defRPr>
            </a:lvl3pPr>
            <a:lvl4pPr marL="0" marR="0" lvl="3" indent="0" algn="ctr" rtl="0">
              <a:spcBef>
                <a:spcPts val="0"/>
              </a:spcBef>
              <a:buNone/>
              <a:defRPr sz="1200" b="0" i="0" u="none" strike="noStrike" cap="none">
                <a:solidFill>
                  <a:schemeClr val="lt1"/>
                </a:solidFill>
                <a:latin typeface="Lustria"/>
                <a:ea typeface="Lustria"/>
                <a:cs typeface="Lustria"/>
                <a:sym typeface="Lustria"/>
              </a:defRPr>
            </a:lvl4pPr>
            <a:lvl5pPr marL="0" marR="0" lvl="4" indent="0" algn="ctr" rtl="0">
              <a:spcBef>
                <a:spcPts val="0"/>
              </a:spcBef>
              <a:buNone/>
              <a:defRPr sz="1200" b="0" i="0" u="none" strike="noStrike" cap="none">
                <a:solidFill>
                  <a:schemeClr val="lt1"/>
                </a:solidFill>
                <a:latin typeface="Lustria"/>
                <a:ea typeface="Lustria"/>
                <a:cs typeface="Lustria"/>
                <a:sym typeface="Lustria"/>
              </a:defRPr>
            </a:lvl5pPr>
            <a:lvl6pPr marL="0" marR="0" lvl="5" indent="0" algn="ctr" rtl="0">
              <a:spcBef>
                <a:spcPts val="0"/>
              </a:spcBef>
              <a:buNone/>
              <a:defRPr sz="1200" b="0" i="0" u="none" strike="noStrike" cap="none">
                <a:solidFill>
                  <a:schemeClr val="lt1"/>
                </a:solidFill>
                <a:latin typeface="Lustria"/>
                <a:ea typeface="Lustria"/>
                <a:cs typeface="Lustria"/>
                <a:sym typeface="Lustria"/>
              </a:defRPr>
            </a:lvl6pPr>
            <a:lvl7pPr marL="0" marR="0" lvl="6" indent="0" algn="ctr" rtl="0">
              <a:spcBef>
                <a:spcPts val="0"/>
              </a:spcBef>
              <a:buNone/>
              <a:defRPr sz="1200" b="0" i="0" u="none" strike="noStrike" cap="none">
                <a:solidFill>
                  <a:schemeClr val="lt1"/>
                </a:solidFill>
                <a:latin typeface="Lustria"/>
                <a:ea typeface="Lustria"/>
                <a:cs typeface="Lustria"/>
                <a:sym typeface="Lustria"/>
              </a:defRPr>
            </a:lvl7pPr>
            <a:lvl8pPr marL="0" marR="0" lvl="7" indent="0" algn="ctr" rtl="0">
              <a:spcBef>
                <a:spcPts val="0"/>
              </a:spcBef>
              <a:buNone/>
              <a:defRPr sz="1200" b="0" i="0" u="none" strike="noStrike" cap="none">
                <a:solidFill>
                  <a:schemeClr val="lt1"/>
                </a:solidFill>
                <a:latin typeface="Lustria"/>
                <a:ea typeface="Lustria"/>
                <a:cs typeface="Lustria"/>
                <a:sym typeface="Lustria"/>
              </a:defRPr>
            </a:lvl8pPr>
            <a:lvl9pPr marL="0" marR="0" lvl="8" indent="0" algn="ctr" rtl="0">
              <a:spcBef>
                <a:spcPts val="0"/>
              </a:spcBef>
              <a:buNone/>
              <a:defRPr sz="1200" b="0" i="0" u="none" strike="noStrike" cap="none">
                <a:solidFill>
                  <a:schemeClr val="lt1"/>
                </a:solidFill>
                <a:latin typeface="Lustria"/>
                <a:ea typeface="Lustria"/>
                <a:cs typeface="Lustria"/>
                <a:sym typeface="Lustria"/>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6">
            <a:alphaModFix/>
          </a:blip>
          <a:stretch>
            <a:fillRect/>
          </a:stretch>
        </a:blip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685800" y="121023"/>
            <a:ext cx="7770813" cy="1429871"/>
          </a:xfrm>
          <a:prstGeom prst="rect">
            <a:avLst/>
          </a:prstGeom>
          <a:noFill/>
          <a:ln>
            <a:noFill/>
          </a:ln>
        </p:spPr>
        <p:txBody>
          <a:bodyPr spcFirstLastPara="1" wrap="square" lIns="91425" tIns="91425" rIns="91425" bIns="91425" anchor="ctr" anchorCtr="0"/>
          <a:lstStyle>
            <a:lvl1pPr marL="0" marR="0" lvl="0" indent="0" algn="ctr" rtl="0">
              <a:spcBef>
                <a:spcPts val="0"/>
              </a:spcBef>
              <a:spcAft>
                <a:spcPts val="0"/>
              </a:spcAft>
              <a:buClr>
                <a:schemeClr val="lt1"/>
              </a:buClr>
              <a:buSzPts val="1400"/>
              <a:buFont typeface="Lustria"/>
              <a:buNone/>
              <a:defRPr sz="4800" b="0" i="0" u="none" strike="noStrike" cap="none">
                <a:solidFill>
                  <a:schemeClr val="lt1"/>
                </a:solidFill>
                <a:latin typeface="Lustria"/>
                <a:ea typeface="Lustria"/>
                <a:cs typeface="Lustria"/>
                <a:sym typeface="Lustria"/>
              </a:defRPr>
            </a:lvl1pPr>
            <a:lvl2pPr lvl="1" indent="0">
              <a:spcBef>
                <a:spcPts val="0"/>
              </a:spcBef>
              <a:spcAft>
                <a:spcPts val="0"/>
              </a:spcAft>
              <a:buSzPts val="1400"/>
              <a:buNone/>
              <a:defRPr sz="1800"/>
            </a:lvl2pPr>
            <a:lvl3pPr lvl="2" indent="0">
              <a:spcBef>
                <a:spcPts val="0"/>
              </a:spcBef>
              <a:spcAft>
                <a:spcPts val="0"/>
              </a:spcAft>
              <a:buSzPts val="1400"/>
              <a:buNone/>
              <a:defRPr sz="1800"/>
            </a:lvl3pPr>
            <a:lvl4pPr lvl="3" indent="0">
              <a:spcBef>
                <a:spcPts val="0"/>
              </a:spcBef>
              <a:spcAft>
                <a:spcPts val="0"/>
              </a:spcAft>
              <a:buSzPts val="1400"/>
              <a:buNone/>
              <a:defRPr sz="1800"/>
            </a:lvl4pPr>
            <a:lvl5pPr lvl="4" indent="0">
              <a:spcBef>
                <a:spcPts val="0"/>
              </a:spcBef>
              <a:spcAft>
                <a:spcPts val="0"/>
              </a:spcAft>
              <a:buSzPts val="1400"/>
              <a:buNone/>
              <a:defRPr sz="1800"/>
            </a:lvl5pPr>
            <a:lvl6pPr lvl="5" indent="0">
              <a:spcBef>
                <a:spcPts val="0"/>
              </a:spcBef>
              <a:spcAft>
                <a:spcPts val="0"/>
              </a:spcAft>
              <a:buSzPts val="1400"/>
              <a:buNone/>
              <a:defRPr sz="1800"/>
            </a:lvl6pPr>
            <a:lvl7pPr lvl="6" indent="0">
              <a:spcBef>
                <a:spcPts val="0"/>
              </a:spcBef>
              <a:spcAft>
                <a:spcPts val="0"/>
              </a:spcAft>
              <a:buSzPts val="1400"/>
              <a:buNone/>
              <a:defRPr sz="1800"/>
            </a:lvl7pPr>
            <a:lvl8pPr lvl="7" indent="0">
              <a:spcBef>
                <a:spcPts val="0"/>
              </a:spcBef>
              <a:spcAft>
                <a:spcPts val="0"/>
              </a:spcAft>
              <a:buSzPts val="1400"/>
              <a:buNone/>
              <a:defRPr sz="1800"/>
            </a:lvl8pPr>
            <a:lvl9pPr lvl="8" indent="0">
              <a:spcBef>
                <a:spcPts val="0"/>
              </a:spcBef>
              <a:spcAft>
                <a:spcPts val="0"/>
              </a:spcAft>
              <a:buSzPts val="1400"/>
              <a:buNone/>
              <a:defRPr sz="1800"/>
            </a:lvl9pPr>
          </a:lstStyle>
          <a:p>
            <a:endParaRPr/>
          </a:p>
        </p:txBody>
      </p:sp>
      <p:sp>
        <p:nvSpPr>
          <p:cNvPr id="7" name="Shape 7"/>
          <p:cNvSpPr txBox="1">
            <a:spLocks noGrp="1"/>
          </p:cNvSpPr>
          <p:nvPr>
            <p:ph type="body" idx="1"/>
          </p:nvPr>
        </p:nvSpPr>
        <p:spPr>
          <a:xfrm>
            <a:off x="685800" y="1752600"/>
            <a:ext cx="7770813" cy="4373563"/>
          </a:xfrm>
          <a:prstGeom prst="rect">
            <a:avLst/>
          </a:prstGeom>
          <a:noFill/>
          <a:ln>
            <a:noFill/>
          </a:ln>
        </p:spPr>
        <p:txBody>
          <a:bodyPr spcFirstLastPara="1" wrap="square" lIns="91425" tIns="91425" rIns="91425" bIns="91425" anchor="t" anchorCtr="0"/>
          <a:lstStyle>
            <a:lvl1pPr marL="457200" marR="0" lvl="0" indent="-368300" algn="l" rtl="0">
              <a:spcBef>
                <a:spcPts val="2000"/>
              </a:spcBef>
              <a:spcAft>
                <a:spcPts val="0"/>
              </a:spcAft>
              <a:buClr>
                <a:schemeClr val="lt1"/>
              </a:buClr>
              <a:buSzPts val="2200"/>
              <a:buFont typeface="Lustria"/>
              <a:buChar char="•"/>
              <a:defRPr sz="2200" b="0" i="0" u="none" strike="noStrike" cap="none">
                <a:solidFill>
                  <a:schemeClr val="lt1"/>
                </a:solidFill>
                <a:latin typeface="Lustria"/>
                <a:ea typeface="Lustria"/>
                <a:cs typeface="Lustria"/>
                <a:sym typeface="Lustria"/>
              </a:defRPr>
            </a:lvl1pPr>
            <a:lvl2pPr marL="914400" marR="0" lvl="1" indent="-355600" algn="l" rtl="0">
              <a:spcBef>
                <a:spcPts val="600"/>
              </a:spcBef>
              <a:spcAft>
                <a:spcPts val="0"/>
              </a:spcAft>
              <a:buClr>
                <a:schemeClr val="lt1"/>
              </a:buClr>
              <a:buSzPts val="2000"/>
              <a:buFont typeface="Lustria"/>
              <a:buChar char="•"/>
              <a:defRPr sz="2000" b="0" i="0" u="none" strike="noStrike" cap="none">
                <a:solidFill>
                  <a:schemeClr val="lt1"/>
                </a:solidFill>
                <a:latin typeface="Lustria"/>
                <a:ea typeface="Lustria"/>
                <a:cs typeface="Lustria"/>
                <a:sym typeface="Lustria"/>
              </a:defRPr>
            </a:lvl2pPr>
            <a:lvl3pPr marL="1371600" marR="0" lvl="2" indent="-34290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3pPr>
            <a:lvl4pPr marL="1828800" marR="0" lvl="3" indent="-34290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4pPr>
            <a:lvl5pPr marL="2286000" marR="0" lvl="4" indent="-342900" algn="l" rtl="0">
              <a:spcBef>
                <a:spcPts val="60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5pPr>
            <a:lvl6pPr marL="2743200" marR="0" lvl="5"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6pPr>
            <a:lvl7pPr marL="3200400" marR="0" lvl="6"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7pPr>
            <a:lvl8pPr marL="3657600" marR="0" lvl="7"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8pPr>
            <a:lvl9pPr marL="4114800" marR="0" lvl="8" indent="-342900" algn="l" rtl="0">
              <a:spcBef>
                <a:spcPts val="360"/>
              </a:spcBef>
              <a:spcAft>
                <a:spcPts val="0"/>
              </a:spcAft>
              <a:buClr>
                <a:schemeClr val="lt1"/>
              </a:buClr>
              <a:buSzPts val="1800"/>
              <a:buFont typeface="Lustria"/>
              <a:buChar char="•"/>
              <a:defRPr sz="1800" b="0" i="0" u="none" strike="noStrike" cap="none">
                <a:solidFill>
                  <a:schemeClr val="lt1"/>
                </a:solidFill>
                <a:latin typeface="Lustria"/>
                <a:ea typeface="Lustria"/>
                <a:cs typeface="Lustria"/>
                <a:sym typeface="Lustria"/>
              </a:defRPr>
            </a:lvl9pPr>
          </a:lstStyle>
          <a:p>
            <a:endParaRPr/>
          </a:p>
        </p:txBody>
      </p:sp>
      <p:sp>
        <p:nvSpPr>
          <p:cNvPr id="8" name="Shape 8"/>
          <p:cNvSpPr txBox="1">
            <a:spLocks noGrp="1"/>
          </p:cNvSpPr>
          <p:nvPr>
            <p:ph type="dt" idx="10"/>
          </p:nvPr>
        </p:nvSpPr>
        <p:spPr>
          <a:xfrm>
            <a:off x="6620435" y="6356350"/>
            <a:ext cx="2133600" cy="365125"/>
          </a:xfrm>
          <a:prstGeom prst="rect">
            <a:avLst/>
          </a:prstGeom>
          <a:noFill/>
          <a:ln>
            <a:noFill/>
          </a:ln>
        </p:spPr>
        <p:txBody>
          <a:bodyPr spcFirstLastPara="1" wrap="square" lIns="91425" tIns="91425" rIns="91425" bIns="91425" anchor="ctr" anchorCtr="0"/>
          <a:lstStyle>
            <a:lvl1pPr marL="0" marR="0" lvl="0" indent="0" algn="r"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9" name="Shape 9"/>
          <p:cNvSpPr txBox="1">
            <a:spLocks noGrp="1"/>
          </p:cNvSpPr>
          <p:nvPr>
            <p:ph type="ftr" idx="11"/>
          </p:nvPr>
        </p:nvSpPr>
        <p:spPr>
          <a:xfrm>
            <a:off x="354105" y="6356350"/>
            <a:ext cx="2895600" cy="365125"/>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1200" b="0" i="0" u="none" strike="noStrike" cap="none">
                <a:solidFill>
                  <a:schemeClr val="lt1"/>
                </a:solidFill>
                <a:latin typeface="Lustria"/>
                <a:ea typeface="Lustria"/>
                <a:cs typeface="Lustria"/>
                <a:sym typeface="Lustria"/>
              </a:defRPr>
            </a:lvl1pPr>
            <a:lvl2pPr marL="457200" marR="0" lvl="1"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2pPr>
            <a:lvl3pPr marL="914400" marR="0" lvl="2"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3pPr>
            <a:lvl4pPr marL="1371600" marR="0" lvl="3"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4pPr>
            <a:lvl5pPr marL="1828800" marR="0" lvl="4"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5pPr>
            <a:lvl6pPr marL="2286000" marR="0" lvl="5"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6pPr>
            <a:lvl7pPr marL="2743200" marR="0" lvl="6"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7pPr>
            <a:lvl8pPr marL="3200400" marR="0" lvl="7"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8pPr>
            <a:lvl9pPr marL="3657600" marR="0" lvl="8" indent="0" algn="l" rtl="0">
              <a:spcBef>
                <a:spcPts val="0"/>
              </a:spcBef>
              <a:spcAft>
                <a:spcPts val="0"/>
              </a:spcAft>
              <a:buSzPts val="1400"/>
              <a:buNone/>
              <a:defRPr sz="1800" b="0" i="0" u="none" strike="noStrike" cap="none">
                <a:solidFill>
                  <a:schemeClr val="lt1"/>
                </a:solidFill>
                <a:latin typeface="Lustria"/>
                <a:ea typeface="Lustria"/>
                <a:cs typeface="Lustria"/>
                <a:sym typeface="Lustria"/>
              </a:defRPr>
            </a:lvl9pPr>
          </a:lstStyle>
          <a:p>
            <a:endParaRPr/>
          </a:p>
        </p:txBody>
      </p:sp>
      <p:sp>
        <p:nvSpPr>
          <p:cNvPr id="10" name="Shape 10"/>
          <p:cNvSpPr txBox="1">
            <a:spLocks noGrp="1"/>
          </p:cNvSpPr>
          <p:nvPr>
            <p:ph type="sldNum" idx="12"/>
          </p:nvPr>
        </p:nvSpPr>
        <p:spPr>
          <a:xfrm>
            <a:off x="4229100" y="6356350"/>
            <a:ext cx="6858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chemeClr val="lt1"/>
                </a:solidFill>
                <a:latin typeface="Lustria"/>
                <a:ea typeface="Lustria"/>
                <a:cs typeface="Lustria"/>
                <a:sym typeface="Lustria"/>
              </a:defRPr>
            </a:lvl1pPr>
            <a:lvl2pPr marL="0" marR="0" lvl="1" indent="0" algn="ctr" rtl="0">
              <a:spcBef>
                <a:spcPts val="0"/>
              </a:spcBef>
              <a:buNone/>
              <a:defRPr sz="1200" b="0" i="0" u="none" strike="noStrike" cap="none">
                <a:solidFill>
                  <a:schemeClr val="lt1"/>
                </a:solidFill>
                <a:latin typeface="Lustria"/>
                <a:ea typeface="Lustria"/>
                <a:cs typeface="Lustria"/>
                <a:sym typeface="Lustria"/>
              </a:defRPr>
            </a:lvl2pPr>
            <a:lvl3pPr marL="0" marR="0" lvl="2" indent="0" algn="ctr" rtl="0">
              <a:spcBef>
                <a:spcPts val="0"/>
              </a:spcBef>
              <a:buNone/>
              <a:defRPr sz="1200" b="0" i="0" u="none" strike="noStrike" cap="none">
                <a:solidFill>
                  <a:schemeClr val="lt1"/>
                </a:solidFill>
                <a:latin typeface="Lustria"/>
                <a:ea typeface="Lustria"/>
                <a:cs typeface="Lustria"/>
                <a:sym typeface="Lustria"/>
              </a:defRPr>
            </a:lvl3pPr>
            <a:lvl4pPr marL="0" marR="0" lvl="3" indent="0" algn="ctr" rtl="0">
              <a:spcBef>
                <a:spcPts val="0"/>
              </a:spcBef>
              <a:buNone/>
              <a:defRPr sz="1200" b="0" i="0" u="none" strike="noStrike" cap="none">
                <a:solidFill>
                  <a:schemeClr val="lt1"/>
                </a:solidFill>
                <a:latin typeface="Lustria"/>
                <a:ea typeface="Lustria"/>
                <a:cs typeface="Lustria"/>
                <a:sym typeface="Lustria"/>
              </a:defRPr>
            </a:lvl4pPr>
            <a:lvl5pPr marL="0" marR="0" lvl="4" indent="0" algn="ctr" rtl="0">
              <a:spcBef>
                <a:spcPts val="0"/>
              </a:spcBef>
              <a:buNone/>
              <a:defRPr sz="1200" b="0" i="0" u="none" strike="noStrike" cap="none">
                <a:solidFill>
                  <a:schemeClr val="lt1"/>
                </a:solidFill>
                <a:latin typeface="Lustria"/>
                <a:ea typeface="Lustria"/>
                <a:cs typeface="Lustria"/>
                <a:sym typeface="Lustria"/>
              </a:defRPr>
            </a:lvl5pPr>
            <a:lvl6pPr marL="0" marR="0" lvl="5" indent="0" algn="ctr" rtl="0">
              <a:spcBef>
                <a:spcPts val="0"/>
              </a:spcBef>
              <a:buNone/>
              <a:defRPr sz="1200" b="0" i="0" u="none" strike="noStrike" cap="none">
                <a:solidFill>
                  <a:schemeClr val="lt1"/>
                </a:solidFill>
                <a:latin typeface="Lustria"/>
                <a:ea typeface="Lustria"/>
                <a:cs typeface="Lustria"/>
                <a:sym typeface="Lustria"/>
              </a:defRPr>
            </a:lvl6pPr>
            <a:lvl7pPr marL="0" marR="0" lvl="6" indent="0" algn="ctr" rtl="0">
              <a:spcBef>
                <a:spcPts val="0"/>
              </a:spcBef>
              <a:buNone/>
              <a:defRPr sz="1200" b="0" i="0" u="none" strike="noStrike" cap="none">
                <a:solidFill>
                  <a:schemeClr val="lt1"/>
                </a:solidFill>
                <a:latin typeface="Lustria"/>
                <a:ea typeface="Lustria"/>
                <a:cs typeface="Lustria"/>
                <a:sym typeface="Lustria"/>
              </a:defRPr>
            </a:lvl7pPr>
            <a:lvl8pPr marL="0" marR="0" lvl="7" indent="0" algn="ctr" rtl="0">
              <a:spcBef>
                <a:spcPts val="0"/>
              </a:spcBef>
              <a:buNone/>
              <a:defRPr sz="1200" b="0" i="0" u="none" strike="noStrike" cap="none">
                <a:solidFill>
                  <a:schemeClr val="lt1"/>
                </a:solidFill>
                <a:latin typeface="Lustria"/>
                <a:ea typeface="Lustria"/>
                <a:cs typeface="Lustria"/>
                <a:sym typeface="Lustria"/>
              </a:defRPr>
            </a:lvl8pPr>
            <a:lvl9pPr marL="0" marR="0" lvl="8" indent="0" algn="ctr" rtl="0">
              <a:spcBef>
                <a:spcPts val="0"/>
              </a:spcBef>
              <a:buNone/>
              <a:defRPr sz="1200" b="0" i="0" u="none" strike="noStrike" cap="none">
                <a:solidFill>
                  <a:schemeClr val="lt1"/>
                </a:solidFill>
                <a:latin typeface="Lustria"/>
                <a:ea typeface="Lustria"/>
                <a:cs typeface="Lustria"/>
                <a:sym typeface="Lustria"/>
              </a:defRPr>
            </a:lvl9pPr>
          </a:lstStyle>
          <a:p>
            <a:pPr marL="0" lvl="0" indent="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boundless.com/psychology/definition/master/"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www.simplypsychology.org/self-esteem.html"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www.simplypsychology.org/social-roles.html"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www.sesp.northwestern.edu/docs/publications/430816076490a3ddfc3fe1.pdf"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hyperlink" Target="http://www.researchgate.net/publication/14073479_Personality_trait_structure_as_a_human_universal/file/e0b49515b9ad8d262d.pdf"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psychology.about.com/od/theoriesofpersonality/ss/psychosexualdev.htm"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hyperlink" Target="http://www.simplypsychology.org/psyche.html"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www.simplypsychology.org/Erik-Erikson.html"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hyperlink" Target="http://www.businessballs.com/erik_erikson_psychosocial_theory.htm#erikson_psychosocial_theory_summary" TargetMode="External"/><Relationship Id="rId4" Type="http://schemas.openxmlformats.org/officeDocument/2006/relationships/hyperlink" Target="http://www.explorepsychology.com/eriksons-eight-stages-of-psychosocial-developmen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Shape 112"/>
          <p:cNvSpPr txBox="1">
            <a:spLocks noGrp="1"/>
          </p:cNvSpPr>
          <p:nvPr>
            <p:ph type="ctrTitle"/>
          </p:nvPr>
        </p:nvSpPr>
        <p:spPr>
          <a:xfrm>
            <a:off x="593202" y="1613081"/>
            <a:ext cx="4883276" cy="3982171"/>
          </a:xfrm>
          <a:prstGeom prst="rect">
            <a:avLst/>
          </a:prstGeom>
          <a:noFill/>
          <a:ln>
            <a:noFill/>
          </a:ln>
        </p:spPr>
        <p:txBody>
          <a:bodyPr spcFirstLastPara="1" wrap="square" lIns="91425" tIns="45700" rIns="91425" bIns="45700" anchor="b" anchorCtr="0">
            <a:noAutofit/>
          </a:bodyPr>
          <a:lstStyle/>
          <a:p>
            <a:pPr marL="0" marR="0" lvl="0" indent="0" algn="ctr" rtl="0">
              <a:spcBef>
                <a:spcPts val="0"/>
              </a:spcBef>
              <a:spcAft>
                <a:spcPts val="0"/>
              </a:spcAft>
              <a:buClr>
                <a:schemeClr val="lt1"/>
              </a:buClr>
              <a:buFont typeface="Lustria"/>
              <a:buNone/>
            </a:pPr>
            <a:r>
              <a:rPr lang="en-US" sz="5400" b="0" i="0" u="none" strike="noStrike" cap="none">
                <a:solidFill>
                  <a:schemeClr val="lt1"/>
                </a:solidFill>
                <a:latin typeface="Lustria"/>
                <a:ea typeface="Lustria"/>
                <a:cs typeface="Lustria"/>
                <a:sym typeface="Lustria"/>
              </a:rPr>
              <a:t>Erikson’s stages of Psychological Development</a:t>
            </a:r>
            <a:endParaRPr sz="5400" b="0" i="0" u="none" strike="noStrike" cap="none">
              <a:solidFill>
                <a:schemeClr val="lt1"/>
              </a:solidFill>
              <a:latin typeface="Lustria"/>
              <a:ea typeface="Lustria"/>
              <a:cs typeface="Lustria"/>
              <a:sym typeface="Lustria"/>
            </a:endParaRPr>
          </a:p>
        </p:txBody>
      </p:sp>
      <p:sp>
        <p:nvSpPr>
          <p:cNvPr id="113" name="Shape 113"/>
          <p:cNvSpPr txBox="1">
            <a:spLocks noGrp="1"/>
          </p:cNvSpPr>
          <p:nvPr>
            <p:ph type="subTitle" idx="1"/>
          </p:nvPr>
        </p:nvSpPr>
        <p:spPr>
          <a:xfrm>
            <a:off x="593200" y="1003025"/>
            <a:ext cx="7772400" cy="8778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lt1"/>
              </a:buClr>
              <a:buFont typeface="Lustria"/>
              <a:buNone/>
            </a:pPr>
            <a:endParaRPr sz="2000" b="0" i="0" u="none" strike="noStrike" cap="none">
              <a:solidFill>
                <a:schemeClr val="lt1"/>
              </a:solidFill>
              <a:latin typeface="Lustria"/>
              <a:ea typeface="Lustria"/>
              <a:cs typeface="Lustria"/>
              <a:sym typeface="Lustria"/>
            </a:endParaRPr>
          </a:p>
        </p:txBody>
      </p:sp>
      <p:pic>
        <p:nvPicPr>
          <p:cNvPr id="114" name="Shape 114"/>
          <p:cNvPicPr preferRelativeResize="0"/>
          <p:nvPr/>
        </p:nvPicPr>
        <p:blipFill rotWithShape="1">
          <a:blip r:embed="rId3">
            <a:alphaModFix/>
          </a:blip>
          <a:srcRect/>
          <a:stretch/>
        </p:blipFill>
        <p:spPr>
          <a:xfrm>
            <a:off x="5626467" y="1468015"/>
            <a:ext cx="3016928" cy="44357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Shape 119"/>
          <p:cNvSpPr txBox="1">
            <a:spLocks noGrp="1"/>
          </p:cNvSpPr>
          <p:nvPr>
            <p:ph type="title"/>
          </p:nvPr>
        </p:nvSpPr>
        <p:spPr>
          <a:xfrm>
            <a:off x="685800" y="121023"/>
            <a:ext cx="7770813" cy="1429871"/>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Font typeface="Lustria"/>
              <a:buNone/>
            </a:pPr>
            <a:endParaRPr sz="4800" b="0" i="0" u="none" strike="noStrike" cap="none">
              <a:solidFill>
                <a:schemeClr val="lt1"/>
              </a:solidFill>
              <a:latin typeface="Lustria"/>
              <a:ea typeface="Lustria"/>
              <a:cs typeface="Lustria"/>
              <a:sym typeface="Lustria"/>
            </a:endParaRPr>
          </a:p>
        </p:txBody>
      </p:sp>
      <p:pic>
        <p:nvPicPr>
          <p:cNvPr id="120" name="Shape 120"/>
          <p:cNvPicPr preferRelativeResize="0"/>
          <p:nvPr/>
        </p:nvPicPr>
        <p:blipFill rotWithShape="1">
          <a:blip r:embed="rId3">
            <a:alphaModFix/>
          </a:blip>
          <a:srcRect/>
          <a:stretch/>
        </p:blipFill>
        <p:spPr>
          <a:xfrm>
            <a:off x="0" y="1270000"/>
            <a:ext cx="9144000" cy="430305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Shape 125"/>
          <p:cNvSpPr txBox="1">
            <a:spLocks noGrp="1"/>
          </p:cNvSpPr>
          <p:nvPr>
            <p:ph type="title"/>
          </p:nvPr>
        </p:nvSpPr>
        <p:spPr>
          <a:xfrm>
            <a:off x="685800" y="121023"/>
            <a:ext cx="7770813" cy="1429871"/>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Font typeface="Lustria"/>
              <a:buNone/>
            </a:pPr>
            <a:endParaRPr sz="4800" b="0" i="0" u="none" strike="noStrike" cap="none">
              <a:solidFill>
                <a:schemeClr val="lt1"/>
              </a:solidFill>
              <a:latin typeface="Lustria"/>
              <a:ea typeface="Lustria"/>
              <a:cs typeface="Lustria"/>
              <a:sym typeface="Lustria"/>
            </a:endParaRPr>
          </a:p>
        </p:txBody>
      </p:sp>
      <p:pic>
        <p:nvPicPr>
          <p:cNvPr id="126" name="Shape 126"/>
          <p:cNvPicPr preferRelativeResize="0"/>
          <p:nvPr/>
        </p:nvPicPr>
        <p:blipFill rotWithShape="1">
          <a:blip r:embed="rId3">
            <a:alphaModFix/>
          </a:blip>
          <a:srcRect/>
          <a:stretch/>
        </p:blipFill>
        <p:spPr>
          <a:xfrm>
            <a:off x="0" y="1998153"/>
            <a:ext cx="9144000" cy="369316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Shape 131"/>
          <p:cNvSpPr txBox="1">
            <a:spLocks noGrp="1"/>
          </p:cNvSpPr>
          <p:nvPr>
            <p:ph type="body" idx="1"/>
          </p:nvPr>
        </p:nvSpPr>
        <p:spPr>
          <a:xfrm>
            <a:off x="685800" y="515962"/>
            <a:ext cx="7770813" cy="5610201"/>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Erik Homberger Erikson was born in 1902 near Frankfort, Germany to Danish parents.</a:t>
            </a:r>
            <a:endParaRPr/>
          </a:p>
          <a:p>
            <a:pPr marL="342900" marR="0" lvl="0" indent="-342900" algn="l" rtl="0">
              <a:lnSpc>
                <a:spcPct val="90000"/>
              </a:lnSpc>
              <a:spcBef>
                <a:spcPts val="200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Erikson developed eight psychosocial stages in which humans develop through throughout their entire life span.</a:t>
            </a:r>
            <a:endParaRPr/>
          </a:p>
          <a:p>
            <a:pPr marL="342900" marR="0" lvl="0" indent="-342900" algn="l" rtl="0">
              <a:lnSpc>
                <a:spcPct val="90000"/>
              </a:lnSpc>
              <a:spcBef>
                <a:spcPts val="200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During each of Erikson's eight development stages, two conflicting ideas must be resolved successfully in order for a person to become a confident, contributing member of society. Failure to </a:t>
            </a:r>
            <a:r>
              <a:rPr lang="en-US" sz="2035" b="0" i="0" u="sng" strike="noStrike" cap="none">
                <a:solidFill>
                  <a:schemeClr val="hlink"/>
                </a:solidFill>
                <a:latin typeface="Arial"/>
                <a:ea typeface="Arial"/>
                <a:cs typeface="Arial"/>
                <a:sym typeface="Arial"/>
                <a:hlinkClick r:id="rId3"/>
              </a:rPr>
              <a:t>master</a:t>
            </a:r>
            <a:r>
              <a:rPr lang="en-US" sz="2035" b="0" i="0" u="none" strike="noStrike" cap="none">
                <a:solidFill>
                  <a:schemeClr val="lt1"/>
                </a:solidFill>
                <a:latin typeface="Arial"/>
                <a:ea typeface="Arial"/>
                <a:cs typeface="Arial"/>
                <a:sym typeface="Arial"/>
              </a:rPr>
              <a:t> these tasks leads to feelings of inadequacy.  </a:t>
            </a:r>
            <a:endParaRPr/>
          </a:p>
          <a:p>
            <a:pPr marL="342900" marR="0" lvl="0" indent="-342900" algn="l" rtl="0">
              <a:lnSpc>
                <a:spcPct val="90000"/>
              </a:lnSpc>
              <a:spcBef>
                <a:spcPts val="200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He can be compared to Sigmund Freud in that he claimed that humans develop in stages. </a:t>
            </a:r>
            <a:endParaRPr sz="2035" b="0" i="0" u="none" strike="noStrike" cap="none">
              <a:solidFill>
                <a:schemeClr val="lt1"/>
              </a:solidFill>
              <a:latin typeface="Arial"/>
              <a:ea typeface="Arial"/>
              <a:cs typeface="Arial"/>
              <a:sym typeface="Arial"/>
            </a:endParaRPr>
          </a:p>
          <a:p>
            <a:pPr marL="342900" marR="0" lvl="0" indent="-342900" algn="l" rtl="0">
              <a:lnSpc>
                <a:spcPct val="90000"/>
              </a:lnSpc>
              <a:spcBef>
                <a:spcPts val="200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Each person progresses through life, from infancy up until death, and confront different challenges that can either be mastered or that can lead to difficulties. </a:t>
            </a:r>
            <a:endParaRPr sz="2035" b="0" i="0" u="none" strike="noStrike" cap="none">
              <a:solidFill>
                <a:schemeClr val="lt1"/>
              </a:solidFill>
              <a:latin typeface="Arial"/>
              <a:ea typeface="Arial"/>
              <a:cs typeface="Arial"/>
              <a:sym typeface="Arial"/>
            </a:endParaRPr>
          </a:p>
          <a:p>
            <a:pPr marL="342900" marR="0" lvl="0" indent="-342900" algn="l" rtl="0">
              <a:lnSpc>
                <a:spcPct val="90000"/>
              </a:lnSpc>
              <a:spcBef>
                <a:spcPts val="200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Erikson didn’t believe that mastering each stage was necessary in order to move on to the next </a:t>
            </a:r>
            <a:endParaRPr sz="2035" b="0" i="0" u="none" strike="noStrike" cap="none">
              <a:solidFill>
                <a:schemeClr val="lt1"/>
              </a:solidFill>
              <a:latin typeface="Arial"/>
              <a:ea typeface="Arial"/>
              <a:cs typeface="Arial"/>
              <a:sym typeface="Arial"/>
            </a:endParaRPr>
          </a:p>
          <a:p>
            <a:pPr marL="342900" marR="0" lvl="0" indent="-213677" algn="l" rtl="0">
              <a:lnSpc>
                <a:spcPct val="90000"/>
              </a:lnSpc>
              <a:spcBef>
                <a:spcPts val="2000"/>
              </a:spcBef>
              <a:spcAft>
                <a:spcPts val="0"/>
              </a:spcAft>
              <a:buClr>
                <a:schemeClr val="lt1"/>
              </a:buClr>
              <a:buSzPts val="2035"/>
              <a:buFont typeface="Lustria"/>
              <a:buNone/>
            </a:pPr>
            <a:endParaRPr sz="2035" b="0" i="0" u="none" strike="noStrike" cap="none">
              <a:solidFill>
                <a:schemeClr val="lt1"/>
              </a:solidFill>
              <a:latin typeface="Arial"/>
              <a:ea typeface="Arial"/>
              <a:cs typeface="Arial"/>
              <a:sym typeface="Arial"/>
            </a:endParaRPr>
          </a:p>
          <a:p>
            <a:pPr marL="342900" marR="0" lvl="0" indent="-213677" algn="l" rtl="0">
              <a:lnSpc>
                <a:spcPct val="90000"/>
              </a:lnSpc>
              <a:spcBef>
                <a:spcPts val="2000"/>
              </a:spcBef>
              <a:spcAft>
                <a:spcPts val="0"/>
              </a:spcAft>
              <a:buClr>
                <a:schemeClr val="lt1"/>
              </a:buClr>
              <a:buSzPts val="2035"/>
              <a:buFont typeface="Lustria"/>
              <a:buNone/>
            </a:pPr>
            <a:endParaRPr sz="2035" b="0" i="0" u="none" strike="noStrike" cap="none">
              <a:solidFill>
                <a:schemeClr val="lt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Shape 136"/>
          <p:cNvSpPr txBox="1">
            <a:spLocks noGrp="1"/>
          </p:cNvSpPr>
          <p:nvPr>
            <p:ph type="body" idx="1"/>
          </p:nvPr>
        </p:nvSpPr>
        <p:spPr>
          <a:xfrm>
            <a:off x="685800" y="661490"/>
            <a:ext cx="7770813" cy="5464673"/>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Various terms are used to describe Erikson's model, for example Erikson's biopsychosocial or bio-psycho-social theory (bio refers to biological, which in this context means life).</a:t>
            </a:r>
            <a:endParaRPr/>
          </a:p>
          <a:p>
            <a:pPr marL="342900" marR="0" lvl="0" indent="-342900" algn="l" rtl="0">
              <a:lnSpc>
                <a:spcPct val="90000"/>
              </a:lnSpc>
              <a:spcBef>
                <a:spcPts val="200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Erikson's human development cycle or life cycle, and variations of these. All refer to the same eight stages psychosocial theory, it being Erikson's most distinct work and remarkable model.</a:t>
            </a:r>
            <a:endParaRPr/>
          </a:p>
          <a:p>
            <a:pPr marL="342900" marR="0" lvl="0" indent="-342900" algn="l" rtl="0">
              <a:lnSpc>
                <a:spcPct val="90000"/>
              </a:lnSpc>
              <a:spcBef>
                <a:spcPts val="200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The word 'psychosocial' is Erikson's term, effectively from the words psychological (mind) and social (relationships).</a:t>
            </a:r>
            <a:endParaRPr/>
          </a:p>
          <a:p>
            <a:pPr marL="342900" marR="0" lvl="0" indent="-342900" algn="l" rtl="0">
              <a:lnSpc>
                <a:spcPct val="90000"/>
              </a:lnSpc>
              <a:spcBef>
                <a:spcPts val="200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Erikson believed that his psychosocial principle is genetically inevitable in shaping human development. It occurs in all people.</a:t>
            </a:r>
            <a:endParaRPr/>
          </a:p>
          <a:p>
            <a:pPr marL="342900" marR="0" lvl="0" indent="-342900" algn="l" rtl="0">
              <a:lnSpc>
                <a:spcPct val="90000"/>
              </a:lnSpc>
              <a:spcBef>
                <a:spcPts val="200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Erikson stressed his work was a ‘tool to think with rather than a factual analysis’. Its purpose then is to provide </a:t>
            </a:r>
            <a:r>
              <a:rPr lang="en-US" sz="2035">
                <a:latin typeface="Arial"/>
                <a:ea typeface="Arial"/>
                <a:cs typeface="Arial"/>
                <a:sym typeface="Arial"/>
              </a:rPr>
              <a:t>a framework</a:t>
            </a:r>
            <a:r>
              <a:rPr lang="en-US" sz="2035" b="0" i="0" u="none" strike="noStrike" cap="none">
                <a:solidFill>
                  <a:schemeClr val="lt1"/>
                </a:solidFill>
                <a:latin typeface="Arial"/>
                <a:ea typeface="Arial"/>
                <a:cs typeface="Arial"/>
                <a:sym typeface="Arial"/>
              </a:rPr>
              <a:t> within which development can be considered rather than testable theory.</a:t>
            </a:r>
            <a:endParaRPr/>
          </a:p>
          <a:p>
            <a:pPr marL="342900" marR="0" lvl="0" indent="-213677" algn="l" rtl="0">
              <a:lnSpc>
                <a:spcPct val="90000"/>
              </a:lnSpc>
              <a:spcBef>
                <a:spcPts val="2000"/>
              </a:spcBef>
              <a:spcAft>
                <a:spcPts val="0"/>
              </a:spcAft>
              <a:buClr>
                <a:schemeClr val="lt1"/>
              </a:buClr>
              <a:buSzPts val="2035"/>
              <a:buFont typeface="Lustria"/>
              <a:buNone/>
            </a:pPr>
            <a:endParaRPr sz="2035" b="0" i="0" u="none" strike="noStrike" cap="none">
              <a:solidFill>
                <a:schemeClr val="lt1"/>
              </a:solidFill>
              <a:latin typeface="Arial"/>
              <a:ea typeface="Arial"/>
              <a:cs typeface="Arial"/>
              <a:sym typeface="Arial"/>
            </a:endParaRPr>
          </a:p>
          <a:p>
            <a:pPr marL="342900" marR="0" lvl="0" indent="-213677" algn="l" rtl="0">
              <a:lnSpc>
                <a:spcPct val="90000"/>
              </a:lnSpc>
              <a:spcBef>
                <a:spcPts val="2000"/>
              </a:spcBef>
              <a:spcAft>
                <a:spcPts val="0"/>
              </a:spcAft>
              <a:buClr>
                <a:schemeClr val="lt1"/>
              </a:buClr>
              <a:buSzPts val="2035"/>
              <a:buFont typeface="Lustria"/>
              <a:buNone/>
            </a:pPr>
            <a:endParaRPr sz="2035" b="0" i="0" u="none" strike="noStrike" cap="none">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Shape 141"/>
          <p:cNvSpPr txBox="1">
            <a:spLocks noGrp="1"/>
          </p:cNvSpPr>
          <p:nvPr>
            <p:ph type="body" idx="1"/>
          </p:nvPr>
        </p:nvSpPr>
        <p:spPr>
          <a:xfrm>
            <a:off x="685800" y="846707"/>
            <a:ext cx="7770813" cy="5279456"/>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Font typeface="Arial"/>
              <a:buNone/>
            </a:pPr>
            <a:r>
              <a:rPr lang="en-US" sz="2200" b="0" i="0" u="none" strike="noStrike" cap="none">
                <a:solidFill>
                  <a:schemeClr val="lt1"/>
                </a:solidFill>
                <a:latin typeface="Arial"/>
                <a:ea typeface="Arial"/>
                <a:cs typeface="Arial"/>
                <a:sym typeface="Arial"/>
              </a:rPr>
              <a:t>There are three key components of Erikson’s theory:</a:t>
            </a:r>
            <a:endParaRPr/>
          </a:p>
          <a:p>
            <a:pPr marL="342900" marR="0" lvl="0" indent="-342900" algn="l" rtl="0">
              <a:spcBef>
                <a:spcPts val="2000"/>
              </a:spcBef>
              <a:spcAft>
                <a:spcPts val="0"/>
              </a:spcAft>
              <a:buClr>
                <a:schemeClr val="lt1"/>
              </a:buClr>
              <a:buSzPts val="2200"/>
              <a:buFont typeface="Arial"/>
              <a:buChar char="•"/>
            </a:pPr>
            <a:r>
              <a:rPr lang="en-US" sz="2200" b="1" i="0" u="none" strike="noStrike" cap="none">
                <a:solidFill>
                  <a:schemeClr val="lt1"/>
                </a:solidFill>
                <a:latin typeface="Arial"/>
                <a:ea typeface="Arial"/>
                <a:cs typeface="Arial"/>
                <a:sym typeface="Arial"/>
              </a:rPr>
              <a:t>Ego identity:</a:t>
            </a:r>
            <a:r>
              <a:rPr lang="en-US" sz="2200" b="0" i="0" u="none" strike="noStrike" cap="none">
                <a:solidFill>
                  <a:schemeClr val="lt1"/>
                </a:solidFill>
                <a:latin typeface="Arial"/>
                <a:ea typeface="Arial"/>
                <a:cs typeface="Arial"/>
                <a:sym typeface="Arial"/>
              </a:rPr>
              <a:t> Our continually changing sense of self that emerges due to our social interactions and experiences.</a:t>
            </a:r>
            <a:endParaRPr/>
          </a:p>
          <a:p>
            <a:pPr marL="342900" marR="0" lvl="0" indent="-342900" algn="l" rtl="0">
              <a:spcBef>
                <a:spcPts val="2000"/>
              </a:spcBef>
              <a:spcAft>
                <a:spcPts val="0"/>
              </a:spcAft>
              <a:buClr>
                <a:schemeClr val="lt1"/>
              </a:buClr>
              <a:buSzPts val="2200"/>
              <a:buFont typeface="Arial"/>
              <a:buChar char="•"/>
            </a:pPr>
            <a:r>
              <a:rPr lang="en-US" sz="2200" b="1" i="0" u="none" strike="noStrike" cap="none">
                <a:solidFill>
                  <a:schemeClr val="lt1"/>
                </a:solidFill>
                <a:latin typeface="Arial"/>
                <a:ea typeface="Arial"/>
                <a:cs typeface="Arial"/>
                <a:sym typeface="Arial"/>
              </a:rPr>
              <a:t>Ego strength:</a:t>
            </a:r>
            <a:r>
              <a:rPr lang="en-US" sz="2200" b="0" i="0" u="none" strike="noStrike" cap="none">
                <a:solidFill>
                  <a:schemeClr val="lt1"/>
                </a:solidFill>
                <a:latin typeface="Arial"/>
                <a:ea typeface="Arial"/>
                <a:cs typeface="Arial"/>
                <a:sym typeface="Arial"/>
              </a:rPr>
              <a:t> This develops when people successfully master each stage of development.</a:t>
            </a:r>
            <a:endParaRPr/>
          </a:p>
          <a:p>
            <a:pPr marL="342900" marR="0" lvl="0" indent="-342900" algn="l" rtl="0">
              <a:spcBef>
                <a:spcPts val="2000"/>
              </a:spcBef>
              <a:spcAft>
                <a:spcPts val="0"/>
              </a:spcAft>
              <a:buClr>
                <a:schemeClr val="lt1"/>
              </a:buClr>
              <a:buSzPts val="2200"/>
              <a:buFont typeface="Arial"/>
              <a:buChar char="•"/>
            </a:pPr>
            <a:r>
              <a:rPr lang="en-US" sz="2200" b="1" i="0" u="none" strike="noStrike" cap="none">
                <a:solidFill>
                  <a:schemeClr val="lt1"/>
                </a:solidFill>
                <a:latin typeface="Arial"/>
                <a:ea typeface="Arial"/>
                <a:cs typeface="Arial"/>
                <a:sym typeface="Arial"/>
              </a:rPr>
              <a:t>Conflict:</a:t>
            </a:r>
            <a:r>
              <a:rPr lang="en-US" sz="2200" b="0" i="0" u="none" strike="noStrike" cap="none">
                <a:solidFill>
                  <a:schemeClr val="lt1"/>
                </a:solidFill>
                <a:latin typeface="Arial"/>
                <a:ea typeface="Arial"/>
                <a:cs typeface="Arial"/>
                <a:sym typeface="Arial"/>
              </a:rPr>
              <a:t> At each stage of development, people face some type of conflict that serves as a turning point in the developmental process.</a:t>
            </a:r>
            <a:endParaRPr/>
          </a:p>
          <a:p>
            <a:pPr marL="342900" marR="0" lvl="0" indent="-203200" algn="l" rtl="0">
              <a:spcBef>
                <a:spcPts val="2000"/>
              </a:spcBef>
              <a:spcAft>
                <a:spcPts val="0"/>
              </a:spcAft>
              <a:buClr>
                <a:schemeClr val="lt1"/>
              </a:buClr>
              <a:buSzPts val="2200"/>
              <a:buFont typeface="Lustria"/>
              <a:buNone/>
            </a:pPr>
            <a:endParaRPr sz="2200" b="0" i="0" u="none" strike="noStrike" cap="none">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6" name="Shape 146"/>
          <p:cNvPicPr preferRelativeResize="0"/>
          <p:nvPr/>
        </p:nvPicPr>
        <p:blipFill rotWithShape="1">
          <a:blip r:embed="rId3">
            <a:alphaModFix/>
          </a:blip>
          <a:srcRect/>
          <a:stretch/>
        </p:blipFill>
        <p:spPr>
          <a:xfrm>
            <a:off x="0" y="825500"/>
            <a:ext cx="9144000" cy="520562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pic>
        <p:nvPicPr>
          <p:cNvPr id="151" name="Shape 151"/>
          <p:cNvPicPr preferRelativeResize="0"/>
          <p:nvPr/>
        </p:nvPicPr>
        <p:blipFill rotWithShape="1">
          <a:blip r:embed="rId3">
            <a:alphaModFix/>
          </a:blip>
          <a:srcRect/>
          <a:stretch/>
        </p:blipFill>
        <p:spPr>
          <a:xfrm>
            <a:off x="0" y="0"/>
            <a:ext cx="9144000" cy="6858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Shape 156"/>
          <p:cNvSpPr txBox="1">
            <a:spLocks noGrp="1"/>
          </p:cNvSpPr>
          <p:nvPr>
            <p:ph type="body" idx="1"/>
          </p:nvPr>
        </p:nvSpPr>
        <p:spPr>
          <a:xfrm>
            <a:off x="317478" y="1124534"/>
            <a:ext cx="8426370" cy="418061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lt1"/>
              </a:buClr>
              <a:buFont typeface="Corben"/>
              <a:buNone/>
            </a:pPr>
            <a:r>
              <a:rPr lang="en-US" sz="2200" b="1" i="0" u="none" strike="noStrike" cap="none">
                <a:solidFill>
                  <a:schemeClr val="lt1"/>
                </a:solidFill>
                <a:latin typeface="Corben"/>
                <a:ea typeface="Corben"/>
                <a:cs typeface="Corben"/>
                <a:sym typeface="Corben"/>
              </a:rPr>
              <a:t> </a:t>
            </a:r>
            <a:r>
              <a:rPr lang="en-US" sz="4400" b="1" i="0" u="none" strike="noStrike" cap="none">
                <a:solidFill>
                  <a:srgbClr val="CDE6F8"/>
                </a:solidFill>
                <a:latin typeface="Corben"/>
                <a:ea typeface="Corben"/>
                <a:cs typeface="Corben"/>
                <a:sym typeface="Corben"/>
              </a:rPr>
              <a:t>Trust v Mistrust</a:t>
            </a:r>
            <a:r>
              <a:rPr lang="en-US" sz="4400" b="1" i="0" u="none" strike="noStrike" cap="none">
                <a:solidFill>
                  <a:schemeClr val="lt1"/>
                </a:solidFill>
                <a:latin typeface="Corben"/>
                <a:ea typeface="Corben"/>
                <a:cs typeface="Corben"/>
                <a:sym typeface="Corben"/>
              </a:rPr>
              <a:t> </a:t>
            </a:r>
            <a:br>
              <a:rPr lang="en-US" sz="4400" b="1" i="0" u="none" strike="noStrike" cap="none">
                <a:solidFill>
                  <a:schemeClr val="lt1"/>
                </a:solidFill>
                <a:latin typeface="Corben"/>
                <a:ea typeface="Corben"/>
                <a:cs typeface="Corben"/>
                <a:sym typeface="Corben"/>
              </a:rPr>
            </a:br>
            <a:r>
              <a:rPr lang="en-US" sz="4400" b="1" i="0" u="none" strike="noStrike" cap="none">
                <a:solidFill>
                  <a:schemeClr val="lt1"/>
                </a:solidFill>
                <a:latin typeface="Corben"/>
                <a:ea typeface="Corben"/>
                <a:cs typeface="Corben"/>
                <a:sym typeface="Corben"/>
              </a:rPr>
              <a:t/>
            </a:r>
            <a:br>
              <a:rPr lang="en-US" sz="4400" b="1" i="0" u="none" strike="noStrike" cap="none">
                <a:solidFill>
                  <a:schemeClr val="lt1"/>
                </a:solidFill>
                <a:latin typeface="Corben"/>
                <a:ea typeface="Corben"/>
                <a:cs typeface="Corben"/>
                <a:sym typeface="Corben"/>
              </a:rPr>
            </a:br>
            <a:r>
              <a:rPr lang="en-US" sz="2200" b="1" i="0" u="none" strike="noStrike" cap="none">
                <a:solidFill>
                  <a:srgbClr val="D9F1CC"/>
                </a:solidFill>
                <a:latin typeface="Corben"/>
                <a:ea typeface="Corben"/>
                <a:cs typeface="Corben"/>
                <a:sym typeface="Corben"/>
              </a:rPr>
              <a:t>'To get'</a:t>
            </a:r>
            <a:r>
              <a:rPr lang="en-US" sz="2200" b="0" i="0" u="none" strike="noStrike" cap="none">
                <a:solidFill>
                  <a:srgbClr val="D9F1CC"/>
                </a:solidFill>
                <a:latin typeface="Corben"/>
                <a:ea typeface="Corben"/>
                <a:cs typeface="Corben"/>
                <a:sym typeface="Corben"/>
              </a:rPr>
              <a:t> </a:t>
            </a:r>
            <a:br>
              <a:rPr lang="en-US" sz="2200" b="0" i="0" u="none" strike="noStrike" cap="none">
                <a:solidFill>
                  <a:srgbClr val="D9F1CC"/>
                </a:solidFill>
                <a:latin typeface="Corben"/>
                <a:ea typeface="Corben"/>
                <a:cs typeface="Corben"/>
                <a:sym typeface="Corben"/>
              </a:rPr>
            </a:br>
            <a:r>
              <a:rPr lang="en-US" sz="2200" b="1" i="0" u="none" strike="noStrike" cap="none">
                <a:solidFill>
                  <a:srgbClr val="D9F1CC"/>
                </a:solidFill>
                <a:latin typeface="Corben"/>
                <a:ea typeface="Corben"/>
                <a:cs typeface="Corben"/>
                <a:sym typeface="Corben"/>
              </a:rPr>
              <a:t/>
            </a:r>
            <a:br>
              <a:rPr lang="en-US" sz="2200" b="1" i="0" u="none" strike="noStrike" cap="none">
                <a:solidFill>
                  <a:srgbClr val="D9F1CC"/>
                </a:solidFill>
                <a:latin typeface="Corben"/>
                <a:ea typeface="Corben"/>
                <a:cs typeface="Corben"/>
                <a:sym typeface="Corben"/>
              </a:rPr>
            </a:br>
            <a:r>
              <a:rPr lang="en-US" sz="2200" b="1" i="0" u="none" strike="noStrike" cap="none">
                <a:solidFill>
                  <a:srgbClr val="D9F1CC"/>
                </a:solidFill>
                <a:latin typeface="Corben"/>
                <a:ea typeface="Corben"/>
                <a:cs typeface="Corben"/>
                <a:sym typeface="Corben"/>
              </a:rPr>
              <a:t>'To give in return' </a:t>
            </a:r>
            <a:br>
              <a:rPr lang="en-US" sz="2200" b="1" i="0" u="none" strike="noStrike" cap="none">
                <a:solidFill>
                  <a:srgbClr val="D9F1CC"/>
                </a:solidFill>
                <a:latin typeface="Corben"/>
                <a:ea typeface="Corben"/>
                <a:cs typeface="Corben"/>
                <a:sym typeface="Corben"/>
              </a:rPr>
            </a:br>
            <a:r>
              <a:rPr lang="en-US" sz="2200" b="1" i="0" u="none" strike="noStrike" cap="none">
                <a:solidFill>
                  <a:schemeClr val="lt1"/>
                </a:solidFill>
                <a:latin typeface="Corben"/>
                <a:ea typeface="Corben"/>
                <a:cs typeface="Corben"/>
                <a:sym typeface="Corben"/>
              </a:rPr>
              <a:t/>
            </a:r>
            <a:br>
              <a:rPr lang="en-US" sz="2200" b="1" i="0" u="none" strike="noStrike" cap="none">
                <a:solidFill>
                  <a:schemeClr val="lt1"/>
                </a:solidFill>
                <a:latin typeface="Corben"/>
                <a:ea typeface="Corben"/>
                <a:cs typeface="Corben"/>
                <a:sym typeface="Corben"/>
              </a:rPr>
            </a:br>
            <a:r>
              <a:rPr lang="en-US" sz="2200" b="1" i="0" u="none" strike="noStrike" cap="none">
                <a:solidFill>
                  <a:srgbClr val="FBC2C7"/>
                </a:solidFill>
                <a:latin typeface="Corben"/>
                <a:ea typeface="Corben"/>
                <a:cs typeface="Corben"/>
                <a:sym typeface="Corben"/>
              </a:rPr>
              <a:t>(To receive and to give in return. Trust is reciprocal - maybe karma even..) </a:t>
            </a:r>
            <a:r>
              <a:rPr lang="en-US" sz="2200" b="0" i="0" u="none" strike="noStrike" cap="none">
                <a:solidFill>
                  <a:srgbClr val="FBC2C7"/>
                </a:solidFill>
                <a:latin typeface="Corben"/>
                <a:ea typeface="Corben"/>
                <a:cs typeface="Corben"/>
                <a:sym typeface="Corben"/>
              </a:rPr>
              <a:t> </a:t>
            </a:r>
            <a:endParaRPr sz="2200" b="0" i="0" u="none" strike="noStrike" cap="none">
              <a:solidFill>
                <a:srgbClr val="FBC2C7"/>
              </a:solidFill>
              <a:latin typeface="Corben"/>
              <a:ea typeface="Corben"/>
              <a:cs typeface="Corben"/>
              <a:sym typeface="Corbe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Shape 161"/>
          <p:cNvSpPr txBox="1">
            <a:spLocks noGrp="1"/>
          </p:cNvSpPr>
          <p:nvPr>
            <p:ph type="body" idx="1"/>
          </p:nvPr>
        </p:nvSpPr>
        <p:spPr>
          <a:xfrm>
            <a:off x="277792" y="277826"/>
            <a:ext cx="8585109" cy="6297387"/>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Is the world a safe place or is it full of unpredictable events and accidents waiting to happen?</a:t>
            </a:r>
            <a:endParaRPr/>
          </a:p>
          <a:p>
            <a:pPr marL="342900" marR="0" lvl="0" indent="-342900" algn="l" rtl="0">
              <a:spcBef>
                <a:spcPts val="200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The infant will develop a healthy balance between trust and mistrust if fed and cared for and not over-indulged or over-protected. </a:t>
            </a:r>
            <a:endParaRPr sz="2035" b="0" i="0" u="none" strike="noStrike" cap="none">
              <a:solidFill>
                <a:schemeClr val="lt1"/>
              </a:solidFill>
              <a:latin typeface="Arial"/>
              <a:ea typeface="Arial"/>
              <a:cs typeface="Arial"/>
              <a:sym typeface="Arial"/>
            </a:endParaRPr>
          </a:p>
          <a:p>
            <a:pPr marL="342900" marR="0" lvl="0" indent="-342900" algn="l" rtl="0">
              <a:spcBef>
                <a:spcPts val="200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If the care the infant receives is consistent, predictable and reliable, they will develop a sense of trust which will carry with them to other relationships, and they will be able to feel secure even when threatened.</a:t>
            </a:r>
            <a:endParaRPr/>
          </a:p>
          <a:p>
            <a:pPr marL="342900" marR="0" lvl="0" indent="-342900" algn="l" rtl="0">
              <a:spcBef>
                <a:spcPts val="200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If the care has been harsh or inconsistent, unpredictable and unreliable, then the infant will develop a sense of mistrust and will not have confidence in the world around them or in their abilities to influence events. It may result in anxiety, heightened insecurities, and an over feeling of mistrust in the world around them </a:t>
            </a:r>
            <a:endParaRPr sz="2035" b="0" i="0" u="none" strike="noStrike" cap="none">
              <a:solidFill>
                <a:schemeClr val="lt1"/>
              </a:solidFill>
              <a:latin typeface="Arial"/>
              <a:ea typeface="Arial"/>
              <a:cs typeface="Arial"/>
              <a:sym typeface="Arial"/>
            </a:endParaRPr>
          </a:p>
          <a:p>
            <a:pPr marL="342900" marR="0" lvl="0" indent="-342900" algn="l" rtl="0">
              <a:spcBef>
                <a:spcPts val="200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Success in this stage will lead to the virtue of </a:t>
            </a:r>
            <a:r>
              <a:rPr lang="en-US" sz="2035" b="1" i="0" u="none" strike="noStrike" cap="none">
                <a:solidFill>
                  <a:schemeClr val="lt1"/>
                </a:solidFill>
                <a:latin typeface="Arial"/>
                <a:ea typeface="Arial"/>
                <a:cs typeface="Arial"/>
                <a:sym typeface="Arial"/>
              </a:rPr>
              <a:t>hope</a:t>
            </a:r>
            <a:r>
              <a:rPr lang="en-US" sz="2035" b="0" i="0" u="none" strike="noStrike" cap="none">
                <a:solidFill>
                  <a:schemeClr val="lt1"/>
                </a:solidFill>
                <a:latin typeface="Arial"/>
                <a:ea typeface="Arial"/>
                <a:cs typeface="Arial"/>
                <a:sym typeface="Arial"/>
              </a:rPr>
              <a:t>. Failing to acquire the virtue of hope will lead to the development of fear.</a:t>
            </a:r>
            <a:endParaRPr/>
          </a:p>
          <a:p>
            <a:pPr marL="342900" marR="0" lvl="0" indent="-342900" algn="l" rtl="0">
              <a:spcBef>
                <a:spcPts val="200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Life event: Feeding</a:t>
            </a:r>
            <a:endParaRPr sz="2035" b="0" i="0" u="none" strike="noStrike" cap="none">
              <a:solidFill>
                <a:schemeClr val="lt1"/>
              </a:solidFill>
              <a:latin typeface="Arial"/>
              <a:ea typeface="Arial"/>
              <a:cs typeface="Arial"/>
              <a:sym typeface="Arial"/>
            </a:endParaRPr>
          </a:p>
          <a:p>
            <a:pPr marL="342900" marR="0" lvl="0" indent="-213677" algn="l" rtl="0">
              <a:spcBef>
                <a:spcPts val="2000"/>
              </a:spcBef>
              <a:spcAft>
                <a:spcPts val="0"/>
              </a:spcAft>
              <a:buClr>
                <a:schemeClr val="lt1"/>
              </a:buClr>
              <a:buSzPts val="2035"/>
              <a:buFont typeface="Lustria"/>
              <a:buNone/>
            </a:pPr>
            <a:endParaRPr sz="2035" b="0" i="0" u="none" strike="noStrike" cap="none">
              <a:solidFill>
                <a:schemeClr val="lt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pic>
        <p:nvPicPr>
          <p:cNvPr id="166" name="Shape 166"/>
          <p:cNvPicPr preferRelativeResize="0"/>
          <p:nvPr/>
        </p:nvPicPr>
        <p:blipFill rotWithShape="1">
          <a:blip r:embed="rId3">
            <a:alphaModFix/>
          </a:blip>
          <a:srcRect/>
          <a:stretch/>
        </p:blipFill>
        <p:spPr>
          <a:xfrm>
            <a:off x="0" y="0"/>
            <a:ext cx="9144000" cy="6858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Shape 171"/>
          <p:cNvSpPr txBox="1">
            <a:spLocks noGrp="1"/>
          </p:cNvSpPr>
          <p:nvPr>
            <p:ph type="body" idx="1"/>
          </p:nvPr>
        </p:nvSpPr>
        <p:spPr>
          <a:xfrm>
            <a:off x="317478" y="1124534"/>
            <a:ext cx="8426370" cy="418061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lt1"/>
              </a:buClr>
              <a:buFont typeface="Corben"/>
              <a:buNone/>
            </a:pPr>
            <a:r>
              <a:rPr lang="en-US" sz="2200" b="1" i="0" u="none" strike="noStrike" cap="none">
                <a:solidFill>
                  <a:schemeClr val="lt1"/>
                </a:solidFill>
                <a:latin typeface="Corben"/>
                <a:ea typeface="Corben"/>
                <a:cs typeface="Corben"/>
                <a:sym typeface="Corben"/>
              </a:rPr>
              <a:t> </a:t>
            </a:r>
            <a:r>
              <a:rPr lang="en-US" sz="4400" b="1" i="0" u="none" strike="noStrike" cap="none">
                <a:solidFill>
                  <a:srgbClr val="CFE7F8"/>
                </a:solidFill>
                <a:latin typeface="Corben"/>
                <a:ea typeface="Corben"/>
                <a:cs typeface="Corben"/>
                <a:sym typeface="Corben"/>
              </a:rPr>
              <a:t>Autonomy v Shame &amp; Doubt</a:t>
            </a:r>
            <a:r>
              <a:rPr lang="en-US" sz="4400" b="1" i="0" u="none" strike="noStrike" cap="none">
                <a:solidFill>
                  <a:schemeClr val="lt1"/>
                </a:solidFill>
                <a:latin typeface="Corben"/>
                <a:ea typeface="Corben"/>
                <a:cs typeface="Corben"/>
                <a:sym typeface="Corben"/>
              </a:rPr>
              <a:t> </a:t>
            </a:r>
            <a:r>
              <a:rPr lang="en-US" sz="4400" b="0" i="0" u="none" strike="noStrike" cap="none">
                <a:solidFill>
                  <a:schemeClr val="lt1"/>
                </a:solidFill>
                <a:latin typeface="Corben"/>
                <a:ea typeface="Corben"/>
                <a:cs typeface="Corben"/>
                <a:sym typeface="Corben"/>
              </a:rPr>
              <a:t> </a:t>
            </a:r>
            <a:r>
              <a:rPr lang="en-US" sz="4400" b="1" i="0" u="none" strike="noStrike" cap="none">
                <a:solidFill>
                  <a:schemeClr val="lt1"/>
                </a:solidFill>
                <a:latin typeface="Corben"/>
                <a:ea typeface="Corben"/>
                <a:cs typeface="Corben"/>
                <a:sym typeface="Corben"/>
              </a:rPr>
              <a:t> </a:t>
            </a:r>
            <a:br>
              <a:rPr lang="en-US" sz="4400" b="1" i="0" u="none" strike="noStrike" cap="none">
                <a:solidFill>
                  <a:schemeClr val="lt1"/>
                </a:solidFill>
                <a:latin typeface="Corben"/>
                <a:ea typeface="Corben"/>
                <a:cs typeface="Corben"/>
                <a:sym typeface="Corben"/>
              </a:rPr>
            </a:br>
            <a:r>
              <a:rPr lang="en-US" sz="4400" b="1" i="0" u="none" strike="noStrike" cap="none">
                <a:solidFill>
                  <a:schemeClr val="lt1"/>
                </a:solidFill>
                <a:latin typeface="Corben"/>
                <a:ea typeface="Corben"/>
                <a:cs typeface="Corben"/>
                <a:sym typeface="Corben"/>
              </a:rPr>
              <a:t/>
            </a:r>
            <a:br>
              <a:rPr lang="en-US" sz="4400" b="1" i="0" u="none" strike="noStrike" cap="none">
                <a:solidFill>
                  <a:schemeClr val="lt1"/>
                </a:solidFill>
                <a:latin typeface="Corben"/>
                <a:ea typeface="Corben"/>
                <a:cs typeface="Corben"/>
                <a:sym typeface="Corben"/>
              </a:rPr>
            </a:br>
            <a:r>
              <a:rPr lang="en-US" sz="2200" b="1" i="0" u="none" strike="noStrike" cap="none">
                <a:solidFill>
                  <a:srgbClr val="D9F1CC"/>
                </a:solidFill>
                <a:latin typeface="Corben"/>
                <a:ea typeface="Corben"/>
                <a:cs typeface="Corben"/>
                <a:sym typeface="Corben"/>
              </a:rPr>
              <a:t>'To hold on'</a:t>
            </a:r>
            <a:r>
              <a:rPr lang="en-US" sz="2200" b="0" i="0" u="none" strike="noStrike" cap="none">
                <a:solidFill>
                  <a:srgbClr val="D9F1CC"/>
                </a:solidFill>
                <a:latin typeface="Corben"/>
                <a:ea typeface="Corben"/>
                <a:cs typeface="Corben"/>
                <a:sym typeface="Corben"/>
              </a:rPr>
              <a:t> </a:t>
            </a:r>
            <a:br>
              <a:rPr lang="en-US" sz="2200" b="0" i="0" u="none" strike="noStrike" cap="none">
                <a:solidFill>
                  <a:srgbClr val="D9F1CC"/>
                </a:solidFill>
                <a:latin typeface="Corben"/>
                <a:ea typeface="Corben"/>
                <a:cs typeface="Corben"/>
                <a:sym typeface="Corben"/>
              </a:rPr>
            </a:br>
            <a:r>
              <a:rPr lang="en-US" sz="2200" b="1" i="0" u="none" strike="noStrike" cap="none">
                <a:solidFill>
                  <a:srgbClr val="D9F1CC"/>
                </a:solidFill>
                <a:latin typeface="Corben"/>
                <a:ea typeface="Corben"/>
                <a:cs typeface="Corben"/>
                <a:sym typeface="Corben"/>
              </a:rPr>
              <a:t/>
            </a:r>
            <a:br>
              <a:rPr lang="en-US" sz="2200" b="1" i="0" u="none" strike="noStrike" cap="none">
                <a:solidFill>
                  <a:srgbClr val="D9F1CC"/>
                </a:solidFill>
                <a:latin typeface="Corben"/>
                <a:ea typeface="Corben"/>
                <a:cs typeface="Corben"/>
                <a:sym typeface="Corben"/>
              </a:rPr>
            </a:br>
            <a:r>
              <a:rPr lang="en-US" sz="2200" b="1" i="0" u="none" strike="noStrike" cap="none">
                <a:solidFill>
                  <a:srgbClr val="D9F1CC"/>
                </a:solidFill>
                <a:latin typeface="Corben"/>
                <a:ea typeface="Corben"/>
                <a:cs typeface="Corben"/>
                <a:sym typeface="Corben"/>
              </a:rPr>
              <a:t>'To let go' </a:t>
            </a:r>
            <a:br>
              <a:rPr lang="en-US" sz="2200" b="1" i="0" u="none" strike="noStrike" cap="none">
                <a:solidFill>
                  <a:srgbClr val="D9F1CC"/>
                </a:solidFill>
                <a:latin typeface="Corben"/>
                <a:ea typeface="Corben"/>
                <a:cs typeface="Corben"/>
                <a:sym typeface="Corben"/>
              </a:rPr>
            </a:br>
            <a:r>
              <a:rPr lang="en-US" sz="2200" b="1" i="0" u="none" strike="noStrike" cap="none">
                <a:solidFill>
                  <a:schemeClr val="lt1"/>
                </a:solidFill>
                <a:latin typeface="Corben"/>
                <a:ea typeface="Corben"/>
                <a:cs typeface="Corben"/>
                <a:sym typeface="Corben"/>
              </a:rPr>
              <a:t/>
            </a:r>
            <a:br>
              <a:rPr lang="en-US" sz="2200" b="1" i="0" u="none" strike="noStrike" cap="none">
                <a:solidFill>
                  <a:schemeClr val="lt1"/>
                </a:solidFill>
                <a:latin typeface="Corben"/>
                <a:ea typeface="Corben"/>
                <a:cs typeface="Corben"/>
                <a:sym typeface="Corben"/>
              </a:rPr>
            </a:br>
            <a:r>
              <a:rPr lang="en-US" sz="2200" b="1" i="0" u="none" strike="noStrike" cap="none">
                <a:solidFill>
                  <a:srgbClr val="FBC2C7"/>
                </a:solidFill>
                <a:latin typeface="Corben"/>
                <a:ea typeface="Corben"/>
                <a:cs typeface="Corben"/>
                <a:sym typeface="Corben"/>
              </a:rPr>
              <a:t>(To direct behaviour outward or be retentive. Of course very Freudian...)</a:t>
            </a:r>
            <a:r>
              <a:rPr lang="en-US" sz="2200" b="0" i="0" u="none" strike="noStrike" cap="none">
                <a:solidFill>
                  <a:srgbClr val="FBC2C7"/>
                </a:solidFill>
                <a:latin typeface="Corben"/>
                <a:ea typeface="Corben"/>
                <a:cs typeface="Corben"/>
                <a:sym typeface="Corben"/>
              </a:rPr>
              <a:t> </a:t>
            </a:r>
            <a:r>
              <a:rPr lang="en-US" sz="2200" b="1" i="0" u="none" strike="noStrike" cap="none">
                <a:solidFill>
                  <a:srgbClr val="FBC2C7"/>
                </a:solidFill>
                <a:latin typeface="Corben"/>
                <a:ea typeface="Corben"/>
                <a:cs typeface="Corben"/>
                <a:sym typeface="Corben"/>
              </a:rPr>
              <a:t> </a:t>
            </a:r>
            <a:r>
              <a:rPr lang="en-US" sz="2200" b="0" i="0" u="none" strike="noStrike" cap="none">
                <a:solidFill>
                  <a:srgbClr val="FBC2C7"/>
                </a:solidFill>
                <a:latin typeface="Corben"/>
                <a:ea typeface="Corben"/>
                <a:cs typeface="Corben"/>
                <a:sym typeface="Corben"/>
              </a:rPr>
              <a:t> </a:t>
            </a:r>
            <a:endParaRPr sz="2200" b="0" i="0" u="none" strike="noStrike" cap="none">
              <a:solidFill>
                <a:srgbClr val="FBC2C7"/>
              </a:solidFill>
              <a:latin typeface="Corben"/>
              <a:ea typeface="Corben"/>
              <a:cs typeface="Corben"/>
              <a:sym typeface="Corbe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Shape 176"/>
          <p:cNvSpPr txBox="1">
            <a:spLocks noGrp="1"/>
          </p:cNvSpPr>
          <p:nvPr>
            <p:ph type="body" idx="1"/>
          </p:nvPr>
        </p:nvSpPr>
        <p:spPr>
          <a:xfrm>
            <a:off x="330706" y="304286"/>
            <a:ext cx="8492510" cy="6218007"/>
          </a:xfrm>
          <a:prstGeom prst="rect">
            <a:avLst/>
          </a:prstGeom>
          <a:noFill/>
          <a:ln>
            <a:noFill/>
          </a:ln>
        </p:spPr>
        <p:txBody>
          <a:bodyPr spcFirstLastPara="1" wrap="square" lIns="91425" tIns="45700" rIns="91425" bIns="45700" anchor="t" anchorCtr="0">
            <a:noAutofit/>
          </a:bodyPr>
          <a:lstStyle/>
          <a:p>
            <a:pPr marL="342900" marR="0" lvl="0" indent="-342900" algn="l" rtl="0">
              <a:lnSpc>
                <a:spcPct val="80000"/>
              </a:lnSpc>
              <a:spcBef>
                <a:spcPts val="0"/>
              </a:spcBef>
              <a:spcAft>
                <a:spcPts val="0"/>
              </a:spcAft>
              <a:buClr>
                <a:schemeClr val="lt1"/>
              </a:buClr>
              <a:buSzPts val="1704"/>
              <a:buFont typeface="Lustria"/>
              <a:buChar char="•"/>
            </a:pPr>
            <a:r>
              <a:rPr lang="en-US" sz="1704" b="0" i="0" u="none" strike="noStrike" cap="none">
                <a:solidFill>
                  <a:schemeClr val="lt1"/>
                </a:solidFill>
                <a:latin typeface="Lustria"/>
                <a:ea typeface="Lustria"/>
                <a:cs typeface="Lustria"/>
                <a:sym typeface="Lustria"/>
              </a:rPr>
              <a:t>Autonomy means self-reliance. This is independence of thought, and a basic confidence to think and act for oneself. </a:t>
            </a:r>
            <a:endParaRPr sz="1704" b="0" i="0" u="none" strike="noStrike" cap="none">
              <a:solidFill>
                <a:schemeClr val="lt1"/>
              </a:solidFill>
              <a:latin typeface="Lustria"/>
              <a:ea typeface="Lustria"/>
              <a:cs typeface="Lustria"/>
              <a:sym typeface="Lustria"/>
            </a:endParaRPr>
          </a:p>
          <a:p>
            <a:pPr marL="342900" marR="0" lvl="0" indent="-342900" algn="l" rtl="0">
              <a:lnSpc>
                <a:spcPct val="80000"/>
              </a:lnSpc>
              <a:spcBef>
                <a:spcPts val="2000"/>
              </a:spcBef>
              <a:spcAft>
                <a:spcPts val="0"/>
              </a:spcAft>
              <a:buClr>
                <a:schemeClr val="lt1"/>
              </a:buClr>
              <a:buSzPts val="1704"/>
              <a:buFont typeface="Lustria"/>
              <a:buChar char="•"/>
            </a:pPr>
            <a:r>
              <a:rPr lang="en-US" sz="1704" b="0" i="0" u="none" strike="noStrike" cap="none">
                <a:solidFill>
                  <a:schemeClr val="lt1"/>
                </a:solidFill>
                <a:latin typeface="Lustria"/>
                <a:ea typeface="Lustria"/>
                <a:cs typeface="Lustria"/>
                <a:sym typeface="Lustria"/>
              </a:rPr>
              <a:t>Shame and Doubt mean what they say, and obviously inhibit self-expression and developing one's own ideas, opinions and sense of self. </a:t>
            </a:r>
            <a:endParaRPr sz="1704" b="0" i="0" u="none" strike="noStrike" cap="none">
              <a:solidFill>
                <a:schemeClr val="lt1"/>
              </a:solidFill>
              <a:latin typeface="Arial"/>
              <a:ea typeface="Arial"/>
              <a:cs typeface="Arial"/>
              <a:sym typeface="Arial"/>
            </a:endParaRPr>
          </a:p>
          <a:p>
            <a:pPr marL="342900" marR="0" lvl="0" indent="-342900" algn="l" rtl="0">
              <a:lnSpc>
                <a:spcPct val="80000"/>
              </a:lnSpc>
              <a:spcBef>
                <a:spcPts val="2000"/>
              </a:spcBef>
              <a:spcAft>
                <a:spcPts val="0"/>
              </a:spcAft>
              <a:buClr>
                <a:schemeClr val="lt1"/>
              </a:buClr>
              <a:buSzPts val="1704"/>
              <a:buFont typeface="Arial"/>
              <a:buChar char="•"/>
            </a:pPr>
            <a:r>
              <a:rPr lang="en-US" sz="1704" b="0" i="0" u="none" strike="noStrike" cap="none">
                <a:solidFill>
                  <a:schemeClr val="lt1"/>
                </a:solidFill>
                <a:latin typeface="Arial"/>
                <a:ea typeface="Arial"/>
                <a:cs typeface="Arial"/>
                <a:sym typeface="Arial"/>
              </a:rPr>
              <a:t>Children begin to assert their independence, by walking away from their mother, picking which toy to play with, and making choices about what they like to wear, to eat, etc.</a:t>
            </a:r>
            <a:endParaRPr/>
          </a:p>
          <a:p>
            <a:pPr marL="342900" marR="0" lvl="0" indent="-342900" algn="l" rtl="0">
              <a:lnSpc>
                <a:spcPct val="80000"/>
              </a:lnSpc>
              <a:spcBef>
                <a:spcPts val="2000"/>
              </a:spcBef>
              <a:spcAft>
                <a:spcPts val="0"/>
              </a:spcAft>
              <a:buClr>
                <a:schemeClr val="lt1"/>
              </a:buClr>
              <a:buSzPts val="1704"/>
              <a:buFont typeface="Arial"/>
              <a:buChar char="•"/>
            </a:pPr>
            <a:r>
              <a:rPr lang="en-US" sz="1704" b="0" i="0" u="none" strike="noStrike" cap="none">
                <a:solidFill>
                  <a:schemeClr val="lt1"/>
                </a:solidFill>
                <a:latin typeface="Arial"/>
                <a:ea typeface="Arial"/>
                <a:cs typeface="Arial"/>
                <a:sym typeface="Arial"/>
              </a:rPr>
              <a:t>Erikson states it is critical that parents allow their children to explore the limits of their abilities within an encouraging environment which is tolerant of failure. </a:t>
            </a:r>
            <a:endParaRPr sz="1704" b="0" i="0" u="none" strike="noStrike" cap="none">
              <a:solidFill>
                <a:schemeClr val="lt1"/>
              </a:solidFill>
              <a:latin typeface="Arial"/>
              <a:ea typeface="Arial"/>
              <a:cs typeface="Arial"/>
              <a:sym typeface="Arial"/>
            </a:endParaRPr>
          </a:p>
          <a:p>
            <a:pPr marL="342900" marR="0" lvl="0" indent="-342900" algn="l" rtl="0">
              <a:lnSpc>
                <a:spcPct val="80000"/>
              </a:lnSpc>
              <a:spcBef>
                <a:spcPts val="2000"/>
              </a:spcBef>
              <a:spcAft>
                <a:spcPts val="0"/>
              </a:spcAft>
              <a:buClr>
                <a:schemeClr val="lt1"/>
              </a:buClr>
              <a:buSzPts val="1704"/>
              <a:buFont typeface="Arial"/>
              <a:buChar char="•"/>
            </a:pPr>
            <a:r>
              <a:rPr lang="en-US" sz="1704" b="0" i="0" u="none" strike="noStrike" cap="none">
                <a:solidFill>
                  <a:schemeClr val="lt1"/>
                </a:solidFill>
                <a:latin typeface="Arial"/>
                <a:ea typeface="Arial"/>
                <a:cs typeface="Arial"/>
                <a:sym typeface="Arial"/>
              </a:rPr>
              <a:t>If children in this stage are encouraged and supported in their increased independence, they become more confident and secure in their own ability to survive in the world.</a:t>
            </a:r>
            <a:endParaRPr/>
          </a:p>
          <a:p>
            <a:pPr marL="342900" marR="0" lvl="0" indent="-342900" algn="l" rtl="0">
              <a:lnSpc>
                <a:spcPct val="80000"/>
              </a:lnSpc>
              <a:spcBef>
                <a:spcPts val="2000"/>
              </a:spcBef>
              <a:spcAft>
                <a:spcPts val="0"/>
              </a:spcAft>
              <a:buClr>
                <a:schemeClr val="lt1"/>
              </a:buClr>
              <a:buSzPts val="1704"/>
              <a:buFont typeface="Arial"/>
              <a:buChar char="•"/>
            </a:pPr>
            <a:r>
              <a:rPr lang="en-US" sz="1704" b="0" i="0" u="none" strike="noStrike" cap="none">
                <a:solidFill>
                  <a:schemeClr val="lt1"/>
                </a:solidFill>
                <a:latin typeface="Arial"/>
                <a:ea typeface="Arial"/>
                <a:cs typeface="Arial"/>
                <a:sym typeface="Arial"/>
              </a:rPr>
              <a:t>If children are criticised, overly controlled, or not given the opportunity to assert themselves, they begin to feel inadequate in their ability to survive, and may then become overly dependent upon others, </a:t>
            </a:r>
            <a:r>
              <a:rPr lang="en-US" sz="1704" b="0" i="0" u="sng" strike="noStrike" cap="none">
                <a:solidFill>
                  <a:schemeClr val="hlink"/>
                </a:solidFill>
                <a:latin typeface="Arial"/>
                <a:ea typeface="Arial"/>
                <a:cs typeface="Arial"/>
                <a:sym typeface="Arial"/>
                <a:hlinkClick r:id="rId3"/>
              </a:rPr>
              <a:t>lack self-esteem</a:t>
            </a:r>
            <a:r>
              <a:rPr lang="en-US" sz="1704" b="0" i="0" u="none" strike="noStrike" cap="none">
                <a:solidFill>
                  <a:schemeClr val="lt1"/>
                </a:solidFill>
                <a:latin typeface="Arial"/>
                <a:ea typeface="Arial"/>
                <a:cs typeface="Arial"/>
                <a:sym typeface="Arial"/>
              </a:rPr>
              <a:t>, and feel a sense of shame or doubt in their own abilities.</a:t>
            </a:r>
            <a:endParaRPr/>
          </a:p>
          <a:p>
            <a:pPr marL="342900" marR="0" lvl="0" indent="-342900" algn="l" rtl="0">
              <a:lnSpc>
                <a:spcPct val="80000"/>
              </a:lnSpc>
              <a:spcBef>
                <a:spcPts val="2000"/>
              </a:spcBef>
              <a:spcAft>
                <a:spcPts val="0"/>
              </a:spcAft>
              <a:buClr>
                <a:schemeClr val="lt1"/>
              </a:buClr>
              <a:buSzPts val="1704"/>
              <a:buFont typeface="Arial"/>
              <a:buChar char="•"/>
            </a:pPr>
            <a:r>
              <a:rPr lang="en-US" sz="1704" b="0" i="0" u="none" strike="noStrike" cap="none">
                <a:solidFill>
                  <a:schemeClr val="lt1"/>
                </a:solidFill>
                <a:latin typeface="Arial"/>
                <a:ea typeface="Arial"/>
                <a:cs typeface="Arial"/>
                <a:sym typeface="Arial"/>
              </a:rPr>
              <a:t>Success in this stage will lead to the virtue of will.</a:t>
            </a:r>
            <a:endParaRPr/>
          </a:p>
          <a:p>
            <a:pPr marL="342900" marR="0" lvl="0" indent="-342900" algn="l" rtl="0">
              <a:lnSpc>
                <a:spcPct val="80000"/>
              </a:lnSpc>
              <a:spcBef>
                <a:spcPts val="2000"/>
              </a:spcBef>
              <a:spcAft>
                <a:spcPts val="0"/>
              </a:spcAft>
              <a:buClr>
                <a:schemeClr val="lt1"/>
              </a:buClr>
              <a:buSzPts val="1704"/>
              <a:buFont typeface="Arial"/>
              <a:buChar char="•"/>
            </a:pPr>
            <a:r>
              <a:rPr lang="en-US" sz="1704" b="0" i="0" u="none" strike="noStrike" cap="none">
                <a:solidFill>
                  <a:schemeClr val="lt1"/>
                </a:solidFill>
                <a:latin typeface="Arial"/>
                <a:ea typeface="Arial"/>
                <a:cs typeface="Arial"/>
                <a:sym typeface="Arial"/>
              </a:rPr>
              <a:t>Life event: Toilet training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81" name="Shape 181"/>
          <p:cNvPicPr preferRelativeResize="0"/>
          <p:nvPr/>
        </p:nvPicPr>
        <p:blipFill rotWithShape="1">
          <a:blip r:embed="rId3">
            <a:alphaModFix/>
          </a:blip>
          <a:srcRect/>
          <a:stretch/>
        </p:blipFill>
        <p:spPr>
          <a:xfrm>
            <a:off x="0" y="0"/>
            <a:ext cx="9144000" cy="6858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Shape 186"/>
          <p:cNvSpPr txBox="1">
            <a:spLocks noGrp="1"/>
          </p:cNvSpPr>
          <p:nvPr>
            <p:ph type="body" idx="1"/>
          </p:nvPr>
        </p:nvSpPr>
        <p:spPr>
          <a:xfrm>
            <a:off x="317478" y="1124534"/>
            <a:ext cx="8426370" cy="418061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CDE6F8"/>
              </a:buClr>
              <a:buFont typeface="Corben"/>
              <a:buNone/>
            </a:pPr>
            <a:r>
              <a:rPr lang="en-US" sz="4400" b="1" i="0" u="none" strike="noStrike" cap="none">
                <a:solidFill>
                  <a:srgbClr val="CDE6F8"/>
                </a:solidFill>
                <a:latin typeface="Corben"/>
                <a:ea typeface="Corben"/>
                <a:cs typeface="Corben"/>
                <a:sym typeface="Corben"/>
              </a:rPr>
              <a:t>Initiative v Guilt</a:t>
            </a:r>
            <a:r>
              <a:rPr lang="en-US" sz="2200" b="1" i="0" u="none" strike="noStrike" cap="none">
                <a:solidFill>
                  <a:srgbClr val="CDE6F8"/>
                </a:solidFill>
                <a:latin typeface="Corben"/>
                <a:ea typeface="Corben"/>
                <a:cs typeface="Corben"/>
                <a:sym typeface="Corben"/>
              </a:rPr>
              <a:t> </a:t>
            </a:r>
            <a:r>
              <a:rPr lang="en-US" sz="2200" b="0" i="0" u="none" strike="noStrike" cap="none">
                <a:solidFill>
                  <a:srgbClr val="CDE6F8"/>
                </a:solidFill>
                <a:latin typeface="Corben"/>
                <a:ea typeface="Corben"/>
                <a:cs typeface="Corben"/>
                <a:sym typeface="Corben"/>
              </a:rPr>
              <a:t> </a:t>
            </a:r>
            <a:endParaRPr sz="2200" b="0" i="0" u="none" strike="noStrike" cap="none">
              <a:solidFill>
                <a:srgbClr val="CDE6F8"/>
              </a:solidFill>
              <a:latin typeface="Corben"/>
              <a:ea typeface="Corben"/>
              <a:cs typeface="Corben"/>
              <a:sym typeface="Corben"/>
            </a:endParaRPr>
          </a:p>
          <a:p>
            <a:pPr marL="0" marR="0" lvl="0" indent="0" algn="ctr" rtl="0">
              <a:spcBef>
                <a:spcPts val="2000"/>
              </a:spcBef>
              <a:spcAft>
                <a:spcPts val="0"/>
              </a:spcAft>
              <a:buClr>
                <a:srgbClr val="D9F1CC"/>
              </a:buClr>
              <a:buFont typeface="Corben"/>
              <a:buNone/>
            </a:pPr>
            <a:r>
              <a:rPr lang="en-US" sz="2200" b="1" i="0" u="none" strike="noStrike" cap="none">
                <a:solidFill>
                  <a:srgbClr val="D9F1CC"/>
                </a:solidFill>
                <a:latin typeface="Corben"/>
                <a:ea typeface="Corben"/>
                <a:cs typeface="Corben"/>
                <a:sym typeface="Corben"/>
              </a:rPr>
              <a:t>'To make (= going after)'</a:t>
            </a:r>
            <a:r>
              <a:rPr lang="en-US" sz="2200" b="0" i="0" u="none" strike="noStrike" cap="none">
                <a:solidFill>
                  <a:srgbClr val="D9F1CC"/>
                </a:solidFill>
                <a:latin typeface="Corben"/>
                <a:ea typeface="Corben"/>
                <a:cs typeface="Corben"/>
                <a:sym typeface="Corben"/>
              </a:rPr>
              <a:t> </a:t>
            </a:r>
            <a:br>
              <a:rPr lang="en-US" sz="2200" b="0" i="0" u="none" strike="noStrike" cap="none">
                <a:solidFill>
                  <a:srgbClr val="D9F1CC"/>
                </a:solidFill>
                <a:latin typeface="Corben"/>
                <a:ea typeface="Corben"/>
                <a:cs typeface="Corben"/>
                <a:sym typeface="Corben"/>
              </a:rPr>
            </a:br>
            <a:r>
              <a:rPr lang="en-US" sz="2200" b="1" i="0" u="none" strike="noStrike" cap="none">
                <a:solidFill>
                  <a:srgbClr val="D9F1CC"/>
                </a:solidFill>
                <a:latin typeface="Corben"/>
                <a:ea typeface="Corben"/>
                <a:cs typeface="Corben"/>
                <a:sym typeface="Corben"/>
              </a:rPr>
              <a:t/>
            </a:r>
            <a:br>
              <a:rPr lang="en-US" sz="2200" b="1" i="0" u="none" strike="noStrike" cap="none">
                <a:solidFill>
                  <a:srgbClr val="D9F1CC"/>
                </a:solidFill>
                <a:latin typeface="Corben"/>
                <a:ea typeface="Corben"/>
                <a:cs typeface="Corben"/>
                <a:sym typeface="Corben"/>
              </a:rPr>
            </a:br>
            <a:r>
              <a:rPr lang="en-US" sz="2200" b="1" i="0" u="none" strike="noStrike" cap="none">
                <a:solidFill>
                  <a:srgbClr val="D9F1CC"/>
                </a:solidFill>
                <a:latin typeface="Corben"/>
                <a:ea typeface="Corben"/>
                <a:cs typeface="Corben"/>
                <a:sym typeface="Corben"/>
              </a:rPr>
              <a:t>'To "make like" (= playing)'</a:t>
            </a:r>
            <a:r>
              <a:rPr lang="en-US" sz="2200" b="1" i="0" u="none" strike="noStrike" cap="none">
                <a:solidFill>
                  <a:schemeClr val="lt1"/>
                </a:solidFill>
                <a:latin typeface="Corben"/>
                <a:ea typeface="Corben"/>
                <a:cs typeface="Corben"/>
                <a:sym typeface="Corben"/>
              </a:rPr>
              <a:t> </a:t>
            </a:r>
            <a:br>
              <a:rPr lang="en-US" sz="2200" b="1" i="0" u="none" strike="noStrike" cap="none">
                <a:solidFill>
                  <a:schemeClr val="lt1"/>
                </a:solidFill>
                <a:latin typeface="Corben"/>
                <a:ea typeface="Corben"/>
                <a:cs typeface="Corben"/>
                <a:sym typeface="Corben"/>
              </a:rPr>
            </a:br>
            <a:r>
              <a:rPr lang="en-US" sz="2200" b="1" i="0" u="none" strike="noStrike" cap="none">
                <a:solidFill>
                  <a:schemeClr val="lt1"/>
                </a:solidFill>
                <a:latin typeface="Corben"/>
                <a:ea typeface="Corben"/>
                <a:cs typeface="Corben"/>
                <a:sym typeface="Corben"/>
              </a:rPr>
              <a:t/>
            </a:r>
            <a:br>
              <a:rPr lang="en-US" sz="2200" b="1" i="0" u="none" strike="noStrike" cap="none">
                <a:solidFill>
                  <a:schemeClr val="lt1"/>
                </a:solidFill>
                <a:latin typeface="Corben"/>
                <a:ea typeface="Corben"/>
                <a:cs typeface="Corben"/>
                <a:sym typeface="Corben"/>
              </a:rPr>
            </a:br>
            <a:r>
              <a:rPr lang="en-US" sz="2200" b="1" i="0" u="none" strike="noStrike" cap="none">
                <a:solidFill>
                  <a:srgbClr val="FBC2C7"/>
                </a:solidFill>
                <a:latin typeface="Corben"/>
                <a:ea typeface="Corben"/>
                <a:cs typeface="Corben"/>
                <a:sym typeface="Corben"/>
              </a:rPr>
              <a:t>(To make and complete things, and to make things together. To pursue ideas, plans)</a:t>
            </a:r>
            <a:r>
              <a:rPr lang="en-US" sz="2200" b="0" i="0" u="none" strike="noStrike" cap="none">
                <a:solidFill>
                  <a:srgbClr val="FBC2C7"/>
                </a:solidFill>
                <a:latin typeface="Corben"/>
                <a:ea typeface="Corben"/>
                <a:cs typeface="Corben"/>
                <a:sym typeface="Corben"/>
              </a:rPr>
              <a:t> </a:t>
            </a:r>
            <a:r>
              <a:rPr lang="en-US" sz="2200" b="1" i="0" u="none" strike="noStrike" cap="none">
                <a:solidFill>
                  <a:srgbClr val="FBC2C7"/>
                </a:solidFill>
                <a:latin typeface="Corben"/>
                <a:ea typeface="Corben"/>
                <a:cs typeface="Corben"/>
                <a:sym typeface="Corben"/>
              </a:rPr>
              <a:t> </a:t>
            </a:r>
            <a:r>
              <a:rPr lang="en-US" sz="2200" b="0" i="0" u="none" strike="noStrike" cap="none">
                <a:solidFill>
                  <a:srgbClr val="FBC2C7"/>
                </a:solidFill>
                <a:latin typeface="Corben"/>
                <a:ea typeface="Corben"/>
                <a:cs typeface="Corben"/>
                <a:sym typeface="Corben"/>
              </a:rPr>
              <a:t> </a:t>
            </a:r>
            <a:endParaRPr sz="2200" b="0" i="0" u="none" strike="noStrike" cap="none">
              <a:solidFill>
                <a:srgbClr val="FBC2C7"/>
              </a:solidFill>
              <a:latin typeface="Corben"/>
              <a:ea typeface="Corben"/>
              <a:cs typeface="Corben"/>
              <a:sym typeface="Corbe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Shape 191"/>
          <p:cNvSpPr txBox="1">
            <a:spLocks noGrp="1"/>
          </p:cNvSpPr>
          <p:nvPr>
            <p:ph type="body" idx="1"/>
          </p:nvPr>
        </p:nvSpPr>
        <p:spPr>
          <a:xfrm>
            <a:off x="357162" y="264596"/>
            <a:ext cx="8558651" cy="6257698"/>
          </a:xfrm>
          <a:prstGeom prst="rect">
            <a:avLst/>
          </a:prstGeom>
          <a:noFill/>
          <a:ln>
            <a:noFill/>
          </a:ln>
        </p:spPr>
        <p:txBody>
          <a:bodyPr spcFirstLastPara="1" wrap="square" lIns="91425" tIns="45700" rIns="91425" bIns="45700" anchor="t" anchorCtr="0">
            <a:noAutofit/>
          </a:bodyPr>
          <a:lstStyle/>
          <a:p>
            <a:pPr marL="342900" marR="0" lvl="0" indent="-342900" algn="l" rtl="0">
              <a:lnSpc>
                <a:spcPct val="80000"/>
              </a:lnSpc>
              <a:spcBef>
                <a:spcPts val="0"/>
              </a:spcBef>
              <a:spcAft>
                <a:spcPts val="0"/>
              </a:spcAft>
              <a:buClr>
                <a:schemeClr val="lt1"/>
              </a:buClr>
              <a:buSzPts val="1704"/>
              <a:buFont typeface="Arial"/>
              <a:buChar char="•"/>
            </a:pPr>
            <a:r>
              <a:rPr lang="en-US" sz="1704" b="0" i="0" u="none" strike="noStrike" cap="none">
                <a:solidFill>
                  <a:schemeClr val="lt1"/>
                </a:solidFill>
                <a:latin typeface="Arial"/>
                <a:ea typeface="Arial"/>
                <a:cs typeface="Arial"/>
                <a:sym typeface="Arial"/>
              </a:rPr>
              <a:t>Initiative is the capability to devise actions or projects, and a confidence and belief that it is okay to do so, even with a risk of failure or making mistakes. </a:t>
            </a:r>
            <a:endParaRPr sz="1704" b="0" i="0" u="none" strike="noStrike" cap="none">
              <a:solidFill>
                <a:schemeClr val="lt1"/>
              </a:solidFill>
              <a:latin typeface="Arial"/>
              <a:ea typeface="Arial"/>
              <a:cs typeface="Arial"/>
              <a:sym typeface="Arial"/>
            </a:endParaRPr>
          </a:p>
          <a:p>
            <a:pPr marL="342900" marR="0" lvl="0" indent="-342900" algn="l" rtl="0">
              <a:lnSpc>
                <a:spcPct val="80000"/>
              </a:lnSpc>
              <a:spcBef>
                <a:spcPts val="2000"/>
              </a:spcBef>
              <a:spcAft>
                <a:spcPts val="0"/>
              </a:spcAft>
              <a:buClr>
                <a:schemeClr val="lt1"/>
              </a:buClr>
              <a:buSzPts val="1704"/>
              <a:buFont typeface="Arial"/>
              <a:buChar char="•"/>
            </a:pPr>
            <a:r>
              <a:rPr lang="en-US" sz="1704" b="0" i="0" u="none" strike="noStrike" cap="none">
                <a:solidFill>
                  <a:schemeClr val="lt1"/>
                </a:solidFill>
                <a:latin typeface="Arial"/>
                <a:ea typeface="Arial"/>
                <a:cs typeface="Arial"/>
                <a:sym typeface="Arial"/>
              </a:rPr>
              <a:t>Guilt means what it says, and in this context is the feeling that it is wrong or inappropriate to instigate something of one's own design.</a:t>
            </a:r>
            <a:endParaRPr/>
          </a:p>
          <a:p>
            <a:pPr marL="342900" marR="0" lvl="0" indent="-342900" algn="l" rtl="0">
              <a:lnSpc>
                <a:spcPct val="80000"/>
              </a:lnSpc>
              <a:spcBef>
                <a:spcPts val="2000"/>
              </a:spcBef>
              <a:spcAft>
                <a:spcPts val="0"/>
              </a:spcAft>
              <a:buClr>
                <a:schemeClr val="lt1"/>
              </a:buClr>
              <a:buSzPts val="1704"/>
              <a:buFont typeface="Arial"/>
              <a:buChar char="•"/>
            </a:pPr>
            <a:r>
              <a:rPr lang="en-US" sz="1704" b="0" i="0" u="none" strike="noStrike" cap="none">
                <a:solidFill>
                  <a:schemeClr val="lt1"/>
                </a:solidFill>
                <a:latin typeface="Arial"/>
                <a:ea typeface="Arial"/>
                <a:cs typeface="Arial"/>
                <a:sym typeface="Arial"/>
              </a:rPr>
              <a:t>Children begin to plan activities, make up games, and initiate activities with others. If given this opportunity, children develop a sense of initiative, and feel secure in their ability to lead others and make decisions </a:t>
            </a:r>
            <a:endParaRPr sz="1704" b="0" i="0" u="none" strike="noStrike" cap="none">
              <a:solidFill>
                <a:schemeClr val="lt1"/>
              </a:solidFill>
              <a:latin typeface="Arial"/>
              <a:ea typeface="Arial"/>
              <a:cs typeface="Arial"/>
              <a:sym typeface="Arial"/>
            </a:endParaRPr>
          </a:p>
          <a:p>
            <a:pPr marL="342900" marR="0" lvl="0" indent="-342900" algn="l" rtl="0">
              <a:lnSpc>
                <a:spcPct val="80000"/>
              </a:lnSpc>
              <a:spcBef>
                <a:spcPts val="2000"/>
              </a:spcBef>
              <a:spcAft>
                <a:spcPts val="0"/>
              </a:spcAft>
              <a:buClr>
                <a:schemeClr val="lt1"/>
              </a:buClr>
              <a:buSzPts val="1704"/>
              <a:buFont typeface="Arial"/>
              <a:buChar char="•"/>
            </a:pPr>
            <a:r>
              <a:rPr lang="en-US" sz="1704" b="0" i="0" u="none" strike="noStrike" cap="none">
                <a:solidFill>
                  <a:schemeClr val="lt1"/>
                </a:solidFill>
                <a:latin typeface="Arial"/>
                <a:ea typeface="Arial"/>
                <a:cs typeface="Arial"/>
                <a:sym typeface="Arial"/>
              </a:rPr>
              <a:t>If this tendency is squelched, either through criticism or control, children develop a sense of guilt. They may feel like a nuisance to others and will therefore remain followers, lacking in self-initiative. </a:t>
            </a:r>
            <a:endParaRPr sz="1704" b="0" i="0" u="none" strike="noStrike" cap="none">
              <a:solidFill>
                <a:schemeClr val="lt1"/>
              </a:solidFill>
              <a:latin typeface="Arial"/>
              <a:ea typeface="Arial"/>
              <a:cs typeface="Arial"/>
              <a:sym typeface="Arial"/>
            </a:endParaRPr>
          </a:p>
          <a:p>
            <a:pPr marL="342900" marR="0" lvl="0" indent="-342900" algn="l" rtl="0">
              <a:lnSpc>
                <a:spcPct val="80000"/>
              </a:lnSpc>
              <a:spcBef>
                <a:spcPts val="2000"/>
              </a:spcBef>
              <a:spcAft>
                <a:spcPts val="0"/>
              </a:spcAft>
              <a:buClr>
                <a:schemeClr val="lt1"/>
              </a:buClr>
              <a:buSzPts val="1704"/>
              <a:buFont typeface="Lustria"/>
              <a:buChar char="•"/>
            </a:pPr>
            <a:r>
              <a:rPr lang="en-US" sz="1704" b="0" i="0" u="none" strike="noStrike" cap="none">
                <a:solidFill>
                  <a:schemeClr val="lt1"/>
                </a:solidFill>
                <a:latin typeface="Lustria"/>
                <a:ea typeface="Lustria"/>
                <a:cs typeface="Lustria"/>
                <a:sym typeface="Lustria"/>
              </a:rPr>
              <a:t>The fear of being admonished or accused of being stupid becomes a part of the personality. "If I don't initiate or stick my neck out I'll be safe.." (from feeling guilty and bad). </a:t>
            </a:r>
            <a:endParaRPr sz="1704" b="0" i="0" u="none" strike="noStrike" cap="none">
              <a:solidFill>
                <a:schemeClr val="lt1"/>
              </a:solidFill>
              <a:latin typeface="Lustria"/>
              <a:ea typeface="Lustria"/>
              <a:cs typeface="Lustria"/>
              <a:sym typeface="Lustria"/>
            </a:endParaRPr>
          </a:p>
          <a:p>
            <a:pPr marL="342900" marR="0" lvl="0" indent="-342900" algn="l" rtl="0">
              <a:lnSpc>
                <a:spcPct val="80000"/>
              </a:lnSpc>
              <a:spcBef>
                <a:spcPts val="2000"/>
              </a:spcBef>
              <a:spcAft>
                <a:spcPts val="0"/>
              </a:spcAft>
              <a:buClr>
                <a:schemeClr val="lt1"/>
              </a:buClr>
              <a:buSzPts val="1704"/>
              <a:buFont typeface="Lustria"/>
              <a:buChar char="•"/>
            </a:pPr>
            <a:r>
              <a:rPr lang="en-US" sz="1704" b="0" i="0" u="none" strike="noStrike" cap="none">
                <a:solidFill>
                  <a:schemeClr val="lt1"/>
                </a:solidFill>
                <a:latin typeface="Lustria"/>
                <a:ea typeface="Lustria"/>
                <a:cs typeface="Lustria"/>
                <a:sym typeface="Lustria"/>
              </a:rPr>
              <a:t>Parents, carers and older siblings have a challenge to get the balance right between giving young children enough space and encouragement so as to foster a sense of purpose and confidence, but to protect against danger, and also to enable a sensible exposure to trail and error, and to the consequences of mistakes, without which an irresponsible or reckless tendency can develop. </a:t>
            </a:r>
            <a:endParaRPr sz="1704" b="0" i="0" u="none" strike="noStrike" cap="none">
              <a:solidFill>
                <a:schemeClr val="lt1"/>
              </a:solidFill>
              <a:latin typeface="Arial"/>
              <a:ea typeface="Arial"/>
              <a:cs typeface="Arial"/>
              <a:sym typeface="Arial"/>
            </a:endParaRPr>
          </a:p>
          <a:p>
            <a:pPr marL="342900" marR="0" lvl="0" indent="-342900" algn="l" rtl="0">
              <a:lnSpc>
                <a:spcPct val="80000"/>
              </a:lnSpc>
              <a:spcBef>
                <a:spcPts val="2000"/>
              </a:spcBef>
              <a:spcAft>
                <a:spcPts val="0"/>
              </a:spcAft>
              <a:buClr>
                <a:schemeClr val="lt1"/>
              </a:buClr>
              <a:buSzPts val="1704"/>
              <a:buFont typeface="Arial"/>
              <a:buChar char="•"/>
            </a:pPr>
            <a:r>
              <a:rPr lang="en-US" sz="1704" b="0" i="0" u="none" strike="noStrike" cap="none">
                <a:solidFill>
                  <a:schemeClr val="lt1"/>
                </a:solidFill>
                <a:latin typeface="Arial"/>
                <a:ea typeface="Arial"/>
                <a:cs typeface="Arial"/>
                <a:sym typeface="Arial"/>
              </a:rPr>
              <a:t>A healthy balance between initiative and guilt is important. Success in this stage will lead to the virtue of </a:t>
            </a:r>
            <a:r>
              <a:rPr lang="en-US" sz="1704" b="1" i="0" u="none" strike="noStrike" cap="none">
                <a:solidFill>
                  <a:schemeClr val="lt1"/>
                </a:solidFill>
                <a:latin typeface="Arial"/>
                <a:ea typeface="Arial"/>
                <a:cs typeface="Arial"/>
                <a:sym typeface="Arial"/>
              </a:rPr>
              <a:t>purpose</a:t>
            </a:r>
            <a:r>
              <a:rPr lang="en-US" sz="1704" b="0" i="0" u="none" strike="noStrike" cap="none">
                <a:solidFill>
                  <a:schemeClr val="lt1"/>
                </a:solidFill>
                <a:latin typeface="Arial"/>
                <a:ea typeface="Arial"/>
                <a:cs typeface="Arial"/>
                <a:sym typeface="Arial"/>
              </a:rPr>
              <a:t>.</a:t>
            </a:r>
            <a:endParaRPr/>
          </a:p>
          <a:p>
            <a:pPr marL="342900" marR="0" lvl="0" indent="-342900" algn="l" rtl="0">
              <a:lnSpc>
                <a:spcPct val="80000"/>
              </a:lnSpc>
              <a:spcBef>
                <a:spcPts val="2000"/>
              </a:spcBef>
              <a:spcAft>
                <a:spcPts val="0"/>
              </a:spcAft>
              <a:buClr>
                <a:schemeClr val="lt1"/>
              </a:buClr>
              <a:buSzPts val="1704"/>
              <a:buFont typeface="Arial"/>
              <a:buChar char="•"/>
            </a:pPr>
            <a:r>
              <a:rPr lang="en-US" sz="1704" b="0" i="0" u="none" strike="noStrike" cap="none">
                <a:solidFill>
                  <a:schemeClr val="lt1"/>
                </a:solidFill>
                <a:latin typeface="Arial"/>
                <a:ea typeface="Arial"/>
                <a:cs typeface="Arial"/>
                <a:sym typeface="Arial"/>
              </a:rPr>
              <a:t>Life event: Independence</a:t>
            </a:r>
            <a:endParaRPr sz="1704" b="0" i="0" u="none" strike="noStrike" cap="none">
              <a:solidFill>
                <a:schemeClr val="lt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196" name="Shape 196"/>
          <p:cNvPicPr preferRelativeResize="0"/>
          <p:nvPr/>
        </p:nvPicPr>
        <p:blipFill rotWithShape="1">
          <a:blip r:embed="rId3">
            <a:alphaModFix/>
          </a:blip>
          <a:srcRect/>
          <a:stretch/>
        </p:blipFill>
        <p:spPr>
          <a:xfrm>
            <a:off x="0" y="0"/>
            <a:ext cx="9144000" cy="6858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Shape 201"/>
          <p:cNvSpPr txBox="1">
            <a:spLocks noGrp="1"/>
          </p:cNvSpPr>
          <p:nvPr>
            <p:ph type="body" idx="1"/>
          </p:nvPr>
        </p:nvSpPr>
        <p:spPr>
          <a:xfrm>
            <a:off x="317478" y="1124534"/>
            <a:ext cx="8426370" cy="4180619"/>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CDE6F8"/>
              </a:buClr>
              <a:buFont typeface="Corben"/>
              <a:buNone/>
            </a:pPr>
            <a:r>
              <a:rPr lang="en-US" sz="4800" b="1" i="0" u="none" strike="noStrike" cap="none">
                <a:solidFill>
                  <a:srgbClr val="CDE6F8"/>
                </a:solidFill>
                <a:latin typeface="Corben"/>
                <a:ea typeface="Corben"/>
                <a:cs typeface="Corben"/>
                <a:sym typeface="Corben"/>
              </a:rPr>
              <a:t>Industry v Inferiority</a:t>
            </a:r>
            <a:r>
              <a:rPr lang="en-US" sz="4400" b="1" i="0" u="none" strike="noStrike" cap="none">
                <a:solidFill>
                  <a:schemeClr val="lt1"/>
                </a:solidFill>
                <a:latin typeface="Corben"/>
                <a:ea typeface="Corben"/>
                <a:cs typeface="Corben"/>
                <a:sym typeface="Corben"/>
              </a:rPr>
              <a:t> </a:t>
            </a:r>
            <a:br>
              <a:rPr lang="en-US" sz="4400" b="1" i="0" u="none" strike="noStrike" cap="none">
                <a:solidFill>
                  <a:schemeClr val="lt1"/>
                </a:solidFill>
                <a:latin typeface="Corben"/>
                <a:ea typeface="Corben"/>
                <a:cs typeface="Corben"/>
                <a:sym typeface="Corben"/>
              </a:rPr>
            </a:br>
            <a:r>
              <a:rPr lang="en-US" sz="2900" b="1" i="0" u="none" strike="noStrike" cap="none">
                <a:solidFill>
                  <a:schemeClr val="lt1"/>
                </a:solidFill>
                <a:latin typeface="Corben"/>
                <a:ea typeface="Corben"/>
                <a:cs typeface="Corben"/>
                <a:sym typeface="Corben"/>
              </a:rPr>
              <a:t/>
            </a:r>
            <a:br>
              <a:rPr lang="en-US" sz="2900" b="1" i="0" u="none" strike="noStrike" cap="none">
                <a:solidFill>
                  <a:schemeClr val="lt1"/>
                </a:solidFill>
                <a:latin typeface="Corben"/>
                <a:ea typeface="Corben"/>
                <a:cs typeface="Corben"/>
                <a:sym typeface="Corben"/>
              </a:rPr>
            </a:br>
            <a:r>
              <a:rPr lang="en-US" sz="2400" b="1" i="0" u="none" strike="noStrike" cap="none">
                <a:solidFill>
                  <a:srgbClr val="D9F1CC"/>
                </a:solidFill>
                <a:latin typeface="Corben"/>
                <a:ea typeface="Corben"/>
                <a:cs typeface="Corben"/>
                <a:sym typeface="Corben"/>
              </a:rPr>
              <a:t>'To make (= going after)'</a:t>
            </a:r>
            <a:r>
              <a:rPr lang="en-US" sz="2400" b="0" i="0" u="none" strike="noStrike" cap="none">
                <a:solidFill>
                  <a:srgbClr val="D9F1CC"/>
                </a:solidFill>
                <a:latin typeface="Corben"/>
                <a:ea typeface="Corben"/>
                <a:cs typeface="Corben"/>
                <a:sym typeface="Corben"/>
              </a:rPr>
              <a:t> </a:t>
            </a:r>
            <a:br>
              <a:rPr lang="en-US" sz="2400" b="0" i="0" u="none" strike="noStrike" cap="none">
                <a:solidFill>
                  <a:srgbClr val="D9F1CC"/>
                </a:solidFill>
                <a:latin typeface="Corben"/>
                <a:ea typeface="Corben"/>
                <a:cs typeface="Corben"/>
                <a:sym typeface="Corben"/>
              </a:rPr>
            </a:br>
            <a:r>
              <a:rPr lang="en-US" sz="2400" b="1" i="0" u="none" strike="noStrike" cap="none">
                <a:solidFill>
                  <a:srgbClr val="D9F1CC"/>
                </a:solidFill>
                <a:latin typeface="Corben"/>
                <a:ea typeface="Corben"/>
                <a:cs typeface="Corben"/>
                <a:sym typeface="Corben"/>
              </a:rPr>
              <a:t/>
            </a:r>
            <a:br>
              <a:rPr lang="en-US" sz="2400" b="1" i="0" u="none" strike="noStrike" cap="none">
                <a:solidFill>
                  <a:srgbClr val="D9F1CC"/>
                </a:solidFill>
                <a:latin typeface="Corben"/>
                <a:ea typeface="Corben"/>
                <a:cs typeface="Corben"/>
                <a:sym typeface="Corben"/>
              </a:rPr>
            </a:br>
            <a:r>
              <a:rPr lang="en-US" sz="2400" b="1" i="0" u="none" strike="noStrike" cap="none">
                <a:solidFill>
                  <a:srgbClr val="D9F1CC"/>
                </a:solidFill>
                <a:latin typeface="Corben"/>
                <a:ea typeface="Corben"/>
                <a:cs typeface="Corben"/>
                <a:sym typeface="Corben"/>
              </a:rPr>
              <a:t>'To "make like" and complete things, and to make things together' </a:t>
            </a:r>
            <a:br>
              <a:rPr lang="en-US" sz="2400" b="1" i="0" u="none" strike="noStrike" cap="none">
                <a:solidFill>
                  <a:srgbClr val="D9F1CC"/>
                </a:solidFill>
                <a:latin typeface="Corben"/>
                <a:ea typeface="Corben"/>
                <a:cs typeface="Corben"/>
                <a:sym typeface="Corben"/>
              </a:rPr>
            </a:br>
            <a:r>
              <a:rPr lang="en-US" sz="2400" b="1" i="0" u="none" strike="noStrike" cap="none">
                <a:solidFill>
                  <a:srgbClr val="D9F1CC"/>
                </a:solidFill>
                <a:latin typeface="Corben"/>
                <a:ea typeface="Corben"/>
                <a:cs typeface="Corben"/>
                <a:sym typeface="Corben"/>
              </a:rPr>
              <a:t/>
            </a:r>
            <a:br>
              <a:rPr lang="en-US" sz="2400" b="1" i="0" u="none" strike="noStrike" cap="none">
                <a:solidFill>
                  <a:srgbClr val="D9F1CC"/>
                </a:solidFill>
                <a:latin typeface="Corben"/>
                <a:ea typeface="Corben"/>
                <a:cs typeface="Corben"/>
                <a:sym typeface="Corben"/>
              </a:rPr>
            </a:br>
            <a:r>
              <a:rPr lang="en-US" sz="2400" b="1" i="0" u="none" strike="noStrike" cap="none">
                <a:solidFill>
                  <a:srgbClr val="FBC3C8"/>
                </a:solidFill>
                <a:latin typeface="Corben"/>
                <a:ea typeface="Corben"/>
                <a:cs typeface="Corben"/>
                <a:sym typeface="Corben"/>
              </a:rPr>
              <a:t>(To initiate projects or ideas, and to collaborate and cooperate with others to produce something.)</a:t>
            </a:r>
            <a:r>
              <a:rPr lang="en-US" sz="2400" b="0" i="0" u="none" strike="noStrike" cap="none">
                <a:solidFill>
                  <a:srgbClr val="FBC3C8"/>
                </a:solidFill>
                <a:latin typeface="Corben"/>
                <a:ea typeface="Corben"/>
                <a:cs typeface="Corben"/>
                <a:sym typeface="Corben"/>
              </a:rPr>
              <a:t> </a:t>
            </a:r>
            <a:endParaRPr sz="2400" b="0" i="0" u="none" strike="noStrike" cap="none">
              <a:solidFill>
                <a:srgbClr val="FBC3C8"/>
              </a:solidFill>
              <a:latin typeface="Corben"/>
              <a:ea typeface="Corben"/>
              <a:cs typeface="Corben"/>
              <a:sym typeface="Corbe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Shape 206"/>
          <p:cNvSpPr txBox="1">
            <a:spLocks noGrp="1"/>
          </p:cNvSpPr>
          <p:nvPr>
            <p:ph type="body" idx="1"/>
          </p:nvPr>
        </p:nvSpPr>
        <p:spPr>
          <a:xfrm>
            <a:off x="158740" y="330744"/>
            <a:ext cx="8783530" cy="6310617"/>
          </a:xfrm>
          <a:prstGeom prst="rect">
            <a:avLst/>
          </a:prstGeom>
          <a:noFill/>
          <a:ln>
            <a:noFill/>
          </a:ln>
        </p:spPr>
        <p:txBody>
          <a:bodyPr spcFirstLastPara="1" wrap="square" lIns="91425" tIns="45700" rIns="91425" bIns="45700" anchor="t" anchorCtr="0">
            <a:noAutofit/>
          </a:bodyPr>
          <a:lstStyle/>
          <a:p>
            <a:pPr marL="342900" marR="0" lvl="0" indent="-342900" algn="l" rtl="0">
              <a:lnSpc>
                <a:spcPct val="80000"/>
              </a:lnSpc>
              <a:spcBef>
                <a:spcPts val="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Industry here refers to purposeful or meaningful activity. It's the development of competence and skills, and a confidence to use a 'method', and is a crucial aspect of school years experience. </a:t>
            </a:r>
            <a:endParaRPr sz="2035" b="0" i="0" u="none" strike="noStrike" cap="none">
              <a:solidFill>
                <a:schemeClr val="lt1"/>
              </a:solidFill>
              <a:latin typeface="Arial"/>
              <a:ea typeface="Arial"/>
              <a:cs typeface="Arial"/>
              <a:sym typeface="Arial"/>
            </a:endParaRPr>
          </a:p>
          <a:p>
            <a:pPr marL="342900" marR="0" lvl="0" indent="-342900" algn="l" rtl="0">
              <a:lnSpc>
                <a:spcPct val="80000"/>
              </a:lnSpc>
              <a:spcBef>
                <a:spcPts val="200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At this stage, teachers begin to take an important role in the child’s life as they teach the child specific skills. </a:t>
            </a:r>
            <a:endParaRPr sz="2035" b="0" i="0" u="none" strike="noStrike" cap="none">
              <a:solidFill>
                <a:schemeClr val="lt1"/>
              </a:solidFill>
              <a:latin typeface="Arial"/>
              <a:ea typeface="Arial"/>
              <a:cs typeface="Arial"/>
              <a:sym typeface="Arial"/>
            </a:endParaRPr>
          </a:p>
          <a:p>
            <a:pPr marL="342900" marR="0" lvl="0" indent="-342900" algn="l" rtl="0">
              <a:lnSpc>
                <a:spcPct val="80000"/>
              </a:lnSpc>
              <a:spcBef>
                <a:spcPts val="200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The child’s peer group will gain greater significance and will become a major source of the child’s self esteem. </a:t>
            </a:r>
            <a:endParaRPr sz="2035" b="0" i="0" u="none" strike="noStrike" cap="none">
              <a:solidFill>
                <a:schemeClr val="lt1"/>
              </a:solidFill>
              <a:latin typeface="Arial"/>
              <a:ea typeface="Arial"/>
              <a:cs typeface="Arial"/>
              <a:sym typeface="Arial"/>
            </a:endParaRPr>
          </a:p>
          <a:p>
            <a:pPr marL="342900" marR="0" lvl="0" indent="-342900" algn="l" rtl="0">
              <a:lnSpc>
                <a:spcPct val="80000"/>
              </a:lnSpc>
              <a:spcBef>
                <a:spcPts val="200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If children are encouraged and reinforced for their initiative, they begin to feel industrious and feel confident in their ability to achieve goals. </a:t>
            </a:r>
            <a:endParaRPr sz="2035" b="0" i="0" u="none" strike="noStrike" cap="none">
              <a:solidFill>
                <a:schemeClr val="lt1"/>
              </a:solidFill>
              <a:latin typeface="Arial"/>
              <a:ea typeface="Arial"/>
              <a:cs typeface="Arial"/>
              <a:sym typeface="Arial"/>
            </a:endParaRPr>
          </a:p>
          <a:p>
            <a:pPr marL="342900" marR="0" lvl="0" indent="-342900" algn="l" rtl="0">
              <a:lnSpc>
                <a:spcPct val="80000"/>
              </a:lnSpc>
              <a:spcBef>
                <a:spcPts val="200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If this initiative is not encouraged, if it is restricted by parents or teacher, then the child begins to feel inferior, doubting his own abilities and therefore may not reach his or her potential.</a:t>
            </a:r>
            <a:endParaRPr/>
          </a:p>
          <a:p>
            <a:pPr marL="342900" marR="0" lvl="0" indent="-342900" algn="l" rtl="0">
              <a:lnSpc>
                <a:spcPct val="80000"/>
              </a:lnSpc>
              <a:spcBef>
                <a:spcPts val="200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Some failure may be necessary so that the child can develop some modesty. Yet again, a balance between competence and modesty is necessary. </a:t>
            </a:r>
            <a:endParaRPr sz="2035" b="0" i="0" u="none" strike="noStrike" cap="none">
              <a:solidFill>
                <a:schemeClr val="lt1"/>
              </a:solidFill>
              <a:latin typeface="Arial"/>
              <a:ea typeface="Arial"/>
              <a:cs typeface="Arial"/>
              <a:sym typeface="Arial"/>
            </a:endParaRPr>
          </a:p>
          <a:p>
            <a:pPr marL="342900" marR="0" lvl="0" indent="-342900" algn="l" rtl="0">
              <a:lnSpc>
                <a:spcPct val="80000"/>
              </a:lnSpc>
              <a:spcBef>
                <a:spcPts val="200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Success in this stage will lead to the virtue of </a:t>
            </a:r>
            <a:r>
              <a:rPr lang="en-US" sz="2035" b="1" i="0" u="none" strike="noStrike" cap="none">
                <a:solidFill>
                  <a:schemeClr val="lt1"/>
                </a:solidFill>
                <a:latin typeface="Arial"/>
                <a:ea typeface="Arial"/>
                <a:cs typeface="Arial"/>
                <a:sym typeface="Arial"/>
              </a:rPr>
              <a:t>competence</a:t>
            </a:r>
            <a:r>
              <a:rPr lang="en-US" sz="2035" b="0" i="0" u="none" strike="noStrike" cap="none">
                <a:solidFill>
                  <a:schemeClr val="lt1"/>
                </a:solidFill>
                <a:latin typeface="Arial"/>
                <a:ea typeface="Arial"/>
                <a:cs typeface="Arial"/>
                <a:sym typeface="Arial"/>
              </a:rPr>
              <a:t>.</a:t>
            </a:r>
            <a:endParaRPr/>
          </a:p>
          <a:p>
            <a:pPr marL="342900" marR="0" lvl="0" indent="-342900" algn="l" rtl="0">
              <a:lnSpc>
                <a:spcPct val="80000"/>
              </a:lnSpc>
              <a:spcBef>
                <a:spcPts val="200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Life event: School</a:t>
            </a:r>
            <a:endParaRPr sz="2035" b="0" i="0" u="none" strike="noStrike" cap="none">
              <a:solidFill>
                <a:schemeClr val="lt1"/>
              </a:solidFill>
              <a:latin typeface="Arial"/>
              <a:ea typeface="Arial"/>
              <a:cs typeface="Arial"/>
              <a:sym typeface="Arial"/>
            </a:endParaRPr>
          </a:p>
          <a:p>
            <a:pPr marL="342900" marR="0" lvl="0" indent="-213677" algn="l" rtl="0">
              <a:lnSpc>
                <a:spcPct val="80000"/>
              </a:lnSpc>
              <a:spcBef>
                <a:spcPts val="2000"/>
              </a:spcBef>
              <a:spcAft>
                <a:spcPts val="0"/>
              </a:spcAft>
              <a:buClr>
                <a:schemeClr val="lt1"/>
              </a:buClr>
              <a:buSzPts val="2035"/>
              <a:buFont typeface="Lustria"/>
              <a:buNone/>
            </a:pPr>
            <a:endParaRPr sz="2035" b="0" i="0" u="none" strike="noStrike" cap="none">
              <a:solidFill>
                <a:schemeClr val="lt1"/>
              </a:solidFill>
              <a:latin typeface="Arial"/>
              <a:ea typeface="Arial"/>
              <a:cs typeface="Arial"/>
              <a:sym typeface="Arial"/>
            </a:endParaRPr>
          </a:p>
          <a:p>
            <a:pPr marL="342900" marR="0" lvl="0" indent="-213677" algn="l" rtl="0">
              <a:lnSpc>
                <a:spcPct val="80000"/>
              </a:lnSpc>
              <a:spcBef>
                <a:spcPts val="2000"/>
              </a:spcBef>
              <a:spcAft>
                <a:spcPts val="0"/>
              </a:spcAft>
              <a:buClr>
                <a:schemeClr val="lt1"/>
              </a:buClr>
              <a:buSzPts val="2035"/>
              <a:buFont typeface="Lustria"/>
              <a:buNone/>
            </a:pPr>
            <a:endParaRPr sz="2035" b="0" i="0" u="none" strike="noStrike" cap="none">
              <a:solidFill>
                <a:schemeClr val="lt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pic>
        <p:nvPicPr>
          <p:cNvPr id="211" name="Shape 211"/>
          <p:cNvPicPr preferRelativeResize="0"/>
          <p:nvPr/>
        </p:nvPicPr>
        <p:blipFill rotWithShape="1">
          <a:blip r:embed="rId3">
            <a:alphaModFix/>
          </a:blip>
          <a:srcRect/>
          <a:stretch/>
        </p:blipFill>
        <p:spPr>
          <a:xfrm>
            <a:off x="0" y="0"/>
            <a:ext cx="9144000" cy="6858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Shape 216"/>
          <p:cNvSpPr/>
          <p:nvPr/>
        </p:nvSpPr>
        <p:spPr>
          <a:xfrm>
            <a:off x="672158" y="1329321"/>
            <a:ext cx="7780668" cy="347787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400" b="1" i="0" u="none" strike="noStrike" cap="none">
                <a:solidFill>
                  <a:srgbClr val="CFE7F8"/>
                </a:solidFill>
                <a:latin typeface="Corben"/>
                <a:ea typeface="Corben"/>
                <a:cs typeface="Corben"/>
                <a:sym typeface="Corben"/>
              </a:rPr>
              <a:t> Identity v Role Confusion </a:t>
            </a:r>
            <a:br>
              <a:rPr lang="en-US" sz="4400" b="1" i="0" u="none" strike="noStrike" cap="none">
                <a:solidFill>
                  <a:srgbClr val="CFE7F8"/>
                </a:solidFill>
                <a:latin typeface="Corben"/>
                <a:ea typeface="Corben"/>
                <a:cs typeface="Corben"/>
                <a:sym typeface="Corben"/>
              </a:rPr>
            </a:br>
            <a:r>
              <a:rPr lang="en-US" sz="4400" b="1" i="0" u="none" strike="noStrike" cap="none">
                <a:solidFill>
                  <a:srgbClr val="CFE7F8"/>
                </a:solidFill>
                <a:latin typeface="Corben"/>
                <a:ea typeface="Corben"/>
                <a:cs typeface="Corben"/>
                <a:sym typeface="Corben"/>
              </a:rPr>
              <a:t/>
            </a:r>
            <a:br>
              <a:rPr lang="en-US" sz="4400" b="1" i="0" u="none" strike="noStrike" cap="none">
                <a:solidFill>
                  <a:srgbClr val="CFE7F8"/>
                </a:solidFill>
                <a:latin typeface="Corben"/>
                <a:ea typeface="Corben"/>
                <a:cs typeface="Corben"/>
                <a:sym typeface="Corben"/>
              </a:rPr>
            </a:br>
            <a:r>
              <a:rPr lang="en-US" sz="2200" b="1" i="0" u="none" strike="noStrike" cap="none">
                <a:solidFill>
                  <a:schemeClr val="lt1"/>
                </a:solidFill>
                <a:latin typeface="Corben"/>
                <a:ea typeface="Corben"/>
                <a:cs typeface="Corben"/>
                <a:sym typeface="Corben"/>
              </a:rPr>
              <a:t>'To be oneself (or not to be)' </a:t>
            </a:r>
            <a:br>
              <a:rPr lang="en-US" sz="2200" b="1" i="0" u="none" strike="noStrike" cap="none">
                <a:solidFill>
                  <a:schemeClr val="lt1"/>
                </a:solidFill>
                <a:latin typeface="Corben"/>
                <a:ea typeface="Corben"/>
                <a:cs typeface="Corben"/>
                <a:sym typeface="Corben"/>
              </a:rPr>
            </a:br>
            <a:r>
              <a:rPr lang="en-US" sz="2200" b="0" i="0" u="none" strike="noStrike" cap="none">
                <a:solidFill>
                  <a:schemeClr val="lt1"/>
                </a:solidFill>
                <a:latin typeface="Corben"/>
                <a:ea typeface="Corben"/>
                <a:cs typeface="Corben"/>
                <a:sym typeface="Corben"/>
              </a:rPr>
              <a:t/>
            </a:r>
            <a:br>
              <a:rPr lang="en-US" sz="2200" b="0" i="0" u="none" strike="noStrike" cap="none">
                <a:solidFill>
                  <a:schemeClr val="lt1"/>
                </a:solidFill>
                <a:latin typeface="Corben"/>
                <a:ea typeface="Corben"/>
                <a:cs typeface="Corben"/>
                <a:sym typeface="Corben"/>
              </a:rPr>
            </a:br>
            <a:r>
              <a:rPr lang="en-US" sz="2200" b="1" i="0" u="none" strike="noStrike" cap="none">
                <a:solidFill>
                  <a:schemeClr val="lt1"/>
                </a:solidFill>
                <a:latin typeface="Corben"/>
                <a:ea typeface="Corben"/>
                <a:cs typeface="Corben"/>
                <a:sym typeface="Corben"/>
              </a:rPr>
              <a:t>'To share being oneself' </a:t>
            </a:r>
            <a:br>
              <a:rPr lang="en-US" sz="2200" b="1" i="0" u="none" strike="noStrike" cap="none">
                <a:solidFill>
                  <a:schemeClr val="lt1"/>
                </a:solidFill>
                <a:latin typeface="Corben"/>
                <a:ea typeface="Corben"/>
                <a:cs typeface="Corben"/>
                <a:sym typeface="Corben"/>
              </a:rPr>
            </a:br>
            <a:r>
              <a:rPr lang="en-US" sz="2200" b="1" i="0" u="none" strike="noStrike" cap="none">
                <a:solidFill>
                  <a:schemeClr val="lt1"/>
                </a:solidFill>
                <a:latin typeface="Corben"/>
                <a:ea typeface="Corben"/>
                <a:cs typeface="Corben"/>
                <a:sym typeface="Corben"/>
              </a:rPr>
              <a:t/>
            </a:r>
            <a:br>
              <a:rPr lang="en-US" sz="2200" b="1" i="0" u="none" strike="noStrike" cap="none">
                <a:solidFill>
                  <a:schemeClr val="lt1"/>
                </a:solidFill>
                <a:latin typeface="Corben"/>
                <a:ea typeface="Corben"/>
                <a:cs typeface="Corben"/>
                <a:sym typeface="Corben"/>
              </a:rPr>
            </a:br>
            <a:r>
              <a:rPr lang="en-US" sz="2200" b="1" i="0" u="none" strike="noStrike" cap="none">
                <a:solidFill>
                  <a:srgbClr val="FBC2C7"/>
                </a:solidFill>
                <a:latin typeface="Corben"/>
                <a:ea typeface="Corben"/>
                <a:cs typeface="Corben"/>
                <a:sym typeface="Corben"/>
              </a:rPr>
              <a:t>(To be yourself and to share this with others. Affirmation or otherwise of how you see yourself)</a:t>
            </a:r>
            <a:r>
              <a:rPr lang="en-US" sz="2200" b="0" i="0" u="none" strike="noStrike" cap="none">
                <a:solidFill>
                  <a:srgbClr val="FBC2C7"/>
                </a:solidFill>
                <a:latin typeface="Corben"/>
                <a:ea typeface="Corben"/>
                <a:cs typeface="Corben"/>
                <a:sym typeface="Corben"/>
              </a:rPr>
              <a:t> </a:t>
            </a:r>
            <a:endParaRPr sz="2200" b="0" i="0" u="none" strike="noStrike" cap="none">
              <a:solidFill>
                <a:srgbClr val="FBC2C7"/>
              </a:solidFill>
              <a:latin typeface="Corben"/>
              <a:ea typeface="Corben"/>
              <a:cs typeface="Corben"/>
              <a:sym typeface="Corbe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Shape 221"/>
          <p:cNvSpPr txBox="1">
            <a:spLocks noGrp="1"/>
          </p:cNvSpPr>
          <p:nvPr>
            <p:ph type="body" idx="1"/>
          </p:nvPr>
        </p:nvSpPr>
        <p:spPr>
          <a:xfrm>
            <a:off x="343933" y="224906"/>
            <a:ext cx="8518967" cy="6297387"/>
          </a:xfrm>
          <a:prstGeom prst="rect">
            <a:avLst/>
          </a:prstGeom>
          <a:noFill/>
          <a:ln>
            <a:noFill/>
          </a:ln>
        </p:spPr>
        <p:txBody>
          <a:bodyPr spcFirstLastPara="1" wrap="square" lIns="91425" tIns="45700" rIns="91425" bIns="45700" anchor="t" anchorCtr="0">
            <a:noAutofit/>
          </a:bodyPr>
          <a:lstStyle/>
          <a:p>
            <a:pPr marL="342900" marR="0" lvl="0" indent="-342900" algn="l" rtl="0">
              <a:lnSpc>
                <a:spcPct val="80000"/>
              </a:lnSpc>
              <a:spcBef>
                <a:spcPts val="0"/>
              </a:spcBef>
              <a:spcAft>
                <a:spcPts val="0"/>
              </a:spcAft>
              <a:buClr>
                <a:schemeClr val="lt1"/>
              </a:buClr>
              <a:buSzPts val="1540"/>
              <a:buFont typeface="Lustria"/>
              <a:buChar char="•"/>
            </a:pPr>
            <a:r>
              <a:rPr lang="en-US" sz="1540" b="0" i="0" u="none" strike="noStrike" cap="none">
                <a:solidFill>
                  <a:schemeClr val="lt1"/>
                </a:solidFill>
                <a:latin typeface="Lustria"/>
                <a:ea typeface="Lustria"/>
                <a:cs typeface="Lustria"/>
                <a:sym typeface="Lustria"/>
              </a:rPr>
              <a:t>Identity means essentially how a person sees themselves in relation to their world. It's a sense of self or individuality in the context of life and what lies ahead. </a:t>
            </a:r>
            <a:endParaRPr sz="1540" b="0" i="0" u="none" strike="noStrike" cap="none">
              <a:solidFill>
                <a:schemeClr val="lt1"/>
              </a:solidFill>
              <a:latin typeface="Lustria"/>
              <a:ea typeface="Lustria"/>
              <a:cs typeface="Lustria"/>
              <a:sym typeface="Lustria"/>
            </a:endParaRPr>
          </a:p>
          <a:p>
            <a:pPr marL="342900" marR="0" lvl="0" indent="-342900" algn="l" rtl="0">
              <a:lnSpc>
                <a:spcPct val="80000"/>
              </a:lnSpc>
              <a:spcBef>
                <a:spcPts val="2000"/>
              </a:spcBef>
              <a:spcAft>
                <a:spcPts val="0"/>
              </a:spcAft>
              <a:buClr>
                <a:schemeClr val="lt1"/>
              </a:buClr>
              <a:buSzPts val="1540"/>
              <a:buFont typeface="Lustria"/>
              <a:buChar char="•"/>
            </a:pPr>
            <a:r>
              <a:rPr lang="en-US" sz="1540" b="0" i="0" u="none" strike="noStrike" cap="none">
                <a:solidFill>
                  <a:schemeClr val="lt1"/>
                </a:solidFill>
                <a:latin typeface="Lustria"/>
                <a:ea typeface="Lustria"/>
                <a:cs typeface="Lustria"/>
                <a:sym typeface="Lustria"/>
              </a:rPr>
              <a:t>Role Confusion is the negative perspective - an absence of identity - meaning that the person cannot see clearly or at all who they are and how they can relate positively with their environment. </a:t>
            </a:r>
            <a:endParaRPr sz="1540" b="0" i="0" u="none" strike="noStrike" cap="none">
              <a:solidFill>
                <a:schemeClr val="lt1"/>
              </a:solidFill>
              <a:latin typeface="Lustria"/>
              <a:ea typeface="Lustria"/>
              <a:cs typeface="Lustria"/>
              <a:sym typeface="Lustria"/>
            </a:endParaRPr>
          </a:p>
          <a:p>
            <a:pPr marL="342900" marR="0" lvl="0" indent="-342900" algn="l" rtl="0">
              <a:lnSpc>
                <a:spcPct val="80000"/>
              </a:lnSpc>
              <a:spcBef>
                <a:spcPts val="2000"/>
              </a:spcBef>
              <a:spcAft>
                <a:spcPts val="0"/>
              </a:spcAft>
              <a:buClr>
                <a:schemeClr val="lt1"/>
              </a:buClr>
              <a:buSzPts val="1540"/>
              <a:buFont typeface="Lustria"/>
              <a:buChar char="•"/>
            </a:pPr>
            <a:r>
              <a:rPr lang="en-US" sz="1540" b="0" i="0" u="none" strike="noStrike" cap="none">
                <a:solidFill>
                  <a:schemeClr val="lt1"/>
                </a:solidFill>
                <a:latin typeface="Lustria"/>
                <a:ea typeface="Lustria"/>
                <a:cs typeface="Lustria"/>
                <a:sym typeface="Lustria"/>
              </a:rPr>
              <a:t>This stage coincides with puberty or adolescence, and the reawakening of the sexual urge whose dormancy typically characterises the previous stage. </a:t>
            </a:r>
            <a:endParaRPr sz="1540" b="0" i="0" u="none" strike="noStrike" cap="none">
              <a:solidFill>
                <a:schemeClr val="lt1"/>
              </a:solidFill>
              <a:latin typeface="Lustria"/>
              <a:ea typeface="Lustria"/>
              <a:cs typeface="Lustria"/>
              <a:sym typeface="Lustria"/>
            </a:endParaRPr>
          </a:p>
          <a:p>
            <a:pPr marL="342900" marR="0" lvl="0" indent="-342900" algn="l" rtl="0">
              <a:lnSpc>
                <a:spcPct val="80000"/>
              </a:lnSpc>
              <a:spcBef>
                <a:spcPts val="2000"/>
              </a:spcBef>
              <a:spcAft>
                <a:spcPts val="0"/>
              </a:spcAft>
              <a:buClr>
                <a:schemeClr val="lt1"/>
              </a:buClr>
              <a:buSzPts val="1540"/>
              <a:buFont typeface="Lustria"/>
              <a:buChar char="•"/>
            </a:pPr>
            <a:r>
              <a:rPr lang="en-US" sz="1540" b="0" i="0" u="none" strike="noStrike" cap="none">
                <a:solidFill>
                  <a:schemeClr val="lt1"/>
                </a:solidFill>
                <a:latin typeface="Lustria"/>
                <a:ea typeface="Lustria"/>
                <a:cs typeface="Lustria"/>
                <a:sym typeface="Lustria"/>
              </a:rPr>
              <a:t>This is a major stage in development where the child has to learn the </a:t>
            </a:r>
            <a:r>
              <a:rPr lang="en-US" sz="1540" b="0" i="0" u="sng" strike="noStrike" cap="none">
                <a:solidFill>
                  <a:schemeClr val="hlink"/>
                </a:solidFill>
                <a:latin typeface="Lustria"/>
                <a:ea typeface="Lustria"/>
                <a:cs typeface="Lustria"/>
                <a:sym typeface="Lustria"/>
                <a:hlinkClick r:id="rId3"/>
              </a:rPr>
              <a:t>roles</a:t>
            </a:r>
            <a:r>
              <a:rPr lang="en-US" sz="1540" b="0" i="0" u="sng" strike="noStrike" cap="none">
                <a:solidFill>
                  <a:schemeClr val="lt1"/>
                </a:solidFill>
                <a:latin typeface="Lustria"/>
                <a:ea typeface="Lustria"/>
                <a:cs typeface="Lustria"/>
                <a:sym typeface="Lustria"/>
              </a:rPr>
              <a:t> t</a:t>
            </a:r>
            <a:r>
              <a:rPr lang="en-US" sz="1540" b="0" i="0" u="none" strike="noStrike" cap="none">
                <a:solidFill>
                  <a:schemeClr val="lt1"/>
                </a:solidFill>
                <a:latin typeface="Lustria"/>
                <a:ea typeface="Lustria"/>
                <a:cs typeface="Lustria"/>
                <a:sym typeface="Lustria"/>
              </a:rPr>
              <a:t>hey will occupy as an adult. </a:t>
            </a:r>
            <a:endParaRPr sz="1540" b="0" i="0" u="none" strike="noStrike" cap="none">
              <a:solidFill>
                <a:schemeClr val="lt1"/>
              </a:solidFill>
              <a:latin typeface="Lustria"/>
              <a:ea typeface="Lustria"/>
              <a:cs typeface="Lustria"/>
              <a:sym typeface="Lustria"/>
            </a:endParaRPr>
          </a:p>
          <a:p>
            <a:pPr marL="342900" marR="0" lvl="0" indent="-342900" algn="l" rtl="0">
              <a:lnSpc>
                <a:spcPct val="80000"/>
              </a:lnSpc>
              <a:spcBef>
                <a:spcPts val="2000"/>
              </a:spcBef>
              <a:spcAft>
                <a:spcPts val="0"/>
              </a:spcAft>
              <a:buClr>
                <a:schemeClr val="lt1"/>
              </a:buClr>
              <a:buSzPts val="1540"/>
              <a:buFont typeface="Lustria"/>
              <a:buChar char="•"/>
            </a:pPr>
            <a:r>
              <a:rPr lang="en-US" sz="1540" b="0" i="0" u="none" strike="noStrike" cap="none">
                <a:solidFill>
                  <a:schemeClr val="lt1"/>
                </a:solidFill>
                <a:latin typeface="Lustria"/>
                <a:ea typeface="Lustria"/>
                <a:cs typeface="Lustria"/>
                <a:sym typeface="Lustria"/>
              </a:rPr>
              <a:t>Erikson claims that the adolescent may feel uncomfortable about their body for a while until they can adapt and “grow into” the changes. </a:t>
            </a:r>
            <a:endParaRPr sz="1540" b="0" i="0" u="none" strike="noStrike" cap="none">
              <a:solidFill>
                <a:schemeClr val="lt1"/>
              </a:solidFill>
              <a:latin typeface="Lustria"/>
              <a:ea typeface="Lustria"/>
              <a:cs typeface="Lustria"/>
              <a:sym typeface="Lustria"/>
            </a:endParaRPr>
          </a:p>
          <a:p>
            <a:pPr marL="342900" marR="0" lvl="0" indent="-342900" algn="l" rtl="0">
              <a:lnSpc>
                <a:spcPct val="80000"/>
              </a:lnSpc>
              <a:spcBef>
                <a:spcPts val="2000"/>
              </a:spcBef>
              <a:spcAft>
                <a:spcPts val="0"/>
              </a:spcAft>
              <a:buClr>
                <a:schemeClr val="lt1"/>
              </a:buClr>
              <a:buSzPts val="1540"/>
              <a:buFont typeface="Lustria"/>
              <a:buChar char="•"/>
            </a:pPr>
            <a:r>
              <a:rPr lang="en-US" sz="1540" b="0" i="0" u="none" strike="noStrike" cap="none">
                <a:solidFill>
                  <a:schemeClr val="lt1"/>
                </a:solidFill>
                <a:latin typeface="Lustria"/>
                <a:ea typeface="Lustria"/>
                <a:cs typeface="Lustria"/>
                <a:sym typeface="Lustria"/>
              </a:rPr>
              <a:t>Failure to establish a sense of identity within society ("I don’t know what I want to be when I grow up") can lead to role confusion. Role confusion involves the individual not being sure about themselves or their place in society.</a:t>
            </a:r>
            <a:endParaRPr/>
          </a:p>
          <a:p>
            <a:pPr marL="342900" marR="0" lvl="0" indent="-342900" algn="l" rtl="0">
              <a:lnSpc>
                <a:spcPct val="80000"/>
              </a:lnSpc>
              <a:spcBef>
                <a:spcPts val="2000"/>
              </a:spcBef>
              <a:spcAft>
                <a:spcPts val="0"/>
              </a:spcAft>
              <a:buClr>
                <a:schemeClr val="lt1"/>
              </a:buClr>
              <a:buSzPts val="1540"/>
              <a:buFont typeface="Lustria"/>
              <a:buChar char="•"/>
            </a:pPr>
            <a:r>
              <a:rPr lang="en-US" sz="1540" b="0" i="0" u="none" strike="noStrike" cap="none">
                <a:solidFill>
                  <a:schemeClr val="lt1"/>
                </a:solidFill>
                <a:latin typeface="Lustria"/>
                <a:ea typeface="Lustria"/>
                <a:cs typeface="Lustria"/>
                <a:sym typeface="Lustria"/>
              </a:rPr>
              <a:t>In response to role confusion or </a:t>
            </a:r>
            <a:r>
              <a:rPr lang="en-US" sz="1540" b="1" i="0" u="none" strike="noStrike" cap="none">
                <a:solidFill>
                  <a:schemeClr val="lt1"/>
                </a:solidFill>
                <a:latin typeface="Lustria"/>
                <a:ea typeface="Lustria"/>
                <a:cs typeface="Lustria"/>
                <a:sym typeface="Lustria"/>
              </a:rPr>
              <a:t>identity crisis</a:t>
            </a:r>
            <a:r>
              <a:rPr lang="en-US" sz="1540" b="0" i="0" u="none" strike="noStrike" cap="none">
                <a:solidFill>
                  <a:schemeClr val="lt1"/>
                </a:solidFill>
                <a:latin typeface="Lustria"/>
                <a:ea typeface="Lustria"/>
                <a:cs typeface="Lustria"/>
                <a:sym typeface="Lustria"/>
              </a:rPr>
              <a:t> an adolescent may begin to experiment with different lifestyles (e.g. work, education or political activities). </a:t>
            </a:r>
            <a:endParaRPr sz="1540" b="0" i="0" u="none" strike="noStrike" cap="none">
              <a:solidFill>
                <a:schemeClr val="lt1"/>
              </a:solidFill>
              <a:latin typeface="Lustria"/>
              <a:ea typeface="Lustria"/>
              <a:cs typeface="Lustria"/>
              <a:sym typeface="Lustria"/>
            </a:endParaRPr>
          </a:p>
          <a:p>
            <a:pPr marL="342900" marR="0" lvl="0" indent="-342900" algn="l" rtl="0">
              <a:lnSpc>
                <a:spcPct val="80000"/>
              </a:lnSpc>
              <a:spcBef>
                <a:spcPts val="2000"/>
              </a:spcBef>
              <a:spcAft>
                <a:spcPts val="0"/>
              </a:spcAft>
              <a:buClr>
                <a:schemeClr val="lt1"/>
              </a:buClr>
              <a:buSzPts val="1540"/>
              <a:buFont typeface="Lustria"/>
              <a:buChar char="•"/>
            </a:pPr>
            <a:r>
              <a:rPr lang="en-US" sz="1540" b="0" i="0" u="none" strike="noStrike" cap="none">
                <a:solidFill>
                  <a:schemeClr val="lt1"/>
                </a:solidFill>
                <a:latin typeface="Lustria"/>
                <a:ea typeface="Lustria"/>
                <a:cs typeface="Lustria"/>
                <a:sym typeface="Lustria"/>
              </a:rPr>
              <a:t>Pressuring someone into an identity can result in rebellion in the form of establishing a negative identity, and in addition to this feeling of unhappiness.</a:t>
            </a:r>
            <a:endParaRPr/>
          </a:p>
          <a:p>
            <a:pPr marL="342900" marR="0" lvl="0" indent="-342900" algn="l" rtl="0">
              <a:lnSpc>
                <a:spcPct val="80000"/>
              </a:lnSpc>
              <a:spcBef>
                <a:spcPts val="2000"/>
              </a:spcBef>
              <a:spcAft>
                <a:spcPts val="0"/>
              </a:spcAft>
              <a:buClr>
                <a:schemeClr val="lt1"/>
              </a:buClr>
              <a:buSzPts val="1540"/>
              <a:buFont typeface="Lustria"/>
              <a:buChar char="•"/>
            </a:pPr>
            <a:r>
              <a:rPr lang="en-US" sz="1540" b="0" i="0" u="none" strike="noStrike" cap="none">
                <a:solidFill>
                  <a:schemeClr val="lt1"/>
                </a:solidFill>
                <a:latin typeface="Lustria"/>
                <a:ea typeface="Lustria"/>
                <a:cs typeface="Lustria"/>
                <a:sym typeface="Lustria"/>
              </a:rPr>
              <a:t>Success in this stage will lead to the virtue of </a:t>
            </a:r>
            <a:r>
              <a:rPr lang="en-US" sz="1540" b="1" i="0" u="none" strike="noStrike" cap="none">
                <a:solidFill>
                  <a:schemeClr val="lt1"/>
                </a:solidFill>
                <a:latin typeface="Lustria"/>
                <a:ea typeface="Lustria"/>
                <a:cs typeface="Lustria"/>
                <a:sym typeface="Lustria"/>
              </a:rPr>
              <a:t>fidelity</a:t>
            </a:r>
            <a:r>
              <a:rPr lang="en-US" sz="1540" b="0" i="0" u="none" strike="noStrike" cap="none">
                <a:solidFill>
                  <a:schemeClr val="lt1"/>
                </a:solidFill>
                <a:latin typeface="Lustria"/>
                <a:ea typeface="Lustria"/>
                <a:cs typeface="Lustria"/>
                <a:sym typeface="Lustria"/>
              </a:rPr>
              <a:t>.</a:t>
            </a:r>
            <a:endParaRPr/>
          </a:p>
          <a:p>
            <a:pPr marL="342900" marR="0" lvl="0" indent="-342900" algn="l" rtl="0">
              <a:lnSpc>
                <a:spcPct val="80000"/>
              </a:lnSpc>
              <a:spcBef>
                <a:spcPts val="2000"/>
              </a:spcBef>
              <a:spcAft>
                <a:spcPts val="0"/>
              </a:spcAft>
              <a:buClr>
                <a:schemeClr val="lt1"/>
              </a:buClr>
              <a:buSzPts val="1540"/>
              <a:buFont typeface="Lustria"/>
              <a:buChar char="•"/>
            </a:pPr>
            <a:r>
              <a:rPr lang="en-US" sz="1540" b="0" i="0" u="none" strike="noStrike" cap="none">
                <a:solidFill>
                  <a:schemeClr val="lt1"/>
                </a:solidFill>
                <a:latin typeface="Lustria"/>
                <a:ea typeface="Lustria"/>
                <a:cs typeface="Lustria"/>
                <a:sym typeface="Lustria"/>
              </a:rPr>
              <a:t>Life event: Peer relationships</a:t>
            </a:r>
            <a:endParaRPr sz="1540" b="0" i="0" u="none" strike="noStrike" cap="none">
              <a:solidFill>
                <a:schemeClr val="lt1"/>
              </a:solidFill>
              <a:latin typeface="Lustria"/>
              <a:ea typeface="Lustria"/>
              <a:cs typeface="Lustria"/>
              <a:sym typeface="Lustria"/>
            </a:endParaRPr>
          </a:p>
          <a:p>
            <a:pPr marL="342900" marR="0" lvl="0" indent="-245109" algn="l" rtl="0">
              <a:lnSpc>
                <a:spcPct val="80000"/>
              </a:lnSpc>
              <a:spcBef>
                <a:spcPts val="2000"/>
              </a:spcBef>
              <a:spcAft>
                <a:spcPts val="0"/>
              </a:spcAft>
              <a:buClr>
                <a:schemeClr val="lt1"/>
              </a:buClr>
              <a:buSzPts val="1540"/>
              <a:buFont typeface="Lustria"/>
              <a:buNone/>
            </a:pPr>
            <a:endParaRPr sz="1540" b="0" i="0" u="none" strike="noStrike" cap="none">
              <a:solidFill>
                <a:schemeClr val="lt1"/>
              </a:solidFill>
              <a:latin typeface="Lustria"/>
              <a:ea typeface="Lustria"/>
              <a:cs typeface="Lustria"/>
              <a:sym typeface="Lustria"/>
            </a:endParaRPr>
          </a:p>
          <a:p>
            <a:pPr marL="342900" marR="0" lvl="0" indent="-245109" algn="l" rtl="0">
              <a:lnSpc>
                <a:spcPct val="80000"/>
              </a:lnSpc>
              <a:spcBef>
                <a:spcPts val="2000"/>
              </a:spcBef>
              <a:spcAft>
                <a:spcPts val="0"/>
              </a:spcAft>
              <a:buClr>
                <a:schemeClr val="lt1"/>
              </a:buClr>
              <a:buSzPts val="1540"/>
              <a:buFont typeface="Lustria"/>
              <a:buNone/>
            </a:pPr>
            <a:endParaRPr sz="1540" b="0" i="0" u="none" strike="noStrike" cap="none">
              <a:solidFill>
                <a:schemeClr val="lt1"/>
              </a:solidFill>
              <a:latin typeface="Lustria"/>
              <a:ea typeface="Lustria"/>
              <a:cs typeface="Lustria"/>
              <a:sym typeface="Lustri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pic>
        <p:nvPicPr>
          <p:cNvPr id="226" name="Shape 226"/>
          <p:cNvPicPr preferRelativeResize="0"/>
          <p:nvPr/>
        </p:nvPicPr>
        <p:blipFill rotWithShape="1">
          <a:blip r:embed="rId3">
            <a:alphaModFix/>
          </a:blip>
          <a:srcRect/>
          <a:stretch/>
        </p:blipFill>
        <p:spPr>
          <a:xfrm>
            <a:off x="0" y="0"/>
            <a:ext cx="9144000" cy="6858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Shape 231"/>
          <p:cNvSpPr/>
          <p:nvPr/>
        </p:nvSpPr>
        <p:spPr>
          <a:xfrm>
            <a:off x="672158" y="1329321"/>
            <a:ext cx="7780668" cy="249299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400" b="1" i="0" u="none" strike="noStrike" cap="none">
                <a:solidFill>
                  <a:srgbClr val="CFE7F8"/>
                </a:solidFill>
                <a:latin typeface="Corben"/>
                <a:ea typeface="Corben"/>
                <a:cs typeface="Corben"/>
                <a:sym typeface="Corben"/>
              </a:rPr>
              <a:t> Intimacy vs Isolation </a:t>
            </a:r>
            <a:br>
              <a:rPr lang="en-US" sz="4400" b="1" i="0" u="none" strike="noStrike" cap="none">
                <a:solidFill>
                  <a:srgbClr val="CFE7F8"/>
                </a:solidFill>
                <a:latin typeface="Corben"/>
                <a:ea typeface="Corben"/>
                <a:cs typeface="Corben"/>
                <a:sym typeface="Corben"/>
              </a:rPr>
            </a:br>
            <a:r>
              <a:rPr lang="en-US" sz="4400" b="1" i="0" u="none" strike="noStrike" cap="none">
                <a:solidFill>
                  <a:srgbClr val="CFE7F8"/>
                </a:solidFill>
                <a:latin typeface="Corben"/>
                <a:ea typeface="Corben"/>
                <a:cs typeface="Corben"/>
                <a:sym typeface="Corben"/>
              </a:rPr>
              <a:t/>
            </a:r>
            <a:br>
              <a:rPr lang="en-US" sz="4400" b="1" i="0" u="none" strike="noStrike" cap="none">
                <a:solidFill>
                  <a:srgbClr val="CFE7F8"/>
                </a:solidFill>
                <a:latin typeface="Corben"/>
                <a:ea typeface="Corben"/>
                <a:cs typeface="Corben"/>
                <a:sym typeface="Corben"/>
              </a:rPr>
            </a:br>
            <a:r>
              <a:rPr lang="en-US" sz="2200" b="1" i="0" u="none" strike="noStrike" cap="none">
                <a:solidFill>
                  <a:srgbClr val="D9F1CC"/>
                </a:solidFill>
                <a:latin typeface="Corben"/>
                <a:ea typeface="Corben"/>
                <a:cs typeface="Corben"/>
                <a:sym typeface="Corben"/>
              </a:rPr>
              <a:t>'To loose oneself or to find oneself in another’</a:t>
            </a:r>
            <a:endParaRPr/>
          </a:p>
          <a:p>
            <a:pPr marL="0" marR="0" lvl="0" indent="0" algn="ctr" rtl="0">
              <a:spcBef>
                <a:spcPts val="0"/>
              </a:spcBef>
              <a:spcAft>
                <a:spcPts val="0"/>
              </a:spcAft>
              <a:buNone/>
            </a:pPr>
            <a:r>
              <a:rPr lang="en-US" sz="2200" b="1" i="0" u="none" strike="noStrike" cap="none">
                <a:solidFill>
                  <a:schemeClr val="lt1"/>
                </a:solidFill>
                <a:latin typeface="Corben"/>
                <a:ea typeface="Corben"/>
                <a:cs typeface="Corben"/>
                <a:sym typeface="Corben"/>
              </a:rPr>
              <a:t/>
            </a:r>
            <a:br>
              <a:rPr lang="en-US" sz="2200" b="1" i="0" u="none" strike="noStrike" cap="none">
                <a:solidFill>
                  <a:schemeClr val="lt1"/>
                </a:solidFill>
                <a:latin typeface="Corben"/>
                <a:ea typeface="Corben"/>
                <a:cs typeface="Corben"/>
                <a:sym typeface="Corben"/>
              </a:rPr>
            </a:br>
            <a:r>
              <a:rPr lang="en-US" sz="2400" b="1" i="0" u="none" strike="noStrike" cap="none">
                <a:solidFill>
                  <a:srgbClr val="FBC2C7"/>
                </a:solidFill>
                <a:latin typeface="Corben"/>
                <a:ea typeface="Corben"/>
                <a:cs typeface="Corben"/>
                <a:sym typeface="Corben"/>
              </a:rPr>
              <a:t>(Reciprocal love for and with another person)</a:t>
            </a:r>
            <a:r>
              <a:rPr lang="en-US" sz="2400" b="0" i="0" u="none" strike="noStrike" cap="none">
                <a:solidFill>
                  <a:srgbClr val="FBC2C7"/>
                </a:solidFill>
                <a:latin typeface="Corben"/>
                <a:ea typeface="Corben"/>
                <a:cs typeface="Corben"/>
                <a:sym typeface="Corben"/>
              </a:rPr>
              <a:t> </a:t>
            </a:r>
            <a:endParaRPr sz="2200" b="0" i="0" u="none" strike="noStrike" cap="none">
              <a:solidFill>
                <a:srgbClr val="FBC2C7"/>
              </a:solidFill>
              <a:latin typeface="Corben"/>
              <a:ea typeface="Corben"/>
              <a:cs typeface="Corben"/>
              <a:sym typeface="Corbe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Shape 236"/>
          <p:cNvSpPr txBox="1">
            <a:spLocks noGrp="1"/>
          </p:cNvSpPr>
          <p:nvPr>
            <p:ph type="body" idx="1"/>
          </p:nvPr>
        </p:nvSpPr>
        <p:spPr>
          <a:xfrm>
            <a:off x="264564" y="198448"/>
            <a:ext cx="8585108" cy="6442914"/>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chemeClr val="lt1"/>
              </a:buClr>
              <a:buSzPts val="2200"/>
              <a:buFont typeface="Lustria"/>
              <a:buChar char="•"/>
            </a:pPr>
            <a:r>
              <a:rPr lang="en-US" sz="2200" b="0" i="0" u="none" strike="noStrike" cap="none">
                <a:solidFill>
                  <a:schemeClr val="lt1"/>
                </a:solidFill>
                <a:latin typeface="Lustria"/>
                <a:ea typeface="Lustria"/>
                <a:cs typeface="Lustria"/>
                <a:sym typeface="Lustria"/>
              </a:rPr>
              <a:t>Intimacy means the process of achieving relationships with family and marital or mating partner(s).</a:t>
            </a:r>
            <a:endParaRPr/>
          </a:p>
          <a:p>
            <a:pPr marL="342900" marR="0" lvl="0" indent="-342900" algn="l" rtl="0">
              <a:lnSpc>
                <a:spcPct val="90000"/>
              </a:lnSpc>
              <a:spcBef>
                <a:spcPts val="2000"/>
              </a:spcBef>
              <a:spcAft>
                <a:spcPts val="0"/>
              </a:spcAft>
              <a:buClr>
                <a:schemeClr val="lt1"/>
              </a:buClr>
              <a:buSzPts val="2200"/>
              <a:buFont typeface="Lustria"/>
              <a:buChar char="•"/>
            </a:pPr>
            <a:r>
              <a:rPr lang="en-US" sz="2200" b="0" i="0" u="none" strike="noStrike" cap="none">
                <a:solidFill>
                  <a:schemeClr val="lt1"/>
                </a:solidFill>
                <a:latin typeface="Lustria"/>
                <a:ea typeface="Lustria"/>
                <a:cs typeface="Lustria"/>
                <a:sym typeface="Lustria"/>
              </a:rPr>
              <a:t>Isolation conversely means being and feeling excluded from the usual life experiences of dating and mating and mutually loving relationships.</a:t>
            </a:r>
            <a:endParaRPr/>
          </a:p>
          <a:p>
            <a:pPr marL="342900" marR="0" lvl="0" indent="-342900" algn="l" rtl="0">
              <a:lnSpc>
                <a:spcPct val="90000"/>
              </a:lnSpc>
              <a:spcBef>
                <a:spcPts val="2000"/>
              </a:spcBef>
              <a:spcAft>
                <a:spcPts val="0"/>
              </a:spcAft>
              <a:buClr>
                <a:schemeClr val="lt1"/>
              </a:buClr>
              <a:buSzPts val="2200"/>
              <a:buFont typeface="Lustria"/>
              <a:buChar char="•"/>
            </a:pPr>
            <a:r>
              <a:rPr lang="en-US" sz="2200" b="0" i="0" u="none" strike="noStrike" cap="none">
                <a:solidFill>
                  <a:schemeClr val="lt1"/>
                </a:solidFill>
                <a:latin typeface="Lustria"/>
                <a:ea typeface="Lustria"/>
                <a:cs typeface="Lustria"/>
                <a:sym typeface="Lustria"/>
              </a:rPr>
              <a:t>During this stage we begin to share ourselves more intimately with others. We explore relationships leading toward longer term commitments with someone other than a family member.</a:t>
            </a:r>
            <a:endParaRPr/>
          </a:p>
          <a:p>
            <a:pPr marL="342900" marR="0" lvl="0" indent="-342900" algn="l" rtl="0">
              <a:lnSpc>
                <a:spcPct val="90000"/>
              </a:lnSpc>
              <a:spcBef>
                <a:spcPts val="2000"/>
              </a:spcBef>
              <a:spcAft>
                <a:spcPts val="0"/>
              </a:spcAft>
              <a:buClr>
                <a:schemeClr val="lt1"/>
              </a:buClr>
              <a:buSzPts val="2200"/>
              <a:buFont typeface="Lustria"/>
              <a:buChar char="•"/>
            </a:pPr>
            <a:r>
              <a:rPr lang="en-US" sz="2200" b="0" i="0" u="none" strike="noStrike" cap="none">
                <a:solidFill>
                  <a:schemeClr val="lt1"/>
                </a:solidFill>
                <a:latin typeface="Lustria"/>
                <a:ea typeface="Lustria"/>
                <a:cs typeface="Lustria"/>
                <a:sym typeface="Lustria"/>
              </a:rPr>
              <a:t>Successful completion of this stage can lead to comfortable relationships and a sense of commitment, safety, and care within a relationship. </a:t>
            </a:r>
            <a:endParaRPr sz="2200" b="0" i="0" u="none" strike="noStrike" cap="none">
              <a:solidFill>
                <a:schemeClr val="lt1"/>
              </a:solidFill>
              <a:latin typeface="Lustria"/>
              <a:ea typeface="Lustria"/>
              <a:cs typeface="Lustria"/>
              <a:sym typeface="Lustria"/>
            </a:endParaRPr>
          </a:p>
          <a:p>
            <a:pPr marL="342900" marR="0" lvl="0" indent="-342900" algn="l" rtl="0">
              <a:lnSpc>
                <a:spcPct val="90000"/>
              </a:lnSpc>
              <a:spcBef>
                <a:spcPts val="2000"/>
              </a:spcBef>
              <a:spcAft>
                <a:spcPts val="0"/>
              </a:spcAft>
              <a:buClr>
                <a:schemeClr val="lt1"/>
              </a:buClr>
              <a:buSzPts val="2200"/>
              <a:buFont typeface="Lustria"/>
              <a:buChar char="•"/>
            </a:pPr>
            <a:r>
              <a:rPr lang="en-US" sz="2200" b="0" i="0" u="none" strike="noStrike" cap="none">
                <a:solidFill>
                  <a:schemeClr val="lt1"/>
                </a:solidFill>
                <a:latin typeface="Lustria"/>
                <a:ea typeface="Lustria"/>
                <a:cs typeface="Lustria"/>
                <a:sym typeface="Lustria"/>
              </a:rPr>
              <a:t>Avoiding intimacy, fearing commitment and relationships can lead to isolation, loneliness, and sometimes depression. </a:t>
            </a:r>
            <a:endParaRPr sz="2200" b="0" i="0" u="none" strike="noStrike" cap="none">
              <a:solidFill>
                <a:schemeClr val="lt1"/>
              </a:solidFill>
              <a:latin typeface="Lustria"/>
              <a:ea typeface="Lustria"/>
              <a:cs typeface="Lustria"/>
              <a:sym typeface="Lustria"/>
            </a:endParaRPr>
          </a:p>
          <a:p>
            <a:pPr marL="342900" marR="0" lvl="0" indent="-342900" algn="l" rtl="0">
              <a:lnSpc>
                <a:spcPct val="90000"/>
              </a:lnSpc>
              <a:spcBef>
                <a:spcPts val="2000"/>
              </a:spcBef>
              <a:spcAft>
                <a:spcPts val="0"/>
              </a:spcAft>
              <a:buClr>
                <a:schemeClr val="lt1"/>
              </a:buClr>
              <a:buSzPts val="2200"/>
              <a:buFont typeface="Lustria"/>
              <a:buChar char="•"/>
            </a:pPr>
            <a:r>
              <a:rPr lang="en-US" sz="2200" b="0" i="0" u="none" strike="noStrike" cap="none">
                <a:solidFill>
                  <a:schemeClr val="lt1"/>
                </a:solidFill>
                <a:latin typeface="Lustria"/>
                <a:ea typeface="Lustria"/>
                <a:cs typeface="Lustria"/>
                <a:sym typeface="Lustria"/>
              </a:rPr>
              <a:t>Success in this stage will lead to the virtue of </a:t>
            </a:r>
            <a:r>
              <a:rPr lang="en-US" sz="2200" b="1" i="0" u="none" strike="noStrike" cap="none">
                <a:solidFill>
                  <a:schemeClr val="lt1"/>
                </a:solidFill>
                <a:latin typeface="Lustria"/>
                <a:ea typeface="Lustria"/>
                <a:cs typeface="Lustria"/>
                <a:sym typeface="Lustria"/>
              </a:rPr>
              <a:t>love</a:t>
            </a:r>
            <a:r>
              <a:rPr lang="en-US" sz="2200" b="0" i="0" u="none" strike="noStrike" cap="none">
                <a:solidFill>
                  <a:schemeClr val="lt1"/>
                </a:solidFill>
                <a:latin typeface="Lustria"/>
                <a:ea typeface="Lustria"/>
                <a:cs typeface="Lustria"/>
                <a:sym typeface="Lustria"/>
              </a:rPr>
              <a:t>.</a:t>
            </a:r>
            <a:endParaRPr/>
          </a:p>
          <a:p>
            <a:pPr marL="342900" marR="0" lvl="0" indent="-342900" algn="l" rtl="0">
              <a:lnSpc>
                <a:spcPct val="90000"/>
              </a:lnSpc>
              <a:spcBef>
                <a:spcPts val="2000"/>
              </a:spcBef>
              <a:spcAft>
                <a:spcPts val="0"/>
              </a:spcAft>
              <a:buClr>
                <a:schemeClr val="lt1"/>
              </a:buClr>
              <a:buSzPts val="2200"/>
              <a:buFont typeface="Lustria"/>
              <a:buChar char="•"/>
            </a:pPr>
            <a:r>
              <a:rPr lang="en-US" sz="2200" b="0" i="0" u="none" strike="noStrike" cap="none">
                <a:solidFill>
                  <a:schemeClr val="lt1"/>
                </a:solidFill>
                <a:latin typeface="Lustria"/>
                <a:ea typeface="Lustria"/>
                <a:cs typeface="Lustria"/>
                <a:sym typeface="Lustria"/>
              </a:rPr>
              <a:t>Life event: Love relationships</a:t>
            </a:r>
            <a:endParaRPr sz="2200" b="0" i="0" u="none" strike="noStrike" cap="none">
              <a:solidFill>
                <a:schemeClr val="lt1"/>
              </a:solidFill>
              <a:latin typeface="Lustria"/>
              <a:ea typeface="Lustria"/>
              <a:cs typeface="Lustria"/>
              <a:sym typeface="Lustria"/>
            </a:endParaRPr>
          </a:p>
          <a:p>
            <a:pPr marL="342900" marR="0" lvl="0" indent="-203200" algn="l" rtl="0">
              <a:lnSpc>
                <a:spcPct val="90000"/>
              </a:lnSpc>
              <a:spcBef>
                <a:spcPts val="2000"/>
              </a:spcBef>
              <a:spcAft>
                <a:spcPts val="0"/>
              </a:spcAft>
              <a:buClr>
                <a:schemeClr val="lt1"/>
              </a:buClr>
              <a:buSzPts val="2200"/>
              <a:buFont typeface="Lustria"/>
              <a:buNone/>
            </a:pPr>
            <a:endParaRPr sz="2200" b="0" i="0" u="none" strike="noStrike" cap="none">
              <a:solidFill>
                <a:schemeClr val="lt1"/>
              </a:solidFill>
              <a:latin typeface="Lustria"/>
              <a:ea typeface="Lustria"/>
              <a:cs typeface="Lustria"/>
              <a:sym typeface="Lustria"/>
            </a:endParaRPr>
          </a:p>
          <a:p>
            <a:pPr marL="342900" marR="0" lvl="0" indent="-203200" algn="l" rtl="0">
              <a:lnSpc>
                <a:spcPct val="90000"/>
              </a:lnSpc>
              <a:spcBef>
                <a:spcPts val="2000"/>
              </a:spcBef>
              <a:spcAft>
                <a:spcPts val="0"/>
              </a:spcAft>
              <a:buClr>
                <a:schemeClr val="lt1"/>
              </a:buClr>
              <a:buSzPts val="2200"/>
              <a:buFont typeface="Lustria"/>
              <a:buNone/>
            </a:pPr>
            <a:endParaRPr sz="2200" b="0" i="0" u="none" strike="noStrike" cap="none">
              <a:solidFill>
                <a:schemeClr val="lt1"/>
              </a:solidFill>
              <a:latin typeface="Lustria"/>
              <a:ea typeface="Lustria"/>
              <a:cs typeface="Lustria"/>
              <a:sym typeface="Lustri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pic>
        <p:nvPicPr>
          <p:cNvPr id="241" name="Shape 241"/>
          <p:cNvPicPr preferRelativeResize="0"/>
          <p:nvPr/>
        </p:nvPicPr>
        <p:blipFill rotWithShape="1">
          <a:blip r:embed="rId3">
            <a:alphaModFix/>
          </a:blip>
          <a:srcRect/>
          <a:stretch/>
        </p:blipFill>
        <p:spPr>
          <a:xfrm>
            <a:off x="0" y="0"/>
            <a:ext cx="9144000" cy="6858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Shape 246"/>
          <p:cNvSpPr/>
          <p:nvPr/>
        </p:nvSpPr>
        <p:spPr>
          <a:xfrm>
            <a:off x="672158" y="1329321"/>
            <a:ext cx="7780668" cy="347787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400" b="1" i="0" u="none" strike="noStrike" cap="none">
                <a:solidFill>
                  <a:srgbClr val="CFE7F8"/>
                </a:solidFill>
                <a:latin typeface="Corben"/>
                <a:ea typeface="Corben"/>
                <a:cs typeface="Corben"/>
                <a:sym typeface="Corben"/>
              </a:rPr>
              <a:t> </a:t>
            </a:r>
            <a:r>
              <a:rPr lang="en-US" sz="4400" b="1" i="0" u="none" strike="noStrike" cap="none">
                <a:solidFill>
                  <a:srgbClr val="CDE6F8"/>
                </a:solidFill>
                <a:latin typeface="Corben"/>
                <a:ea typeface="Corben"/>
                <a:cs typeface="Corben"/>
                <a:sym typeface="Corben"/>
              </a:rPr>
              <a:t>Generativity v Stagnation</a:t>
            </a:r>
            <a:r>
              <a:rPr lang="en-US" sz="4400" b="1" i="0" u="none" strike="noStrike" cap="none">
                <a:solidFill>
                  <a:schemeClr val="lt1"/>
                </a:solidFill>
                <a:latin typeface="Corben"/>
                <a:ea typeface="Corben"/>
                <a:cs typeface="Corben"/>
                <a:sym typeface="Corben"/>
              </a:rPr>
              <a:t> </a:t>
            </a:r>
            <a:br>
              <a:rPr lang="en-US" sz="4400" b="1" i="0" u="none" strike="noStrike" cap="none">
                <a:solidFill>
                  <a:schemeClr val="lt1"/>
                </a:solidFill>
                <a:latin typeface="Corben"/>
                <a:ea typeface="Corben"/>
                <a:cs typeface="Corben"/>
                <a:sym typeface="Corben"/>
              </a:rPr>
            </a:br>
            <a:r>
              <a:rPr lang="en-US" sz="4400" b="1" i="0" u="none" strike="noStrike" cap="none">
                <a:solidFill>
                  <a:schemeClr val="lt1"/>
                </a:solidFill>
                <a:latin typeface="Corben"/>
                <a:ea typeface="Corben"/>
                <a:cs typeface="Corben"/>
                <a:sym typeface="Corben"/>
              </a:rPr>
              <a:t/>
            </a:r>
            <a:br>
              <a:rPr lang="en-US" sz="4400" b="1" i="0" u="none" strike="noStrike" cap="none">
                <a:solidFill>
                  <a:schemeClr val="lt1"/>
                </a:solidFill>
                <a:latin typeface="Corben"/>
                <a:ea typeface="Corben"/>
                <a:cs typeface="Corben"/>
                <a:sym typeface="Corben"/>
              </a:rPr>
            </a:br>
            <a:r>
              <a:rPr lang="en-US" sz="2200" b="1" i="0" u="none" strike="noStrike" cap="none">
                <a:solidFill>
                  <a:srgbClr val="D9F1CC"/>
                </a:solidFill>
                <a:latin typeface="Corben"/>
                <a:ea typeface="Corben"/>
                <a:cs typeface="Corben"/>
                <a:sym typeface="Corben"/>
              </a:rPr>
              <a:t>'To make be'</a:t>
            </a:r>
            <a:r>
              <a:rPr lang="en-US" sz="2200" b="0" i="0" u="none" strike="noStrike" cap="none">
                <a:solidFill>
                  <a:srgbClr val="D9F1CC"/>
                </a:solidFill>
                <a:latin typeface="Corben"/>
                <a:ea typeface="Corben"/>
                <a:cs typeface="Corben"/>
                <a:sym typeface="Corben"/>
              </a:rPr>
              <a:t> </a:t>
            </a:r>
            <a:br>
              <a:rPr lang="en-US" sz="2200" b="0" i="0" u="none" strike="noStrike" cap="none">
                <a:solidFill>
                  <a:srgbClr val="D9F1CC"/>
                </a:solidFill>
                <a:latin typeface="Corben"/>
                <a:ea typeface="Corben"/>
                <a:cs typeface="Corben"/>
                <a:sym typeface="Corben"/>
              </a:rPr>
            </a:br>
            <a:r>
              <a:rPr lang="en-US" sz="2200" b="1" i="0" u="none" strike="noStrike" cap="none">
                <a:solidFill>
                  <a:srgbClr val="D9F1CC"/>
                </a:solidFill>
                <a:latin typeface="Corben"/>
                <a:ea typeface="Corben"/>
                <a:cs typeface="Corben"/>
                <a:sym typeface="Corben"/>
              </a:rPr>
              <a:t/>
            </a:r>
            <a:br>
              <a:rPr lang="en-US" sz="2200" b="1" i="0" u="none" strike="noStrike" cap="none">
                <a:solidFill>
                  <a:srgbClr val="D9F1CC"/>
                </a:solidFill>
                <a:latin typeface="Corben"/>
                <a:ea typeface="Corben"/>
                <a:cs typeface="Corben"/>
                <a:sym typeface="Corben"/>
              </a:rPr>
            </a:br>
            <a:r>
              <a:rPr lang="en-US" sz="2200" b="1" i="0" u="none" strike="noStrike" cap="none">
                <a:solidFill>
                  <a:srgbClr val="D9F1CC"/>
                </a:solidFill>
                <a:latin typeface="Corben"/>
                <a:ea typeface="Corben"/>
                <a:cs typeface="Corben"/>
                <a:sym typeface="Corben"/>
              </a:rPr>
              <a:t>'To take care of' </a:t>
            </a:r>
            <a:br>
              <a:rPr lang="en-US" sz="2200" b="1" i="0" u="none" strike="noStrike" cap="none">
                <a:solidFill>
                  <a:srgbClr val="D9F1CC"/>
                </a:solidFill>
                <a:latin typeface="Corben"/>
                <a:ea typeface="Corben"/>
                <a:cs typeface="Corben"/>
                <a:sym typeface="Corben"/>
              </a:rPr>
            </a:br>
            <a:r>
              <a:rPr lang="en-US" sz="2200" b="1" i="0" u="none" strike="noStrike" cap="none">
                <a:solidFill>
                  <a:schemeClr val="lt1"/>
                </a:solidFill>
                <a:latin typeface="Corben"/>
                <a:ea typeface="Corben"/>
                <a:cs typeface="Corben"/>
                <a:sym typeface="Corben"/>
              </a:rPr>
              <a:t/>
            </a:r>
            <a:br>
              <a:rPr lang="en-US" sz="2200" b="1" i="0" u="none" strike="noStrike" cap="none">
                <a:solidFill>
                  <a:schemeClr val="lt1"/>
                </a:solidFill>
                <a:latin typeface="Corben"/>
                <a:ea typeface="Corben"/>
                <a:cs typeface="Corben"/>
                <a:sym typeface="Corben"/>
              </a:rPr>
            </a:br>
            <a:r>
              <a:rPr lang="en-US" sz="2200" b="1" i="0" u="none" strike="noStrike" cap="none">
                <a:solidFill>
                  <a:srgbClr val="FBC3C8"/>
                </a:solidFill>
                <a:latin typeface="Corben"/>
                <a:ea typeface="Corben"/>
                <a:cs typeface="Corben"/>
                <a:sym typeface="Corben"/>
              </a:rPr>
              <a:t>(Unconditional, non-reciprocating care of one's children, or other altruistic outlets)</a:t>
            </a:r>
            <a:r>
              <a:rPr lang="en-US" sz="2200" b="0" i="0" u="none" strike="noStrike" cap="none">
                <a:solidFill>
                  <a:srgbClr val="FBC3C8"/>
                </a:solidFill>
                <a:latin typeface="Corben"/>
                <a:ea typeface="Corben"/>
                <a:cs typeface="Corben"/>
                <a:sym typeface="Corben"/>
              </a:rPr>
              <a:t>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Shape 251"/>
          <p:cNvSpPr txBox="1">
            <a:spLocks noGrp="1"/>
          </p:cNvSpPr>
          <p:nvPr>
            <p:ph type="body" idx="1"/>
          </p:nvPr>
        </p:nvSpPr>
        <p:spPr>
          <a:xfrm>
            <a:off x="224880" y="343974"/>
            <a:ext cx="8651249" cy="6191549"/>
          </a:xfrm>
          <a:prstGeom prst="rect">
            <a:avLst/>
          </a:prstGeom>
          <a:noFill/>
          <a:ln>
            <a:noFill/>
          </a:ln>
        </p:spPr>
        <p:txBody>
          <a:bodyPr spcFirstLastPara="1" wrap="square" lIns="91425" tIns="45700" rIns="91425" bIns="45700" anchor="t" anchorCtr="0">
            <a:noAutofit/>
          </a:bodyPr>
          <a:lstStyle/>
          <a:p>
            <a:pPr marL="342900" marR="0" lvl="0" indent="-342900" algn="l" rtl="0">
              <a:lnSpc>
                <a:spcPct val="80000"/>
              </a:lnSpc>
              <a:spcBef>
                <a:spcPts val="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Generativity derives from the word generation, as in parents and children, and specifically the unconditional giving that characterises positive parental love and care for their offspring. </a:t>
            </a:r>
            <a:endParaRPr sz="2035" b="0" i="0" u="none" strike="noStrike" cap="none">
              <a:solidFill>
                <a:schemeClr val="lt1"/>
              </a:solidFill>
              <a:latin typeface="Arial"/>
              <a:ea typeface="Arial"/>
              <a:cs typeface="Arial"/>
              <a:sym typeface="Arial"/>
            </a:endParaRPr>
          </a:p>
          <a:p>
            <a:pPr marL="342900" marR="0" lvl="0" indent="-342900" algn="l" rtl="0">
              <a:lnSpc>
                <a:spcPct val="80000"/>
              </a:lnSpc>
              <a:spcBef>
                <a:spcPts val="200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During this stage we establish our careers, settle down within a relationship, begin our own families and develop a sense of being a part of the bigger picture.</a:t>
            </a:r>
            <a:endParaRPr/>
          </a:p>
          <a:p>
            <a:pPr marL="342900" marR="0" lvl="0" indent="-342900" algn="l" rtl="0">
              <a:lnSpc>
                <a:spcPct val="80000"/>
              </a:lnSpc>
              <a:spcBef>
                <a:spcPts val="200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We give back to society through raising our children, being productive at work, and becoming involved in community activities and organizations.</a:t>
            </a:r>
            <a:endParaRPr/>
          </a:p>
          <a:p>
            <a:pPr marL="342900" marR="0" lvl="0" indent="-342900" algn="l" rtl="0">
              <a:lnSpc>
                <a:spcPct val="80000"/>
              </a:lnSpc>
              <a:spcBef>
                <a:spcPts val="200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Stagnation is an extension of intimacy which turns inward in the form of self-interest and self-absorption. It's the disposition that represents feelings of selfishness, self-indulgence, greed, lack of interest in young people and future generations, and the wider world. </a:t>
            </a:r>
            <a:br>
              <a:rPr lang="en-US" sz="2035" b="0" i="0" u="none" strike="noStrike" cap="none">
                <a:solidFill>
                  <a:schemeClr val="lt1"/>
                </a:solidFill>
                <a:latin typeface="Arial"/>
                <a:ea typeface="Arial"/>
                <a:cs typeface="Arial"/>
                <a:sym typeface="Arial"/>
              </a:rPr>
            </a:br>
            <a:r>
              <a:rPr lang="en-US" sz="2035" b="0" i="0" u="none" strike="noStrike" cap="none">
                <a:solidFill>
                  <a:schemeClr val="lt1"/>
                </a:solidFill>
                <a:latin typeface="Arial"/>
                <a:ea typeface="Arial"/>
                <a:cs typeface="Arial"/>
                <a:sym typeface="Arial"/>
              </a:rPr>
              <a:t/>
            </a:r>
            <a:br>
              <a:rPr lang="en-US" sz="2035" b="0" i="0" u="none" strike="noStrike" cap="none">
                <a:solidFill>
                  <a:schemeClr val="lt1"/>
                </a:solidFill>
                <a:latin typeface="Arial"/>
                <a:ea typeface="Arial"/>
                <a:cs typeface="Arial"/>
                <a:sym typeface="Arial"/>
              </a:rPr>
            </a:br>
            <a:r>
              <a:rPr lang="en-US" sz="2035" b="0" i="0" u="none" strike="noStrike" cap="none">
                <a:solidFill>
                  <a:schemeClr val="lt1"/>
                </a:solidFill>
                <a:latin typeface="Arial"/>
                <a:ea typeface="Arial"/>
                <a:cs typeface="Arial"/>
                <a:sym typeface="Arial"/>
              </a:rPr>
              <a:t>Erikson later used the term 'Self-Absorption' instead of 'Stagnation' and then seems to have settled in later work with the original 'Stagnation'. </a:t>
            </a:r>
            <a:endParaRPr sz="2035" b="0" i="0" u="none" strike="noStrike" cap="none">
              <a:solidFill>
                <a:schemeClr val="lt1"/>
              </a:solidFill>
              <a:latin typeface="Arial"/>
              <a:ea typeface="Arial"/>
              <a:cs typeface="Arial"/>
              <a:sym typeface="Arial"/>
            </a:endParaRPr>
          </a:p>
          <a:p>
            <a:pPr marL="342900" marR="0" lvl="0" indent="-342900" algn="l" rtl="0">
              <a:lnSpc>
                <a:spcPct val="80000"/>
              </a:lnSpc>
              <a:spcBef>
                <a:spcPts val="200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Success in this stage will lead to the virtue of </a:t>
            </a:r>
            <a:r>
              <a:rPr lang="en-US" sz="2035" b="1" i="0" u="none" strike="noStrike" cap="none">
                <a:solidFill>
                  <a:schemeClr val="lt1"/>
                </a:solidFill>
                <a:latin typeface="Arial"/>
                <a:ea typeface="Arial"/>
                <a:cs typeface="Arial"/>
                <a:sym typeface="Arial"/>
              </a:rPr>
              <a:t>care</a:t>
            </a:r>
            <a:r>
              <a:rPr lang="en-US" sz="2035" b="0" i="0" u="none" strike="noStrike" cap="none">
                <a:solidFill>
                  <a:schemeClr val="lt1"/>
                </a:solidFill>
                <a:latin typeface="Arial"/>
                <a:ea typeface="Arial"/>
                <a:cs typeface="Arial"/>
                <a:sym typeface="Arial"/>
              </a:rPr>
              <a:t>.</a:t>
            </a:r>
            <a:endParaRPr/>
          </a:p>
          <a:p>
            <a:pPr marL="342900" marR="0" lvl="0" indent="-342900" algn="l" rtl="0">
              <a:lnSpc>
                <a:spcPct val="80000"/>
              </a:lnSpc>
              <a:spcBef>
                <a:spcPts val="2000"/>
              </a:spcBef>
              <a:spcAft>
                <a:spcPts val="0"/>
              </a:spcAft>
              <a:buClr>
                <a:schemeClr val="lt1"/>
              </a:buClr>
              <a:buSzPts val="2035"/>
              <a:buFont typeface="Arial"/>
              <a:buChar char="•"/>
            </a:pPr>
            <a:r>
              <a:rPr lang="en-US" sz="2035" b="0" i="0" u="none" strike="noStrike" cap="none">
                <a:solidFill>
                  <a:schemeClr val="lt1"/>
                </a:solidFill>
                <a:latin typeface="Arial"/>
                <a:ea typeface="Arial"/>
                <a:cs typeface="Arial"/>
                <a:sym typeface="Arial"/>
              </a:rPr>
              <a:t>Life event: Parenting</a:t>
            </a:r>
            <a:endParaRPr sz="2035" b="0" i="0" u="none" strike="noStrike" cap="none">
              <a:solidFill>
                <a:schemeClr val="lt1"/>
              </a:solidFill>
              <a:latin typeface="Arial"/>
              <a:ea typeface="Arial"/>
              <a:cs typeface="Arial"/>
              <a:sym typeface="Arial"/>
            </a:endParaRPr>
          </a:p>
          <a:p>
            <a:pPr marL="342900" marR="0" lvl="0" indent="-213677" algn="l" rtl="0">
              <a:lnSpc>
                <a:spcPct val="80000"/>
              </a:lnSpc>
              <a:spcBef>
                <a:spcPts val="2000"/>
              </a:spcBef>
              <a:spcAft>
                <a:spcPts val="0"/>
              </a:spcAft>
              <a:buClr>
                <a:schemeClr val="lt1"/>
              </a:buClr>
              <a:buSzPts val="2035"/>
              <a:buFont typeface="Lustria"/>
              <a:buNone/>
            </a:pPr>
            <a:endParaRPr sz="2035" b="0" i="0" u="none" strike="noStrike" cap="none">
              <a:solidFill>
                <a:schemeClr val="lt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pic>
        <p:nvPicPr>
          <p:cNvPr id="256" name="Shape 256"/>
          <p:cNvPicPr preferRelativeResize="0"/>
          <p:nvPr/>
        </p:nvPicPr>
        <p:blipFill rotWithShape="1">
          <a:blip r:embed="rId3">
            <a:alphaModFix/>
          </a:blip>
          <a:srcRect/>
          <a:stretch/>
        </p:blipFill>
        <p:spPr>
          <a:xfrm>
            <a:off x="0" y="0"/>
            <a:ext cx="9144000" cy="68580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Shape 261"/>
          <p:cNvSpPr/>
          <p:nvPr/>
        </p:nvSpPr>
        <p:spPr>
          <a:xfrm>
            <a:off x="672158" y="1329321"/>
            <a:ext cx="7780668" cy="347787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400" b="1" i="0" u="none" strike="noStrike" cap="none">
                <a:solidFill>
                  <a:srgbClr val="CFE7F8"/>
                </a:solidFill>
                <a:latin typeface="Corben"/>
                <a:ea typeface="Corben"/>
                <a:cs typeface="Corben"/>
                <a:sym typeface="Corben"/>
              </a:rPr>
              <a:t> Integrity v Despair</a:t>
            </a:r>
            <a:r>
              <a:rPr lang="en-US" sz="4400" b="1" i="0" u="none" strike="noStrike" cap="none">
                <a:solidFill>
                  <a:schemeClr val="lt1"/>
                </a:solidFill>
                <a:latin typeface="Corben"/>
                <a:ea typeface="Corben"/>
                <a:cs typeface="Corben"/>
                <a:sym typeface="Corben"/>
              </a:rPr>
              <a:t> </a:t>
            </a:r>
            <a:br>
              <a:rPr lang="en-US" sz="4400" b="1" i="0" u="none" strike="noStrike" cap="none">
                <a:solidFill>
                  <a:schemeClr val="lt1"/>
                </a:solidFill>
                <a:latin typeface="Corben"/>
                <a:ea typeface="Corben"/>
                <a:cs typeface="Corben"/>
                <a:sym typeface="Corben"/>
              </a:rPr>
            </a:br>
            <a:r>
              <a:rPr lang="en-US" sz="4400" b="1" i="0" u="none" strike="noStrike" cap="none">
                <a:solidFill>
                  <a:schemeClr val="lt1"/>
                </a:solidFill>
                <a:latin typeface="Corben"/>
                <a:ea typeface="Corben"/>
                <a:cs typeface="Corben"/>
                <a:sym typeface="Corben"/>
              </a:rPr>
              <a:t/>
            </a:r>
            <a:br>
              <a:rPr lang="en-US" sz="4400" b="1" i="0" u="none" strike="noStrike" cap="none">
                <a:solidFill>
                  <a:schemeClr val="lt1"/>
                </a:solidFill>
                <a:latin typeface="Corben"/>
                <a:ea typeface="Corben"/>
                <a:cs typeface="Corben"/>
                <a:sym typeface="Corben"/>
              </a:rPr>
            </a:br>
            <a:r>
              <a:rPr lang="en-US" sz="2200" b="1" i="0" u="none" strike="noStrike" cap="none">
                <a:solidFill>
                  <a:srgbClr val="D9F1CC"/>
                </a:solidFill>
                <a:latin typeface="Corben"/>
                <a:ea typeface="Corben"/>
                <a:cs typeface="Corben"/>
                <a:sym typeface="Corben"/>
              </a:rPr>
              <a:t>''To be, through having been’ </a:t>
            </a:r>
            <a:br>
              <a:rPr lang="en-US" sz="2200" b="1" i="0" u="none" strike="noStrike" cap="none">
                <a:solidFill>
                  <a:srgbClr val="D9F1CC"/>
                </a:solidFill>
                <a:latin typeface="Corben"/>
                <a:ea typeface="Corben"/>
                <a:cs typeface="Corben"/>
                <a:sym typeface="Corben"/>
              </a:rPr>
            </a:br>
            <a:r>
              <a:rPr lang="en-US" sz="2200" b="0" i="0" u="none" strike="noStrike" cap="none">
                <a:solidFill>
                  <a:srgbClr val="D9F1CC"/>
                </a:solidFill>
                <a:latin typeface="Corben"/>
                <a:ea typeface="Corben"/>
                <a:cs typeface="Corben"/>
                <a:sym typeface="Corben"/>
              </a:rPr>
              <a:t/>
            </a:r>
            <a:br>
              <a:rPr lang="en-US" sz="2200" b="0" i="0" u="none" strike="noStrike" cap="none">
                <a:solidFill>
                  <a:srgbClr val="D9F1CC"/>
                </a:solidFill>
                <a:latin typeface="Corben"/>
                <a:ea typeface="Corben"/>
                <a:cs typeface="Corben"/>
                <a:sym typeface="Corben"/>
              </a:rPr>
            </a:br>
            <a:r>
              <a:rPr lang="en-US" sz="2200" b="1" i="0" u="none" strike="noStrike" cap="none">
                <a:solidFill>
                  <a:srgbClr val="D9F1CC"/>
                </a:solidFill>
                <a:latin typeface="Corben"/>
                <a:ea typeface="Corben"/>
                <a:cs typeface="Corben"/>
                <a:sym typeface="Corben"/>
              </a:rPr>
              <a:t>'To face not being' </a:t>
            </a:r>
            <a:br>
              <a:rPr lang="en-US" sz="2200" b="1" i="0" u="none" strike="noStrike" cap="none">
                <a:solidFill>
                  <a:srgbClr val="D9F1CC"/>
                </a:solidFill>
                <a:latin typeface="Corben"/>
                <a:ea typeface="Corben"/>
                <a:cs typeface="Corben"/>
                <a:sym typeface="Corben"/>
              </a:rPr>
            </a:br>
            <a:r>
              <a:rPr lang="en-US" sz="2200" b="1" i="0" u="none" strike="noStrike" cap="none">
                <a:solidFill>
                  <a:schemeClr val="lt1"/>
                </a:solidFill>
                <a:latin typeface="Corben"/>
                <a:ea typeface="Corben"/>
                <a:cs typeface="Corben"/>
                <a:sym typeface="Corben"/>
              </a:rPr>
              <a:t/>
            </a:r>
            <a:br>
              <a:rPr lang="en-US" sz="2200" b="1" i="0" u="none" strike="noStrike" cap="none">
                <a:solidFill>
                  <a:schemeClr val="lt1"/>
                </a:solidFill>
                <a:latin typeface="Corben"/>
                <a:ea typeface="Corben"/>
                <a:cs typeface="Corben"/>
                <a:sym typeface="Corben"/>
              </a:rPr>
            </a:br>
            <a:r>
              <a:rPr lang="en-US" sz="2200" b="1" i="0" u="none" strike="noStrike" cap="none">
                <a:solidFill>
                  <a:srgbClr val="FBC2C7"/>
                </a:solidFill>
                <a:latin typeface="Corben"/>
                <a:ea typeface="Corben"/>
                <a:cs typeface="Corben"/>
                <a:sym typeface="Corben"/>
              </a:rPr>
              <a:t>(To be peaceful and satisfied with one's life and efforts, and to be accepting that life will end)</a:t>
            </a:r>
            <a:r>
              <a:rPr lang="en-US" sz="2200" b="0" i="0" u="none" strike="noStrike" cap="none">
                <a:solidFill>
                  <a:srgbClr val="FBC2C7"/>
                </a:solidFill>
                <a:latin typeface="Corben"/>
                <a:ea typeface="Corben"/>
                <a:cs typeface="Corben"/>
                <a:sym typeface="Corben"/>
              </a:rPr>
              <a:t> </a:t>
            </a:r>
            <a:r>
              <a:rPr lang="en-US" sz="2200" b="0" i="0" u="none" strike="noStrike" cap="none">
                <a:solidFill>
                  <a:schemeClr val="lt1"/>
                </a:solidFill>
                <a:latin typeface="Corben"/>
                <a:ea typeface="Corben"/>
                <a:cs typeface="Corben"/>
                <a:sym typeface="Corben"/>
              </a:rPr>
              <a:t> </a:t>
            </a:r>
            <a:endParaRPr sz="2200" b="0" i="0" u="none" strike="noStrike" cap="none">
              <a:solidFill>
                <a:srgbClr val="FBC3C8"/>
              </a:solidFill>
              <a:latin typeface="Corben"/>
              <a:ea typeface="Corben"/>
              <a:cs typeface="Corben"/>
              <a:sym typeface="Corben"/>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Shape 266"/>
          <p:cNvSpPr txBox="1">
            <a:spLocks noGrp="1"/>
          </p:cNvSpPr>
          <p:nvPr>
            <p:ph type="body" idx="1"/>
          </p:nvPr>
        </p:nvSpPr>
        <p:spPr>
          <a:xfrm>
            <a:off x="330706" y="251366"/>
            <a:ext cx="8492510" cy="6138630"/>
          </a:xfrm>
          <a:prstGeom prst="rect">
            <a:avLst/>
          </a:prstGeom>
          <a:noFill/>
          <a:ln>
            <a:noFill/>
          </a:ln>
        </p:spPr>
        <p:txBody>
          <a:bodyPr spcFirstLastPara="1" wrap="square" lIns="91425" tIns="45700" rIns="91425" bIns="45700" anchor="t" anchorCtr="0">
            <a:noAutofit/>
          </a:bodyPr>
          <a:lstStyle/>
          <a:p>
            <a:pPr marL="342900" marR="0" lvl="0" indent="-342900" algn="l" rtl="0">
              <a:lnSpc>
                <a:spcPct val="80000"/>
              </a:lnSpc>
              <a:spcBef>
                <a:spcPts val="0"/>
              </a:spcBef>
              <a:spcAft>
                <a:spcPts val="0"/>
              </a:spcAft>
              <a:buClr>
                <a:schemeClr val="lt1"/>
              </a:buClr>
              <a:buSzPts val="1870"/>
              <a:buFont typeface="Arial"/>
              <a:buChar char="•"/>
            </a:pPr>
            <a:r>
              <a:rPr lang="en-US" sz="1870" b="0" i="0" u="none" strike="noStrike" cap="none">
                <a:solidFill>
                  <a:schemeClr val="lt1"/>
                </a:solidFill>
                <a:latin typeface="Arial"/>
                <a:ea typeface="Arial"/>
                <a:cs typeface="Arial"/>
                <a:sym typeface="Arial"/>
              </a:rPr>
              <a:t>During the stage we become senior citizens, we tend to slow down our productivity, and explore life as a retired person. It is during this time that we contemplate our accomplishments and are able to develop integrity if we see ourselves as leading a successful life.</a:t>
            </a:r>
            <a:endParaRPr/>
          </a:p>
          <a:p>
            <a:pPr marL="342900" marR="0" lvl="0" indent="-342900" algn="l" rtl="0">
              <a:lnSpc>
                <a:spcPct val="80000"/>
              </a:lnSpc>
              <a:spcBef>
                <a:spcPts val="2000"/>
              </a:spcBef>
              <a:spcAft>
                <a:spcPts val="0"/>
              </a:spcAft>
              <a:buClr>
                <a:schemeClr val="lt1"/>
              </a:buClr>
              <a:buSzPts val="1870"/>
              <a:buFont typeface="Arial"/>
              <a:buChar char="•"/>
            </a:pPr>
            <a:r>
              <a:rPr lang="en-US" sz="1870" b="0" i="0" u="none" strike="noStrike" cap="none">
                <a:solidFill>
                  <a:schemeClr val="lt1"/>
                </a:solidFill>
                <a:latin typeface="Arial"/>
                <a:ea typeface="Arial"/>
                <a:cs typeface="Arial"/>
                <a:sym typeface="Arial"/>
              </a:rPr>
              <a:t>Integrity means feeling at peace with oneself and the world. No regrets or recriminations. </a:t>
            </a:r>
            <a:endParaRPr sz="1870" b="0" i="0" u="none" strike="noStrike" cap="none">
              <a:solidFill>
                <a:schemeClr val="lt1"/>
              </a:solidFill>
              <a:latin typeface="Arial"/>
              <a:ea typeface="Arial"/>
              <a:cs typeface="Arial"/>
              <a:sym typeface="Arial"/>
            </a:endParaRPr>
          </a:p>
          <a:p>
            <a:pPr marL="342900" marR="0" lvl="0" indent="-342900" algn="l" rtl="0">
              <a:lnSpc>
                <a:spcPct val="80000"/>
              </a:lnSpc>
              <a:spcBef>
                <a:spcPts val="2000"/>
              </a:spcBef>
              <a:spcAft>
                <a:spcPts val="0"/>
              </a:spcAft>
              <a:buClr>
                <a:schemeClr val="lt1"/>
              </a:buClr>
              <a:buSzPts val="1870"/>
              <a:buFont typeface="Arial"/>
              <a:buChar char="•"/>
            </a:pPr>
            <a:r>
              <a:rPr lang="en-US" sz="1870" b="0" i="0" u="none" strike="noStrike" cap="none">
                <a:solidFill>
                  <a:schemeClr val="lt1"/>
                </a:solidFill>
                <a:latin typeface="Arial"/>
                <a:ea typeface="Arial"/>
                <a:cs typeface="Arial"/>
                <a:sym typeface="Arial"/>
              </a:rPr>
              <a:t>The linking between the stages is perhaps clearer here than anywhere: people are more likely to look back on their lives positively and happily if they have left the world a better place than they found it - in whatever way, to whatever extent. There lies Integrity and acceptance. </a:t>
            </a:r>
            <a:br>
              <a:rPr lang="en-US" sz="1870" b="0" i="0" u="none" strike="noStrike" cap="none">
                <a:solidFill>
                  <a:schemeClr val="lt1"/>
                </a:solidFill>
                <a:latin typeface="Arial"/>
                <a:ea typeface="Arial"/>
                <a:cs typeface="Arial"/>
                <a:sym typeface="Arial"/>
              </a:rPr>
            </a:br>
            <a:r>
              <a:rPr lang="en-US" sz="1870" b="0" i="0" u="none" strike="noStrike" cap="none">
                <a:solidFill>
                  <a:schemeClr val="lt1"/>
                </a:solidFill>
                <a:latin typeface="Arial"/>
                <a:ea typeface="Arial"/>
                <a:cs typeface="Arial"/>
                <a:sym typeface="Arial"/>
              </a:rPr>
              <a:t/>
            </a:r>
            <a:br>
              <a:rPr lang="en-US" sz="1870" b="0" i="0" u="none" strike="noStrike" cap="none">
                <a:solidFill>
                  <a:schemeClr val="lt1"/>
                </a:solidFill>
                <a:latin typeface="Arial"/>
                <a:ea typeface="Arial"/>
                <a:cs typeface="Arial"/>
                <a:sym typeface="Arial"/>
              </a:rPr>
            </a:br>
            <a:r>
              <a:rPr lang="en-US" sz="1870" b="0" i="0" u="none" strike="noStrike" cap="none">
                <a:solidFill>
                  <a:schemeClr val="lt1"/>
                </a:solidFill>
                <a:latin typeface="Arial"/>
                <a:ea typeface="Arial"/>
                <a:cs typeface="Arial"/>
                <a:sym typeface="Arial"/>
              </a:rPr>
              <a:t>Despair and/or 'Disgust' (i.e., rejective denial, or 'sour grapes' feeling towards what life might have been) represent the opposite disposition: feelings of wasted opportunities, regrets, wishing to be able to turn back the clock and have a second chance. </a:t>
            </a:r>
            <a:br>
              <a:rPr lang="en-US" sz="1870" b="0" i="0" u="none" strike="noStrike" cap="none">
                <a:solidFill>
                  <a:schemeClr val="lt1"/>
                </a:solidFill>
                <a:latin typeface="Arial"/>
                <a:ea typeface="Arial"/>
                <a:cs typeface="Arial"/>
                <a:sym typeface="Arial"/>
              </a:rPr>
            </a:br>
            <a:endParaRPr sz="1870" b="0" i="0" u="none" strike="noStrike" cap="none">
              <a:solidFill>
                <a:schemeClr val="lt1"/>
              </a:solidFill>
              <a:latin typeface="Arial"/>
              <a:ea typeface="Arial"/>
              <a:cs typeface="Arial"/>
              <a:sym typeface="Arial"/>
            </a:endParaRPr>
          </a:p>
          <a:p>
            <a:pPr marL="342900" marR="0" lvl="0" indent="-342900" algn="l" rtl="0">
              <a:lnSpc>
                <a:spcPct val="80000"/>
              </a:lnSpc>
              <a:spcBef>
                <a:spcPts val="2000"/>
              </a:spcBef>
              <a:spcAft>
                <a:spcPts val="0"/>
              </a:spcAft>
              <a:buClr>
                <a:schemeClr val="lt1"/>
              </a:buClr>
              <a:buSzPts val="1870"/>
              <a:buFont typeface="Arial"/>
              <a:buChar char="•"/>
            </a:pPr>
            <a:r>
              <a:rPr lang="en-US" sz="1870" b="0" i="0" u="none" strike="noStrike" cap="none">
                <a:solidFill>
                  <a:schemeClr val="lt1"/>
                </a:solidFill>
                <a:latin typeface="Arial"/>
                <a:ea typeface="Arial"/>
                <a:cs typeface="Arial"/>
                <a:sym typeface="Arial"/>
              </a:rPr>
              <a:t>Success in this stage will lead to the virtue of </a:t>
            </a:r>
            <a:r>
              <a:rPr lang="en-US" sz="1870" b="1" i="0" u="none" strike="noStrike" cap="none">
                <a:solidFill>
                  <a:schemeClr val="lt1"/>
                </a:solidFill>
                <a:latin typeface="Arial"/>
                <a:ea typeface="Arial"/>
                <a:cs typeface="Arial"/>
                <a:sym typeface="Arial"/>
              </a:rPr>
              <a:t>wisdom</a:t>
            </a:r>
            <a:r>
              <a:rPr lang="en-US" sz="1870" b="0" i="0" u="none" strike="noStrike" cap="none">
                <a:solidFill>
                  <a:schemeClr val="lt1"/>
                </a:solidFill>
                <a:latin typeface="Arial"/>
                <a:ea typeface="Arial"/>
                <a:cs typeface="Arial"/>
                <a:sym typeface="Arial"/>
              </a:rPr>
              <a:t>. Wisdom enables a person to look back on their life with a sense of closure and completeness, and also accept death without fear.</a:t>
            </a:r>
            <a:endParaRPr/>
          </a:p>
          <a:p>
            <a:pPr marL="342900" marR="0" lvl="0" indent="-342900" algn="l" rtl="0">
              <a:lnSpc>
                <a:spcPct val="80000"/>
              </a:lnSpc>
              <a:spcBef>
                <a:spcPts val="2000"/>
              </a:spcBef>
              <a:spcAft>
                <a:spcPts val="0"/>
              </a:spcAft>
              <a:buClr>
                <a:schemeClr val="lt1"/>
              </a:buClr>
              <a:buSzPts val="1870"/>
              <a:buFont typeface="Arial"/>
              <a:buChar char="•"/>
            </a:pPr>
            <a:r>
              <a:rPr lang="en-US" sz="1870" b="0" i="0" u="none" strike="noStrike" cap="none">
                <a:solidFill>
                  <a:schemeClr val="lt1"/>
                </a:solidFill>
                <a:latin typeface="Arial"/>
                <a:ea typeface="Arial"/>
                <a:cs typeface="Arial"/>
                <a:sym typeface="Arial"/>
              </a:rPr>
              <a:t>Life event: Reflection on and acceptance of one’s life</a:t>
            </a:r>
            <a:endParaRPr sz="1870" b="0" i="0" u="none" strike="noStrike" cap="none">
              <a:solidFill>
                <a:schemeClr val="lt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Shape 271"/>
          <p:cNvSpPr txBox="1">
            <a:spLocks noGrp="1"/>
          </p:cNvSpPr>
          <p:nvPr>
            <p:ph type="title"/>
          </p:nvPr>
        </p:nvSpPr>
        <p:spPr>
          <a:xfrm>
            <a:off x="685800" y="121023"/>
            <a:ext cx="7770813" cy="1429871"/>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Font typeface="Lustria"/>
              <a:buNone/>
            </a:pPr>
            <a:r>
              <a:rPr lang="en-US" sz="4800" b="0" i="0" u="none" strike="noStrike" cap="none">
                <a:solidFill>
                  <a:schemeClr val="lt1"/>
                </a:solidFill>
                <a:latin typeface="Lustria"/>
                <a:ea typeface="Lustria"/>
                <a:cs typeface="Lustria"/>
                <a:sym typeface="Lustria"/>
              </a:rPr>
              <a:t>Limitations of Erikson</a:t>
            </a:r>
            <a:endParaRPr sz="4800" b="0" i="0" u="none" strike="noStrike" cap="none">
              <a:solidFill>
                <a:schemeClr val="lt1"/>
              </a:solidFill>
              <a:latin typeface="Lustria"/>
              <a:ea typeface="Lustria"/>
              <a:cs typeface="Lustria"/>
              <a:sym typeface="Lustria"/>
            </a:endParaRPr>
          </a:p>
        </p:txBody>
      </p:sp>
      <p:sp>
        <p:nvSpPr>
          <p:cNvPr id="272" name="Shape 272"/>
          <p:cNvSpPr txBox="1">
            <a:spLocks noGrp="1"/>
          </p:cNvSpPr>
          <p:nvPr>
            <p:ph type="body" idx="1"/>
          </p:nvPr>
        </p:nvSpPr>
        <p:spPr>
          <a:xfrm>
            <a:off x="685800" y="1230372"/>
            <a:ext cx="7770813" cy="5278692"/>
          </a:xfrm>
          <a:prstGeom prst="rect">
            <a:avLst/>
          </a:prstGeom>
          <a:noFill/>
          <a:ln>
            <a:noFill/>
          </a:ln>
        </p:spPr>
        <p:txBody>
          <a:bodyPr spcFirstLastPara="1" wrap="square" lIns="91425" tIns="45700" rIns="91425" bIns="45700" anchor="t" anchorCtr="0">
            <a:noAutofit/>
          </a:bodyPr>
          <a:lstStyle/>
          <a:p>
            <a:pPr marL="342900" marR="0" lvl="0" indent="-342900" algn="l" rtl="0">
              <a:lnSpc>
                <a:spcPct val="80000"/>
              </a:lnSpc>
              <a:spcBef>
                <a:spcPts val="0"/>
              </a:spcBef>
              <a:spcAft>
                <a:spcPts val="0"/>
              </a:spcAft>
              <a:buClr>
                <a:schemeClr val="lt1"/>
              </a:buClr>
              <a:buSzPts val="1870"/>
              <a:buFont typeface="Arial"/>
              <a:buChar char="•"/>
            </a:pPr>
            <a:r>
              <a:rPr lang="en-US" sz="1870" b="0" i="0" u="none" strike="noStrike" cap="none">
                <a:solidFill>
                  <a:schemeClr val="lt1"/>
                </a:solidFill>
                <a:latin typeface="Arial"/>
                <a:ea typeface="Arial"/>
                <a:cs typeface="Arial"/>
                <a:sym typeface="Arial"/>
              </a:rPr>
              <a:t>Erikson’s theory has good face validity. Many people find that they can relate to his theories about various stages of the life cycle through their own experiences.</a:t>
            </a:r>
            <a:endParaRPr/>
          </a:p>
          <a:p>
            <a:pPr marL="342900" marR="0" lvl="0" indent="-342900" algn="l" rtl="0">
              <a:lnSpc>
                <a:spcPct val="80000"/>
              </a:lnSpc>
              <a:spcBef>
                <a:spcPts val="2000"/>
              </a:spcBef>
              <a:spcAft>
                <a:spcPts val="0"/>
              </a:spcAft>
              <a:buClr>
                <a:schemeClr val="lt1"/>
              </a:buClr>
              <a:buSzPts val="1870"/>
              <a:buFont typeface="Arial"/>
              <a:buChar char="•"/>
            </a:pPr>
            <a:r>
              <a:rPr lang="en-US" sz="1870" b="0" i="0" u="none" strike="noStrike" cap="none">
                <a:solidFill>
                  <a:schemeClr val="lt1"/>
                </a:solidFill>
                <a:latin typeface="Arial"/>
                <a:ea typeface="Arial"/>
                <a:cs typeface="Arial"/>
                <a:sym typeface="Arial"/>
              </a:rPr>
              <a:t>Erikson is rather vague about the causes of development. What kinds of experiences must people have in order to successfully resolve various psychosocial conflicts and move from one stage to another? The theory does not have a universal mechanism for crisis resolution.</a:t>
            </a:r>
            <a:endParaRPr/>
          </a:p>
          <a:p>
            <a:pPr marL="342900" marR="0" lvl="0" indent="-342900" algn="l" rtl="0">
              <a:lnSpc>
                <a:spcPct val="80000"/>
              </a:lnSpc>
              <a:spcBef>
                <a:spcPts val="2000"/>
              </a:spcBef>
              <a:spcAft>
                <a:spcPts val="0"/>
              </a:spcAft>
              <a:buClr>
                <a:schemeClr val="lt1"/>
              </a:buClr>
              <a:buSzPts val="1870"/>
              <a:buFont typeface="Arial"/>
              <a:buChar char="•"/>
            </a:pPr>
            <a:r>
              <a:rPr lang="en-US" sz="1870" b="0" i="0" u="none" strike="noStrike" cap="none">
                <a:solidFill>
                  <a:schemeClr val="lt1"/>
                </a:solidFill>
                <a:latin typeface="Arial"/>
                <a:ea typeface="Arial"/>
                <a:cs typeface="Arial"/>
                <a:sym typeface="Arial"/>
              </a:rPr>
              <a:t>Erikson (1964) acknowledges his theory is more a descriptive overview of human social and emotional development that does not adequately explain how or why this development occurs. For example, Erikson does not explicitly explain how the outcome of one psychosocial stage influences personality at a later stage.</a:t>
            </a:r>
            <a:endParaRPr sz="1870" b="0" i="0" u="none" strike="noStrike" cap="none">
              <a:solidFill>
                <a:schemeClr val="lt1"/>
              </a:solidFill>
              <a:latin typeface="Arial"/>
              <a:ea typeface="Arial"/>
              <a:cs typeface="Arial"/>
              <a:sym typeface="Arial"/>
            </a:endParaRPr>
          </a:p>
          <a:p>
            <a:pPr marL="342900" marR="0" lvl="0" indent="-342900" algn="l" rtl="0">
              <a:lnSpc>
                <a:spcPct val="80000"/>
              </a:lnSpc>
              <a:spcBef>
                <a:spcPts val="2000"/>
              </a:spcBef>
              <a:spcAft>
                <a:spcPts val="0"/>
              </a:spcAft>
              <a:buClr>
                <a:schemeClr val="lt1"/>
              </a:buClr>
              <a:buSzPts val="1870"/>
              <a:buFont typeface="Arial"/>
              <a:buChar char="•"/>
            </a:pPr>
            <a:r>
              <a:rPr lang="en-US" sz="1870" b="0" i="0" u="none" strike="noStrike" cap="none">
                <a:solidFill>
                  <a:schemeClr val="lt1"/>
                </a:solidFill>
                <a:latin typeface="Arial"/>
                <a:ea typeface="Arial"/>
                <a:cs typeface="Arial"/>
                <a:sym typeface="Arial"/>
              </a:rPr>
              <a:t>Although </a:t>
            </a:r>
            <a:r>
              <a:rPr lang="en-US" sz="1870" b="0" i="0" u="sng" strike="noStrike" cap="none">
                <a:solidFill>
                  <a:schemeClr val="hlink"/>
                </a:solidFill>
                <a:latin typeface="Arial"/>
                <a:ea typeface="Arial"/>
                <a:cs typeface="Arial"/>
                <a:sym typeface="Arial"/>
                <a:hlinkClick r:id="rId3"/>
              </a:rPr>
              <a:t>support</a:t>
            </a:r>
            <a:r>
              <a:rPr lang="en-US" sz="1870" b="0" i="0" u="none" strike="noStrike" cap="none">
                <a:solidFill>
                  <a:schemeClr val="lt1"/>
                </a:solidFill>
                <a:latin typeface="Arial"/>
                <a:ea typeface="Arial"/>
                <a:cs typeface="Arial"/>
                <a:sym typeface="Arial"/>
              </a:rPr>
              <a:t> for Erikson's stages of personality development exists (McAdams, 1999), </a:t>
            </a:r>
            <a:r>
              <a:rPr lang="en-US" sz="1870" b="0" i="0" u="sng" strike="noStrike" cap="none">
                <a:solidFill>
                  <a:schemeClr val="hlink"/>
                </a:solidFill>
                <a:latin typeface="Arial"/>
                <a:ea typeface="Arial"/>
                <a:cs typeface="Arial"/>
                <a:sym typeface="Arial"/>
                <a:hlinkClick r:id="rId4"/>
              </a:rPr>
              <a:t>critics</a:t>
            </a:r>
            <a:r>
              <a:rPr lang="en-US" sz="1870" b="0" i="0" u="none" strike="noStrike" cap="none">
                <a:solidFill>
                  <a:schemeClr val="lt1"/>
                </a:solidFill>
                <a:latin typeface="Arial"/>
                <a:ea typeface="Arial"/>
                <a:cs typeface="Arial"/>
                <a:sym typeface="Arial"/>
              </a:rPr>
              <a:t> of his theory provide evidence suggesting a lack of discrete stages of personality development (McCrae &amp; Costa, 1997).</a:t>
            </a:r>
            <a:endParaRPr sz="1870" b="0" i="0" u="none" strike="noStrike" cap="none">
              <a:solidFill>
                <a:schemeClr val="lt1"/>
              </a:solidFill>
              <a:latin typeface="Arial"/>
              <a:ea typeface="Arial"/>
              <a:cs typeface="Arial"/>
              <a:sym typeface="Arial"/>
            </a:endParaRPr>
          </a:p>
          <a:p>
            <a:pPr marL="342900" marR="0" lvl="0" indent="-224155" algn="l" rtl="0">
              <a:lnSpc>
                <a:spcPct val="80000"/>
              </a:lnSpc>
              <a:spcBef>
                <a:spcPts val="2000"/>
              </a:spcBef>
              <a:spcAft>
                <a:spcPts val="0"/>
              </a:spcAft>
              <a:buClr>
                <a:schemeClr val="lt1"/>
              </a:buClr>
              <a:buSzPts val="1870"/>
              <a:buFont typeface="Lustria"/>
              <a:buNone/>
            </a:pPr>
            <a:endParaRPr sz="1870" b="0" i="0" u="none" strike="noStrike" cap="none">
              <a:solidFill>
                <a:schemeClr val="lt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Shape 277"/>
          <p:cNvSpPr txBox="1">
            <a:spLocks noGrp="1"/>
          </p:cNvSpPr>
          <p:nvPr>
            <p:ph type="title"/>
          </p:nvPr>
        </p:nvSpPr>
        <p:spPr>
          <a:xfrm>
            <a:off x="685800" y="121023"/>
            <a:ext cx="7770813" cy="1429871"/>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Font typeface="Lustria"/>
              <a:buNone/>
            </a:pPr>
            <a:r>
              <a:rPr lang="en-US" sz="4800" b="0" i="0" u="none" strike="noStrike" cap="none">
                <a:solidFill>
                  <a:schemeClr val="lt1"/>
                </a:solidFill>
                <a:latin typeface="Lustria"/>
                <a:ea typeface="Lustria"/>
                <a:cs typeface="Lustria"/>
                <a:sym typeface="Lustria"/>
              </a:rPr>
              <a:t>Freud vs Erikson</a:t>
            </a:r>
            <a:endParaRPr/>
          </a:p>
        </p:txBody>
      </p:sp>
      <p:pic>
        <p:nvPicPr>
          <p:cNvPr id="278" name="Shape 278"/>
          <p:cNvPicPr preferRelativeResize="0"/>
          <p:nvPr/>
        </p:nvPicPr>
        <p:blipFill rotWithShape="1">
          <a:blip r:embed="rId3">
            <a:alphaModFix/>
          </a:blip>
          <a:srcRect/>
          <a:stretch/>
        </p:blipFill>
        <p:spPr>
          <a:xfrm>
            <a:off x="685799" y="1412832"/>
            <a:ext cx="7770813" cy="501342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Shape 283"/>
          <p:cNvSpPr txBox="1">
            <a:spLocks noGrp="1"/>
          </p:cNvSpPr>
          <p:nvPr>
            <p:ph type="title"/>
          </p:nvPr>
        </p:nvSpPr>
        <p:spPr>
          <a:xfrm>
            <a:off x="685800" y="121024"/>
            <a:ext cx="7770813" cy="105643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Font typeface="Lustria"/>
              <a:buNone/>
            </a:pPr>
            <a:r>
              <a:rPr lang="en-US" sz="3600" b="0" i="0" u="none" strike="noStrike" cap="none">
                <a:solidFill>
                  <a:schemeClr val="lt1"/>
                </a:solidFill>
                <a:latin typeface="Lustria"/>
                <a:ea typeface="Lustria"/>
                <a:cs typeface="Lustria"/>
                <a:sym typeface="Lustria"/>
              </a:rPr>
              <a:t>Freud's influence on Erikson's theory</a:t>
            </a:r>
            <a:endParaRPr sz="4320" b="0" i="0" u="none" strike="noStrike" cap="none">
              <a:solidFill>
                <a:schemeClr val="lt1"/>
              </a:solidFill>
              <a:latin typeface="Lustria"/>
              <a:ea typeface="Lustria"/>
              <a:cs typeface="Lustria"/>
              <a:sym typeface="Lustria"/>
            </a:endParaRPr>
          </a:p>
        </p:txBody>
      </p:sp>
      <p:sp>
        <p:nvSpPr>
          <p:cNvPr id="284" name="Shape 284"/>
          <p:cNvSpPr txBox="1">
            <a:spLocks noGrp="1"/>
          </p:cNvSpPr>
          <p:nvPr>
            <p:ph type="body" idx="1"/>
          </p:nvPr>
        </p:nvSpPr>
        <p:spPr>
          <a:xfrm>
            <a:off x="685800" y="1283291"/>
            <a:ext cx="7770813" cy="4842872"/>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chemeClr val="lt1"/>
              </a:buClr>
              <a:buSzPts val="2035"/>
              <a:buFont typeface="Lustria"/>
              <a:buChar char="•"/>
            </a:pPr>
            <a:r>
              <a:rPr lang="en-US" sz="2035" b="0" i="0" u="none" strike="noStrike" cap="none">
                <a:solidFill>
                  <a:schemeClr val="lt1"/>
                </a:solidFill>
                <a:latin typeface="Lustria"/>
                <a:ea typeface="Lustria"/>
                <a:cs typeface="Lustria"/>
                <a:sym typeface="Lustria"/>
              </a:rPr>
              <a:t>Erikson's psychosocial theory drew from and extended the ideas of Sigmund Freud and Freud's daughter Anna Freud, and particularly the four (or five, depending on interpretation) Freudian stages of development. </a:t>
            </a:r>
            <a:endParaRPr/>
          </a:p>
          <a:p>
            <a:pPr marL="342900" marR="0" lvl="0" indent="-342900" algn="l" rtl="0">
              <a:lnSpc>
                <a:spcPct val="90000"/>
              </a:lnSpc>
              <a:spcBef>
                <a:spcPts val="2000"/>
              </a:spcBef>
              <a:spcAft>
                <a:spcPts val="0"/>
              </a:spcAft>
              <a:buClr>
                <a:schemeClr val="lt1"/>
              </a:buClr>
              <a:buSzPts val="2035"/>
              <a:buFont typeface="Lustria"/>
              <a:buChar char="•"/>
            </a:pPr>
            <a:r>
              <a:rPr lang="en-US" sz="2035" b="0" i="0" u="none" strike="noStrike" cap="none">
                <a:solidFill>
                  <a:schemeClr val="lt1"/>
                </a:solidFill>
                <a:latin typeface="Lustria"/>
                <a:ea typeface="Lustria"/>
                <a:cs typeface="Lustria"/>
                <a:sym typeface="Lustria"/>
              </a:rPr>
              <a:t>Freud's concepts, while influential on Erikson, are not however fundamental to Erikson's theory, which stands up perfectly well in its own right.</a:t>
            </a:r>
            <a:endParaRPr/>
          </a:p>
          <a:p>
            <a:pPr marL="342900" marR="0" lvl="0" indent="-342900" algn="l" rtl="0">
              <a:lnSpc>
                <a:spcPct val="90000"/>
              </a:lnSpc>
              <a:spcBef>
                <a:spcPts val="2000"/>
              </a:spcBef>
              <a:spcAft>
                <a:spcPts val="0"/>
              </a:spcAft>
              <a:buClr>
                <a:schemeClr val="lt1"/>
              </a:buClr>
              <a:buSzPts val="2035"/>
              <a:buFont typeface="Lustria"/>
              <a:buChar char="•"/>
            </a:pPr>
            <a:r>
              <a:rPr lang="en-US" sz="2035" b="0" i="0" u="none" strike="noStrike" cap="none">
                <a:solidFill>
                  <a:schemeClr val="lt1"/>
                </a:solidFill>
                <a:latin typeface="Lustria"/>
                <a:ea typeface="Lustria"/>
                <a:cs typeface="Lustria"/>
                <a:sym typeface="Lustria"/>
              </a:rPr>
              <a:t>Part of Erikson's appeal is that he built on Freud's ideas in a socially meaningful and accessible way. </a:t>
            </a:r>
            <a:endParaRPr/>
          </a:p>
          <a:p>
            <a:pPr marL="342900" marR="0" lvl="0" indent="-342900" algn="l" rtl="0">
              <a:lnSpc>
                <a:spcPct val="90000"/>
              </a:lnSpc>
              <a:spcBef>
                <a:spcPts val="2000"/>
              </a:spcBef>
              <a:spcAft>
                <a:spcPts val="0"/>
              </a:spcAft>
              <a:buClr>
                <a:schemeClr val="lt1"/>
              </a:buClr>
              <a:buSzPts val="2035"/>
              <a:buFont typeface="Lustria"/>
              <a:buChar char="•"/>
            </a:pPr>
            <a:r>
              <a:rPr lang="en-US" sz="2035" b="0" i="0" u="none" strike="noStrike" cap="none">
                <a:solidFill>
                  <a:schemeClr val="lt1"/>
                </a:solidFill>
                <a:latin typeface="Lustria"/>
                <a:ea typeface="Lustria"/>
                <a:cs typeface="Lustria"/>
                <a:sym typeface="Lustria"/>
              </a:rPr>
              <a:t>Some of Freud's theories by their nature tend attract a lot of attention and criticism - as sex, breasts, genitals, and bodily functions generally do - and if you are distracted or put off by these references then ignore them, because they are not crucial for understanding and using Erikson's model.</a:t>
            </a:r>
            <a:endParaRPr/>
          </a:p>
          <a:p>
            <a:pPr marL="342900" marR="0" lvl="0" indent="-213677" algn="l" rtl="0">
              <a:lnSpc>
                <a:spcPct val="90000"/>
              </a:lnSpc>
              <a:spcBef>
                <a:spcPts val="2000"/>
              </a:spcBef>
              <a:spcAft>
                <a:spcPts val="0"/>
              </a:spcAft>
              <a:buClr>
                <a:schemeClr val="lt1"/>
              </a:buClr>
              <a:buSzPts val="2035"/>
              <a:buFont typeface="Lustria"/>
              <a:buNone/>
            </a:pPr>
            <a:endParaRPr sz="2035" b="0" i="0" u="none" strike="noStrike" cap="none">
              <a:solidFill>
                <a:schemeClr val="lt1"/>
              </a:solidFill>
              <a:latin typeface="Lustria"/>
              <a:ea typeface="Lustria"/>
              <a:cs typeface="Lustria"/>
              <a:sym typeface="Lustri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Shape 289"/>
          <p:cNvSpPr txBox="1">
            <a:spLocks noGrp="1"/>
          </p:cNvSpPr>
          <p:nvPr>
            <p:ph type="body" idx="1"/>
          </p:nvPr>
        </p:nvSpPr>
        <p:spPr>
          <a:xfrm>
            <a:off x="685800" y="621801"/>
            <a:ext cx="7770813" cy="550436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Font typeface="Lustria"/>
              <a:buNone/>
            </a:pPr>
            <a:r>
              <a:rPr lang="en-US" sz="2035" b="0" i="0" u="none" strike="noStrike" cap="none">
                <a:solidFill>
                  <a:schemeClr val="lt1"/>
                </a:solidFill>
                <a:latin typeface="Lustria"/>
                <a:ea typeface="Lustria"/>
                <a:cs typeface="Lustria"/>
                <a:sym typeface="Lustria"/>
              </a:rPr>
              <a:t>Erikson’s theory bears some resemblances to </a:t>
            </a:r>
            <a:r>
              <a:rPr lang="en-US" sz="2035" b="0" i="0" u="sng" strike="noStrike" cap="none">
                <a:solidFill>
                  <a:schemeClr val="hlink"/>
                </a:solidFill>
                <a:latin typeface="Lustria"/>
                <a:ea typeface="Lustria"/>
                <a:cs typeface="Lustria"/>
                <a:sym typeface="Lustria"/>
                <a:hlinkClick r:id="rId3"/>
              </a:rPr>
              <a:t>Freud’s psychosexual stage theory</a:t>
            </a:r>
            <a:r>
              <a:rPr lang="en-US" sz="2035" b="0" i="0" u="none" strike="noStrike" cap="none">
                <a:solidFill>
                  <a:schemeClr val="lt1"/>
                </a:solidFill>
                <a:latin typeface="Lustria"/>
                <a:ea typeface="Lustria"/>
                <a:cs typeface="Lustria"/>
                <a:sym typeface="Lustria"/>
              </a:rPr>
              <a:t>, but with some key differences. </a:t>
            </a:r>
            <a:endParaRPr sz="2035" b="0" i="0" u="none" strike="noStrike" cap="none">
              <a:solidFill>
                <a:schemeClr val="lt1"/>
              </a:solidFill>
              <a:latin typeface="Lustria"/>
              <a:ea typeface="Lustria"/>
              <a:cs typeface="Lustria"/>
              <a:sym typeface="Lustria"/>
            </a:endParaRPr>
          </a:p>
          <a:p>
            <a:pPr marL="342900" marR="0" lvl="0" indent="-342900" algn="l" rtl="0">
              <a:spcBef>
                <a:spcPts val="2000"/>
              </a:spcBef>
              <a:spcAft>
                <a:spcPts val="0"/>
              </a:spcAft>
              <a:buClr>
                <a:schemeClr val="lt1"/>
              </a:buClr>
              <a:buSzPts val="2035"/>
              <a:buFont typeface="Arial"/>
              <a:buChar char="•"/>
            </a:pPr>
            <a:r>
              <a:rPr lang="en-US" sz="2035" b="0" i="0" u="none" strike="noStrike" cap="none">
                <a:solidFill>
                  <a:schemeClr val="lt1"/>
                </a:solidFill>
                <a:latin typeface="Lustria"/>
                <a:ea typeface="Lustria"/>
                <a:cs typeface="Lustria"/>
                <a:sym typeface="Lustria"/>
              </a:rPr>
              <a:t>Freud focused on the influence of the id, while Erikson focused on the ego. </a:t>
            </a:r>
            <a:endParaRPr sz="2035" b="0" i="0" u="none" strike="noStrike" cap="none">
              <a:solidFill>
                <a:schemeClr val="lt1"/>
              </a:solidFill>
              <a:latin typeface="Lustria"/>
              <a:ea typeface="Lustria"/>
              <a:cs typeface="Lustria"/>
              <a:sym typeface="Lustria"/>
            </a:endParaRPr>
          </a:p>
          <a:p>
            <a:pPr marL="342900" marR="0" lvl="0" indent="-342900" algn="l" rtl="0">
              <a:spcBef>
                <a:spcPts val="2000"/>
              </a:spcBef>
              <a:spcAft>
                <a:spcPts val="0"/>
              </a:spcAft>
              <a:buClr>
                <a:schemeClr val="lt1"/>
              </a:buClr>
              <a:buSzPts val="2035"/>
              <a:buFont typeface="Arial"/>
              <a:buChar char="•"/>
            </a:pPr>
            <a:r>
              <a:rPr lang="en-US" sz="2035" b="0" i="0" u="none" strike="noStrike" cap="none">
                <a:solidFill>
                  <a:schemeClr val="lt1"/>
                </a:solidFill>
                <a:latin typeface="Lustria"/>
                <a:ea typeface="Lustria"/>
                <a:cs typeface="Lustria"/>
                <a:sym typeface="Lustria"/>
              </a:rPr>
              <a:t>Freud believed that personality was largely shaped by the time a child reached age five, while Erikson’s theory spans the entire lifespan.</a:t>
            </a:r>
            <a:endParaRPr/>
          </a:p>
          <a:p>
            <a:pPr marL="342900" marR="0" lvl="0" indent="-342900" algn="l" rtl="0">
              <a:spcBef>
                <a:spcPts val="2000"/>
              </a:spcBef>
              <a:spcAft>
                <a:spcPts val="0"/>
              </a:spcAft>
              <a:buClr>
                <a:schemeClr val="lt1"/>
              </a:buClr>
              <a:buSzPts val="2035"/>
              <a:buFont typeface="Lustria"/>
              <a:buChar char="•"/>
            </a:pPr>
            <a:r>
              <a:rPr lang="en-US" sz="2035" b="0" i="0" u="none" strike="noStrike" cap="none">
                <a:solidFill>
                  <a:schemeClr val="lt1"/>
                </a:solidFill>
                <a:latin typeface="Lustria"/>
                <a:ea typeface="Lustria"/>
                <a:cs typeface="Lustria"/>
                <a:sym typeface="Lustria"/>
              </a:rPr>
              <a:t>Freud stressed the importance of childhood experiences and unconscious desires, Erikson placed a greater emphasis on the role of social and cultural influences.</a:t>
            </a:r>
            <a:endParaRPr/>
          </a:p>
          <a:p>
            <a:pPr marL="342900" marR="0" lvl="0" indent="-342900" algn="l" rtl="0">
              <a:spcBef>
                <a:spcPts val="2000"/>
              </a:spcBef>
              <a:spcAft>
                <a:spcPts val="0"/>
              </a:spcAft>
              <a:buClr>
                <a:schemeClr val="lt1"/>
              </a:buClr>
              <a:buSzPts val="2035"/>
              <a:buFont typeface="Lustria"/>
              <a:buChar char="•"/>
            </a:pPr>
            <a:r>
              <a:rPr lang="en-US" sz="2035" b="0" i="0" u="none" strike="noStrike" cap="none">
                <a:solidFill>
                  <a:schemeClr val="lt1"/>
                </a:solidFill>
                <a:latin typeface="Lustria"/>
                <a:ea typeface="Lustria"/>
                <a:cs typeface="Lustria"/>
                <a:sym typeface="Lustria"/>
              </a:rPr>
              <a:t>Erikson emphasized the role of culture and society and the conflicts that can take place within the ego itself, whereas Freud emphasized the conflict between the </a:t>
            </a:r>
            <a:r>
              <a:rPr lang="en-US" sz="2035" b="0" i="0" u="sng" strike="noStrike" cap="none">
                <a:solidFill>
                  <a:schemeClr val="hlink"/>
                </a:solidFill>
                <a:latin typeface="Lustria"/>
                <a:ea typeface="Lustria"/>
                <a:cs typeface="Lustria"/>
                <a:sym typeface="Lustria"/>
                <a:hlinkClick r:id="rId4"/>
              </a:rPr>
              <a:t>id and the superego</a:t>
            </a:r>
            <a:r>
              <a:rPr lang="en-US" sz="2035" b="0" i="0" u="none" strike="noStrike" cap="none">
                <a:solidFill>
                  <a:schemeClr val="lt1"/>
                </a:solidFill>
                <a:latin typeface="Lustria"/>
                <a:ea typeface="Lustria"/>
                <a:cs typeface="Lustria"/>
                <a:sym typeface="Lustria"/>
              </a:rPr>
              <a:t>.</a:t>
            </a:r>
            <a:endParaRPr/>
          </a:p>
          <a:p>
            <a:pPr marL="342900" marR="0" lvl="0" indent="-213677" algn="l" rtl="0">
              <a:spcBef>
                <a:spcPts val="2000"/>
              </a:spcBef>
              <a:spcAft>
                <a:spcPts val="0"/>
              </a:spcAft>
              <a:buClr>
                <a:schemeClr val="lt1"/>
              </a:buClr>
              <a:buSzPts val="2035"/>
              <a:buFont typeface="Lustria"/>
              <a:buNone/>
            </a:pPr>
            <a:endParaRPr sz="2035" b="0" i="0" u="none" strike="noStrike" cap="none">
              <a:solidFill>
                <a:schemeClr val="lt1"/>
              </a:solidFill>
              <a:latin typeface="Lustria"/>
              <a:ea typeface="Lustria"/>
              <a:cs typeface="Lustria"/>
              <a:sym typeface="Lustri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pic>
        <p:nvPicPr>
          <p:cNvPr id="294" name="Shape 294" descr="Screen Shot 2016-06-06 at 10.45.42 AM.png"/>
          <p:cNvPicPr preferRelativeResize="0"/>
          <p:nvPr/>
        </p:nvPicPr>
        <p:blipFill rotWithShape="1">
          <a:blip r:embed="rId3">
            <a:alphaModFix/>
          </a:blip>
          <a:srcRect/>
          <a:stretch/>
        </p:blipFill>
        <p:spPr>
          <a:xfrm>
            <a:off x="0" y="1389129"/>
            <a:ext cx="9144000" cy="5304477"/>
          </a:xfrm>
          <a:prstGeom prst="rect">
            <a:avLst/>
          </a:prstGeom>
          <a:noFill/>
          <a:ln>
            <a:noFill/>
          </a:ln>
        </p:spPr>
      </p:pic>
      <p:sp>
        <p:nvSpPr>
          <p:cNvPr id="295" name="Shape 295"/>
          <p:cNvSpPr txBox="1">
            <a:spLocks noGrp="1"/>
          </p:cNvSpPr>
          <p:nvPr>
            <p:ph type="title"/>
          </p:nvPr>
        </p:nvSpPr>
        <p:spPr>
          <a:xfrm>
            <a:off x="145510" y="121023"/>
            <a:ext cx="8823216" cy="1429871"/>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Font typeface="Lustria"/>
              <a:buNone/>
            </a:pPr>
            <a:r>
              <a:rPr lang="en-US" sz="4800" b="0" i="0" u="none" strike="noStrike" cap="none">
                <a:solidFill>
                  <a:schemeClr val="lt1"/>
                </a:solidFill>
                <a:latin typeface="Lustria"/>
                <a:ea typeface="Lustria"/>
                <a:cs typeface="Lustria"/>
                <a:sym typeface="Lustria"/>
              </a:rPr>
              <a:t>Erikson and Freud side by side</a:t>
            </a:r>
            <a:endParaRPr sz="4800" b="0" i="0" u="none" strike="noStrike" cap="none">
              <a:solidFill>
                <a:schemeClr val="lt1"/>
              </a:solidFill>
              <a:latin typeface="Lustria"/>
              <a:ea typeface="Lustria"/>
              <a:cs typeface="Lustria"/>
              <a:sym typeface="Lustri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Shape 300"/>
          <p:cNvSpPr txBox="1">
            <a:spLocks noGrp="1"/>
          </p:cNvSpPr>
          <p:nvPr>
            <p:ph type="title"/>
          </p:nvPr>
        </p:nvSpPr>
        <p:spPr>
          <a:xfrm>
            <a:off x="685800" y="121023"/>
            <a:ext cx="7770813" cy="1429871"/>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lt1"/>
              </a:buClr>
              <a:buFont typeface="Lustria"/>
              <a:buNone/>
            </a:pPr>
            <a:r>
              <a:rPr lang="en-US" sz="4800" b="0" i="0" u="none" strike="noStrike" cap="none">
                <a:solidFill>
                  <a:schemeClr val="lt1"/>
                </a:solidFill>
                <a:latin typeface="Lustria"/>
                <a:ea typeface="Lustria"/>
                <a:cs typeface="Lustria"/>
                <a:sym typeface="Lustria"/>
              </a:rPr>
              <a:t>Further Reading</a:t>
            </a:r>
            <a:endParaRPr sz="4800" b="0" i="0" u="none" strike="noStrike" cap="none">
              <a:solidFill>
                <a:schemeClr val="lt1"/>
              </a:solidFill>
              <a:latin typeface="Lustria"/>
              <a:ea typeface="Lustria"/>
              <a:cs typeface="Lustria"/>
              <a:sym typeface="Lustria"/>
            </a:endParaRPr>
          </a:p>
        </p:txBody>
      </p:sp>
      <p:sp>
        <p:nvSpPr>
          <p:cNvPr id="301" name="Shape 301"/>
          <p:cNvSpPr txBox="1">
            <a:spLocks noGrp="1"/>
          </p:cNvSpPr>
          <p:nvPr>
            <p:ph type="body" idx="1"/>
          </p:nvPr>
        </p:nvSpPr>
        <p:spPr>
          <a:xfrm>
            <a:off x="685800" y="1869141"/>
            <a:ext cx="7770813" cy="4257022"/>
          </a:xfrm>
          <a:prstGeom prst="rect">
            <a:avLst/>
          </a:prstGeom>
          <a:noFill/>
          <a:ln>
            <a:noFill/>
          </a:ln>
        </p:spPr>
        <p:txBody>
          <a:bodyPr spcFirstLastPara="1" wrap="square" lIns="91425" tIns="45700" rIns="91425" bIns="45700" anchor="t" anchorCtr="0">
            <a:noAutofit/>
          </a:bodyPr>
          <a:lstStyle/>
          <a:p>
            <a:pPr marL="342900" marR="0" lvl="0" indent="-342900" algn="l" rtl="0">
              <a:spcBef>
                <a:spcPts val="0"/>
              </a:spcBef>
              <a:spcAft>
                <a:spcPts val="0"/>
              </a:spcAft>
              <a:buClr>
                <a:schemeClr val="lt1"/>
              </a:buClr>
              <a:buSzPts val="2200"/>
              <a:buFont typeface="Lustria"/>
              <a:buChar char="•"/>
            </a:pPr>
            <a:r>
              <a:rPr lang="en-US" sz="2200" b="0" i="0" u="sng" strike="noStrike" cap="none">
                <a:solidFill>
                  <a:schemeClr val="hlink"/>
                </a:solidFill>
                <a:latin typeface="Lustria"/>
                <a:ea typeface="Lustria"/>
                <a:cs typeface="Lustria"/>
                <a:sym typeface="Lustria"/>
                <a:hlinkClick r:id="rId3"/>
              </a:rPr>
              <a:t>http://www.simplypsychology.org/Erik-Erikson.html</a:t>
            </a:r>
            <a:endParaRPr sz="2200" b="0" i="0" u="none" strike="noStrike" cap="none">
              <a:solidFill>
                <a:schemeClr val="lt1"/>
              </a:solidFill>
              <a:latin typeface="Lustria"/>
              <a:ea typeface="Lustria"/>
              <a:cs typeface="Lustria"/>
              <a:sym typeface="Lustria"/>
            </a:endParaRPr>
          </a:p>
          <a:p>
            <a:pPr marL="342900" marR="0" lvl="0" indent="-342900" algn="l" rtl="0">
              <a:spcBef>
                <a:spcPts val="2000"/>
              </a:spcBef>
              <a:spcAft>
                <a:spcPts val="0"/>
              </a:spcAft>
              <a:buClr>
                <a:schemeClr val="lt1"/>
              </a:buClr>
              <a:buSzPts val="2200"/>
              <a:buFont typeface="Lustria"/>
              <a:buChar char="•"/>
            </a:pPr>
            <a:r>
              <a:rPr lang="en-US" sz="2200" b="0" i="0" u="sng" strike="noStrike" cap="none">
                <a:solidFill>
                  <a:schemeClr val="hlink"/>
                </a:solidFill>
                <a:latin typeface="Lustria"/>
                <a:ea typeface="Lustria"/>
                <a:cs typeface="Lustria"/>
                <a:sym typeface="Lustria"/>
                <a:hlinkClick r:id="rId4"/>
              </a:rPr>
              <a:t>http://www.explorepsychology.com/eriksons-eight-stages-of-psychosocial-development/</a:t>
            </a:r>
            <a:endParaRPr sz="2200" b="0" i="0" u="none" strike="noStrike" cap="none">
              <a:solidFill>
                <a:schemeClr val="lt1"/>
              </a:solidFill>
              <a:latin typeface="Lustria"/>
              <a:ea typeface="Lustria"/>
              <a:cs typeface="Lustria"/>
              <a:sym typeface="Lustria"/>
            </a:endParaRPr>
          </a:p>
          <a:p>
            <a:pPr marL="342900" marR="0" lvl="0" indent="-342900" algn="l" rtl="0">
              <a:spcBef>
                <a:spcPts val="2000"/>
              </a:spcBef>
              <a:spcAft>
                <a:spcPts val="0"/>
              </a:spcAft>
              <a:buClr>
                <a:schemeClr val="lt1"/>
              </a:buClr>
              <a:buSzPts val="2200"/>
              <a:buFont typeface="Lustria"/>
              <a:buChar char="•"/>
            </a:pPr>
            <a:r>
              <a:rPr lang="en-US" sz="2200" b="0" i="0" u="sng" strike="noStrike" cap="none">
                <a:solidFill>
                  <a:schemeClr val="hlink"/>
                </a:solidFill>
                <a:latin typeface="Lustria"/>
                <a:ea typeface="Lustria"/>
                <a:cs typeface="Lustria"/>
                <a:sym typeface="Lustria"/>
                <a:hlinkClick r:id="rId5"/>
              </a:rPr>
              <a:t>http://www.businessballs.com/erik_erikson_psychosocial_theory.htm#erikson_psychosocial_theory_summary</a:t>
            </a:r>
            <a:endParaRPr sz="2200" b="0" i="0" u="none" strike="noStrike" cap="none">
              <a:solidFill>
                <a:schemeClr val="lt1"/>
              </a:solidFill>
              <a:latin typeface="Lustria"/>
              <a:ea typeface="Lustria"/>
              <a:cs typeface="Lustria"/>
              <a:sym typeface="Lustria"/>
            </a:endParaRPr>
          </a:p>
        </p:txBody>
      </p:sp>
    </p:spTree>
  </p:cSld>
  <p:clrMapOvr>
    <a:masterClrMapping/>
  </p:clrMapOvr>
</p:sld>
</file>

<file path=ppt/theme/theme1.xml><?xml version="1.0" encoding="utf-8"?>
<a:theme xmlns:a="http://schemas.openxmlformats.org/drawingml/2006/main" name="Story">
  <a:themeElements>
    <a:clrScheme name="Story">
      <a:dk1>
        <a:srgbClr val="000000"/>
      </a:dk1>
      <a:lt1>
        <a:srgbClr val="FFFFFF"/>
      </a:lt1>
      <a:dk2>
        <a:srgbClr val="212121"/>
      </a:dk2>
      <a:lt2>
        <a:srgbClr val="CDD4D7"/>
      </a:lt2>
      <a:accent1>
        <a:srgbClr val="1D86CD"/>
      </a:accent1>
      <a:accent2>
        <a:srgbClr val="732E9A"/>
      </a:accent2>
      <a:accent3>
        <a:srgbClr val="B50B1B"/>
      </a:accent3>
      <a:accent4>
        <a:srgbClr val="E8950E"/>
      </a:accent4>
      <a:accent5>
        <a:srgbClr val="55992B"/>
      </a:accent5>
      <a:accent6>
        <a:srgbClr val="2C9C89"/>
      </a:accent6>
      <a:hlink>
        <a:srgbClr val="EC4D4D"/>
      </a:hlink>
      <a:folHlink>
        <a:srgbClr val="F8CE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1379</Words>
  <Application>Microsoft Office PowerPoint</Application>
  <PresentationFormat>On-screen Show (4:3)</PresentationFormat>
  <Paragraphs>105</Paragraphs>
  <Slides>37</Slides>
  <Notes>37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Corben</vt:lpstr>
      <vt:lpstr>Lustria</vt:lpstr>
      <vt:lpstr>Story</vt:lpstr>
      <vt:lpstr>Erikson’s stages of Psychological Development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Limitations of Erikson</vt:lpstr>
      <vt:lpstr>Freud vs Erikson</vt:lpstr>
      <vt:lpstr>Freud's influence on Erikson's theory</vt:lpstr>
      <vt:lpstr>PowerPoint Presentation</vt:lpstr>
      <vt:lpstr>Erikson and Freud side by side</vt:lpstr>
      <vt:lpstr>Further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Erikson’s stages of Psychological Development</dc:title>
  <dc:creator>Annabel Kanakis</dc:creator>
  <cp:lastModifiedBy>Rory Mckenzie</cp:lastModifiedBy>
  <cp:revision>1</cp:revision>
  <dcterms:modified xsi:type="dcterms:W3CDTF">2018-06-22T04:42:43Z</dcterms:modified>
</cp:coreProperties>
</file>