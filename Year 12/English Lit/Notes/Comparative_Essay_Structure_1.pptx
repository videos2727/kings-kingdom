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57" r:id="rId4"/>
    <p:sldId id="258" r:id="rId5"/>
    <p:sldId id="263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atasha Senasinghe" initials="NS" lastIdx="1" clrIdx="0">
    <p:extLst>
      <p:ext uri="{19B8F6BF-5375-455C-9EA6-DF929625EA0E}">
        <p15:presenceInfo xmlns:p15="http://schemas.microsoft.com/office/powerpoint/2012/main" userId="7a0eda5f5ebfb87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A7D2DA-37B6-3377-DA63-FB85207A2C9D}" v="240" dt="2021-08-05T06:40:06.8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87" d="100"/>
          <a:sy n="87" d="100"/>
        </p:scale>
        <p:origin x="533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NASINGHE Natasha [Leeming Senior High School]" userId="S::natasha.senasinghe@education.wa.edu.au::770fedcf-1608-4dc4-bb26-89b3008ea3f3" providerId="AD" clId="Web-{F6A7D2DA-37B6-3377-DA63-FB85207A2C9D}"/>
    <pc:docChg chg="addSld delSld modSld">
      <pc:chgData name="SENASINGHE Natasha [Leeming Senior High School]" userId="S::natasha.senasinghe@education.wa.edu.au::770fedcf-1608-4dc4-bb26-89b3008ea3f3" providerId="AD" clId="Web-{F6A7D2DA-37B6-3377-DA63-FB85207A2C9D}" dt="2021-08-05T06:40:05.532" v="129" actId="20577"/>
      <pc:docMkLst>
        <pc:docMk/>
      </pc:docMkLst>
      <pc:sldChg chg="modSp">
        <pc:chgData name="SENASINGHE Natasha [Leeming Senior High School]" userId="S::natasha.senasinghe@education.wa.edu.au::770fedcf-1608-4dc4-bb26-89b3008ea3f3" providerId="AD" clId="Web-{F6A7D2DA-37B6-3377-DA63-FB85207A2C9D}" dt="2021-08-05T06:37:12.654" v="14" actId="20577"/>
        <pc:sldMkLst>
          <pc:docMk/>
          <pc:sldMk cId="2404717204" sldId="257"/>
        </pc:sldMkLst>
        <pc:graphicFrameChg chg="modGraphic">
          <ac:chgData name="SENASINGHE Natasha [Leeming Senior High School]" userId="S::natasha.senasinghe@education.wa.edu.au::770fedcf-1608-4dc4-bb26-89b3008ea3f3" providerId="AD" clId="Web-{F6A7D2DA-37B6-3377-DA63-FB85207A2C9D}" dt="2021-08-05T06:37:12.654" v="14" actId="20577"/>
          <ac:graphicFrameMkLst>
            <pc:docMk/>
            <pc:sldMk cId="2404717204" sldId="257"/>
            <ac:graphicFrameMk id="5" creationId="{68ED6BDF-D84E-4BA8-93F6-B06409E0BE54}"/>
          </ac:graphicFrameMkLst>
        </pc:graphicFrameChg>
      </pc:sldChg>
      <pc:sldChg chg="modSp">
        <pc:chgData name="SENASINGHE Natasha [Leeming Senior High School]" userId="S::natasha.senasinghe@education.wa.edu.au::770fedcf-1608-4dc4-bb26-89b3008ea3f3" providerId="AD" clId="Web-{F6A7D2DA-37B6-3377-DA63-FB85207A2C9D}" dt="2021-08-05T06:38:06.530" v="23" actId="20577"/>
        <pc:sldMkLst>
          <pc:docMk/>
          <pc:sldMk cId="2497887061" sldId="258"/>
        </pc:sldMkLst>
        <pc:graphicFrameChg chg="modGraphic">
          <ac:chgData name="SENASINGHE Natasha [Leeming Senior High School]" userId="S::natasha.senasinghe@education.wa.edu.au::770fedcf-1608-4dc4-bb26-89b3008ea3f3" providerId="AD" clId="Web-{F6A7D2DA-37B6-3377-DA63-FB85207A2C9D}" dt="2021-08-05T06:38:06.530" v="23" actId="20577"/>
          <ac:graphicFrameMkLst>
            <pc:docMk/>
            <pc:sldMk cId="2497887061" sldId="258"/>
            <ac:graphicFrameMk id="5" creationId="{6ED5ABCA-C5EB-4DA3-A9DB-00C82139953A}"/>
          </ac:graphicFrameMkLst>
        </pc:graphicFrameChg>
      </pc:sldChg>
      <pc:sldChg chg="del">
        <pc:chgData name="SENASINGHE Natasha [Leeming Senior High School]" userId="S::natasha.senasinghe@education.wa.edu.au::770fedcf-1608-4dc4-bb26-89b3008ea3f3" providerId="AD" clId="Web-{F6A7D2DA-37B6-3377-DA63-FB85207A2C9D}" dt="2021-08-05T06:38:10.655" v="24"/>
        <pc:sldMkLst>
          <pc:docMk/>
          <pc:sldMk cId="3890030537" sldId="259"/>
        </pc:sldMkLst>
      </pc:sldChg>
      <pc:sldChg chg="addSp delSp modSp new">
        <pc:chgData name="SENASINGHE Natasha [Leeming Senior High School]" userId="S::natasha.senasinghe@education.wa.edu.au::770fedcf-1608-4dc4-bb26-89b3008ea3f3" providerId="AD" clId="Web-{F6A7D2DA-37B6-3377-DA63-FB85207A2C9D}" dt="2021-08-05T06:40:05.532" v="129" actId="20577"/>
        <pc:sldMkLst>
          <pc:docMk/>
          <pc:sldMk cId="2679184078" sldId="263"/>
        </pc:sldMkLst>
        <pc:spChg chg="mod">
          <ac:chgData name="SENASINGHE Natasha [Leeming Senior High School]" userId="S::natasha.senasinghe@education.wa.edu.au::770fedcf-1608-4dc4-bb26-89b3008ea3f3" providerId="AD" clId="Web-{F6A7D2DA-37B6-3377-DA63-FB85207A2C9D}" dt="2021-08-05T06:38:35.827" v="40" actId="20577"/>
          <ac:spMkLst>
            <pc:docMk/>
            <pc:sldMk cId="2679184078" sldId="263"/>
            <ac:spMk id="2" creationId="{83357BBC-3EF1-40E7-B277-E2C52688DD3A}"/>
          </ac:spMkLst>
        </pc:spChg>
        <pc:spChg chg="mod">
          <ac:chgData name="SENASINGHE Natasha [Leeming Senior High School]" userId="S::natasha.senasinghe@education.wa.edu.au::770fedcf-1608-4dc4-bb26-89b3008ea3f3" providerId="AD" clId="Web-{F6A7D2DA-37B6-3377-DA63-FB85207A2C9D}" dt="2021-08-05T06:40:05.532" v="129" actId="20577"/>
          <ac:spMkLst>
            <pc:docMk/>
            <pc:sldMk cId="2679184078" sldId="263"/>
            <ac:spMk id="3" creationId="{F117C8E1-8368-4AB4-B0EC-5F162C5A9F00}"/>
          </ac:spMkLst>
        </pc:spChg>
        <pc:spChg chg="del">
          <ac:chgData name="SENASINGHE Natasha [Leeming Senior High School]" userId="S::natasha.senasinghe@education.wa.edu.au::770fedcf-1608-4dc4-bb26-89b3008ea3f3" providerId="AD" clId="Web-{F6A7D2DA-37B6-3377-DA63-FB85207A2C9D}" dt="2021-08-05T06:39:31.234" v="72"/>
          <ac:spMkLst>
            <pc:docMk/>
            <pc:sldMk cId="2679184078" sldId="263"/>
            <ac:spMk id="4" creationId="{C618D13E-58B1-43C0-B8FE-15DAEB718A0D}"/>
          </ac:spMkLst>
        </pc:spChg>
        <pc:picChg chg="add mod ord">
          <ac:chgData name="SENASINGHE Natasha [Leeming Senior High School]" userId="S::natasha.senasinghe@education.wa.edu.au::770fedcf-1608-4dc4-bb26-89b3008ea3f3" providerId="AD" clId="Web-{F6A7D2DA-37B6-3377-DA63-FB85207A2C9D}" dt="2021-08-05T06:39:38.953" v="75" actId="14100"/>
          <ac:picMkLst>
            <pc:docMk/>
            <pc:sldMk cId="2679184078" sldId="263"/>
            <ac:picMk id="5" creationId="{B2F79424-4DE4-4FB3-BEA0-7CEC5789D033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0.png"/><Relationship Id="rId7" Type="http://schemas.openxmlformats.org/officeDocument/2006/relationships/image" Target="../media/image6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10" Type="http://schemas.openxmlformats.org/officeDocument/2006/relationships/image" Target="../media/image25.svg"/><Relationship Id="rId4" Type="http://schemas.openxmlformats.org/officeDocument/2006/relationships/image" Target="../media/image21.svg"/><Relationship Id="rId9" Type="http://schemas.openxmlformats.org/officeDocument/2006/relationships/image" Target="../media/image24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0.png"/><Relationship Id="rId7" Type="http://schemas.openxmlformats.org/officeDocument/2006/relationships/image" Target="../media/image6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10" Type="http://schemas.openxmlformats.org/officeDocument/2006/relationships/image" Target="../media/image25.svg"/><Relationship Id="rId4" Type="http://schemas.openxmlformats.org/officeDocument/2006/relationships/image" Target="../media/image21.svg"/><Relationship Id="rId9" Type="http://schemas.openxmlformats.org/officeDocument/2006/relationships/image" Target="../media/image2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5">
  <dgm:title val=""/>
  <dgm:desc val=""/>
  <dgm:catLst>
    <dgm:cat type="accent5" pri="11500"/>
  </dgm:catLst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3E1295F-0DAD-4916-86C8-A1787ED9EEF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C61AD10-BF25-40C0-828E-AEF41E36483C}">
      <dgm:prSet/>
      <dgm:spPr/>
      <dgm:t>
        <a:bodyPr/>
        <a:lstStyle/>
        <a:p>
          <a:r>
            <a:rPr lang="en-AU"/>
            <a:t>Learning Intention: To identify what is necessary to include in your essay in order to pass</a:t>
          </a:r>
          <a:endParaRPr lang="en-US"/>
        </a:p>
      </dgm:t>
    </dgm:pt>
    <dgm:pt modelId="{909CD370-92E9-4D08-8B16-6F10CC4CA85C}" type="parTrans" cxnId="{14BA98CC-5078-49EF-9AEF-62167ACE010F}">
      <dgm:prSet/>
      <dgm:spPr/>
      <dgm:t>
        <a:bodyPr/>
        <a:lstStyle/>
        <a:p>
          <a:endParaRPr lang="en-US"/>
        </a:p>
      </dgm:t>
    </dgm:pt>
    <dgm:pt modelId="{982C89C0-F073-42A4-95EF-A03E02F916A8}" type="sibTrans" cxnId="{14BA98CC-5078-49EF-9AEF-62167ACE010F}">
      <dgm:prSet/>
      <dgm:spPr/>
      <dgm:t>
        <a:bodyPr/>
        <a:lstStyle/>
        <a:p>
          <a:endParaRPr lang="en-US"/>
        </a:p>
      </dgm:t>
    </dgm:pt>
    <dgm:pt modelId="{4727C2AC-0467-411F-8F7B-D1DDD1492C19}">
      <dgm:prSet/>
      <dgm:spPr/>
      <dgm:t>
        <a:bodyPr/>
        <a:lstStyle/>
        <a:p>
          <a:r>
            <a:rPr lang="en-AU"/>
            <a:t>Success Criteria: A completed essay plan</a:t>
          </a:r>
          <a:endParaRPr lang="en-US"/>
        </a:p>
      </dgm:t>
    </dgm:pt>
    <dgm:pt modelId="{C674C6FD-2607-4E77-BBD4-A26B2C6E22BD}" type="parTrans" cxnId="{A6E7A18A-6CF1-4A3C-99FD-6A9892AC38BD}">
      <dgm:prSet/>
      <dgm:spPr/>
      <dgm:t>
        <a:bodyPr/>
        <a:lstStyle/>
        <a:p>
          <a:endParaRPr lang="en-US"/>
        </a:p>
      </dgm:t>
    </dgm:pt>
    <dgm:pt modelId="{A7156B1D-9D3C-4E8E-AA12-B8B897F3613C}" type="sibTrans" cxnId="{A6E7A18A-6CF1-4A3C-99FD-6A9892AC38BD}">
      <dgm:prSet/>
      <dgm:spPr/>
      <dgm:t>
        <a:bodyPr/>
        <a:lstStyle/>
        <a:p>
          <a:endParaRPr lang="en-US"/>
        </a:p>
      </dgm:t>
    </dgm:pt>
    <dgm:pt modelId="{343CB03E-56FC-4FED-894E-F619C6EF2815}" type="pres">
      <dgm:prSet presAssocID="{43E1295F-0DAD-4916-86C8-A1787ED9EEFA}" presName="root" presStyleCnt="0">
        <dgm:presLayoutVars>
          <dgm:dir/>
          <dgm:resizeHandles val="exact"/>
        </dgm:presLayoutVars>
      </dgm:prSet>
      <dgm:spPr/>
    </dgm:pt>
    <dgm:pt modelId="{E8B5CDE2-5E1A-4180-A4EF-29912104E45C}" type="pres">
      <dgm:prSet presAssocID="{EC61AD10-BF25-40C0-828E-AEF41E36483C}" presName="compNode" presStyleCnt="0"/>
      <dgm:spPr/>
    </dgm:pt>
    <dgm:pt modelId="{1CB86BBD-E9A9-4501-891F-49F9CEFBD5D9}" type="pres">
      <dgm:prSet presAssocID="{EC61AD10-BF25-40C0-828E-AEF41E36483C}" presName="bgRect" presStyleLbl="bgShp" presStyleIdx="0" presStyleCnt="2"/>
      <dgm:spPr/>
    </dgm:pt>
    <dgm:pt modelId="{64EC252E-2BFB-418A-B2CA-6ABC7D01AAC0}" type="pres">
      <dgm:prSet presAssocID="{EC61AD10-BF25-40C0-828E-AEF41E36483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A104C5FF-C712-4138-9FD8-C98443F5FE89}" type="pres">
      <dgm:prSet presAssocID="{EC61AD10-BF25-40C0-828E-AEF41E36483C}" presName="spaceRect" presStyleCnt="0"/>
      <dgm:spPr/>
    </dgm:pt>
    <dgm:pt modelId="{C1E4F122-D166-4C0B-B8A6-B0F8792609F7}" type="pres">
      <dgm:prSet presAssocID="{EC61AD10-BF25-40C0-828E-AEF41E36483C}" presName="parTx" presStyleLbl="revTx" presStyleIdx="0" presStyleCnt="2">
        <dgm:presLayoutVars>
          <dgm:chMax val="0"/>
          <dgm:chPref val="0"/>
        </dgm:presLayoutVars>
      </dgm:prSet>
      <dgm:spPr/>
    </dgm:pt>
    <dgm:pt modelId="{061604D4-8E93-4875-8A8D-86DADCCDFBE0}" type="pres">
      <dgm:prSet presAssocID="{982C89C0-F073-42A4-95EF-A03E02F916A8}" presName="sibTrans" presStyleCnt="0"/>
      <dgm:spPr/>
    </dgm:pt>
    <dgm:pt modelId="{486129E6-C3D1-4DD9-8044-56965293534D}" type="pres">
      <dgm:prSet presAssocID="{4727C2AC-0467-411F-8F7B-D1DDD1492C19}" presName="compNode" presStyleCnt="0"/>
      <dgm:spPr/>
    </dgm:pt>
    <dgm:pt modelId="{C5990A1C-09AA-47FF-8ED6-4135B3FE4BB1}" type="pres">
      <dgm:prSet presAssocID="{4727C2AC-0467-411F-8F7B-D1DDD1492C19}" presName="bgRect" presStyleLbl="bgShp" presStyleIdx="1" presStyleCnt="2"/>
      <dgm:spPr/>
    </dgm:pt>
    <dgm:pt modelId="{3234F312-6879-44D0-9771-2DB6346F7DEF}" type="pres">
      <dgm:prSet presAssocID="{4727C2AC-0467-411F-8F7B-D1DDD1492C1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3694CB5-B4D1-4ECC-ADF4-35077866BA8D}" type="pres">
      <dgm:prSet presAssocID="{4727C2AC-0467-411F-8F7B-D1DDD1492C19}" presName="spaceRect" presStyleCnt="0"/>
      <dgm:spPr/>
    </dgm:pt>
    <dgm:pt modelId="{DDFCD65D-917C-40DD-977A-685A81B6A427}" type="pres">
      <dgm:prSet presAssocID="{4727C2AC-0467-411F-8F7B-D1DDD1492C19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B7A0786-7436-4388-B872-BD4204FD1DB2}" type="presOf" srcId="{43E1295F-0DAD-4916-86C8-A1787ED9EEFA}" destId="{343CB03E-56FC-4FED-894E-F619C6EF2815}" srcOrd="0" destOrd="0" presId="urn:microsoft.com/office/officeart/2018/2/layout/IconVerticalSolidList"/>
    <dgm:cxn modelId="{A6E7A18A-6CF1-4A3C-99FD-6A9892AC38BD}" srcId="{43E1295F-0DAD-4916-86C8-A1787ED9EEFA}" destId="{4727C2AC-0467-411F-8F7B-D1DDD1492C19}" srcOrd="1" destOrd="0" parTransId="{C674C6FD-2607-4E77-BBD4-A26B2C6E22BD}" sibTransId="{A7156B1D-9D3C-4E8E-AA12-B8B897F3613C}"/>
    <dgm:cxn modelId="{2767CAB3-2C32-443E-99F9-C81DF4FDC20A}" type="presOf" srcId="{EC61AD10-BF25-40C0-828E-AEF41E36483C}" destId="{C1E4F122-D166-4C0B-B8A6-B0F8792609F7}" srcOrd="0" destOrd="0" presId="urn:microsoft.com/office/officeart/2018/2/layout/IconVerticalSolidList"/>
    <dgm:cxn modelId="{749FBFB4-F14F-4549-A71E-F206A269DE09}" type="presOf" srcId="{4727C2AC-0467-411F-8F7B-D1DDD1492C19}" destId="{DDFCD65D-917C-40DD-977A-685A81B6A427}" srcOrd="0" destOrd="0" presId="urn:microsoft.com/office/officeart/2018/2/layout/IconVerticalSolidList"/>
    <dgm:cxn modelId="{14BA98CC-5078-49EF-9AEF-62167ACE010F}" srcId="{43E1295F-0DAD-4916-86C8-A1787ED9EEFA}" destId="{EC61AD10-BF25-40C0-828E-AEF41E36483C}" srcOrd="0" destOrd="0" parTransId="{909CD370-92E9-4D08-8B16-6F10CC4CA85C}" sibTransId="{982C89C0-F073-42A4-95EF-A03E02F916A8}"/>
    <dgm:cxn modelId="{4F9C56E2-FE26-4463-A0F5-1E6A7C515237}" type="presParOf" srcId="{343CB03E-56FC-4FED-894E-F619C6EF2815}" destId="{E8B5CDE2-5E1A-4180-A4EF-29912104E45C}" srcOrd="0" destOrd="0" presId="urn:microsoft.com/office/officeart/2018/2/layout/IconVerticalSolidList"/>
    <dgm:cxn modelId="{421BEED9-1624-45A0-8A68-F6659DD972DA}" type="presParOf" srcId="{E8B5CDE2-5E1A-4180-A4EF-29912104E45C}" destId="{1CB86BBD-E9A9-4501-891F-49F9CEFBD5D9}" srcOrd="0" destOrd="0" presId="urn:microsoft.com/office/officeart/2018/2/layout/IconVerticalSolidList"/>
    <dgm:cxn modelId="{09C224F0-244B-46CE-B322-87AA8F756EB4}" type="presParOf" srcId="{E8B5CDE2-5E1A-4180-A4EF-29912104E45C}" destId="{64EC252E-2BFB-418A-B2CA-6ABC7D01AAC0}" srcOrd="1" destOrd="0" presId="urn:microsoft.com/office/officeart/2018/2/layout/IconVerticalSolidList"/>
    <dgm:cxn modelId="{6521EB28-418B-42C8-9D31-362AF507A464}" type="presParOf" srcId="{E8B5CDE2-5E1A-4180-A4EF-29912104E45C}" destId="{A104C5FF-C712-4138-9FD8-C98443F5FE89}" srcOrd="2" destOrd="0" presId="urn:microsoft.com/office/officeart/2018/2/layout/IconVerticalSolidList"/>
    <dgm:cxn modelId="{8740F344-E480-4CFE-8835-CD3926FCD490}" type="presParOf" srcId="{E8B5CDE2-5E1A-4180-A4EF-29912104E45C}" destId="{C1E4F122-D166-4C0B-B8A6-B0F8792609F7}" srcOrd="3" destOrd="0" presId="urn:microsoft.com/office/officeart/2018/2/layout/IconVerticalSolidList"/>
    <dgm:cxn modelId="{4DC832A7-C601-48C9-B740-693B3F40DC63}" type="presParOf" srcId="{343CB03E-56FC-4FED-894E-F619C6EF2815}" destId="{061604D4-8E93-4875-8A8D-86DADCCDFBE0}" srcOrd="1" destOrd="0" presId="urn:microsoft.com/office/officeart/2018/2/layout/IconVerticalSolidList"/>
    <dgm:cxn modelId="{660DC9AD-FA77-4486-9C9C-452EA642D970}" type="presParOf" srcId="{343CB03E-56FC-4FED-894E-F619C6EF2815}" destId="{486129E6-C3D1-4DD9-8044-56965293534D}" srcOrd="2" destOrd="0" presId="urn:microsoft.com/office/officeart/2018/2/layout/IconVerticalSolidList"/>
    <dgm:cxn modelId="{2A271BBF-1039-4E4F-BDDA-451B671F1809}" type="presParOf" srcId="{486129E6-C3D1-4DD9-8044-56965293534D}" destId="{C5990A1C-09AA-47FF-8ED6-4135B3FE4BB1}" srcOrd="0" destOrd="0" presId="urn:microsoft.com/office/officeart/2018/2/layout/IconVerticalSolidList"/>
    <dgm:cxn modelId="{881C5950-F7E0-4A4F-8BFB-CC568610E1F2}" type="presParOf" srcId="{486129E6-C3D1-4DD9-8044-56965293534D}" destId="{3234F312-6879-44D0-9771-2DB6346F7DEF}" srcOrd="1" destOrd="0" presId="urn:microsoft.com/office/officeart/2018/2/layout/IconVerticalSolidList"/>
    <dgm:cxn modelId="{9CC413D0-C00A-4DD3-87BF-CBF6CC4C2AED}" type="presParOf" srcId="{486129E6-C3D1-4DD9-8044-56965293534D}" destId="{53694CB5-B4D1-4ECC-ADF4-35077866BA8D}" srcOrd="2" destOrd="0" presId="urn:microsoft.com/office/officeart/2018/2/layout/IconVerticalSolidList"/>
    <dgm:cxn modelId="{F6F95F9A-72E6-4B8A-9FB1-C21B0805212E}" type="presParOf" srcId="{486129E6-C3D1-4DD9-8044-56965293534D}" destId="{DDFCD65D-917C-40DD-977A-685A81B6A42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62D386A-4671-47FB-BF2D-8209D0DA5C7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DD5A79E-5433-4004-8ADD-7C6657CF54E9}">
      <dgm:prSet/>
      <dgm:spPr/>
      <dgm:t>
        <a:bodyPr/>
        <a:lstStyle/>
        <a:p>
          <a:r>
            <a:rPr lang="en-AU" dirty="0"/>
            <a:t>FILM and NOVEL- be specific in your distinction between them:</a:t>
          </a:r>
          <a:endParaRPr lang="en-US" dirty="0"/>
        </a:p>
      </dgm:t>
    </dgm:pt>
    <dgm:pt modelId="{865A7EA4-E952-4BF6-8224-EF290022E1C9}" type="parTrans" cxnId="{24920A56-C21E-46CD-940F-92EF0C68944A}">
      <dgm:prSet/>
      <dgm:spPr/>
      <dgm:t>
        <a:bodyPr/>
        <a:lstStyle/>
        <a:p>
          <a:endParaRPr lang="en-US"/>
        </a:p>
      </dgm:t>
    </dgm:pt>
    <dgm:pt modelId="{C0F2BCD2-E4DE-4E78-A46E-2EA2980A6C88}" type="sibTrans" cxnId="{24920A56-C21E-46CD-940F-92EF0C68944A}">
      <dgm:prSet/>
      <dgm:spPr/>
      <dgm:t>
        <a:bodyPr/>
        <a:lstStyle/>
        <a:p>
          <a:endParaRPr lang="en-US"/>
        </a:p>
      </dgm:t>
    </dgm:pt>
    <dgm:pt modelId="{937E6B88-6032-400C-B918-569BFA00E8DC}">
      <dgm:prSet/>
      <dgm:spPr/>
      <dgm:t>
        <a:bodyPr/>
        <a:lstStyle/>
        <a:p>
          <a:r>
            <a:rPr lang="en-AU" dirty="0"/>
            <a:t>1997 Dystopic Sci-Fi Film</a:t>
          </a:r>
          <a:endParaRPr lang="en-US" dirty="0"/>
        </a:p>
      </dgm:t>
    </dgm:pt>
    <dgm:pt modelId="{75F2E8F0-9C30-4F66-8762-27A138C2886A}" type="parTrans" cxnId="{1409612E-E43C-44B5-AEF3-AA7690D71DE2}">
      <dgm:prSet/>
      <dgm:spPr/>
      <dgm:t>
        <a:bodyPr/>
        <a:lstStyle/>
        <a:p>
          <a:endParaRPr lang="en-US"/>
        </a:p>
      </dgm:t>
    </dgm:pt>
    <dgm:pt modelId="{479A3996-FA1C-4D42-845D-12093C215E8C}" type="sibTrans" cxnId="{1409612E-E43C-44B5-AEF3-AA7690D71DE2}">
      <dgm:prSet/>
      <dgm:spPr/>
      <dgm:t>
        <a:bodyPr/>
        <a:lstStyle/>
        <a:p>
          <a:endParaRPr lang="en-US"/>
        </a:p>
      </dgm:t>
    </dgm:pt>
    <dgm:pt modelId="{01543261-9B28-4E6C-B825-10E204D88283}">
      <dgm:prSet/>
      <dgm:spPr/>
      <dgm:t>
        <a:bodyPr/>
        <a:lstStyle/>
        <a:p>
          <a:pPr rtl="0"/>
          <a:r>
            <a:rPr lang="en-AU" dirty="0">
              <a:latin typeface="Calibri Light" panose="020F0302020204030204"/>
            </a:rPr>
            <a:t>2013 </a:t>
          </a:r>
          <a:r>
            <a:rPr lang="en-AU" dirty="0"/>
            <a:t>Novel</a:t>
          </a:r>
          <a:r>
            <a:rPr lang="en-AU" dirty="0">
              <a:latin typeface="Calibri Light" panose="020F0302020204030204"/>
            </a:rPr>
            <a:t> </a:t>
          </a:r>
          <a:endParaRPr lang="en-US" dirty="0"/>
        </a:p>
      </dgm:t>
    </dgm:pt>
    <dgm:pt modelId="{AD73AD5D-A30F-4622-BB41-E599A19D990B}" type="parTrans" cxnId="{DAE3366B-51D7-451B-8C0E-F7010E25DD68}">
      <dgm:prSet/>
      <dgm:spPr/>
      <dgm:t>
        <a:bodyPr/>
        <a:lstStyle/>
        <a:p>
          <a:endParaRPr lang="en-US"/>
        </a:p>
      </dgm:t>
    </dgm:pt>
    <dgm:pt modelId="{B4B9AB34-FFE3-486D-B29D-256C6FAB177B}" type="sibTrans" cxnId="{DAE3366B-51D7-451B-8C0E-F7010E25DD68}">
      <dgm:prSet/>
      <dgm:spPr/>
      <dgm:t>
        <a:bodyPr/>
        <a:lstStyle/>
        <a:p>
          <a:endParaRPr lang="en-US"/>
        </a:p>
      </dgm:t>
    </dgm:pt>
    <dgm:pt modelId="{C35558BA-5382-4703-B951-5DE1F5732027}">
      <dgm:prSet/>
      <dgm:spPr/>
      <dgm:t>
        <a:bodyPr/>
        <a:lstStyle/>
        <a:p>
          <a:r>
            <a:rPr lang="en-AU" dirty="0"/>
            <a:t>Similar IDEAS</a:t>
          </a:r>
          <a:endParaRPr lang="en-US" dirty="0"/>
        </a:p>
      </dgm:t>
    </dgm:pt>
    <dgm:pt modelId="{36A3711D-811E-42AA-90D2-7206B8D03C38}" type="parTrans" cxnId="{6ECE05EE-C3B7-4E7E-830F-248E758932F9}">
      <dgm:prSet/>
      <dgm:spPr/>
      <dgm:t>
        <a:bodyPr/>
        <a:lstStyle/>
        <a:p>
          <a:endParaRPr lang="en-US"/>
        </a:p>
      </dgm:t>
    </dgm:pt>
    <dgm:pt modelId="{088D277B-8BFB-4875-A2E1-1915CABBF878}" type="sibTrans" cxnId="{6ECE05EE-C3B7-4E7E-830F-248E758932F9}">
      <dgm:prSet/>
      <dgm:spPr/>
      <dgm:t>
        <a:bodyPr/>
        <a:lstStyle/>
        <a:p>
          <a:endParaRPr lang="en-US"/>
        </a:p>
      </dgm:t>
    </dgm:pt>
    <dgm:pt modelId="{89396F39-B8E8-4775-BE75-FF3F1CCE3140}">
      <dgm:prSet/>
      <dgm:spPr/>
      <dgm:t>
        <a:bodyPr/>
        <a:lstStyle/>
        <a:p>
          <a:r>
            <a:rPr lang="en-AU" dirty="0"/>
            <a:t>DIFFERENT CONVENTIONS! </a:t>
          </a:r>
          <a:br>
            <a:rPr lang="en-AU" dirty="0"/>
          </a:br>
          <a:r>
            <a:rPr lang="en-AU" dirty="0"/>
            <a:t>Mention this explicitly. </a:t>
          </a:r>
          <a:r>
            <a:rPr lang="en-AU" i="1" dirty="0"/>
            <a:t>“The feature film conventions that have been used are…”</a:t>
          </a:r>
        </a:p>
        <a:p>
          <a:r>
            <a:rPr lang="en-AU" i="1" dirty="0"/>
            <a:t>“The </a:t>
          </a:r>
          <a:r>
            <a:rPr lang="en-AU" i="1" dirty="0">
              <a:latin typeface="Calibri Light" panose="020F0302020204030204"/>
            </a:rPr>
            <a:t>narrative</a:t>
          </a:r>
          <a:r>
            <a:rPr lang="en-AU" i="1" dirty="0"/>
            <a:t> conventions that have been used are…”</a:t>
          </a:r>
          <a:endParaRPr lang="en-US" i="1" dirty="0"/>
        </a:p>
      </dgm:t>
    </dgm:pt>
    <dgm:pt modelId="{3A7396D0-F9F6-405C-A577-60EA4F6A07B1}" type="parTrans" cxnId="{C2261B49-D8C6-43D0-A388-329EBB833845}">
      <dgm:prSet/>
      <dgm:spPr/>
      <dgm:t>
        <a:bodyPr/>
        <a:lstStyle/>
        <a:p>
          <a:endParaRPr lang="en-US"/>
        </a:p>
      </dgm:t>
    </dgm:pt>
    <dgm:pt modelId="{5F4B6A42-793D-47E3-8942-3A9EFB330B11}" type="sibTrans" cxnId="{C2261B49-D8C6-43D0-A388-329EBB833845}">
      <dgm:prSet/>
      <dgm:spPr/>
      <dgm:t>
        <a:bodyPr/>
        <a:lstStyle/>
        <a:p>
          <a:endParaRPr lang="en-US"/>
        </a:p>
      </dgm:t>
    </dgm:pt>
    <dgm:pt modelId="{D3AFE325-F2C6-465D-B2D9-7F15534E6D75}" type="pres">
      <dgm:prSet presAssocID="{A62D386A-4671-47FB-BF2D-8209D0DA5C7B}" presName="root" presStyleCnt="0">
        <dgm:presLayoutVars>
          <dgm:dir/>
          <dgm:resizeHandles val="exact"/>
        </dgm:presLayoutVars>
      </dgm:prSet>
      <dgm:spPr/>
    </dgm:pt>
    <dgm:pt modelId="{191DFD4E-BC49-4569-9835-E81D7D55B42F}" type="pres">
      <dgm:prSet presAssocID="{6DD5A79E-5433-4004-8ADD-7C6657CF54E9}" presName="compNode" presStyleCnt="0"/>
      <dgm:spPr/>
    </dgm:pt>
    <dgm:pt modelId="{909D96E8-9935-4366-A1CA-10FB03D6AB4F}" type="pres">
      <dgm:prSet presAssocID="{6DD5A79E-5433-4004-8ADD-7C6657CF54E9}" presName="bgRect" presStyleLbl="bgShp" presStyleIdx="0" presStyleCnt="5"/>
      <dgm:spPr/>
    </dgm:pt>
    <dgm:pt modelId="{6D43432F-737F-451A-8C0C-92BF8254CC99}" type="pres">
      <dgm:prSet presAssocID="{6DD5A79E-5433-4004-8ADD-7C6657CF54E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m reel"/>
        </a:ext>
      </dgm:extLst>
    </dgm:pt>
    <dgm:pt modelId="{9FDB2A3F-1C10-4DA6-BB89-C60870C6E7C9}" type="pres">
      <dgm:prSet presAssocID="{6DD5A79E-5433-4004-8ADD-7C6657CF54E9}" presName="spaceRect" presStyleCnt="0"/>
      <dgm:spPr/>
    </dgm:pt>
    <dgm:pt modelId="{E6CDACAC-0898-4908-A9EB-A4E52C815C46}" type="pres">
      <dgm:prSet presAssocID="{6DD5A79E-5433-4004-8ADD-7C6657CF54E9}" presName="parTx" presStyleLbl="revTx" presStyleIdx="0" presStyleCnt="5">
        <dgm:presLayoutVars>
          <dgm:chMax val="0"/>
          <dgm:chPref val="0"/>
        </dgm:presLayoutVars>
      </dgm:prSet>
      <dgm:spPr/>
    </dgm:pt>
    <dgm:pt modelId="{C4485923-7CD7-4D47-BBE3-610695CCEFCB}" type="pres">
      <dgm:prSet presAssocID="{C0F2BCD2-E4DE-4E78-A46E-2EA2980A6C88}" presName="sibTrans" presStyleCnt="0"/>
      <dgm:spPr/>
    </dgm:pt>
    <dgm:pt modelId="{DF9512BF-937D-4308-952C-1C48215A1123}" type="pres">
      <dgm:prSet presAssocID="{937E6B88-6032-400C-B918-569BFA00E8DC}" presName="compNode" presStyleCnt="0"/>
      <dgm:spPr/>
    </dgm:pt>
    <dgm:pt modelId="{18403703-88EC-4F21-B7FB-BE2EB105C1AB}" type="pres">
      <dgm:prSet presAssocID="{937E6B88-6032-400C-B918-569BFA00E8DC}" presName="bgRect" presStyleLbl="bgShp" presStyleIdx="1" presStyleCnt="5"/>
      <dgm:spPr/>
    </dgm:pt>
    <dgm:pt modelId="{90B52D28-5915-499E-8B70-5BE3F5F81995}" type="pres">
      <dgm:prSet presAssocID="{937E6B88-6032-400C-B918-569BFA00E8D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8CBB29C4-2881-4C0C-8DD3-9F6E2CC6E6DC}" type="pres">
      <dgm:prSet presAssocID="{937E6B88-6032-400C-B918-569BFA00E8DC}" presName="spaceRect" presStyleCnt="0"/>
      <dgm:spPr/>
    </dgm:pt>
    <dgm:pt modelId="{1D306607-C30D-413B-9E8E-7A3ACCF3D88E}" type="pres">
      <dgm:prSet presAssocID="{937E6B88-6032-400C-B918-569BFA00E8DC}" presName="parTx" presStyleLbl="revTx" presStyleIdx="1" presStyleCnt="5">
        <dgm:presLayoutVars>
          <dgm:chMax val="0"/>
          <dgm:chPref val="0"/>
        </dgm:presLayoutVars>
      </dgm:prSet>
      <dgm:spPr/>
    </dgm:pt>
    <dgm:pt modelId="{A77D1FC3-0A70-49A7-BB52-F970F79BDC2C}" type="pres">
      <dgm:prSet presAssocID="{479A3996-FA1C-4D42-845D-12093C215E8C}" presName="sibTrans" presStyleCnt="0"/>
      <dgm:spPr/>
    </dgm:pt>
    <dgm:pt modelId="{EDB5E8FB-360C-4481-9A6C-D91F56F59AC6}" type="pres">
      <dgm:prSet presAssocID="{01543261-9B28-4E6C-B825-10E204D88283}" presName="compNode" presStyleCnt="0"/>
      <dgm:spPr/>
    </dgm:pt>
    <dgm:pt modelId="{1D201391-849D-4261-A14E-3BB2C67E2C8A}" type="pres">
      <dgm:prSet presAssocID="{01543261-9B28-4E6C-B825-10E204D88283}" presName="bgRect" presStyleLbl="bgShp" presStyleIdx="2" presStyleCnt="5"/>
      <dgm:spPr/>
    </dgm:pt>
    <dgm:pt modelId="{7F1647FE-BADE-4B2F-9F8C-8B50CC71232E}" type="pres">
      <dgm:prSet presAssocID="{01543261-9B28-4E6C-B825-10E204D8828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4E0E833F-7778-46F5-A97D-8E13DAFC85B4}" type="pres">
      <dgm:prSet presAssocID="{01543261-9B28-4E6C-B825-10E204D88283}" presName="spaceRect" presStyleCnt="0"/>
      <dgm:spPr/>
    </dgm:pt>
    <dgm:pt modelId="{85C9ED4D-98B1-43C3-9C4C-60372A9C9C92}" type="pres">
      <dgm:prSet presAssocID="{01543261-9B28-4E6C-B825-10E204D88283}" presName="parTx" presStyleLbl="revTx" presStyleIdx="2" presStyleCnt="5">
        <dgm:presLayoutVars>
          <dgm:chMax val="0"/>
          <dgm:chPref val="0"/>
        </dgm:presLayoutVars>
      </dgm:prSet>
      <dgm:spPr/>
    </dgm:pt>
    <dgm:pt modelId="{D137DCFF-1D4A-414C-9045-F9C8B64F4041}" type="pres">
      <dgm:prSet presAssocID="{B4B9AB34-FFE3-486D-B29D-256C6FAB177B}" presName="sibTrans" presStyleCnt="0"/>
      <dgm:spPr/>
    </dgm:pt>
    <dgm:pt modelId="{DE834525-A001-4677-8C28-0F64F304C684}" type="pres">
      <dgm:prSet presAssocID="{C35558BA-5382-4703-B951-5DE1F5732027}" presName="compNode" presStyleCnt="0"/>
      <dgm:spPr/>
    </dgm:pt>
    <dgm:pt modelId="{FF48C7F9-EBB3-4E6C-ADE6-09C2B902102F}" type="pres">
      <dgm:prSet presAssocID="{C35558BA-5382-4703-B951-5DE1F5732027}" presName="bgRect" presStyleLbl="bgShp" presStyleIdx="3" presStyleCnt="5"/>
      <dgm:spPr/>
    </dgm:pt>
    <dgm:pt modelId="{3867D14A-17F4-457A-8EF7-7C9E9C20582D}" type="pres">
      <dgm:prSet presAssocID="{C35558BA-5382-4703-B951-5DE1F573202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419C53FB-8EF7-4289-83AD-7541967D82DA}" type="pres">
      <dgm:prSet presAssocID="{C35558BA-5382-4703-B951-5DE1F5732027}" presName="spaceRect" presStyleCnt="0"/>
      <dgm:spPr/>
    </dgm:pt>
    <dgm:pt modelId="{A1B9CB88-221A-4DA2-BD6E-CF832C8B3796}" type="pres">
      <dgm:prSet presAssocID="{C35558BA-5382-4703-B951-5DE1F5732027}" presName="parTx" presStyleLbl="revTx" presStyleIdx="3" presStyleCnt="5">
        <dgm:presLayoutVars>
          <dgm:chMax val="0"/>
          <dgm:chPref val="0"/>
        </dgm:presLayoutVars>
      </dgm:prSet>
      <dgm:spPr/>
    </dgm:pt>
    <dgm:pt modelId="{D2A04924-389D-43AF-BF9D-BA40041E4CB4}" type="pres">
      <dgm:prSet presAssocID="{088D277B-8BFB-4875-A2E1-1915CABBF878}" presName="sibTrans" presStyleCnt="0"/>
      <dgm:spPr/>
    </dgm:pt>
    <dgm:pt modelId="{A5CEED8C-6DF1-4BCD-9411-97993B2456B1}" type="pres">
      <dgm:prSet presAssocID="{89396F39-B8E8-4775-BE75-FF3F1CCE3140}" presName="compNode" presStyleCnt="0"/>
      <dgm:spPr/>
    </dgm:pt>
    <dgm:pt modelId="{944607D4-697E-4BB3-A1D6-9378796FF0A7}" type="pres">
      <dgm:prSet presAssocID="{89396F39-B8E8-4775-BE75-FF3F1CCE3140}" presName="bgRect" presStyleLbl="bgShp" presStyleIdx="4" presStyleCnt="5"/>
      <dgm:spPr/>
    </dgm:pt>
    <dgm:pt modelId="{5972C7AB-D605-4606-B41E-A0B225649919}" type="pres">
      <dgm:prSet presAssocID="{89396F39-B8E8-4775-BE75-FF3F1CCE314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d Quotation Mark"/>
        </a:ext>
      </dgm:extLst>
    </dgm:pt>
    <dgm:pt modelId="{E96EFF00-6F62-48EF-863A-B08DEE5A7A89}" type="pres">
      <dgm:prSet presAssocID="{89396F39-B8E8-4775-BE75-FF3F1CCE3140}" presName="spaceRect" presStyleCnt="0"/>
      <dgm:spPr/>
    </dgm:pt>
    <dgm:pt modelId="{4C0408CE-EBEA-4CEB-B920-9AF46FCBEC70}" type="pres">
      <dgm:prSet presAssocID="{89396F39-B8E8-4775-BE75-FF3F1CCE3140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1409612E-E43C-44B5-AEF3-AA7690D71DE2}" srcId="{A62D386A-4671-47FB-BF2D-8209D0DA5C7B}" destId="{937E6B88-6032-400C-B918-569BFA00E8DC}" srcOrd="1" destOrd="0" parTransId="{75F2E8F0-9C30-4F66-8762-27A138C2886A}" sibTransId="{479A3996-FA1C-4D42-845D-12093C215E8C}"/>
    <dgm:cxn modelId="{C2261B49-D8C6-43D0-A388-329EBB833845}" srcId="{A62D386A-4671-47FB-BF2D-8209D0DA5C7B}" destId="{89396F39-B8E8-4775-BE75-FF3F1CCE3140}" srcOrd="4" destOrd="0" parTransId="{3A7396D0-F9F6-405C-A577-60EA4F6A07B1}" sibTransId="{5F4B6A42-793D-47E3-8942-3A9EFB330B11}"/>
    <dgm:cxn modelId="{DAE3366B-51D7-451B-8C0E-F7010E25DD68}" srcId="{A62D386A-4671-47FB-BF2D-8209D0DA5C7B}" destId="{01543261-9B28-4E6C-B825-10E204D88283}" srcOrd="2" destOrd="0" parTransId="{AD73AD5D-A30F-4622-BB41-E599A19D990B}" sibTransId="{B4B9AB34-FFE3-486D-B29D-256C6FAB177B}"/>
    <dgm:cxn modelId="{7BA97E72-5836-4663-AE93-0E6C23D6023A}" type="presOf" srcId="{937E6B88-6032-400C-B918-569BFA00E8DC}" destId="{1D306607-C30D-413B-9E8E-7A3ACCF3D88E}" srcOrd="0" destOrd="0" presId="urn:microsoft.com/office/officeart/2018/2/layout/IconVerticalSolidList"/>
    <dgm:cxn modelId="{33F41F75-9DF3-4B78-8230-11A2128F446A}" type="presOf" srcId="{A62D386A-4671-47FB-BF2D-8209D0DA5C7B}" destId="{D3AFE325-F2C6-465D-B2D9-7F15534E6D75}" srcOrd="0" destOrd="0" presId="urn:microsoft.com/office/officeart/2018/2/layout/IconVerticalSolidList"/>
    <dgm:cxn modelId="{24920A56-C21E-46CD-940F-92EF0C68944A}" srcId="{A62D386A-4671-47FB-BF2D-8209D0DA5C7B}" destId="{6DD5A79E-5433-4004-8ADD-7C6657CF54E9}" srcOrd="0" destOrd="0" parTransId="{865A7EA4-E952-4BF6-8224-EF290022E1C9}" sibTransId="{C0F2BCD2-E4DE-4E78-A46E-2EA2980A6C88}"/>
    <dgm:cxn modelId="{A350768A-63AA-400F-BB95-E595040A456D}" type="presOf" srcId="{01543261-9B28-4E6C-B825-10E204D88283}" destId="{85C9ED4D-98B1-43C3-9C4C-60372A9C9C92}" srcOrd="0" destOrd="0" presId="urn:microsoft.com/office/officeart/2018/2/layout/IconVerticalSolidList"/>
    <dgm:cxn modelId="{F0F77CB2-4D44-4683-A1E2-A3A56091E500}" type="presOf" srcId="{C35558BA-5382-4703-B951-5DE1F5732027}" destId="{A1B9CB88-221A-4DA2-BD6E-CF832C8B3796}" srcOrd="0" destOrd="0" presId="urn:microsoft.com/office/officeart/2018/2/layout/IconVerticalSolidList"/>
    <dgm:cxn modelId="{6ECE05EE-C3B7-4E7E-830F-248E758932F9}" srcId="{A62D386A-4671-47FB-BF2D-8209D0DA5C7B}" destId="{C35558BA-5382-4703-B951-5DE1F5732027}" srcOrd="3" destOrd="0" parTransId="{36A3711D-811E-42AA-90D2-7206B8D03C38}" sibTransId="{088D277B-8BFB-4875-A2E1-1915CABBF878}"/>
    <dgm:cxn modelId="{35B418F0-7396-4B4F-BDBD-9FB7BC56641F}" type="presOf" srcId="{6DD5A79E-5433-4004-8ADD-7C6657CF54E9}" destId="{E6CDACAC-0898-4908-A9EB-A4E52C815C46}" srcOrd="0" destOrd="0" presId="urn:microsoft.com/office/officeart/2018/2/layout/IconVerticalSolidList"/>
    <dgm:cxn modelId="{EA0F70FB-9E5D-4971-8B44-D4BCEC0C636D}" type="presOf" srcId="{89396F39-B8E8-4775-BE75-FF3F1CCE3140}" destId="{4C0408CE-EBEA-4CEB-B920-9AF46FCBEC70}" srcOrd="0" destOrd="0" presId="urn:microsoft.com/office/officeart/2018/2/layout/IconVerticalSolidList"/>
    <dgm:cxn modelId="{BCC33482-871F-4997-A52B-5152821668AB}" type="presParOf" srcId="{D3AFE325-F2C6-465D-B2D9-7F15534E6D75}" destId="{191DFD4E-BC49-4569-9835-E81D7D55B42F}" srcOrd="0" destOrd="0" presId="urn:microsoft.com/office/officeart/2018/2/layout/IconVerticalSolidList"/>
    <dgm:cxn modelId="{2A06B36A-4B3D-489E-8AF1-417089A0FC76}" type="presParOf" srcId="{191DFD4E-BC49-4569-9835-E81D7D55B42F}" destId="{909D96E8-9935-4366-A1CA-10FB03D6AB4F}" srcOrd="0" destOrd="0" presId="urn:microsoft.com/office/officeart/2018/2/layout/IconVerticalSolidList"/>
    <dgm:cxn modelId="{782B9DDB-7235-40B8-82A0-7D90836208E0}" type="presParOf" srcId="{191DFD4E-BC49-4569-9835-E81D7D55B42F}" destId="{6D43432F-737F-451A-8C0C-92BF8254CC99}" srcOrd="1" destOrd="0" presId="urn:microsoft.com/office/officeart/2018/2/layout/IconVerticalSolidList"/>
    <dgm:cxn modelId="{2C1930A4-9A39-40AF-BA05-BCCF96935ECB}" type="presParOf" srcId="{191DFD4E-BC49-4569-9835-E81D7D55B42F}" destId="{9FDB2A3F-1C10-4DA6-BB89-C60870C6E7C9}" srcOrd="2" destOrd="0" presId="urn:microsoft.com/office/officeart/2018/2/layout/IconVerticalSolidList"/>
    <dgm:cxn modelId="{2572B6F1-4DFD-4EA5-9AFE-42C88D9A98D3}" type="presParOf" srcId="{191DFD4E-BC49-4569-9835-E81D7D55B42F}" destId="{E6CDACAC-0898-4908-A9EB-A4E52C815C46}" srcOrd="3" destOrd="0" presId="urn:microsoft.com/office/officeart/2018/2/layout/IconVerticalSolidList"/>
    <dgm:cxn modelId="{4A912C44-F997-461F-B570-16BECCA55D1A}" type="presParOf" srcId="{D3AFE325-F2C6-465D-B2D9-7F15534E6D75}" destId="{C4485923-7CD7-4D47-BBE3-610695CCEFCB}" srcOrd="1" destOrd="0" presId="urn:microsoft.com/office/officeart/2018/2/layout/IconVerticalSolidList"/>
    <dgm:cxn modelId="{F665E0F9-5415-4078-B34A-8E7617A06264}" type="presParOf" srcId="{D3AFE325-F2C6-465D-B2D9-7F15534E6D75}" destId="{DF9512BF-937D-4308-952C-1C48215A1123}" srcOrd="2" destOrd="0" presId="urn:microsoft.com/office/officeart/2018/2/layout/IconVerticalSolidList"/>
    <dgm:cxn modelId="{9E33C6FE-294E-4557-B9A5-4CA2DE198F6D}" type="presParOf" srcId="{DF9512BF-937D-4308-952C-1C48215A1123}" destId="{18403703-88EC-4F21-B7FB-BE2EB105C1AB}" srcOrd="0" destOrd="0" presId="urn:microsoft.com/office/officeart/2018/2/layout/IconVerticalSolidList"/>
    <dgm:cxn modelId="{7ACF2EE3-9635-414A-9A90-EEA8BA18C2F0}" type="presParOf" srcId="{DF9512BF-937D-4308-952C-1C48215A1123}" destId="{90B52D28-5915-499E-8B70-5BE3F5F81995}" srcOrd="1" destOrd="0" presId="urn:microsoft.com/office/officeart/2018/2/layout/IconVerticalSolidList"/>
    <dgm:cxn modelId="{6A6E49DD-1621-4DDA-91B2-B1A85059909E}" type="presParOf" srcId="{DF9512BF-937D-4308-952C-1C48215A1123}" destId="{8CBB29C4-2881-4C0C-8DD3-9F6E2CC6E6DC}" srcOrd="2" destOrd="0" presId="urn:microsoft.com/office/officeart/2018/2/layout/IconVerticalSolidList"/>
    <dgm:cxn modelId="{7DD155D5-10FD-4898-91C3-F8C033E3DC2D}" type="presParOf" srcId="{DF9512BF-937D-4308-952C-1C48215A1123}" destId="{1D306607-C30D-413B-9E8E-7A3ACCF3D88E}" srcOrd="3" destOrd="0" presId="urn:microsoft.com/office/officeart/2018/2/layout/IconVerticalSolidList"/>
    <dgm:cxn modelId="{5C9F87BE-67BA-4362-B494-6DF3BE4B3FAA}" type="presParOf" srcId="{D3AFE325-F2C6-465D-B2D9-7F15534E6D75}" destId="{A77D1FC3-0A70-49A7-BB52-F970F79BDC2C}" srcOrd="3" destOrd="0" presId="urn:microsoft.com/office/officeart/2018/2/layout/IconVerticalSolidList"/>
    <dgm:cxn modelId="{4B46EC33-E1DD-4600-806D-9BA18F92F8DF}" type="presParOf" srcId="{D3AFE325-F2C6-465D-B2D9-7F15534E6D75}" destId="{EDB5E8FB-360C-4481-9A6C-D91F56F59AC6}" srcOrd="4" destOrd="0" presId="urn:microsoft.com/office/officeart/2018/2/layout/IconVerticalSolidList"/>
    <dgm:cxn modelId="{BD3715A4-6522-4A5C-A928-D6E7757BB44F}" type="presParOf" srcId="{EDB5E8FB-360C-4481-9A6C-D91F56F59AC6}" destId="{1D201391-849D-4261-A14E-3BB2C67E2C8A}" srcOrd="0" destOrd="0" presId="urn:microsoft.com/office/officeart/2018/2/layout/IconVerticalSolidList"/>
    <dgm:cxn modelId="{FDF7A0CF-6550-4E6C-A2A8-BF450E0F62DB}" type="presParOf" srcId="{EDB5E8FB-360C-4481-9A6C-D91F56F59AC6}" destId="{7F1647FE-BADE-4B2F-9F8C-8B50CC71232E}" srcOrd="1" destOrd="0" presId="urn:microsoft.com/office/officeart/2018/2/layout/IconVerticalSolidList"/>
    <dgm:cxn modelId="{229AF2F5-89B4-4B88-90B1-AAF309B405D4}" type="presParOf" srcId="{EDB5E8FB-360C-4481-9A6C-D91F56F59AC6}" destId="{4E0E833F-7778-46F5-A97D-8E13DAFC85B4}" srcOrd="2" destOrd="0" presId="urn:microsoft.com/office/officeart/2018/2/layout/IconVerticalSolidList"/>
    <dgm:cxn modelId="{F12CB621-70D6-4373-8E70-3D7F70145BF9}" type="presParOf" srcId="{EDB5E8FB-360C-4481-9A6C-D91F56F59AC6}" destId="{85C9ED4D-98B1-43C3-9C4C-60372A9C9C92}" srcOrd="3" destOrd="0" presId="urn:microsoft.com/office/officeart/2018/2/layout/IconVerticalSolidList"/>
    <dgm:cxn modelId="{4A8623A0-1E6F-4DC7-9F2F-B840C06DB03A}" type="presParOf" srcId="{D3AFE325-F2C6-465D-B2D9-7F15534E6D75}" destId="{D137DCFF-1D4A-414C-9045-F9C8B64F4041}" srcOrd="5" destOrd="0" presId="urn:microsoft.com/office/officeart/2018/2/layout/IconVerticalSolidList"/>
    <dgm:cxn modelId="{A4F5EA5A-5B74-434D-8FBC-8FEC31DE99ED}" type="presParOf" srcId="{D3AFE325-F2C6-465D-B2D9-7F15534E6D75}" destId="{DE834525-A001-4677-8C28-0F64F304C684}" srcOrd="6" destOrd="0" presId="urn:microsoft.com/office/officeart/2018/2/layout/IconVerticalSolidList"/>
    <dgm:cxn modelId="{A8D52D00-CE5E-41FF-8A95-31F1A901DE9C}" type="presParOf" srcId="{DE834525-A001-4677-8C28-0F64F304C684}" destId="{FF48C7F9-EBB3-4E6C-ADE6-09C2B902102F}" srcOrd="0" destOrd="0" presId="urn:microsoft.com/office/officeart/2018/2/layout/IconVerticalSolidList"/>
    <dgm:cxn modelId="{C078020C-6914-4C0E-AA97-187C8546042D}" type="presParOf" srcId="{DE834525-A001-4677-8C28-0F64F304C684}" destId="{3867D14A-17F4-457A-8EF7-7C9E9C20582D}" srcOrd="1" destOrd="0" presId="urn:microsoft.com/office/officeart/2018/2/layout/IconVerticalSolidList"/>
    <dgm:cxn modelId="{C955EE40-1A72-4AAC-8A2F-A21EC4A42605}" type="presParOf" srcId="{DE834525-A001-4677-8C28-0F64F304C684}" destId="{419C53FB-8EF7-4289-83AD-7541967D82DA}" srcOrd="2" destOrd="0" presId="urn:microsoft.com/office/officeart/2018/2/layout/IconVerticalSolidList"/>
    <dgm:cxn modelId="{0E00F70A-5E48-45A8-AD1E-EAC3C42927E0}" type="presParOf" srcId="{DE834525-A001-4677-8C28-0F64F304C684}" destId="{A1B9CB88-221A-4DA2-BD6E-CF832C8B3796}" srcOrd="3" destOrd="0" presId="urn:microsoft.com/office/officeart/2018/2/layout/IconVerticalSolidList"/>
    <dgm:cxn modelId="{E66DD36C-33E6-44D2-B072-7F8E82CCA2C6}" type="presParOf" srcId="{D3AFE325-F2C6-465D-B2D9-7F15534E6D75}" destId="{D2A04924-389D-43AF-BF9D-BA40041E4CB4}" srcOrd="7" destOrd="0" presId="urn:microsoft.com/office/officeart/2018/2/layout/IconVerticalSolidList"/>
    <dgm:cxn modelId="{0884617B-3F8C-4E15-B975-A7943ADB6C11}" type="presParOf" srcId="{D3AFE325-F2C6-465D-B2D9-7F15534E6D75}" destId="{A5CEED8C-6DF1-4BCD-9411-97993B2456B1}" srcOrd="8" destOrd="0" presId="urn:microsoft.com/office/officeart/2018/2/layout/IconVerticalSolidList"/>
    <dgm:cxn modelId="{B28C0FD1-4867-41C3-A516-F16B5F1F1C74}" type="presParOf" srcId="{A5CEED8C-6DF1-4BCD-9411-97993B2456B1}" destId="{944607D4-697E-4BB3-A1D6-9378796FF0A7}" srcOrd="0" destOrd="0" presId="urn:microsoft.com/office/officeart/2018/2/layout/IconVerticalSolidList"/>
    <dgm:cxn modelId="{51FAB8CD-D9B0-4DEF-85D5-2F5E2261261E}" type="presParOf" srcId="{A5CEED8C-6DF1-4BCD-9411-97993B2456B1}" destId="{5972C7AB-D605-4606-B41E-A0B225649919}" srcOrd="1" destOrd="0" presId="urn:microsoft.com/office/officeart/2018/2/layout/IconVerticalSolidList"/>
    <dgm:cxn modelId="{7D9405B5-09CD-481B-82C5-E6281A6E4EA2}" type="presParOf" srcId="{A5CEED8C-6DF1-4BCD-9411-97993B2456B1}" destId="{E96EFF00-6F62-48EF-863A-B08DEE5A7A89}" srcOrd="2" destOrd="0" presId="urn:microsoft.com/office/officeart/2018/2/layout/IconVerticalSolidList"/>
    <dgm:cxn modelId="{512531B4-2496-48F1-B806-C136952FFEE7}" type="presParOf" srcId="{A5CEED8C-6DF1-4BCD-9411-97993B2456B1}" destId="{4C0408CE-EBEA-4CEB-B920-9AF46FCBEC7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6A02A76-95B1-4FC8-80EC-DC5D1B9B5A1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AC23C32A-8FE2-40A8-9EF6-53E5827818F6}">
      <dgm:prSet/>
      <dgm:spPr/>
      <dgm:t>
        <a:bodyPr/>
        <a:lstStyle/>
        <a:p>
          <a:pPr>
            <a:lnSpc>
              <a:spcPct val="100000"/>
            </a:lnSpc>
          </a:pPr>
          <a:r>
            <a:rPr lang="en-AU" dirty="0"/>
            <a:t>Topic Sentence: Establish idea and how both texts construct this using different conventions</a:t>
          </a:r>
          <a:endParaRPr lang="en-US" dirty="0"/>
        </a:p>
      </dgm:t>
    </dgm:pt>
    <dgm:pt modelId="{2E039EE5-AB4B-4E96-80D0-D420D8BDA4A6}" type="parTrans" cxnId="{E0135B64-070E-43FE-AA18-A7FD5FF95B87}">
      <dgm:prSet/>
      <dgm:spPr/>
      <dgm:t>
        <a:bodyPr/>
        <a:lstStyle/>
        <a:p>
          <a:endParaRPr lang="en-US"/>
        </a:p>
      </dgm:t>
    </dgm:pt>
    <dgm:pt modelId="{F274CC2A-AA4B-4AEA-9BC6-DF418BA39504}" type="sibTrans" cxnId="{E0135B64-070E-43FE-AA18-A7FD5FF95B87}">
      <dgm:prSet/>
      <dgm:spPr/>
      <dgm:t>
        <a:bodyPr/>
        <a:lstStyle/>
        <a:p>
          <a:endParaRPr lang="en-US"/>
        </a:p>
      </dgm:t>
    </dgm:pt>
    <dgm:pt modelId="{B58BCDB8-C924-4B8D-A1B4-5FD7BA1303C1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AU" dirty="0"/>
            <a:t>Evidence: 2</a:t>
          </a:r>
          <a:r>
            <a:rPr lang="en-AU" dirty="0">
              <a:latin typeface="Calibri Light" panose="020F0302020204030204"/>
            </a:rPr>
            <a:t> </a:t>
          </a:r>
          <a:r>
            <a:rPr lang="en-AU" dirty="0"/>
            <a:t> and 2. </a:t>
          </a:r>
          <a:br>
            <a:rPr lang="en-AU" dirty="0"/>
          </a:br>
          <a:r>
            <a:rPr lang="en-AU" dirty="0"/>
            <a:t>You need to discuss BOTH TEXTS! However, remember that your evidence doesn’t have to be lengthy quotes that result in you writing 2-3 sentences PER evidence piece.</a:t>
          </a:r>
          <a:r>
            <a:rPr lang="en-AU" dirty="0">
              <a:latin typeface="Calibri Light" panose="020F0302020204030204"/>
            </a:rPr>
            <a:t> </a:t>
          </a:r>
          <a:endParaRPr lang="en-US" dirty="0"/>
        </a:p>
      </dgm:t>
    </dgm:pt>
    <dgm:pt modelId="{EEBA2FC6-A163-4209-9B33-20777E0938B8}" type="parTrans" cxnId="{0BD3D196-AC45-466B-98C5-AB0CCF23E2BE}">
      <dgm:prSet/>
      <dgm:spPr/>
      <dgm:t>
        <a:bodyPr/>
        <a:lstStyle/>
        <a:p>
          <a:endParaRPr lang="en-US"/>
        </a:p>
      </dgm:t>
    </dgm:pt>
    <dgm:pt modelId="{1B27D544-B5F1-4C8D-901E-F018228DE286}" type="sibTrans" cxnId="{0BD3D196-AC45-466B-98C5-AB0CCF23E2BE}">
      <dgm:prSet/>
      <dgm:spPr/>
      <dgm:t>
        <a:bodyPr/>
        <a:lstStyle/>
        <a:p>
          <a:endParaRPr lang="en-US"/>
        </a:p>
      </dgm:t>
    </dgm:pt>
    <dgm:pt modelId="{9BBEA0C1-71FE-4D3A-B462-EB59896F3359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AU" dirty="0"/>
            <a:t>As long as you are demonstrating the analysis</a:t>
          </a:r>
          <a:r>
            <a:rPr lang="en-AU" dirty="0">
              <a:latin typeface="Calibri Light" panose="020F0302020204030204"/>
            </a:rPr>
            <a:t> of</a:t>
          </a:r>
          <a:r>
            <a:rPr lang="en-AU" dirty="0"/>
            <a:t> DIFFERENT </a:t>
          </a:r>
          <a:r>
            <a:rPr lang="en-AU" dirty="0">
              <a:latin typeface="Calibri Light" panose="020F0302020204030204"/>
            </a:rPr>
            <a:t>conventions</a:t>
          </a:r>
          <a:endParaRPr lang="en-US" dirty="0"/>
        </a:p>
      </dgm:t>
    </dgm:pt>
    <dgm:pt modelId="{7A163F63-90D9-44F1-801A-9454966FB909}" type="parTrans" cxnId="{D544395F-2708-43FD-B5B0-80B16493EBD3}">
      <dgm:prSet/>
      <dgm:spPr/>
      <dgm:t>
        <a:bodyPr/>
        <a:lstStyle/>
        <a:p>
          <a:endParaRPr lang="en-US"/>
        </a:p>
      </dgm:t>
    </dgm:pt>
    <dgm:pt modelId="{B238F6B8-5AE6-4066-8E78-9CF39366EC18}" type="sibTrans" cxnId="{D544395F-2708-43FD-B5B0-80B16493EBD3}">
      <dgm:prSet/>
      <dgm:spPr/>
      <dgm:t>
        <a:bodyPr/>
        <a:lstStyle/>
        <a:p>
          <a:endParaRPr lang="en-US"/>
        </a:p>
      </dgm:t>
    </dgm:pt>
    <dgm:pt modelId="{0E20B1F0-54AD-4CB6-80C7-D2FB7DEC5010}">
      <dgm:prSet/>
      <dgm:spPr/>
      <dgm:t>
        <a:bodyPr/>
        <a:lstStyle/>
        <a:p>
          <a:pPr>
            <a:lnSpc>
              <a:spcPct val="100000"/>
            </a:lnSpc>
          </a:pPr>
          <a:r>
            <a:rPr lang="en-AU" dirty="0"/>
            <a:t>This means a 3 and 1 ratio could potentially work fine, just check your evidence!</a:t>
          </a:r>
          <a:endParaRPr lang="en-US" dirty="0"/>
        </a:p>
      </dgm:t>
    </dgm:pt>
    <dgm:pt modelId="{130D28A1-FCCA-4C3D-BE72-741CBAA44D7E}" type="parTrans" cxnId="{F87B64AB-6657-49CA-B820-8072873A1A57}">
      <dgm:prSet/>
      <dgm:spPr/>
      <dgm:t>
        <a:bodyPr/>
        <a:lstStyle/>
        <a:p>
          <a:endParaRPr lang="en-US"/>
        </a:p>
      </dgm:t>
    </dgm:pt>
    <dgm:pt modelId="{EA02BBCE-5ED6-4D5D-A9F5-AB99CA0E7C10}" type="sibTrans" cxnId="{F87B64AB-6657-49CA-B820-8072873A1A57}">
      <dgm:prSet/>
      <dgm:spPr/>
      <dgm:t>
        <a:bodyPr/>
        <a:lstStyle/>
        <a:p>
          <a:endParaRPr lang="en-US"/>
        </a:p>
      </dgm:t>
    </dgm:pt>
    <dgm:pt modelId="{C8BA29EA-D897-4229-A88A-58A316558E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Choose a scene from Gattaca rather than collecting separate pieces of evidence PER convention. </a:t>
          </a:r>
        </a:p>
      </dgm:t>
    </dgm:pt>
    <dgm:pt modelId="{68EBED56-14FF-41B2-B3AD-800250F7EB18}" type="parTrans" cxnId="{88D98442-87B6-4C68-B54C-10E125EA09FD}">
      <dgm:prSet/>
      <dgm:spPr/>
      <dgm:t>
        <a:bodyPr/>
        <a:lstStyle/>
        <a:p>
          <a:endParaRPr lang="en-AU"/>
        </a:p>
      </dgm:t>
    </dgm:pt>
    <dgm:pt modelId="{FC35B482-2C6B-4124-AF2F-405B3E7E7F0C}" type="sibTrans" cxnId="{88D98442-87B6-4C68-B54C-10E125EA09FD}">
      <dgm:prSet/>
      <dgm:spPr/>
      <dgm:t>
        <a:bodyPr/>
        <a:lstStyle/>
        <a:p>
          <a:endParaRPr lang="en-AU"/>
        </a:p>
      </dgm:t>
    </dgm:pt>
    <dgm:pt modelId="{7352F2BA-C11C-41C3-B839-1420622C54B5}" type="pres">
      <dgm:prSet presAssocID="{26A02A76-95B1-4FC8-80EC-DC5D1B9B5A1C}" presName="root" presStyleCnt="0">
        <dgm:presLayoutVars>
          <dgm:dir/>
          <dgm:resizeHandles val="exact"/>
        </dgm:presLayoutVars>
      </dgm:prSet>
      <dgm:spPr/>
    </dgm:pt>
    <dgm:pt modelId="{20930831-68B0-4DE1-96D3-D5ADBBC696A6}" type="pres">
      <dgm:prSet presAssocID="{AC23C32A-8FE2-40A8-9EF6-53E5827818F6}" presName="compNode" presStyleCnt="0"/>
      <dgm:spPr/>
    </dgm:pt>
    <dgm:pt modelId="{87B9EAD2-7B34-49FE-8E95-9B988CF219AF}" type="pres">
      <dgm:prSet presAssocID="{AC23C32A-8FE2-40A8-9EF6-53E5827818F6}" presName="bgRect" presStyleLbl="bgShp" presStyleIdx="0" presStyleCnt="5"/>
      <dgm:spPr/>
    </dgm:pt>
    <dgm:pt modelId="{91F2D2F9-5CF5-4C7E-8B4E-AFFF83A2F0BA}" type="pres">
      <dgm:prSet presAssocID="{AC23C32A-8FE2-40A8-9EF6-53E5827818F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otes"/>
        </a:ext>
      </dgm:extLst>
    </dgm:pt>
    <dgm:pt modelId="{36893D68-AC1F-4DFE-AAF7-C38532D088E7}" type="pres">
      <dgm:prSet presAssocID="{AC23C32A-8FE2-40A8-9EF6-53E5827818F6}" presName="spaceRect" presStyleCnt="0"/>
      <dgm:spPr/>
    </dgm:pt>
    <dgm:pt modelId="{D25AD782-A50C-4DFB-92C8-4237DDA00F20}" type="pres">
      <dgm:prSet presAssocID="{AC23C32A-8FE2-40A8-9EF6-53E5827818F6}" presName="parTx" presStyleLbl="revTx" presStyleIdx="0" presStyleCnt="5">
        <dgm:presLayoutVars>
          <dgm:chMax val="0"/>
          <dgm:chPref val="0"/>
        </dgm:presLayoutVars>
      </dgm:prSet>
      <dgm:spPr/>
    </dgm:pt>
    <dgm:pt modelId="{DE538DD5-8A30-4885-A5D2-CEE14D931BE0}" type="pres">
      <dgm:prSet presAssocID="{F274CC2A-AA4B-4AEA-9BC6-DF418BA39504}" presName="sibTrans" presStyleCnt="0"/>
      <dgm:spPr/>
    </dgm:pt>
    <dgm:pt modelId="{00063ECD-9433-4761-BD21-D5A207995225}" type="pres">
      <dgm:prSet presAssocID="{B58BCDB8-C924-4B8D-A1B4-5FD7BA1303C1}" presName="compNode" presStyleCnt="0"/>
      <dgm:spPr/>
    </dgm:pt>
    <dgm:pt modelId="{D3376FC7-D6DC-46AF-A167-E67FB28C9C7A}" type="pres">
      <dgm:prSet presAssocID="{B58BCDB8-C924-4B8D-A1B4-5FD7BA1303C1}" presName="bgRect" presStyleLbl="bgShp" presStyleIdx="1" presStyleCnt="5"/>
      <dgm:spPr/>
    </dgm:pt>
    <dgm:pt modelId="{3143DA6F-2ABE-47F8-99CA-C5129BC9CAD5}" type="pres">
      <dgm:prSet presAssocID="{B58BCDB8-C924-4B8D-A1B4-5FD7BA1303C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Quotation Mark"/>
        </a:ext>
      </dgm:extLst>
    </dgm:pt>
    <dgm:pt modelId="{CFF9E9FB-C407-4CF3-AC9C-161D3E2A24A8}" type="pres">
      <dgm:prSet presAssocID="{B58BCDB8-C924-4B8D-A1B4-5FD7BA1303C1}" presName="spaceRect" presStyleCnt="0"/>
      <dgm:spPr/>
    </dgm:pt>
    <dgm:pt modelId="{720035EA-84F4-48F7-B7D5-4A76AA8ABAE3}" type="pres">
      <dgm:prSet presAssocID="{B58BCDB8-C924-4B8D-A1B4-5FD7BA1303C1}" presName="parTx" presStyleLbl="revTx" presStyleIdx="1" presStyleCnt="5">
        <dgm:presLayoutVars>
          <dgm:chMax val="0"/>
          <dgm:chPref val="0"/>
        </dgm:presLayoutVars>
      </dgm:prSet>
      <dgm:spPr/>
    </dgm:pt>
    <dgm:pt modelId="{193ED548-4882-46D7-B8B5-2FBD9F50547D}" type="pres">
      <dgm:prSet presAssocID="{1B27D544-B5F1-4C8D-901E-F018228DE286}" presName="sibTrans" presStyleCnt="0"/>
      <dgm:spPr/>
    </dgm:pt>
    <dgm:pt modelId="{A9A7F72D-2437-4E3E-BD7F-9F340F12B08B}" type="pres">
      <dgm:prSet presAssocID="{9BBEA0C1-71FE-4D3A-B462-EB59896F3359}" presName="compNode" presStyleCnt="0"/>
      <dgm:spPr/>
    </dgm:pt>
    <dgm:pt modelId="{FEF09930-42A5-4478-A803-85EF42E39E07}" type="pres">
      <dgm:prSet presAssocID="{9BBEA0C1-71FE-4D3A-B462-EB59896F3359}" presName="bgRect" presStyleLbl="bgShp" presStyleIdx="2" presStyleCnt="5"/>
      <dgm:spPr/>
    </dgm:pt>
    <dgm:pt modelId="{8A0B724B-0DAF-483A-A8E5-A99D7C2718CA}" type="pres">
      <dgm:prSet presAssocID="{9BBEA0C1-71FE-4D3A-B462-EB59896F335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C0A2FF80-BBEF-490C-97C5-D3E916AB8B68}" type="pres">
      <dgm:prSet presAssocID="{9BBEA0C1-71FE-4D3A-B462-EB59896F3359}" presName="spaceRect" presStyleCnt="0"/>
      <dgm:spPr/>
    </dgm:pt>
    <dgm:pt modelId="{1117B531-D30E-4849-A66F-EC3293722F75}" type="pres">
      <dgm:prSet presAssocID="{9BBEA0C1-71FE-4D3A-B462-EB59896F3359}" presName="parTx" presStyleLbl="revTx" presStyleIdx="2" presStyleCnt="5">
        <dgm:presLayoutVars>
          <dgm:chMax val="0"/>
          <dgm:chPref val="0"/>
        </dgm:presLayoutVars>
      </dgm:prSet>
      <dgm:spPr/>
    </dgm:pt>
    <dgm:pt modelId="{7702D1F2-E215-4C9B-B3D6-35E8F1C46985}" type="pres">
      <dgm:prSet presAssocID="{B238F6B8-5AE6-4066-8E78-9CF39366EC18}" presName="sibTrans" presStyleCnt="0"/>
      <dgm:spPr/>
    </dgm:pt>
    <dgm:pt modelId="{1BC3A99B-713C-44B3-BDCF-2306EB7CE7D5}" type="pres">
      <dgm:prSet presAssocID="{0E20B1F0-54AD-4CB6-80C7-D2FB7DEC5010}" presName="compNode" presStyleCnt="0"/>
      <dgm:spPr/>
    </dgm:pt>
    <dgm:pt modelId="{5FDF7B71-4665-4B70-925F-A3295E92C1AA}" type="pres">
      <dgm:prSet presAssocID="{0E20B1F0-54AD-4CB6-80C7-D2FB7DEC5010}" presName="bgRect" presStyleLbl="bgShp" presStyleIdx="3" presStyleCnt="5"/>
      <dgm:spPr/>
    </dgm:pt>
    <dgm:pt modelId="{55D2B654-78B6-40CC-BBE3-2B1A30CA1E57}" type="pres">
      <dgm:prSet presAssocID="{0E20B1F0-54AD-4CB6-80C7-D2FB7DEC501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DDACD48-47D6-47C2-8986-4C53772CBAE9}" type="pres">
      <dgm:prSet presAssocID="{0E20B1F0-54AD-4CB6-80C7-D2FB7DEC5010}" presName="spaceRect" presStyleCnt="0"/>
      <dgm:spPr/>
    </dgm:pt>
    <dgm:pt modelId="{3E3C5231-52FB-47A9-BE9F-B807EAA1161D}" type="pres">
      <dgm:prSet presAssocID="{0E20B1F0-54AD-4CB6-80C7-D2FB7DEC5010}" presName="parTx" presStyleLbl="revTx" presStyleIdx="3" presStyleCnt="5">
        <dgm:presLayoutVars>
          <dgm:chMax val="0"/>
          <dgm:chPref val="0"/>
        </dgm:presLayoutVars>
      </dgm:prSet>
      <dgm:spPr/>
    </dgm:pt>
    <dgm:pt modelId="{E85EB027-06EA-4F7A-9B15-F48501F5DAF6}" type="pres">
      <dgm:prSet presAssocID="{EA02BBCE-5ED6-4D5D-A9F5-AB99CA0E7C10}" presName="sibTrans" presStyleCnt="0"/>
      <dgm:spPr/>
    </dgm:pt>
    <dgm:pt modelId="{AF65A075-DF8B-4FC2-9D8E-3702BACB19B0}" type="pres">
      <dgm:prSet presAssocID="{C8BA29EA-D897-4229-A88A-58A316558E5F}" presName="compNode" presStyleCnt="0"/>
      <dgm:spPr/>
    </dgm:pt>
    <dgm:pt modelId="{F0DD4010-6316-43BF-8BF3-FDCABCE2C9FB}" type="pres">
      <dgm:prSet presAssocID="{C8BA29EA-D897-4229-A88A-58A316558E5F}" presName="bgRect" presStyleLbl="bgShp" presStyleIdx="4" presStyleCnt="5"/>
      <dgm:spPr/>
    </dgm:pt>
    <dgm:pt modelId="{661EAEFD-78B8-49CA-B71D-36B7400419F9}" type="pres">
      <dgm:prSet presAssocID="{C8BA29EA-D897-4229-A88A-58A316558E5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nrise"/>
        </a:ext>
      </dgm:extLst>
    </dgm:pt>
    <dgm:pt modelId="{139CC36C-B83E-4D7D-9DE0-A258847F715C}" type="pres">
      <dgm:prSet presAssocID="{C8BA29EA-D897-4229-A88A-58A316558E5F}" presName="spaceRect" presStyleCnt="0"/>
      <dgm:spPr/>
    </dgm:pt>
    <dgm:pt modelId="{C735C5C2-F200-4478-A0F0-F7FF2F24B4D1}" type="pres">
      <dgm:prSet presAssocID="{C8BA29EA-D897-4229-A88A-58A316558E5F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220FD35-782C-4FA7-90B4-DAA14202084A}" type="presOf" srcId="{0E20B1F0-54AD-4CB6-80C7-D2FB7DEC5010}" destId="{3E3C5231-52FB-47A9-BE9F-B807EAA1161D}" srcOrd="0" destOrd="0" presId="urn:microsoft.com/office/officeart/2018/2/layout/IconVerticalSolidList"/>
    <dgm:cxn modelId="{D544395F-2708-43FD-B5B0-80B16493EBD3}" srcId="{26A02A76-95B1-4FC8-80EC-DC5D1B9B5A1C}" destId="{9BBEA0C1-71FE-4D3A-B462-EB59896F3359}" srcOrd="2" destOrd="0" parTransId="{7A163F63-90D9-44F1-801A-9454966FB909}" sibTransId="{B238F6B8-5AE6-4066-8E78-9CF39366EC18}"/>
    <dgm:cxn modelId="{88D98442-87B6-4C68-B54C-10E125EA09FD}" srcId="{26A02A76-95B1-4FC8-80EC-DC5D1B9B5A1C}" destId="{C8BA29EA-D897-4229-A88A-58A316558E5F}" srcOrd="4" destOrd="0" parTransId="{68EBED56-14FF-41B2-B3AD-800250F7EB18}" sibTransId="{FC35B482-2C6B-4124-AF2F-405B3E7E7F0C}"/>
    <dgm:cxn modelId="{E0135B64-070E-43FE-AA18-A7FD5FF95B87}" srcId="{26A02A76-95B1-4FC8-80EC-DC5D1B9B5A1C}" destId="{AC23C32A-8FE2-40A8-9EF6-53E5827818F6}" srcOrd="0" destOrd="0" parTransId="{2E039EE5-AB4B-4E96-80D0-D420D8BDA4A6}" sibTransId="{F274CC2A-AA4B-4AEA-9BC6-DF418BA39504}"/>
    <dgm:cxn modelId="{B9515E75-9263-4CF1-8F25-AAA0D1863CE6}" type="presOf" srcId="{26A02A76-95B1-4FC8-80EC-DC5D1B9B5A1C}" destId="{7352F2BA-C11C-41C3-B839-1420622C54B5}" srcOrd="0" destOrd="0" presId="urn:microsoft.com/office/officeart/2018/2/layout/IconVerticalSolidList"/>
    <dgm:cxn modelId="{0BD3D196-AC45-466B-98C5-AB0CCF23E2BE}" srcId="{26A02A76-95B1-4FC8-80EC-DC5D1B9B5A1C}" destId="{B58BCDB8-C924-4B8D-A1B4-5FD7BA1303C1}" srcOrd="1" destOrd="0" parTransId="{EEBA2FC6-A163-4209-9B33-20777E0938B8}" sibTransId="{1B27D544-B5F1-4C8D-901E-F018228DE286}"/>
    <dgm:cxn modelId="{F286119E-5B27-4EF4-996B-7DE414A76A08}" type="presOf" srcId="{AC23C32A-8FE2-40A8-9EF6-53E5827818F6}" destId="{D25AD782-A50C-4DFB-92C8-4237DDA00F20}" srcOrd="0" destOrd="0" presId="urn:microsoft.com/office/officeart/2018/2/layout/IconVerticalSolidList"/>
    <dgm:cxn modelId="{F87B64AB-6657-49CA-B820-8072873A1A57}" srcId="{26A02A76-95B1-4FC8-80EC-DC5D1B9B5A1C}" destId="{0E20B1F0-54AD-4CB6-80C7-D2FB7DEC5010}" srcOrd="3" destOrd="0" parTransId="{130D28A1-FCCA-4C3D-BE72-741CBAA44D7E}" sibTransId="{EA02BBCE-5ED6-4D5D-A9F5-AB99CA0E7C10}"/>
    <dgm:cxn modelId="{C6ACCDAB-3F5C-464D-9CF4-9E714AEE85A0}" type="presOf" srcId="{B58BCDB8-C924-4B8D-A1B4-5FD7BA1303C1}" destId="{720035EA-84F4-48F7-B7D5-4A76AA8ABAE3}" srcOrd="0" destOrd="0" presId="urn:microsoft.com/office/officeart/2018/2/layout/IconVerticalSolidList"/>
    <dgm:cxn modelId="{AF1834D4-1934-4CD5-B809-BE983BA0F54F}" type="presOf" srcId="{9BBEA0C1-71FE-4D3A-B462-EB59896F3359}" destId="{1117B531-D30E-4849-A66F-EC3293722F75}" srcOrd="0" destOrd="0" presId="urn:microsoft.com/office/officeart/2018/2/layout/IconVerticalSolidList"/>
    <dgm:cxn modelId="{E74557E2-4F44-4BC6-BB3C-F6E8CFF861F5}" type="presOf" srcId="{C8BA29EA-D897-4229-A88A-58A316558E5F}" destId="{C735C5C2-F200-4478-A0F0-F7FF2F24B4D1}" srcOrd="0" destOrd="0" presId="urn:microsoft.com/office/officeart/2018/2/layout/IconVerticalSolidList"/>
    <dgm:cxn modelId="{E813F141-46A8-4888-8B05-A50BDDE7529A}" type="presParOf" srcId="{7352F2BA-C11C-41C3-B839-1420622C54B5}" destId="{20930831-68B0-4DE1-96D3-D5ADBBC696A6}" srcOrd="0" destOrd="0" presId="urn:microsoft.com/office/officeart/2018/2/layout/IconVerticalSolidList"/>
    <dgm:cxn modelId="{015C3890-C051-4934-8DD5-BC8C20459A0D}" type="presParOf" srcId="{20930831-68B0-4DE1-96D3-D5ADBBC696A6}" destId="{87B9EAD2-7B34-49FE-8E95-9B988CF219AF}" srcOrd="0" destOrd="0" presId="urn:microsoft.com/office/officeart/2018/2/layout/IconVerticalSolidList"/>
    <dgm:cxn modelId="{ACB4AFFD-815F-4414-832D-5D9315DBB759}" type="presParOf" srcId="{20930831-68B0-4DE1-96D3-D5ADBBC696A6}" destId="{91F2D2F9-5CF5-4C7E-8B4E-AFFF83A2F0BA}" srcOrd="1" destOrd="0" presId="urn:microsoft.com/office/officeart/2018/2/layout/IconVerticalSolidList"/>
    <dgm:cxn modelId="{D1390E3C-7720-4617-B166-B53ECC8EF47E}" type="presParOf" srcId="{20930831-68B0-4DE1-96D3-D5ADBBC696A6}" destId="{36893D68-AC1F-4DFE-AAF7-C38532D088E7}" srcOrd="2" destOrd="0" presId="urn:microsoft.com/office/officeart/2018/2/layout/IconVerticalSolidList"/>
    <dgm:cxn modelId="{D3A407B2-062E-4FA4-BE34-7C3767F8E668}" type="presParOf" srcId="{20930831-68B0-4DE1-96D3-D5ADBBC696A6}" destId="{D25AD782-A50C-4DFB-92C8-4237DDA00F20}" srcOrd="3" destOrd="0" presId="urn:microsoft.com/office/officeart/2018/2/layout/IconVerticalSolidList"/>
    <dgm:cxn modelId="{B55D65CD-F809-425C-A979-EEA82CAB7C03}" type="presParOf" srcId="{7352F2BA-C11C-41C3-B839-1420622C54B5}" destId="{DE538DD5-8A30-4885-A5D2-CEE14D931BE0}" srcOrd="1" destOrd="0" presId="urn:microsoft.com/office/officeart/2018/2/layout/IconVerticalSolidList"/>
    <dgm:cxn modelId="{2821659D-A205-42AC-A887-25F68FEAF8FB}" type="presParOf" srcId="{7352F2BA-C11C-41C3-B839-1420622C54B5}" destId="{00063ECD-9433-4761-BD21-D5A207995225}" srcOrd="2" destOrd="0" presId="urn:microsoft.com/office/officeart/2018/2/layout/IconVerticalSolidList"/>
    <dgm:cxn modelId="{58F3F803-D9B8-4A95-B601-BBE87915D5F2}" type="presParOf" srcId="{00063ECD-9433-4761-BD21-D5A207995225}" destId="{D3376FC7-D6DC-46AF-A167-E67FB28C9C7A}" srcOrd="0" destOrd="0" presId="urn:microsoft.com/office/officeart/2018/2/layout/IconVerticalSolidList"/>
    <dgm:cxn modelId="{7CA9A40D-7605-410C-A0F3-7E17E1051A37}" type="presParOf" srcId="{00063ECD-9433-4761-BD21-D5A207995225}" destId="{3143DA6F-2ABE-47F8-99CA-C5129BC9CAD5}" srcOrd="1" destOrd="0" presId="urn:microsoft.com/office/officeart/2018/2/layout/IconVerticalSolidList"/>
    <dgm:cxn modelId="{1541A29E-DBB3-4CB4-92D8-9CC734F90E19}" type="presParOf" srcId="{00063ECD-9433-4761-BD21-D5A207995225}" destId="{CFF9E9FB-C407-4CF3-AC9C-161D3E2A24A8}" srcOrd="2" destOrd="0" presId="urn:microsoft.com/office/officeart/2018/2/layout/IconVerticalSolidList"/>
    <dgm:cxn modelId="{E8ABB8B3-78F8-48F9-96ED-F824BA42BA14}" type="presParOf" srcId="{00063ECD-9433-4761-BD21-D5A207995225}" destId="{720035EA-84F4-48F7-B7D5-4A76AA8ABAE3}" srcOrd="3" destOrd="0" presId="urn:microsoft.com/office/officeart/2018/2/layout/IconVerticalSolidList"/>
    <dgm:cxn modelId="{DF1FB379-FE67-459C-AC52-1D52EAE94F59}" type="presParOf" srcId="{7352F2BA-C11C-41C3-B839-1420622C54B5}" destId="{193ED548-4882-46D7-B8B5-2FBD9F50547D}" srcOrd="3" destOrd="0" presId="urn:microsoft.com/office/officeart/2018/2/layout/IconVerticalSolidList"/>
    <dgm:cxn modelId="{D539B8ED-2FD6-4B57-9FB1-E37D9A9388F3}" type="presParOf" srcId="{7352F2BA-C11C-41C3-B839-1420622C54B5}" destId="{A9A7F72D-2437-4E3E-BD7F-9F340F12B08B}" srcOrd="4" destOrd="0" presId="urn:microsoft.com/office/officeart/2018/2/layout/IconVerticalSolidList"/>
    <dgm:cxn modelId="{B2B00A11-2363-4453-88F0-CD572C4AD8A2}" type="presParOf" srcId="{A9A7F72D-2437-4E3E-BD7F-9F340F12B08B}" destId="{FEF09930-42A5-4478-A803-85EF42E39E07}" srcOrd="0" destOrd="0" presId="urn:microsoft.com/office/officeart/2018/2/layout/IconVerticalSolidList"/>
    <dgm:cxn modelId="{0EB8BD07-A68A-45F4-BB76-AE7DB465FF3C}" type="presParOf" srcId="{A9A7F72D-2437-4E3E-BD7F-9F340F12B08B}" destId="{8A0B724B-0DAF-483A-A8E5-A99D7C2718CA}" srcOrd="1" destOrd="0" presId="urn:microsoft.com/office/officeart/2018/2/layout/IconVerticalSolidList"/>
    <dgm:cxn modelId="{EE74484B-2121-4F64-AABC-A13664A9C651}" type="presParOf" srcId="{A9A7F72D-2437-4E3E-BD7F-9F340F12B08B}" destId="{C0A2FF80-BBEF-490C-97C5-D3E916AB8B68}" srcOrd="2" destOrd="0" presId="urn:microsoft.com/office/officeart/2018/2/layout/IconVerticalSolidList"/>
    <dgm:cxn modelId="{29CFC493-6374-4C6E-8899-C63F20105369}" type="presParOf" srcId="{A9A7F72D-2437-4E3E-BD7F-9F340F12B08B}" destId="{1117B531-D30E-4849-A66F-EC3293722F75}" srcOrd="3" destOrd="0" presId="urn:microsoft.com/office/officeart/2018/2/layout/IconVerticalSolidList"/>
    <dgm:cxn modelId="{FDB5789D-2185-43AB-8489-0CA37C941741}" type="presParOf" srcId="{7352F2BA-C11C-41C3-B839-1420622C54B5}" destId="{7702D1F2-E215-4C9B-B3D6-35E8F1C46985}" srcOrd="5" destOrd="0" presId="urn:microsoft.com/office/officeart/2018/2/layout/IconVerticalSolidList"/>
    <dgm:cxn modelId="{5DF6B7CF-AC3A-4955-BDED-2E309F5C5FBA}" type="presParOf" srcId="{7352F2BA-C11C-41C3-B839-1420622C54B5}" destId="{1BC3A99B-713C-44B3-BDCF-2306EB7CE7D5}" srcOrd="6" destOrd="0" presId="urn:microsoft.com/office/officeart/2018/2/layout/IconVerticalSolidList"/>
    <dgm:cxn modelId="{C92242AF-88A2-4EFB-A167-09A6514B853B}" type="presParOf" srcId="{1BC3A99B-713C-44B3-BDCF-2306EB7CE7D5}" destId="{5FDF7B71-4665-4B70-925F-A3295E92C1AA}" srcOrd="0" destOrd="0" presId="urn:microsoft.com/office/officeart/2018/2/layout/IconVerticalSolidList"/>
    <dgm:cxn modelId="{59B4F115-E998-47B3-9427-642EDB9C7166}" type="presParOf" srcId="{1BC3A99B-713C-44B3-BDCF-2306EB7CE7D5}" destId="{55D2B654-78B6-40CC-BBE3-2B1A30CA1E57}" srcOrd="1" destOrd="0" presId="urn:microsoft.com/office/officeart/2018/2/layout/IconVerticalSolidList"/>
    <dgm:cxn modelId="{AC7314C1-5DBB-452A-ADBD-4C85B8E7946D}" type="presParOf" srcId="{1BC3A99B-713C-44B3-BDCF-2306EB7CE7D5}" destId="{8DDACD48-47D6-47C2-8986-4C53772CBAE9}" srcOrd="2" destOrd="0" presId="urn:microsoft.com/office/officeart/2018/2/layout/IconVerticalSolidList"/>
    <dgm:cxn modelId="{6D42104A-8E12-416F-8151-4F38A5B5A67D}" type="presParOf" srcId="{1BC3A99B-713C-44B3-BDCF-2306EB7CE7D5}" destId="{3E3C5231-52FB-47A9-BE9F-B807EAA1161D}" srcOrd="3" destOrd="0" presId="urn:microsoft.com/office/officeart/2018/2/layout/IconVerticalSolidList"/>
    <dgm:cxn modelId="{3B52D645-4B49-47FE-BF98-1160557A5231}" type="presParOf" srcId="{7352F2BA-C11C-41C3-B839-1420622C54B5}" destId="{E85EB027-06EA-4F7A-9B15-F48501F5DAF6}" srcOrd="7" destOrd="0" presId="urn:microsoft.com/office/officeart/2018/2/layout/IconVerticalSolidList"/>
    <dgm:cxn modelId="{E02A3632-F0B8-4C6A-A126-BA34AEC1AAA8}" type="presParOf" srcId="{7352F2BA-C11C-41C3-B839-1420622C54B5}" destId="{AF65A075-DF8B-4FC2-9D8E-3702BACB19B0}" srcOrd="8" destOrd="0" presId="urn:microsoft.com/office/officeart/2018/2/layout/IconVerticalSolidList"/>
    <dgm:cxn modelId="{EE7149C3-9C6F-4100-9AA0-32B542BFB3CF}" type="presParOf" srcId="{AF65A075-DF8B-4FC2-9D8E-3702BACB19B0}" destId="{F0DD4010-6316-43BF-8BF3-FDCABCE2C9FB}" srcOrd="0" destOrd="0" presId="urn:microsoft.com/office/officeart/2018/2/layout/IconVerticalSolidList"/>
    <dgm:cxn modelId="{6904EB3A-1A32-4D46-A83D-98FB8B46538B}" type="presParOf" srcId="{AF65A075-DF8B-4FC2-9D8E-3702BACB19B0}" destId="{661EAEFD-78B8-49CA-B71D-36B7400419F9}" srcOrd="1" destOrd="0" presId="urn:microsoft.com/office/officeart/2018/2/layout/IconVerticalSolidList"/>
    <dgm:cxn modelId="{C97863D7-C0A1-46CA-9663-90179EEE8A27}" type="presParOf" srcId="{AF65A075-DF8B-4FC2-9D8E-3702BACB19B0}" destId="{139CC36C-B83E-4D7D-9DE0-A258847F715C}" srcOrd="2" destOrd="0" presId="urn:microsoft.com/office/officeart/2018/2/layout/IconVerticalSolidList"/>
    <dgm:cxn modelId="{1A9FF9DB-676A-4C6E-9CA8-1441DC6D94A6}" type="presParOf" srcId="{AF65A075-DF8B-4FC2-9D8E-3702BACB19B0}" destId="{C735C5C2-F200-4478-A0F0-F7FF2F24B4D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EF1D802-1B5A-44BE-9F99-E6D18373A730}" type="doc">
      <dgm:prSet loTypeId="urn:microsoft.com/office/officeart/2005/8/layout/vList2" loCatId="list" qsTypeId="urn:microsoft.com/office/officeart/2005/8/quickstyle/3d3" qsCatId="3D" csTypeId="urn:microsoft.com/office/officeart/2005/8/colors/accent5_5" csCatId="accent5"/>
      <dgm:spPr/>
      <dgm:t>
        <a:bodyPr/>
        <a:lstStyle/>
        <a:p>
          <a:endParaRPr lang="en-AU"/>
        </a:p>
      </dgm:t>
    </dgm:pt>
    <dgm:pt modelId="{10810D15-5B6D-46CA-81CC-7AA70A495BE1}">
      <dgm:prSet/>
      <dgm:spPr/>
      <dgm:t>
        <a:bodyPr/>
        <a:lstStyle/>
        <a:p>
          <a:r>
            <a:rPr lang="en-AU"/>
            <a:t>Some of you may have already done this…but a quick draft for revision can’t hurt!</a:t>
          </a:r>
        </a:p>
      </dgm:t>
    </dgm:pt>
    <dgm:pt modelId="{C2324A11-C14E-44D3-91DC-BDDC4A89D306}" type="parTrans" cxnId="{8F8697F2-EA6C-4B8E-B895-DF24F80C69BE}">
      <dgm:prSet/>
      <dgm:spPr/>
      <dgm:t>
        <a:bodyPr/>
        <a:lstStyle/>
        <a:p>
          <a:endParaRPr lang="en-AU"/>
        </a:p>
      </dgm:t>
    </dgm:pt>
    <dgm:pt modelId="{E71E0328-9837-42BB-BA33-2E51CDD02D7E}" type="sibTrans" cxnId="{8F8697F2-EA6C-4B8E-B895-DF24F80C69BE}">
      <dgm:prSet/>
      <dgm:spPr/>
      <dgm:t>
        <a:bodyPr/>
        <a:lstStyle/>
        <a:p>
          <a:endParaRPr lang="en-AU"/>
        </a:p>
      </dgm:t>
    </dgm:pt>
    <dgm:pt modelId="{7E706838-ED05-4B1F-8BF3-94FE9ADB7708}" type="pres">
      <dgm:prSet presAssocID="{6EF1D802-1B5A-44BE-9F99-E6D18373A730}" presName="linear" presStyleCnt="0">
        <dgm:presLayoutVars>
          <dgm:animLvl val="lvl"/>
          <dgm:resizeHandles val="exact"/>
        </dgm:presLayoutVars>
      </dgm:prSet>
      <dgm:spPr/>
    </dgm:pt>
    <dgm:pt modelId="{103B3ED8-8E76-4CC1-B680-7AF123C7131D}" type="pres">
      <dgm:prSet presAssocID="{10810D15-5B6D-46CA-81CC-7AA70A495BE1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4F9582AC-CDA1-47F6-AEE4-C94461083FCC}" type="presOf" srcId="{10810D15-5B6D-46CA-81CC-7AA70A495BE1}" destId="{103B3ED8-8E76-4CC1-B680-7AF123C7131D}" srcOrd="0" destOrd="0" presId="urn:microsoft.com/office/officeart/2005/8/layout/vList2"/>
    <dgm:cxn modelId="{8F8697F2-EA6C-4B8E-B895-DF24F80C69BE}" srcId="{6EF1D802-1B5A-44BE-9F99-E6D18373A730}" destId="{10810D15-5B6D-46CA-81CC-7AA70A495BE1}" srcOrd="0" destOrd="0" parTransId="{C2324A11-C14E-44D3-91DC-BDDC4A89D306}" sibTransId="{E71E0328-9837-42BB-BA33-2E51CDD02D7E}"/>
    <dgm:cxn modelId="{3875F0F5-933D-435E-B369-E3E5A47DA4EB}" type="presOf" srcId="{6EF1D802-1B5A-44BE-9F99-E6D18373A730}" destId="{7E706838-ED05-4B1F-8BF3-94FE9ADB7708}" srcOrd="0" destOrd="0" presId="urn:microsoft.com/office/officeart/2005/8/layout/vList2"/>
    <dgm:cxn modelId="{61274011-70F2-48C4-BD2A-4421517694BC}" type="presParOf" srcId="{7E706838-ED05-4B1F-8BF3-94FE9ADB7708}" destId="{103B3ED8-8E76-4CC1-B680-7AF123C7131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DA1573F-65B2-4726-9815-A7128012583D}" type="doc">
      <dgm:prSet loTypeId="urn:microsoft.com/office/officeart/2005/8/layout/vList2" loCatId="list" qsTypeId="urn:microsoft.com/office/officeart/2005/8/quickstyle/3d3" qsCatId="3D" csTypeId="urn:microsoft.com/office/officeart/2005/8/colors/colorful3" csCatId="colorful" phldr="1"/>
      <dgm:spPr/>
      <dgm:t>
        <a:bodyPr/>
        <a:lstStyle/>
        <a:p>
          <a:endParaRPr lang="en-AU"/>
        </a:p>
      </dgm:t>
    </dgm:pt>
    <dgm:pt modelId="{339883EA-F604-4933-A39B-AA2C78934D95}">
      <dgm:prSet/>
      <dgm:spPr/>
      <dgm:t>
        <a:bodyPr/>
        <a:lstStyle/>
        <a:p>
          <a:r>
            <a:rPr lang="en-AU" u="sng" dirty="0"/>
            <a:t>Introduction</a:t>
          </a:r>
        </a:p>
      </dgm:t>
    </dgm:pt>
    <dgm:pt modelId="{324032AC-E927-4DC0-B41D-7ADE3FB63872}" type="parTrans" cxnId="{91CFFB48-245D-4EF7-97E9-82DC17D542A4}">
      <dgm:prSet/>
      <dgm:spPr/>
      <dgm:t>
        <a:bodyPr/>
        <a:lstStyle/>
        <a:p>
          <a:endParaRPr lang="en-AU"/>
        </a:p>
      </dgm:t>
    </dgm:pt>
    <dgm:pt modelId="{85F560E2-37B5-4FAC-9532-4250015342E5}" type="sibTrans" cxnId="{91CFFB48-245D-4EF7-97E9-82DC17D542A4}">
      <dgm:prSet/>
      <dgm:spPr/>
      <dgm:t>
        <a:bodyPr/>
        <a:lstStyle/>
        <a:p>
          <a:endParaRPr lang="en-AU"/>
        </a:p>
      </dgm:t>
    </dgm:pt>
    <dgm:pt modelId="{D41ED010-70FB-43B4-8B08-BE644C84C0BA}">
      <dgm:prSet/>
      <dgm:spPr/>
      <dgm:t>
        <a:bodyPr/>
        <a:lstStyle/>
        <a:p>
          <a:r>
            <a:rPr lang="en-AU"/>
            <a:t>General Statement</a:t>
          </a:r>
        </a:p>
      </dgm:t>
    </dgm:pt>
    <dgm:pt modelId="{F3F2FD5D-C6BB-41A9-8561-A750E7905242}" type="parTrans" cxnId="{10322B43-2A66-4CC8-830E-6D89D1897078}">
      <dgm:prSet/>
      <dgm:spPr/>
      <dgm:t>
        <a:bodyPr/>
        <a:lstStyle/>
        <a:p>
          <a:endParaRPr lang="en-AU"/>
        </a:p>
      </dgm:t>
    </dgm:pt>
    <dgm:pt modelId="{937C04CF-78AE-4D8E-B3F2-3A23E46D0DD9}" type="sibTrans" cxnId="{10322B43-2A66-4CC8-830E-6D89D1897078}">
      <dgm:prSet/>
      <dgm:spPr/>
      <dgm:t>
        <a:bodyPr/>
        <a:lstStyle/>
        <a:p>
          <a:endParaRPr lang="en-AU"/>
        </a:p>
      </dgm:t>
    </dgm:pt>
    <dgm:pt modelId="{5C07F977-AEFE-45C4-8EBD-1A9AF5C8A666}">
      <dgm:prSet/>
      <dgm:spPr/>
      <dgm:t>
        <a:bodyPr/>
        <a:lstStyle/>
        <a:p>
          <a:r>
            <a:rPr lang="en-AU"/>
            <a:t>Signposting Sentences</a:t>
          </a:r>
        </a:p>
      </dgm:t>
    </dgm:pt>
    <dgm:pt modelId="{6479FB64-315C-49CD-B6FD-3307619E75AA}" type="parTrans" cxnId="{26916C7F-2D3C-47AD-9F19-2A6017F0EDF2}">
      <dgm:prSet/>
      <dgm:spPr/>
      <dgm:t>
        <a:bodyPr/>
        <a:lstStyle/>
        <a:p>
          <a:endParaRPr lang="en-AU"/>
        </a:p>
      </dgm:t>
    </dgm:pt>
    <dgm:pt modelId="{3FAE4AA9-DA06-4552-B4FD-80F0F2C45847}" type="sibTrans" cxnId="{26916C7F-2D3C-47AD-9F19-2A6017F0EDF2}">
      <dgm:prSet/>
      <dgm:spPr/>
      <dgm:t>
        <a:bodyPr/>
        <a:lstStyle/>
        <a:p>
          <a:endParaRPr lang="en-AU"/>
        </a:p>
      </dgm:t>
    </dgm:pt>
    <dgm:pt modelId="{E8CFEB62-E28E-43D9-A2F7-9A742FE54B5E}">
      <dgm:prSet/>
      <dgm:spPr/>
      <dgm:t>
        <a:bodyPr/>
        <a:lstStyle/>
        <a:p>
          <a:r>
            <a:rPr lang="en-AU"/>
            <a:t>Thesis Statement </a:t>
          </a:r>
        </a:p>
      </dgm:t>
    </dgm:pt>
    <dgm:pt modelId="{2171EE38-3E6C-4199-8138-7F750407087F}" type="parTrans" cxnId="{A47DA0A2-A13A-4AC4-8C34-59518708A151}">
      <dgm:prSet/>
      <dgm:spPr/>
      <dgm:t>
        <a:bodyPr/>
        <a:lstStyle/>
        <a:p>
          <a:endParaRPr lang="en-AU"/>
        </a:p>
      </dgm:t>
    </dgm:pt>
    <dgm:pt modelId="{40C6114E-69DD-4F36-9CDB-48175BC553FC}" type="sibTrans" cxnId="{A47DA0A2-A13A-4AC4-8C34-59518708A151}">
      <dgm:prSet/>
      <dgm:spPr/>
      <dgm:t>
        <a:bodyPr/>
        <a:lstStyle/>
        <a:p>
          <a:endParaRPr lang="en-AU"/>
        </a:p>
      </dgm:t>
    </dgm:pt>
    <dgm:pt modelId="{2242A842-EFD4-4CBC-A8DB-AF10FD552769}" type="pres">
      <dgm:prSet presAssocID="{DDA1573F-65B2-4726-9815-A7128012583D}" presName="linear" presStyleCnt="0">
        <dgm:presLayoutVars>
          <dgm:animLvl val="lvl"/>
          <dgm:resizeHandles val="exact"/>
        </dgm:presLayoutVars>
      </dgm:prSet>
      <dgm:spPr/>
    </dgm:pt>
    <dgm:pt modelId="{C28AC98F-2E61-4AF0-BD9A-15108F7EF8BF}" type="pres">
      <dgm:prSet presAssocID="{339883EA-F604-4933-A39B-AA2C78934D9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73F03C8-E61D-4353-A1AF-286273379200}" type="pres">
      <dgm:prSet presAssocID="{85F560E2-37B5-4FAC-9532-4250015342E5}" presName="spacer" presStyleCnt="0"/>
      <dgm:spPr/>
    </dgm:pt>
    <dgm:pt modelId="{C7620AA4-516E-45EC-A303-3AD4E3CCCC8E}" type="pres">
      <dgm:prSet presAssocID="{D41ED010-70FB-43B4-8B08-BE644C84C0B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F3E37B2-58DE-479E-91EE-5F75552C47EC}" type="pres">
      <dgm:prSet presAssocID="{937C04CF-78AE-4D8E-B3F2-3A23E46D0DD9}" presName="spacer" presStyleCnt="0"/>
      <dgm:spPr/>
    </dgm:pt>
    <dgm:pt modelId="{CCD33BE9-C60E-4F2D-B6CD-CE02C2803B57}" type="pres">
      <dgm:prSet presAssocID="{5C07F977-AEFE-45C4-8EBD-1A9AF5C8A66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9D2B0C6-7D8D-41A6-BE42-C4A2F59BEE51}" type="pres">
      <dgm:prSet presAssocID="{3FAE4AA9-DA06-4552-B4FD-80F0F2C45847}" presName="spacer" presStyleCnt="0"/>
      <dgm:spPr/>
    </dgm:pt>
    <dgm:pt modelId="{8B895937-4075-44FF-88DD-E2089E647D24}" type="pres">
      <dgm:prSet presAssocID="{E8CFEB62-E28E-43D9-A2F7-9A742FE54B5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0E01501-E8AD-45F6-99B3-24293B5D8214}" type="presOf" srcId="{D41ED010-70FB-43B4-8B08-BE644C84C0BA}" destId="{C7620AA4-516E-45EC-A303-3AD4E3CCCC8E}" srcOrd="0" destOrd="0" presId="urn:microsoft.com/office/officeart/2005/8/layout/vList2"/>
    <dgm:cxn modelId="{2B75D728-89A3-438D-AB09-B7D27194D6EB}" type="presOf" srcId="{339883EA-F604-4933-A39B-AA2C78934D95}" destId="{C28AC98F-2E61-4AF0-BD9A-15108F7EF8BF}" srcOrd="0" destOrd="0" presId="urn:microsoft.com/office/officeart/2005/8/layout/vList2"/>
    <dgm:cxn modelId="{10322B43-2A66-4CC8-830E-6D89D1897078}" srcId="{DDA1573F-65B2-4726-9815-A7128012583D}" destId="{D41ED010-70FB-43B4-8B08-BE644C84C0BA}" srcOrd="1" destOrd="0" parTransId="{F3F2FD5D-C6BB-41A9-8561-A750E7905242}" sibTransId="{937C04CF-78AE-4D8E-B3F2-3A23E46D0DD9}"/>
    <dgm:cxn modelId="{91CFFB48-245D-4EF7-97E9-82DC17D542A4}" srcId="{DDA1573F-65B2-4726-9815-A7128012583D}" destId="{339883EA-F604-4933-A39B-AA2C78934D95}" srcOrd="0" destOrd="0" parTransId="{324032AC-E927-4DC0-B41D-7ADE3FB63872}" sibTransId="{85F560E2-37B5-4FAC-9532-4250015342E5}"/>
    <dgm:cxn modelId="{08404E7A-BB31-4268-818C-00BB2BA2D363}" type="presOf" srcId="{DDA1573F-65B2-4726-9815-A7128012583D}" destId="{2242A842-EFD4-4CBC-A8DB-AF10FD552769}" srcOrd="0" destOrd="0" presId="urn:microsoft.com/office/officeart/2005/8/layout/vList2"/>
    <dgm:cxn modelId="{26916C7F-2D3C-47AD-9F19-2A6017F0EDF2}" srcId="{DDA1573F-65B2-4726-9815-A7128012583D}" destId="{5C07F977-AEFE-45C4-8EBD-1A9AF5C8A666}" srcOrd="2" destOrd="0" parTransId="{6479FB64-315C-49CD-B6FD-3307619E75AA}" sibTransId="{3FAE4AA9-DA06-4552-B4FD-80F0F2C45847}"/>
    <dgm:cxn modelId="{A47DA0A2-A13A-4AC4-8C34-59518708A151}" srcId="{DDA1573F-65B2-4726-9815-A7128012583D}" destId="{E8CFEB62-E28E-43D9-A2F7-9A742FE54B5E}" srcOrd="3" destOrd="0" parTransId="{2171EE38-3E6C-4199-8138-7F750407087F}" sibTransId="{40C6114E-69DD-4F36-9CDB-48175BC553FC}"/>
    <dgm:cxn modelId="{1AF81EBB-0DD4-47A4-9844-AF762482C14D}" type="presOf" srcId="{E8CFEB62-E28E-43D9-A2F7-9A742FE54B5E}" destId="{8B895937-4075-44FF-88DD-E2089E647D24}" srcOrd="0" destOrd="0" presId="urn:microsoft.com/office/officeart/2005/8/layout/vList2"/>
    <dgm:cxn modelId="{BFBEFDDB-8AE1-4D1E-88B1-649AD6AB59C5}" type="presOf" srcId="{5C07F977-AEFE-45C4-8EBD-1A9AF5C8A666}" destId="{CCD33BE9-C60E-4F2D-B6CD-CE02C2803B57}" srcOrd="0" destOrd="0" presId="urn:microsoft.com/office/officeart/2005/8/layout/vList2"/>
    <dgm:cxn modelId="{6EDD15E3-FD28-4531-B6AD-C58F30DDFCC5}" type="presParOf" srcId="{2242A842-EFD4-4CBC-A8DB-AF10FD552769}" destId="{C28AC98F-2E61-4AF0-BD9A-15108F7EF8BF}" srcOrd="0" destOrd="0" presId="urn:microsoft.com/office/officeart/2005/8/layout/vList2"/>
    <dgm:cxn modelId="{677AB591-D35F-412F-BA5C-42CA24B590DD}" type="presParOf" srcId="{2242A842-EFD4-4CBC-A8DB-AF10FD552769}" destId="{573F03C8-E61D-4353-A1AF-286273379200}" srcOrd="1" destOrd="0" presId="urn:microsoft.com/office/officeart/2005/8/layout/vList2"/>
    <dgm:cxn modelId="{4607EA12-AC6C-457C-96A4-68778DCD7753}" type="presParOf" srcId="{2242A842-EFD4-4CBC-A8DB-AF10FD552769}" destId="{C7620AA4-516E-45EC-A303-3AD4E3CCCC8E}" srcOrd="2" destOrd="0" presId="urn:microsoft.com/office/officeart/2005/8/layout/vList2"/>
    <dgm:cxn modelId="{21AB2F5A-4D3D-40BD-87DE-AB41AAADEAA7}" type="presParOf" srcId="{2242A842-EFD4-4CBC-A8DB-AF10FD552769}" destId="{2F3E37B2-58DE-479E-91EE-5F75552C47EC}" srcOrd="3" destOrd="0" presId="urn:microsoft.com/office/officeart/2005/8/layout/vList2"/>
    <dgm:cxn modelId="{7CE37110-BC5C-458E-997A-22DF2F2EBB99}" type="presParOf" srcId="{2242A842-EFD4-4CBC-A8DB-AF10FD552769}" destId="{CCD33BE9-C60E-4F2D-B6CD-CE02C2803B57}" srcOrd="4" destOrd="0" presId="urn:microsoft.com/office/officeart/2005/8/layout/vList2"/>
    <dgm:cxn modelId="{58FB1CE9-23E2-4767-9A2C-C6153C0BFAA3}" type="presParOf" srcId="{2242A842-EFD4-4CBC-A8DB-AF10FD552769}" destId="{59D2B0C6-7D8D-41A6-BE42-C4A2F59BEE51}" srcOrd="5" destOrd="0" presId="urn:microsoft.com/office/officeart/2005/8/layout/vList2"/>
    <dgm:cxn modelId="{BA53B80B-8C63-45F4-A67A-75E493A72E4D}" type="presParOf" srcId="{2242A842-EFD4-4CBC-A8DB-AF10FD552769}" destId="{8B895937-4075-44FF-88DD-E2089E647D2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40D2815-741A-4954-A6B8-67A16EB2A99A}" type="doc">
      <dgm:prSet loTypeId="urn:microsoft.com/office/officeart/2005/8/layout/vList2" loCatId="list" qsTypeId="urn:microsoft.com/office/officeart/2005/8/quickstyle/3d3" qsCatId="3D" csTypeId="urn:microsoft.com/office/officeart/2005/8/colors/colorful2" csCatId="colorful"/>
      <dgm:spPr/>
      <dgm:t>
        <a:bodyPr/>
        <a:lstStyle/>
        <a:p>
          <a:endParaRPr lang="en-AU"/>
        </a:p>
      </dgm:t>
    </dgm:pt>
    <dgm:pt modelId="{DBE6A0CF-24B4-40F3-9391-043A6BF4D75D}">
      <dgm:prSet/>
      <dgm:spPr/>
      <dgm:t>
        <a:bodyPr/>
        <a:lstStyle/>
        <a:p>
          <a:r>
            <a:rPr lang="en-AU" u="sng" dirty="0"/>
            <a:t>Body Paragraphs</a:t>
          </a:r>
        </a:p>
      </dgm:t>
    </dgm:pt>
    <dgm:pt modelId="{BE385642-3878-4DFC-9000-E976FD10EF81}" type="parTrans" cxnId="{9D610F66-6C37-4B26-96F3-EBC7144D0268}">
      <dgm:prSet/>
      <dgm:spPr/>
      <dgm:t>
        <a:bodyPr/>
        <a:lstStyle/>
        <a:p>
          <a:endParaRPr lang="en-AU"/>
        </a:p>
      </dgm:t>
    </dgm:pt>
    <dgm:pt modelId="{762F5A65-9F98-4EED-BDE1-8C22213EF611}" type="sibTrans" cxnId="{9D610F66-6C37-4B26-96F3-EBC7144D0268}">
      <dgm:prSet/>
      <dgm:spPr/>
      <dgm:t>
        <a:bodyPr/>
        <a:lstStyle/>
        <a:p>
          <a:endParaRPr lang="en-AU"/>
        </a:p>
      </dgm:t>
    </dgm:pt>
    <dgm:pt modelId="{4201BB1A-FC9A-4B08-9277-246193830B73}">
      <dgm:prSet/>
      <dgm:spPr/>
      <dgm:t>
        <a:bodyPr/>
        <a:lstStyle/>
        <a:p>
          <a:r>
            <a:rPr lang="en-AU"/>
            <a:t>Topic Sentence</a:t>
          </a:r>
        </a:p>
      </dgm:t>
    </dgm:pt>
    <dgm:pt modelId="{A6EE10B1-60C3-452F-9254-5EE48D826A8E}" type="parTrans" cxnId="{5E3B7F4E-7431-4963-9141-0E427833E57B}">
      <dgm:prSet/>
      <dgm:spPr/>
      <dgm:t>
        <a:bodyPr/>
        <a:lstStyle/>
        <a:p>
          <a:endParaRPr lang="en-AU"/>
        </a:p>
      </dgm:t>
    </dgm:pt>
    <dgm:pt modelId="{C921F68B-F0C3-470B-8045-7FADF7A03472}" type="sibTrans" cxnId="{5E3B7F4E-7431-4963-9141-0E427833E57B}">
      <dgm:prSet/>
      <dgm:spPr/>
      <dgm:t>
        <a:bodyPr/>
        <a:lstStyle/>
        <a:p>
          <a:endParaRPr lang="en-AU"/>
        </a:p>
      </dgm:t>
    </dgm:pt>
    <dgm:pt modelId="{14887FBD-3F4B-4625-9CB6-2F7EAF83EDA6}">
      <dgm:prSet/>
      <dgm:spPr/>
      <dgm:t>
        <a:bodyPr/>
        <a:lstStyle/>
        <a:p>
          <a:r>
            <a:rPr lang="en-AU" dirty="0"/>
            <a:t>Evidence x 4</a:t>
          </a:r>
        </a:p>
      </dgm:t>
    </dgm:pt>
    <dgm:pt modelId="{35FC54BD-D09B-4BF3-BE02-23B9772F85D6}" type="parTrans" cxnId="{95BD74B2-6F19-4AEB-AA44-C0427E47EE2B}">
      <dgm:prSet/>
      <dgm:spPr/>
      <dgm:t>
        <a:bodyPr/>
        <a:lstStyle/>
        <a:p>
          <a:endParaRPr lang="en-AU"/>
        </a:p>
      </dgm:t>
    </dgm:pt>
    <dgm:pt modelId="{8E8DC794-7EF9-46A5-980E-720DD0ED84AF}" type="sibTrans" cxnId="{95BD74B2-6F19-4AEB-AA44-C0427E47EE2B}">
      <dgm:prSet/>
      <dgm:spPr/>
      <dgm:t>
        <a:bodyPr/>
        <a:lstStyle/>
        <a:p>
          <a:endParaRPr lang="en-AU"/>
        </a:p>
      </dgm:t>
    </dgm:pt>
    <dgm:pt modelId="{7CCD0F4B-AE8D-4585-ACA0-105D9770AFD6}">
      <dgm:prSet/>
      <dgm:spPr/>
      <dgm:t>
        <a:bodyPr/>
        <a:lstStyle/>
        <a:p>
          <a:r>
            <a:rPr lang="en-AU" dirty="0"/>
            <a:t>Convention</a:t>
          </a:r>
        </a:p>
      </dgm:t>
    </dgm:pt>
    <dgm:pt modelId="{D5090B0E-0654-4C82-BC43-4B87FD599F1C}" type="parTrans" cxnId="{F3D02D15-A369-4DDC-AD50-4E8DE0F907F4}">
      <dgm:prSet/>
      <dgm:spPr/>
      <dgm:t>
        <a:bodyPr/>
        <a:lstStyle/>
        <a:p>
          <a:endParaRPr lang="en-AU"/>
        </a:p>
      </dgm:t>
    </dgm:pt>
    <dgm:pt modelId="{2932FCCB-272A-47ED-B348-5481A5867634}" type="sibTrans" cxnId="{F3D02D15-A369-4DDC-AD50-4E8DE0F907F4}">
      <dgm:prSet/>
      <dgm:spPr/>
      <dgm:t>
        <a:bodyPr/>
        <a:lstStyle/>
        <a:p>
          <a:endParaRPr lang="en-AU"/>
        </a:p>
      </dgm:t>
    </dgm:pt>
    <dgm:pt modelId="{7DA4F9AF-AAF1-4605-999F-DCD75106CA40}" type="pres">
      <dgm:prSet presAssocID="{240D2815-741A-4954-A6B8-67A16EB2A99A}" presName="linear" presStyleCnt="0">
        <dgm:presLayoutVars>
          <dgm:animLvl val="lvl"/>
          <dgm:resizeHandles val="exact"/>
        </dgm:presLayoutVars>
      </dgm:prSet>
      <dgm:spPr/>
    </dgm:pt>
    <dgm:pt modelId="{C00AFD0E-149B-4DCC-A6A0-0348D2BC9E0D}" type="pres">
      <dgm:prSet presAssocID="{DBE6A0CF-24B4-40F3-9391-043A6BF4D75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5DED85F-618A-49DF-AB3A-57E84E926193}" type="pres">
      <dgm:prSet presAssocID="{762F5A65-9F98-4EED-BDE1-8C22213EF611}" presName="spacer" presStyleCnt="0"/>
      <dgm:spPr/>
    </dgm:pt>
    <dgm:pt modelId="{FD6ACE97-10F2-42B3-9C1A-3A7091542381}" type="pres">
      <dgm:prSet presAssocID="{4201BB1A-FC9A-4B08-9277-246193830B7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A302EB9-14BB-4C0E-B6AA-73B9BC8FEAEF}" type="pres">
      <dgm:prSet presAssocID="{C921F68B-F0C3-470B-8045-7FADF7A03472}" presName="spacer" presStyleCnt="0"/>
      <dgm:spPr/>
    </dgm:pt>
    <dgm:pt modelId="{D4102B92-A581-412E-B396-68CC9D5FEC71}" type="pres">
      <dgm:prSet presAssocID="{14887FBD-3F4B-4625-9CB6-2F7EAF83EDA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FE8F641-B517-4767-B3C2-9FF9D0FC77E6}" type="pres">
      <dgm:prSet presAssocID="{8E8DC794-7EF9-46A5-980E-720DD0ED84AF}" presName="spacer" presStyleCnt="0"/>
      <dgm:spPr/>
    </dgm:pt>
    <dgm:pt modelId="{1EA289CD-23A3-4197-804B-3EAD50028AE5}" type="pres">
      <dgm:prSet presAssocID="{7CCD0F4B-AE8D-4585-ACA0-105D9770AFD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BF80213-A3B0-4691-A0E5-EF36CC084D55}" type="presOf" srcId="{DBE6A0CF-24B4-40F3-9391-043A6BF4D75D}" destId="{C00AFD0E-149B-4DCC-A6A0-0348D2BC9E0D}" srcOrd="0" destOrd="0" presId="urn:microsoft.com/office/officeart/2005/8/layout/vList2"/>
    <dgm:cxn modelId="{F3D02D15-A369-4DDC-AD50-4E8DE0F907F4}" srcId="{240D2815-741A-4954-A6B8-67A16EB2A99A}" destId="{7CCD0F4B-AE8D-4585-ACA0-105D9770AFD6}" srcOrd="3" destOrd="0" parTransId="{D5090B0E-0654-4C82-BC43-4B87FD599F1C}" sibTransId="{2932FCCB-272A-47ED-B348-5481A5867634}"/>
    <dgm:cxn modelId="{44C37660-AECC-423F-B536-897BCD6DFCE8}" type="presOf" srcId="{14887FBD-3F4B-4625-9CB6-2F7EAF83EDA6}" destId="{D4102B92-A581-412E-B396-68CC9D5FEC71}" srcOrd="0" destOrd="0" presId="urn:microsoft.com/office/officeart/2005/8/layout/vList2"/>
    <dgm:cxn modelId="{9D610F66-6C37-4B26-96F3-EBC7144D0268}" srcId="{240D2815-741A-4954-A6B8-67A16EB2A99A}" destId="{DBE6A0CF-24B4-40F3-9391-043A6BF4D75D}" srcOrd="0" destOrd="0" parTransId="{BE385642-3878-4DFC-9000-E976FD10EF81}" sibTransId="{762F5A65-9F98-4EED-BDE1-8C22213EF611}"/>
    <dgm:cxn modelId="{5CBC384B-E058-44C1-8C9A-8E41B6D7E57B}" type="presOf" srcId="{7CCD0F4B-AE8D-4585-ACA0-105D9770AFD6}" destId="{1EA289CD-23A3-4197-804B-3EAD50028AE5}" srcOrd="0" destOrd="0" presId="urn:microsoft.com/office/officeart/2005/8/layout/vList2"/>
    <dgm:cxn modelId="{5E3B7F4E-7431-4963-9141-0E427833E57B}" srcId="{240D2815-741A-4954-A6B8-67A16EB2A99A}" destId="{4201BB1A-FC9A-4B08-9277-246193830B73}" srcOrd="1" destOrd="0" parTransId="{A6EE10B1-60C3-452F-9254-5EE48D826A8E}" sibTransId="{C921F68B-F0C3-470B-8045-7FADF7A03472}"/>
    <dgm:cxn modelId="{47534F7A-002E-4768-BB81-428D34514376}" type="presOf" srcId="{240D2815-741A-4954-A6B8-67A16EB2A99A}" destId="{7DA4F9AF-AAF1-4605-999F-DCD75106CA40}" srcOrd="0" destOrd="0" presId="urn:microsoft.com/office/officeart/2005/8/layout/vList2"/>
    <dgm:cxn modelId="{62C54B9F-D96D-417C-B274-9973552DB423}" type="presOf" srcId="{4201BB1A-FC9A-4B08-9277-246193830B73}" destId="{FD6ACE97-10F2-42B3-9C1A-3A7091542381}" srcOrd="0" destOrd="0" presId="urn:microsoft.com/office/officeart/2005/8/layout/vList2"/>
    <dgm:cxn modelId="{95BD74B2-6F19-4AEB-AA44-C0427E47EE2B}" srcId="{240D2815-741A-4954-A6B8-67A16EB2A99A}" destId="{14887FBD-3F4B-4625-9CB6-2F7EAF83EDA6}" srcOrd="2" destOrd="0" parTransId="{35FC54BD-D09B-4BF3-BE02-23B9772F85D6}" sibTransId="{8E8DC794-7EF9-46A5-980E-720DD0ED84AF}"/>
    <dgm:cxn modelId="{381F1F81-2165-4E14-9E08-11BC6E238D61}" type="presParOf" srcId="{7DA4F9AF-AAF1-4605-999F-DCD75106CA40}" destId="{C00AFD0E-149B-4DCC-A6A0-0348D2BC9E0D}" srcOrd="0" destOrd="0" presId="urn:microsoft.com/office/officeart/2005/8/layout/vList2"/>
    <dgm:cxn modelId="{66A6A5BD-EBEE-4CCE-946A-208A1A8C4871}" type="presParOf" srcId="{7DA4F9AF-AAF1-4605-999F-DCD75106CA40}" destId="{85DED85F-618A-49DF-AB3A-57E84E926193}" srcOrd="1" destOrd="0" presId="urn:microsoft.com/office/officeart/2005/8/layout/vList2"/>
    <dgm:cxn modelId="{E3C5F2F6-4230-4E41-8293-29F237776345}" type="presParOf" srcId="{7DA4F9AF-AAF1-4605-999F-DCD75106CA40}" destId="{FD6ACE97-10F2-42B3-9C1A-3A7091542381}" srcOrd="2" destOrd="0" presId="urn:microsoft.com/office/officeart/2005/8/layout/vList2"/>
    <dgm:cxn modelId="{13DA5BAE-002C-45BD-A47F-0BCD41D60A2D}" type="presParOf" srcId="{7DA4F9AF-AAF1-4605-999F-DCD75106CA40}" destId="{FA302EB9-14BB-4C0E-B6AA-73B9BC8FEAEF}" srcOrd="3" destOrd="0" presId="urn:microsoft.com/office/officeart/2005/8/layout/vList2"/>
    <dgm:cxn modelId="{024071CB-10B3-4B41-AAAB-08F5A9035724}" type="presParOf" srcId="{7DA4F9AF-AAF1-4605-999F-DCD75106CA40}" destId="{D4102B92-A581-412E-B396-68CC9D5FEC71}" srcOrd="4" destOrd="0" presId="urn:microsoft.com/office/officeart/2005/8/layout/vList2"/>
    <dgm:cxn modelId="{218D9C41-6896-4E4A-A7DB-9B7F9C8BB6B4}" type="presParOf" srcId="{7DA4F9AF-AAF1-4605-999F-DCD75106CA40}" destId="{7FE8F641-B517-4767-B3C2-9FF9D0FC77E6}" srcOrd="5" destOrd="0" presId="urn:microsoft.com/office/officeart/2005/8/layout/vList2"/>
    <dgm:cxn modelId="{85D945D5-130C-4A96-8EEF-3318095EE0BA}" type="presParOf" srcId="{7DA4F9AF-AAF1-4605-999F-DCD75106CA40}" destId="{1EA289CD-23A3-4197-804B-3EAD50028AE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B86BBD-E9A9-4501-891F-49F9CEFBD5D9}">
      <dsp:nvSpPr>
        <dsp:cNvPr id="0" name=""/>
        <dsp:cNvSpPr/>
      </dsp:nvSpPr>
      <dsp:spPr>
        <a:xfrm>
          <a:off x="0" y="840284"/>
          <a:ext cx="5741533" cy="15512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EC252E-2BFB-418A-B2CA-6ABC7D01AAC0}">
      <dsp:nvSpPr>
        <dsp:cNvPr id="0" name=""/>
        <dsp:cNvSpPr/>
      </dsp:nvSpPr>
      <dsp:spPr>
        <a:xfrm>
          <a:off x="469266" y="1189326"/>
          <a:ext cx="853212" cy="8532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E4F122-D166-4C0B-B8A6-B0F8792609F7}">
      <dsp:nvSpPr>
        <dsp:cNvPr id="0" name=""/>
        <dsp:cNvSpPr/>
      </dsp:nvSpPr>
      <dsp:spPr>
        <a:xfrm>
          <a:off x="1791745" y="840284"/>
          <a:ext cx="3949788" cy="15512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179" tIns="164179" rIns="164179" bIns="164179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300" kern="1200"/>
            <a:t>Learning Intention: To identify what is necessary to include in your essay in order to pass</a:t>
          </a:r>
          <a:endParaRPr lang="en-US" sz="2300" kern="1200"/>
        </a:p>
      </dsp:txBody>
      <dsp:txXfrm>
        <a:off x="1791745" y="840284"/>
        <a:ext cx="3949788" cy="1551294"/>
      </dsp:txXfrm>
    </dsp:sp>
    <dsp:sp modelId="{C5990A1C-09AA-47FF-8ED6-4135B3FE4BB1}">
      <dsp:nvSpPr>
        <dsp:cNvPr id="0" name=""/>
        <dsp:cNvSpPr/>
      </dsp:nvSpPr>
      <dsp:spPr>
        <a:xfrm>
          <a:off x="0" y="2779403"/>
          <a:ext cx="5741533" cy="155129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34F312-6879-44D0-9771-2DB6346F7DEF}">
      <dsp:nvSpPr>
        <dsp:cNvPr id="0" name=""/>
        <dsp:cNvSpPr/>
      </dsp:nvSpPr>
      <dsp:spPr>
        <a:xfrm>
          <a:off x="469266" y="3128444"/>
          <a:ext cx="853212" cy="8532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FCD65D-917C-40DD-977A-685A81B6A427}">
      <dsp:nvSpPr>
        <dsp:cNvPr id="0" name=""/>
        <dsp:cNvSpPr/>
      </dsp:nvSpPr>
      <dsp:spPr>
        <a:xfrm>
          <a:off x="1791745" y="2779403"/>
          <a:ext cx="3949788" cy="15512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179" tIns="164179" rIns="164179" bIns="164179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300" kern="1200"/>
            <a:t>Success Criteria: A completed essay plan</a:t>
          </a:r>
          <a:endParaRPr lang="en-US" sz="2300" kern="1200"/>
        </a:p>
      </dsp:txBody>
      <dsp:txXfrm>
        <a:off x="1791745" y="2779403"/>
        <a:ext cx="3949788" cy="15512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9D96E8-9935-4366-A1CA-10FB03D6AB4F}">
      <dsp:nvSpPr>
        <dsp:cNvPr id="0" name=""/>
        <dsp:cNvSpPr/>
      </dsp:nvSpPr>
      <dsp:spPr>
        <a:xfrm>
          <a:off x="0" y="6560"/>
          <a:ext cx="5741533" cy="6709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43432F-737F-451A-8C0C-92BF8254CC99}">
      <dsp:nvSpPr>
        <dsp:cNvPr id="0" name=""/>
        <dsp:cNvSpPr/>
      </dsp:nvSpPr>
      <dsp:spPr>
        <a:xfrm>
          <a:off x="202959" y="157522"/>
          <a:ext cx="369378" cy="3690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CDACAC-0898-4908-A9EB-A4E52C815C46}">
      <dsp:nvSpPr>
        <dsp:cNvPr id="0" name=""/>
        <dsp:cNvSpPr/>
      </dsp:nvSpPr>
      <dsp:spPr>
        <a:xfrm>
          <a:off x="775297" y="6560"/>
          <a:ext cx="4861951" cy="8596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979" tIns="90979" rIns="90979" bIns="9097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400" kern="1200" dirty="0"/>
            <a:t>FILM and NOVEL- be specific in your distinction between them:</a:t>
          </a:r>
          <a:endParaRPr lang="en-US" sz="1400" kern="1200" dirty="0"/>
        </a:p>
      </dsp:txBody>
      <dsp:txXfrm>
        <a:off x="775297" y="6560"/>
        <a:ext cx="4861951" cy="859643"/>
      </dsp:txXfrm>
    </dsp:sp>
    <dsp:sp modelId="{18403703-88EC-4F21-B7FB-BE2EB105C1AB}">
      <dsp:nvSpPr>
        <dsp:cNvPr id="0" name=""/>
        <dsp:cNvSpPr/>
      </dsp:nvSpPr>
      <dsp:spPr>
        <a:xfrm>
          <a:off x="0" y="1081115"/>
          <a:ext cx="5741533" cy="6709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B52D28-5915-499E-8B70-5BE3F5F81995}">
      <dsp:nvSpPr>
        <dsp:cNvPr id="0" name=""/>
        <dsp:cNvSpPr/>
      </dsp:nvSpPr>
      <dsp:spPr>
        <a:xfrm>
          <a:off x="202959" y="1232077"/>
          <a:ext cx="369378" cy="3690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306607-C30D-413B-9E8E-7A3ACCF3D88E}">
      <dsp:nvSpPr>
        <dsp:cNvPr id="0" name=""/>
        <dsp:cNvSpPr/>
      </dsp:nvSpPr>
      <dsp:spPr>
        <a:xfrm>
          <a:off x="775297" y="1081115"/>
          <a:ext cx="4861951" cy="8596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979" tIns="90979" rIns="90979" bIns="9097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400" kern="1200" dirty="0"/>
            <a:t>1997 Dystopic Sci-Fi Film</a:t>
          </a:r>
          <a:endParaRPr lang="en-US" sz="1400" kern="1200" dirty="0"/>
        </a:p>
      </dsp:txBody>
      <dsp:txXfrm>
        <a:off x="775297" y="1081115"/>
        <a:ext cx="4861951" cy="859643"/>
      </dsp:txXfrm>
    </dsp:sp>
    <dsp:sp modelId="{1D201391-849D-4261-A14E-3BB2C67E2C8A}">
      <dsp:nvSpPr>
        <dsp:cNvPr id="0" name=""/>
        <dsp:cNvSpPr/>
      </dsp:nvSpPr>
      <dsp:spPr>
        <a:xfrm>
          <a:off x="0" y="2155669"/>
          <a:ext cx="5741533" cy="6709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1647FE-BADE-4B2F-9F8C-8B50CC71232E}">
      <dsp:nvSpPr>
        <dsp:cNvPr id="0" name=""/>
        <dsp:cNvSpPr/>
      </dsp:nvSpPr>
      <dsp:spPr>
        <a:xfrm>
          <a:off x="202959" y="2306631"/>
          <a:ext cx="369378" cy="36901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C9ED4D-98B1-43C3-9C4C-60372A9C9C92}">
      <dsp:nvSpPr>
        <dsp:cNvPr id="0" name=""/>
        <dsp:cNvSpPr/>
      </dsp:nvSpPr>
      <dsp:spPr>
        <a:xfrm>
          <a:off x="775297" y="2155669"/>
          <a:ext cx="4861951" cy="8596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979" tIns="90979" rIns="90979" bIns="90979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400" kern="1200" dirty="0">
              <a:latin typeface="Calibri Light" panose="020F0302020204030204"/>
            </a:rPr>
            <a:t>2013 </a:t>
          </a:r>
          <a:r>
            <a:rPr lang="en-AU" sz="1400" kern="1200" dirty="0"/>
            <a:t>Novel</a:t>
          </a:r>
          <a:r>
            <a:rPr lang="en-AU" sz="1400" kern="1200" dirty="0">
              <a:latin typeface="Calibri Light" panose="020F0302020204030204"/>
            </a:rPr>
            <a:t> </a:t>
          </a:r>
          <a:endParaRPr lang="en-US" sz="1400" kern="1200" dirty="0"/>
        </a:p>
      </dsp:txBody>
      <dsp:txXfrm>
        <a:off x="775297" y="2155669"/>
        <a:ext cx="4861951" cy="859643"/>
      </dsp:txXfrm>
    </dsp:sp>
    <dsp:sp modelId="{FF48C7F9-EBB3-4E6C-ADE6-09C2B902102F}">
      <dsp:nvSpPr>
        <dsp:cNvPr id="0" name=""/>
        <dsp:cNvSpPr/>
      </dsp:nvSpPr>
      <dsp:spPr>
        <a:xfrm>
          <a:off x="0" y="3230224"/>
          <a:ext cx="5741533" cy="6709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67D14A-17F4-457A-8EF7-7C9E9C20582D}">
      <dsp:nvSpPr>
        <dsp:cNvPr id="0" name=""/>
        <dsp:cNvSpPr/>
      </dsp:nvSpPr>
      <dsp:spPr>
        <a:xfrm>
          <a:off x="202959" y="3381185"/>
          <a:ext cx="369378" cy="36901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B9CB88-221A-4DA2-BD6E-CF832C8B3796}">
      <dsp:nvSpPr>
        <dsp:cNvPr id="0" name=""/>
        <dsp:cNvSpPr/>
      </dsp:nvSpPr>
      <dsp:spPr>
        <a:xfrm>
          <a:off x="775297" y="3230224"/>
          <a:ext cx="4861951" cy="8596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979" tIns="90979" rIns="90979" bIns="9097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400" kern="1200" dirty="0"/>
            <a:t>Similar IDEAS</a:t>
          </a:r>
          <a:endParaRPr lang="en-US" sz="1400" kern="1200" dirty="0"/>
        </a:p>
      </dsp:txBody>
      <dsp:txXfrm>
        <a:off x="775297" y="3230224"/>
        <a:ext cx="4861951" cy="859643"/>
      </dsp:txXfrm>
    </dsp:sp>
    <dsp:sp modelId="{944607D4-697E-4BB3-A1D6-9378796FF0A7}">
      <dsp:nvSpPr>
        <dsp:cNvPr id="0" name=""/>
        <dsp:cNvSpPr/>
      </dsp:nvSpPr>
      <dsp:spPr>
        <a:xfrm>
          <a:off x="0" y="4304778"/>
          <a:ext cx="5741533" cy="6709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72C7AB-D605-4606-B41E-A0B225649919}">
      <dsp:nvSpPr>
        <dsp:cNvPr id="0" name=""/>
        <dsp:cNvSpPr/>
      </dsp:nvSpPr>
      <dsp:spPr>
        <a:xfrm>
          <a:off x="203158" y="4455740"/>
          <a:ext cx="369378" cy="36901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0408CE-EBEA-4CEB-B920-9AF46FCBEC70}">
      <dsp:nvSpPr>
        <dsp:cNvPr id="0" name=""/>
        <dsp:cNvSpPr/>
      </dsp:nvSpPr>
      <dsp:spPr>
        <a:xfrm>
          <a:off x="775694" y="4304778"/>
          <a:ext cx="4747675" cy="8596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979" tIns="90979" rIns="90979" bIns="9097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400" kern="1200" dirty="0"/>
            <a:t>DIFFERENT CONVENTIONS! </a:t>
          </a:r>
          <a:br>
            <a:rPr lang="en-AU" sz="1400" kern="1200" dirty="0"/>
          </a:br>
          <a:r>
            <a:rPr lang="en-AU" sz="1400" kern="1200" dirty="0"/>
            <a:t>Mention this explicitly. </a:t>
          </a:r>
          <a:r>
            <a:rPr lang="en-AU" sz="1400" i="1" kern="1200" dirty="0"/>
            <a:t>“The feature film conventions that have been used are…”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400" i="1" kern="1200" dirty="0"/>
            <a:t>“The </a:t>
          </a:r>
          <a:r>
            <a:rPr lang="en-AU" sz="1400" i="1" kern="1200" dirty="0">
              <a:latin typeface="Calibri Light" panose="020F0302020204030204"/>
            </a:rPr>
            <a:t>narrative</a:t>
          </a:r>
          <a:r>
            <a:rPr lang="en-AU" sz="1400" i="1" kern="1200" dirty="0"/>
            <a:t> conventions that have been used are…”</a:t>
          </a:r>
          <a:endParaRPr lang="en-US" sz="1400" i="1" kern="1200" dirty="0"/>
        </a:p>
      </dsp:txBody>
      <dsp:txXfrm>
        <a:off x="775694" y="4304778"/>
        <a:ext cx="4747675" cy="8596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B9EAD2-7B34-49FE-8E95-9B988CF219AF}">
      <dsp:nvSpPr>
        <dsp:cNvPr id="0" name=""/>
        <dsp:cNvSpPr/>
      </dsp:nvSpPr>
      <dsp:spPr>
        <a:xfrm>
          <a:off x="0" y="6560"/>
          <a:ext cx="5741533" cy="67094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F2D2F9-5CF5-4C7E-8B4E-AFFF83A2F0BA}">
      <dsp:nvSpPr>
        <dsp:cNvPr id="0" name=""/>
        <dsp:cNvSpPr/>
      </dsp:nvSpPr>
      <dsp:spPr>
        <a:xfrm>
          <a:off x="202959" y="157522"/>
          <a:ext cx="369378" cy="3690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5AD782-A50C-4DFB-92C8-4237DDA00F20}">
      <dsp:nvSpPr>
        <dsp:cNvPr id="0" name=""/>
        <dsp:cNvSpPr/>
      </dsp:nvSpPr>
      <dsp:spPr>
        <a:xfrm>
          <a:off x="775297" y="6560"/>
          <a:ext cx="4861951" cy="8596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979" tIns="90979" rIns="90979" bIns="9097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400" kern="1200" dirty="0"/>
            <a:t>Topic Sentence: Establish idea and how both texts construct this using different conventions</a:t>
          </a:r>
          <a:endParaRPr lang="en-US" sz="1400" kern="1200" dirty="0"/>
        </a:p>
      </dsp:txBody>
      <dsp:txXfrm>
        <a:off x="775297" y="6560"/>
        <a:ext cx="4861951" cy="859643"/>
      </dsp:txXfrm>
    </dsp:sp>
    <dsp:sp modelId="{D3376FC7-D6DC-46AF-A167-E67FB28C9C7A}">
      <dsp:nvSpPr>
        <dsp:cNvPr id="0" name=""/>
        <dsp:cNvSpPr/>
      </dsp:nvSpPr>
      <dsp:spPr>
        <a:xfrm>
          <a:off x="0" y="1081115"/>
          <a:ext cx="5741533" cy="67094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43DA6F-2ABE-47F8-99CA-C5129BC9CAD5}">
      <dsp:nvSpPr>
        <dsp:cNvPr id="0" name=""/>
        <dsp:cNvSpPr/>
      </dsp:nvSpPr>
      <dsp:spPr>
        <a:xfrm>
          <a:off x="202959" y="1232077"/>
          <a:ext cx="369378" cy="3690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0035EA-84F4-48F7-B7D5-4A76AA8ABAE3}">
      <dsp:nvSpPr>
        <dsp:cNvPr id="0" name=""/>
        <dsp:cNvSpPr/>
      </dsp:nvSpPr>
      <dsp:spPr>
        <a:xfrm>
          <a:off x="775297" y="1081115"/>
          <a:ext cx="4861951" cy="8596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979" tIns="90979" rIns="90979" bIns="90979" numCol="1" spcCol="1270" anchor="ctr" anchorCtr="0">
          <a:noAutofit/>
        </a:bodyPr>
        <a:lstStyle/>
        <a:p>
          <a:pPr marL="0" lvl="0" indent="0" algn="l" defTabSz="6223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400" kern="1200" dirty="0"/>
            <a:t>Evidence: 2</a:t>
          </a:r>
          <a:r>
            <a:rPr lang="en-AU" sz="1400" kern="1200" dirty="0">
              <a:latin typeface="Calibri Light" panose="020F0302020204030204"/>
            </a:rPr>
            <a:t> </a:t>
          </a:r>
          <a:r>
            <a:rPr lang="en-AU" sz="1400" kern="1200" dirty="0"/>
            <a:t> and 2. </a:t>
          </a:r>
          <a:br>
            <a:rPr lang="en-AU" sz="1400" kern="1200" dirty="0"/>
          </a:br>
          <a:r>
            <a:rPr lang="en-AU" sz="1400" kern="1200" dirty="0"/>
            <a:t>You need to discuss BOTH TEXTS! However, remember that your evidence doesn’t have to be lengthy quotes that result in you writing 2-3 sentences PER evidence piece.</a:t>
          </a:r>
          <a:r>
            <a:rPr lang="en-AU" sz="1400" kern="1200" dirty="0">
              <a:latin typeface="Calibri Light" panose="020F0302020204030204"/>
            </a:rPr>
            <a:t> </a:t>
          </a:r>
          <a:endParaRPr lang="en-US" sz="1400" kern="1200" dirty="0"/>
        </a:p>
      </dsp:txBody>
      <dsp:txXfrm>
        <a:off x="775297" y="1081115"/>
        <a:ext cx="4861951" cy="859643"/>
      </dsp:txXfrm>
    </dsp:sp>
    <dsp:sp modelId="{FEF09930-42A5-4478-A803-85EF42E39E07}">
      <dsp:nvSpPr>
        <dsp:cNvPr id="0" name=""/>
        <dsp:cNvSpPr/>
      </dsp:nvSpPr>
      <dsp:spPr>
        <a:xfrm>
          <a:off x="0" y="2155669"/>
          <a:ext cx="5741533" cy="67094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0B724B-0DAF-483A-A8E5-A99D7C2718CA}">
      <dsp:nvSpPr>
        <dsp:cNvPr id="0" name=""/>
        <dsp:cNvSpPr/>
      </dsp:nvSpPr>
      <dsp:spPr>
        <a:xfrm>
          <a:off x="202959" y="2306631"/>
          <a:ext cx="369378" cy="36901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17B531-D30E-4849-A66F-EC3293722F75}">
      <dsp:nvSpPr>
        <dsp:cNvPr id="0" name=""/>
        <dsp:cNvSpPr/>
      </dsp:nvSpPr>
      <dsp:spPr>
        <a:xfrm>
          <a:off x="775297" y="2155669"/>
          <a:ext cx="4861951" cy="8596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979" tIns="90979" rIns="90979" bIns="90979" numCol="1" spcCol="1270" anchor="ctr" anchorCtr="0">
          <a:noAutofit/>
        </a:bodyPr>
        <a:lstStyle/>
        <a:p>
          <a:pPr marL="0" lvl="0" indent="0" algn="l" defTabSz="6223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400" kern="1200" dirty="0"/>
            <a:t>As long as you are demonstrating the analysis</a:t>
          </a:r>
          <a:r>
            <a:rPr lang="en-AU" sz="1400" kern="1200" dirty="0">
              <a:latin typeface="Calibri Light" panose="020F0302020204030204"/>
            </a:rPr>
            <a:t> of</a:t>
          </a:r>
          <a:r>
            <a:rPr lang="en-AU" sz="1400" kern="1200" dirty="0"/>
            <a:t> DIFFERENT </a:t>
          </a:r>
          <a:r>
            <a:rPr lang="en-AU" sz="1400" kern="1200" dirty="0">
              <a:latin typeface="Calibri Light" panose="020F0302020204030204"/>
            </a:rPr>
            <a:t>conventions</a:t>
          </a:r>
          <a:endParaRPr lang="en-US" sz="1400" kern="1200" dirty="0"/>
        </a:p>
      </dsp:txBody>
      <dsp:txXfrm>
        <a:off x="775297" y="2155669"/>
        <a:ext cx="4861951" cy="859643"/>
      </dsp:txXfrm>
    </dsp:sp>
    <dsp:sp modelId="{5FDF7B71-4665-4B70-925F-A3295E92C1AA}">
      <dsp:nvSpPr>
        <dsp:cNvPr id="0" name=""/>
        <dsp:cNvSpPr/>
      </dsp:nvSpPr>
      <dsp:spPr>
        <a:xfrm>
          <a:off x="0" y="3230224"/>
          <a:ext cx="5741533" cy="6709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D2B654-78B6-40CC-BBE3-2B1A30CA1E57}">
      <dsp:nvSpPr>
        <dsp:cNvPr id="0" name=""/>
        <dsp:cNvSpPr/>
      </dsp:nvSpPr>
      <dsp:spPr>
        <a:xfrm>
          <a:off x="202959" y="3381185"/>
          <a:ext cx="369378" cy="36901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3C5231-52FB-47A9-BE9F-B807EAA1161D}">
      <dsp:nvSpPr>
        <dsp:cNvPr id="0" name=""/>
        <dsp:cNvSpPr/>
      </dsp:nvSpPr>
      <dsp:spPr>
        <a:xfrm>
          <a:off x="775297" y="3230224"/>
          <a:ext cx="4861951" cy="8596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979" tIns="90979" rIns="90979" bIns="9097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400" kern="1200" dirty="0"/>
            <a:t>This means a 3 and 1 ratio could potentially work fine, just check your evidence!</a:t>
          </a:r>
          <a:endParaRPr lang="en-US" sz="1400" kern="1200" dirty="0"/>
        </a:p>
      </dsp:txBody>
      <dsp:txXfrm>
        <a:off x="775297" y="3230224"/>
        <a:ext cx="4861951" cy="859643"/>
      </dsp:txXfrm>
    </dsp:sp>
    <dsp:sp modelId="{F0DD4010-6316-43BF-8BF3-FDCABCE2C9FB}">
      <dsp:nvSpPr>
        <dsp:cNvPr id="0" name=""/>
        <dsp:cNvSpPr/>
      </dsp:nvSpPr>
      <dsp:spPr>
        <a:xfrm>
          <a:off x="0" y="4304778"/>
          <a:ext cx="5741533" cy="67094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1EAEFD-78B8-49CA-B71D-36B7400419F9}">
      <dsp:nvSpPr>
        <dsp:cNvPr id="0" name=""/>
        <dsp:cNvSpPr/>
      </dsp:nvSpPr>
      <dsp:spPr>
        <a:xfrm>
          <a:off x="202959" y="4455740"/>
          <a:ext cx="369378" cy="36901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35C5C2-F200-4478-A0F0-F7FF2F24B4D1}">
      <dsp:nvSpPr>
        <dsp:cNvPr id="0" name=""/>
        <dsp:cNvSpPr/>
      </dsp:nvSpPr>
      <dsp:spPr>
        <a:xfrm>
          <a:off x="775297" y="4304778"/>
          <a:ext cx="4861951" cy="8596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979" tIns="90979" rIns="90979" bIns="9097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Choose a scene from Gattaca rather than collecting separate pieces of evidence PER convention. </a:t>
          </a:r>
        </a:p>
      </dsp:txBody>
      <dsp:txXfrm>
        <a:off x="775297" y="4304778"/>
        <a:ext cx="4861951" cy="85964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3B3ED8-8E76-4CC1-B680-7AF123C7131D}">
      <dsp:nvSpPr>
        <dsp:cNvPr id="0" name=""/>
        <dsp:cNvSpPr/>
      </dsp:nvSpPr>
      <dsp:spPr>
        <a:xfrm>
          <a:off x="0" y="12093"/>
          <a:ext cx="10131425" cy="1432080"/>
        </a:xfrm>
        <a:prstGeom prst="roundRect">
          <a:avLst/>
        </a:prstGeom>
        <a:solidFill>
          <a:schemeClr val="accent5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3600" kern="1200"/>
            <a:t>Some of you may have already done this…but a quick draft for revision can’t hurt!</a:t>
          </a:r>
        </a:p>
      </dsp:txBody>
      <dsp:txXfrm>
        <a:off x="69908" y="82001"/>
        <a:ext cx="9991609" cy="129226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8AC98F-2E61-4AF0-BD9A-15108F7EF8BF}">
      <dsp:nvSpPr>
        <dsp:cNvPr id="0" name=""/>
        <dsp:cNvSpPr/>
      </dsp:nvSpPr>
      <dsp:spPr>
        <a:xfrm>
          <a:off x="0" y="46706"/>
          <a:ext cx="4995334" cy="81549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3400" u="sng" kern="1200" dirty="0"/>
            <a:t>Introduction</a:t>
          </a:r>
        </a:p>
      </dsp:txBody>
      <dsp:txXfrm>
        <a:off x="39809" y="86515"/>
        <a:ext cx="4915716" cy="735872"/>
      </dsp:txXfrm>
    </dsp:sp>
    <dsp:sp modelId="{C7620AA4-516E-45EC-A303-3AD4E3CCCC8E}">
      <dsp:nvSpPr>
        <dsp:cNvPr id="0" name=""/>
        <dsp:cNvSpPr/>
      </dsp:nvSpPr>
      <dsp:spPr>
        <a:xfrm>
          <a:off x="0" y="960117"/>
          <a:ext cx="4995334" cy="815490"/>
        </a:xfrm>
        <a:prstGeom prst="roundRect">
          <a:avLst/>
        </a:prstGeom>
        <a:solidFill>
          <a:schemeClr val="accent3">
            <a:hueOff val="984742"/>
            <a:satOff val="-4713"/>
            <a:lumOff val="2615"/>
            <a:alphaOff val="0"/>
          </a:schemeClr>
        </a:soli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3400" kern="1200"/>
            <a:t>General Statement</a:t>
          </a:r>
        </a:p>
      </dsp:txBody>
      <dsp:txXfrm>
        <a:off x="39809" y="999926"/>
        <a:ext cx="4915716" cy="735872"/>
      </dsp:txXfrm>
    </dsp:sp>
    <dsp:sp modelId="{CCD33BE9-C60E-4F2D-B6CD-CE02C2803B57}">
      <dsp:nvSpPr>
        <dsp:cNvPr id="0" name=""/>
        <dsp:cNvSpPr/>
      </dsp:nvSpPr>
      <dsp:spPr>
        <a:xfrm>
          <a:off x="0" y="1873527"/>
          <a:ext cx="4995334" cy="815490"/>
        </a:xfrm>
        <a:prstGeom prst="roundRect">
          <a:avLst/>
        </a:prstGeom>
        <a:solidFill>
          <a:schemeClr val="accent3">
            <a:hueOff val="1969485"/>
            <a:satOff val="-9425"/>
            <a:lumOff val="5229"/>
            <a:alphaOff val="0"/>
          </a:schemeClr>
        </a:soli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3400" kern="1200"/>
            <a:t>Signposting Sentences</a:t>
          </a:r>
        </a:p>
      </dsp:txBody>
      <dsp:txXfrm>
        <a:off x="39809" y="1913336"/>
        <a:ext cx="4915716" cy="735872"/>
      </dsp:txXfrm>
    </dsp:sp>
    <dsp:sp modelId="{8B895937-4075-44FF-88DD-E2089E647D24}">
      <dsp:nvSpPr>
        <dsp:cNvPr id="0" name=""/>
        <dsp:cNvSpPr/>
      </dsp:nvSpPr>
      <dsp:spPr>
        <a:xfrm>
          <a:off x="0" y="2786937"/>
          <a:ext cx="4995334" cy="815490"/>
        </a:xfrm>
        <a:prstGeom prst="roundRect">
          <a:avLst/>
        </a:prstGeom>
        <a:solidFill>
          <a:schemeClr val="accent3">
            <a:hueOff val="2954227"/>
            <a:satOff val="-14138"/>
            <a:lumOff val="7844"/>
            <a:alphaOff val="0"/>
          </a:schemeClr>
        </a:soli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3400" kern="1200"/>
            <a:t>Thesis Statement </a:t>
          </a:r>
        </a:p>
      </dsp:txBody>
      <dsp:txXfrm>
        <a:off x="39809" y="2826746"/>
        <a:ext cx="4915716" cy="73587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0AFD0E-149B-4DCC-A6A0-0348D2BC9E0D}">
      <dsp:nvSpPr>
        <dsp:cNvPr id="0" name=""/>
        <dsp:cNvSpPr/>
      </dsp:nvSpPr>
      <dsp:spPr>
        <a:xfrm>
          <a:off x="0" y="46706"/>
          <a:ext cx="4995332" cy="8154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3400" u="sng" kern="1200" dirty="0"/>
            <a:t>Body Paragraphs</a:t>
          </a:r>
        </a:p>
      </dsp:txBody>
      <dsp:txXfrm>
        <a:off x="39809" y="86515"/>
        <a:ext cx="4915714" cy="735872"/>
      </dsp:txXfrm>
    </dsp:sp>
    <dsp:sp modelId="{FD6ACE97-10F2-42B3-9C1A-3A7091542381}">
      <dsp:nvSpPr>
        <dsp:cNvPr id="0" name=""/>
        <dsp:cNvSpPr/>
      </dsp:nvSpPr>
      <dsp:spPr>
        <a:xfrm>
          <a:off x="0" y="960116"/>
          <a:ext cx="4995332" cy="815490"/>
        </a:xfrm>
        <a:prstGeom prst="roundRect">
          <a:avLst/>
        </a:prstGeom>
        <a:solidFill>
          <a:schemeClr val="accent2">
            <a:hueOff val="537861"/>
            <a:satOff val="-285"/>
            <a:lumOff val="1895"/>
            <a:alphaOff val="0"/>
          </a:schemeClr>
        </a:soli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3400" kern="1200"/>
            <a:t>Topic Sentence</a:t>
          </a:r>
        </a:p>
      </dsp:txBody>
      <dsp:txXfrm>
        <a:off x="39809" y="999925"/>
        <a:ext cx="4915714" cy="735872"/>
      </dsp:txXfrm>
    </dsp:sp>
    <dsp:sp modelId="{D4102B92-A581-412E-B396-68CC9D5FEC71}">
      <dsp:nvSpPr>
        <dsp:cNvPr id="0" name=""/>
        <dsp:cNvSpPr/>
      </dsp:nvSpPr>
      <dsp:spPr>
        <a:xfrm>
          <a:off x="0" y="1873526"/>
          <a:ext cx="4995332" cy="815490"/>
        </a:xfrm>
        <a:prstGeom prst="roundRect">
          <a:avLst/>
        </a:prstGeom>
        <a:solidFill>
          <a:schemeClr val="accent2">
            <a:hueOff val="1075723"/>
            <a:satOff val="-571"/>
            <a:lumOff val="3790"/>
            <a:alphaOff val="0"/>
          </a:schemeClr>
        </a:soli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3400" kern="1200" dirty="0"/>
            <a:t>Evidence x 4</a:t>
          </a:r>
        </a:p>
      </dsp:txBody>
      <dsp:txXfrm>
        <a:off x="39809" y="1913335"/>
        <a:ext cx="4915714" cy="735872"/>
      </dsp:txXfrm>
    </dsp:sp>
    <dsp:sp modelId="{1EA289CD-23A3-4197-804B-3EAD50028AE5}">
      <dsp:nvSpPr>
        <dsp:cNvPr id="0" name=""/>
        <dsp:cNvSpPr/>
      </dsp:nvSpPr>
      <dsp:spPr>
        <a:xfrm>
          <a:off x="0" y="2786936"/>
          <a:ext cx="4995332" cy="815490"/>
        </a:xfrm>
        <a:prstGeom prst="roundRect">
          <a:avLst/>
        </a:prstGeom>
        <a:solidFill>
          <a:schemeClr val="accent2">
            <a:hueOff val="1613584"/>
            <a:satOff val="-856"/>
            <a:lumOff val="5685"/>
            <a:alphaOff val="0"/>
          </a:schemeClr>
        </a:soli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3400" kern="1200" dirty="0"/>
            <a:t>Convention</a:t>
          </a:r>
        </a:p>
      </dsp:txBody>
      <dsp:txXfrm>
        <a:off x="39809" y="2826745"/>
        <a:ext cx="4915714" cy="7358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8/4/2021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8/4/2021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8/4/2021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8/4/2021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8/4/2021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13" Type="http://schemas.openxmlformats.org/officeDocument/2006/relationships/diagramLayout" Target="../diagrams/layout6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12" Type="http://schemas.openxmlformats.org/officeDocument/2006/relationships/diagramData" Target="../diagrams/data6.xml"/><Relationship Id="rId2" Type="http://schemas.openxmlformats.org/officeDocument/2006/relationships/diagramData" Target="../diagrams/data4.xml"/><Relationship Id="rId16" Type="http://schemas.microsoft.com/office/2007/relationships/diagramDrawing" Target="../diagrams/drawing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5" Type="http://schemas.openxmlformats.org/officeDocument/2006/relationships/diagramColors" Target="../diagrams/colors6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Relationship Id="rId1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AF171-3C47-45D7-B67F-D0CA2A1BFC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3C0439-70F9-4115-B446-E4FA58C637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1871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36B79D2-F4BA-4899-BA25-830448780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375D69-051B-4FE1-9777-FDED16461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716C45A-0274-4DA9-B3A0-39DE61A77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F0F5DB-E454-4006-B317-3404389C5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7" y="531278"/>
            <a:ext cx="3211517" cy="5292579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</a:rPr>
              <a:t>COMPARATIVE ESSAY STRUCTURE</a:t>
            </a:r>
            <a:br>
              <a:rPr lang="en-AU">
                <a:solidFill>
                  <a:srgbClr val="FFFFFF"/>
                </a:solidFill>
              </a:rPr>
            </a:br>
            <a:endParaRPr lang="en-AU">
              <a:solidFill>
                <a:srgbClr val="FFFFFF"/>
              </a:solidFill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26C43BA1-F91D-413B-9D47-D0B3B1788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4422108" y="0"/>
            <a:ext cx="7769892" cy="6858000"/>
          </a:xfrm>
          <a:custGeom>
            <a:avLst/>
            <a:gdLst>
              <a:gd name="connsiteX0" fmla="*/ 1779516 w 7769892"/>
              <a:gd name="connsiteY0" fmla="*/ 0 h 6837536"/>
              <a:gd name="connsiteX1" fmla="*/ 6454848 w 7769892"/>
              <a:gd name="connsiteY1" fmla="*/ 0 h 6837536"/>
              <a:gd name="connsiteX2" fmla="*/ 6511730 w 7769892"/>
              <a:gd name="connsiteY2" fmla="*/ 37905 h 6837536"/>
              <a:gd name="connsiteX3" fmla="*/ 7769892 w 7769892"/>
              <a:gd name="connsiteY3" fmla="*/ 1486041 h 6837536"/>
              <a:gd name="connsiteX4" fmla="*/ 7769892 w 7769892"/>
              <a:gd name="connsiteY4" fmla="*/ 5281056 h 6837536"/>
              <a:gd name="connsiteX5" fmla="*/ 6353475 w 7769892"/>
              <a:gd name="connsiteY5" fmla="*/ 6837536 h 6837536"/>
              <a:gd name="connsiteX6" fmla="*/ 1882727 w 7769892"/>
              <a:gd name="connsiteY6" fmla="*/ 6837536 h 6837536"/>
              <a:gd name="connsiteX7" fmla="*/ 0 w 7769892"/>
              <a:gd name="connsiteY7" fmla="*/ 3386463 h 6837536"/>
              <a:gd name="connsiteX8" fmla="*/ 1655292 w 7769892"/>
              <a:gd name="connsiteY8" fmla="*/ 88307 h 6837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769892" h="6837536">
                <a:moveTo>
                  <a:pt x="1779516" y="0"/>
                </a:moveTo>
                <a:lnTo>
                  <a:pt x="6454848" y="0"/>
                </a:lnTo>
                <a:lnTo>
                  <a:pt x="6511730" y="37905"/>
                </a:lnTo>
                <a:cubicBezTo>
                  <a:pt x="7036410" y="413592"/>
                  <a:pt x="7468976" y="909648"/>
                  <a:pt x="7769892" y="1486041"/>
                </a:cubicBezTo>
                <a:cubicBezTo>
                  <a:pt x="7769892" y="1486041"/>
                  <a:pt x="7769892" y="1486041"/>
                  <a:pt x="7769892" y="5281056"/>
                </a:cubicBezTo>
                <a:cubicBezTo>
                  <a:pt x="7437646" y="5916473"/>
                  <a:pt x="6953850" y="6452788"/>
                  <a:pt x="6353475" y="6837536"/>
                </a:cubicBezTo>
                <a:cubicBezTo>
                  <a:pt x="6353475" y="6837536"/>
                  <a:pt x="6353475" y="6837536"/>
                  <a:pt x="1882727" y="6837536"/>
                </a:cubicBezTo>
                <a:cubicBezTo>
                  <a:pt x="751925" y="6103017"/>
                  <a:pt x="0" y="4832183"/>
                  <a:pt x="0" y="3386463"/>
                </a:cubicBezTo>
                <a:cubicBezTo>
                  <a:pt x="0" y="2036566"/>
                  <a:pt x="651406" y="838748"/>
                  <a:pt x="1655292" y="88307"/>
                </a:cubicBezTo>
                <a:close/>
              </a:path>
            </a:pathLst>
          </a:custGeom>
          <a:ln w="50800" cap="sq" cmpd="dbl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wrap="square" lIns="91440" tIns="45720" rIns="91440" bIns="45720" rtlCol="0" anchor="t">
            <a:no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E2BA849-563F-4673-8CF4-903FD9AA46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4651571"/>
              </p:ext>
            </p:extLst>
          </p:nvPr>
        </p:nvGraphicFramePr>
        <p:xfrm>
          <a:off x="5617029" y="793820"/>
          <a:ext cx="5741534" cy="5170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667875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36B79D2-F4BA-4899-BA25-830448780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375D69-051B-4FE1-9777-FDED16461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716C45A-0274-4DA9-B3A0-39DE61A77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2CF06D-0F50-426E-A2F3-C3CB7492A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7" y="531278"/>
            <a:ext cx="3211517" cy="5292579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</a:rPr>
              <a:t>Introduction</a:t>
            </a: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26C43BA1-F91D-413B-9D47-D0B3B1788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4422108" y="0"/>
            <a:ext cx="7769892" cy="6858000"/>
          </a:xfrm>
          <a:custGeom>
            <a:avLst/>
            <a:gdLst>
              <a:gd name="connsiteX0" fmla="*/ 1779516 w 7769892"/>
              <a:gd name="connsiteY0" fmla="*/ 0 h 6837536"/>
              <a:gd name="connsiteX1" fmla="*/ 6454848 w 7769892"/>
              <a:gd name="connsiteY1" fmla="*/ 0 h 6837536"/>
              <a:gd name="connsiteX2" fmla="*/ 6511730 w 7769892"/>
              <a:gd name="connsiteY2" fmla="*/ 37905 h 6837536"/>
              <a:gd name="connsiteX3" fmla="*/ 7769892 w 7769892"/>
              <a:gd name="connsiteY3" fmla="*/ 1486041 h 6837536"/>
              <a:gd name="connsiteX4" fmla="*/ 7769892 w 7769892"/>
              <a:gd name="connsiteY4" fmla="*/ 5281056 h 6837536"/>
              <a:gd name="connsiteX5" fmla="*/ 6353475 w 7769892"/>
              <a:gd name="connsiteY5" fmla="*/ 6837536 h 6837536"/>
              <a:gd name="connsiteX6" fmla="*/ 1882727 w 7769892"/>
              <a:gd name="connsiteY6" fmla="*/ 6837536 h 6837536"/>
              <a:gd name="connsiteX7" fmla="*/ 0 w 7769892"/>
              <a:gd name="connsiteY7" fmla="*/ 3386463 h 6837536"/>
              <a:gd name="connsiteX8" fmla="*/ 1655292 w 7769892"/>
              <a:gd name="connsiteY8" fmla="*/ 88307 h 6837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769892" h="6837536">
                <a:moveTo>
                  <a:pt x="1779516" y="0"/>
                </a:moveTo>
                <a:lnTo>
                  <a:pt x="6454848" y="0"/>
                </a:lnTo>
                <a:lnTo>
                  <a:pt x="6511730" y="37905"/>
                </a:lnTo>
                <a:cubicBezTo>
                  <a:pt x="7036410" y="413592"/>
                  <a:pt x="7468976" y="909648"/>
                  <a:pt x="7769892" y="1486041"/>
                </a:cubicBezTo>
                <a:cubicBezTo>
                  <a:pt x="7769892" y="1486041"/>
                  <a:pt x="7769892" y="1486041"/>
                  <a:pt x="7769892" y="5281056"/>
                </a:cubicBezTo>
                <a:cubicBezTo>
                  <a:pt x="7437646" y="5916473"/>
                  <a:pt x="6953850" y="6452788"/>
                  <a:pt x="6353475" y="6837536"/>
                </a:cubicBezTo>
                <a:cubicBezTo>
                  <a:pt x="6353475" y="6837536"/>
                  <a:pt x="6353475" y="6837536"/>
                  <a:pt x="1882727" y="6837536"/>
                </a:cubicBezTo>
                <a:cubicBezTo>
                  <a:pt x="751925" y="6103017"/>
                  <a:pt x="0" y="4832183"/>
                  <a:pt x="0" y="3386463"/>
                </a:cubicBezTo>
                <a:cubicBezTo>
                  <a:pt x="0" y="2036566"/>
                  <a:pt x="651406" y="838748"/>
                  <a:pt x="1655292" y="88307"/>
                </a:cubicBezTo>
                <a:close/>
              </a:path>
            </a:pathLst>
          </a:custGeom>
          <a:ln w="50800" cap="sq" cmpd="dbl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wrap="square" lIns="91440" tIns="45720" rIns="91440" bIns="45720" rtlCol="0" anchor="t">
            <a:no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ED6BDF-D84E-4BA8-93F6-B06409E0BE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4527543"/>
              </p:ext>
            </p:extLst>
          </p:nvPr>
        </p:nvGraphicFramePr>
        <p:xfrm>
          <a:off x="5617029" y="793820"/>
          <a:ext cx="5741534" cy="5170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047172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36B79D2-F4BA-4899-BA25-830448780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375D69-051B-4FE1-9777-FDED16461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716C45A-0274-4DA9-B3A0-39DE61A77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7B9473-3243-4265-A4BE-53F048C9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7" y="531278"/>
            <a:ext cx="3211517" cy="5292579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</a:rPr>
              <a:t>BODY PARAGRAPHS</a:t>
            </a: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26C43BA1-F91D-413B-9D47-D0B3B1788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4422108" y="0"/>
            <a:ext cx="7769892" cy="6858000"/>
          </a:xfrm>
          <a:custGeom>
            <a:avLst/>
            <a:gdLst>
              <a:gd name="connsiteX0" fmla="*/ 1779516 w 7769892"/>
              <a:gd name="connsiteY0" fmla="*/ 0 h 6837536"/>
              <a:gd name="connsiteX1" fmla="*/ 6454848 w 7769892"/>
              <a:gd name="connsiteY1" fmla="*/ 0 h 6837536"/>
              <a:gd name="connsiteX2" fmla="*/ 6511730 w 7769892"/>
              <a:gd name="connsiteY2" fmla="*/ 37905 h 6837536"/>
              <a:gd name="connsiteX3" fmla="*/ 7769892 w 7769892"/>
              <a:gd name="connsiteY3" fmla="*/ 1486041 h 6837536"/>
              <a:gd name="connsiteX4" fmla="*/ 7769892 w 7769892"/>
              <a:gd name="connsiteY4" fmla="*/ 5281056 h 6837536"/>
              <a:gd name="connsiteX5" fmla="*/ 6353475 w 7769892"/>
              <a:gd name="connsiteY5" fmla="*/ 6837536 h 6837536"/>
              <a:gd name="connsiteX6" fmla="*/ 1882727 w 7769892"/>
              <a:gd name="connsiteY6" fmla="*/ 6837536 h 6837536"/>
              <a:gd name="connsiteX7" fmla="*/ 0 w 7769892"/>
              <a:gd name="connsiteY7" fmla="*/ 3386463 h 6837536"/>
              <a:gd name="connsiteX8" fmla="*/ 1655292 w 7769892"/>
              <a:gd name="connsiteY8" fmla="*/ 88307 h 6837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769892" h="6837536">
                <a:moveTo>
                  <a:pt x="1779516" y="0"/>
                </a:moveTo>
                <a:lnTo>
                  <a:pt x="6454848" y="0"/>
                </a:lnTo>
                <a:lnTo>
                  <a:pt x="6511730" y="37905"/>
                </a:lnTo>
                <a:cubicBezTo>
                  <a:pt x="7036410" y="413592"/>
                  <a:pt x="7468976" y="909648"/>
                  <a:pt x="7769892" y="1486041"/>
                </a:cubicBezTo>
                <a:cubicBezTo>
                  <a:pt x="7769892" y="1486041"/>
                  <a:pt x="7769892" y="1486041"/>
                  <a:pt x="7769892" y="5281056"/>
                </a:cubicBezTo>
                <a:cubicBezTo>
                  <a:pt x="7437646" y="5916473"/>
                  <a:pt x="6953850" y="6452788"/>
                  <a:pt x="6353475" y="6837536"/>
                </a:cubicBezTo>
                <a:cubicBezTo>
                  <a:pt x="6353475" y="6837536"/>
                  <a:pt x="6353475" y="6837536"/>
                  <a:pt x="1882727" y="6837536"/>
                </a:cubicBezTo>
                <a:cubicBezTo>
                  <a:pt x="751925" y="6103017"/>
                  <a:pt x="0" y="4832183"/>
                  <a:pt x="0" y="3386463"/>
                </a:cubicBezTo>
                <a:cubicBezTo>
                  <a:pt x="0" y="2036566"/>
                  <a:pt x="651406" y="838748"/>
                  <a:pt x="1655292" y="88307"/>
                </a:cubicBezTo>
                <a:close/>
              </a:path>
            </a:pathLst>
          </a:custGeom>
          <a:ln w="50800" cap="sq" cmpd="dbl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wrap="square" lIns="91440" tIns="45720" rIns="91440" bIns="45720" rtlCol="0" anchor="t">
            <a:no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ED5ABCA-C5EB-4DA3-A9DB-00C8213995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013538"/>
              </p:ext>
            </p:extLst>
          </p:nvPr>
        </p:nvGraphicFramePr>
        <p:xfrm>
          <a:off x="5617029" y="793820"/>
          <a:ext cx="5741534" cy="5170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97887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57BBC-3EF1-40E7-B277-E2C52688D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Calibri Light"/>
              </a:rPr>
              <a:t>BODY PARAGRAPHS in COMPARATIVE ESSAYS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7C8E1-8368-4AB4-B0EC-5F162C5A9F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>
                <a:cs typeface="Calibri"/>
              </a:rPr>
              <a:t>All paragraphs need to include a comparison of BOTH texts</a:t>
            </a:r>
          </a:p>
          <a:p>
            <a:pPr>
              <a:buClr>
                <a:srgbClr val="FFFFFF"/>
              </a:buClr>
            </a:pPr>
            <a:endParaRPr lang="en-GB" dirty="0"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en-GB" dirty="0">
                <a:cs typeface="Calibri"/>
              </a:rPr>
              <a:t>Using terms like "similarly" or "in contrast" is the distinction between a comparative essay!</a:t>
            </a:r>
          </a:p>
          <a:p>
            <a:pPr>
              <a:buClr>
                <a:srgbClr val="FFFFFF"/>
              </a:buClr>
            </a:pPr>
            <a:endParaRPr lang="en-GB" dirty="0">
              <a:cs typeface="Calibri"/>
            </a:endParaRPr>
          </a:p>
          <a:p>
            <a:pPr>
              <a:buClr>
                <a:srgbClr val="FFFFFF"/>
              </a:buClr>
            </a:pPr>
            <a:endParaRPr lang="en-GB" dirty="0">
              <a:cs typeface="Calibri"/>
            </a:endParaRPr>
          </a:p>
        </p:txBody>
      </p:sp>
      <p:pic>
        <p:nvPicPr>
          <p:cNvPr id="5" name="Picture 5" descr="Text&#10;&#10;Description automatically generated">
            <a:extLst>
              <a:ext uri="{FF2B5EF4-FFF2-40B4-BE49-F238E27FC236}">
                <a16:creationId xmlns:a16="http://schemas.microsoft.com/office/drawing/2014/main" id="{B2F79424-4DE4-4FB3-BEA0-7CEC5789D03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24023" y="2802202"/>
            <a:ext cx="5279231" cy="1709737"/>
          </a:xfrm>
        </p:spPr>
      </p:pic>
    </p:spTree>
    <p:extLst>
      <p:ext uri="{BB962C8B-B14F-4D97-AF65-F5344CB8AC3E}">
        <p14:creationId xmlns:p14="http://schemas.microsoft.com/office/powerpoint/2010/main" val="2679184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BCAA848E-33BF-4C03-9482-D2AE58FF23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5979783"/>
              </p:ext>
            </p:extLst>
          </p:nvPr>
        </p:nvGraphicFramePr>
        <p:xfrm>
          <a:off x="685801" y="609600"/>
          <a:ext cx="10131425" cy="1456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A2EDD4D3-8277-4870-9A56-FD0786338D6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035935884"/>
              </p:ext>
            </p:extLst>
          </p:nvPr>
        </p:nvGraphicFramePr>
        <p:xfrm>
          <a:off x="685802" y="2142067"/>
          <a:ext cx="4995334" cy="36491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A4C72EEF-9B0B-4AD9-9390-FA02E646E39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72227002"/>
              </p:ext>
            </p:extLst>
          </p:nvPr>
        </p:nvGraphicFramePr>
        <p:xfrm>
          <a:off x="5821895" y="2142067"/>
          <a:ext cx="4995332" cy="3649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26388523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04C7E"/>
      </a:dk2>
      <a:lt2>
        <a:srgbClr val="EBEBEB"/>
      </a:lt2>
      <a:accent1>
        <a:srgbClr val="94CE67"/>
      </a:accent1>
      <a:accent2>
        <a:srgbClr val="49D1CD"/>
      </a:accent2>
      <a:accent3>
        <a:srgbClr val="61A5D6"/>
      </a:accent3>
      <a:accent4>
        <a:srgbClr val="9D8CD3"/>
      </a:accent4>
      <a:accent5>
        <a:srgbClr val="E45C8A"/>
      </a:accent5>
      <a:accent6>
        <a:srgbClr val="F98C61"/>
      </a:accent6>
      <a:hlink>
        <a:srgbClr val="AAF172"/>
      </a:hlink>
      <a:folHlink>
        <a:srgbClr val="E7F19A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E44E6A2F-09CD-4BE0-B42D-107FF03CEE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229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Celestial</vt:lpstr>
      <vt:lpstr>PowerPoint Presentation</vt:lpstr>
      <vt:lpstr>COMPARATIVE ESSAY STRUCTURE </vt:lpstr>
      <vt:lpstr>Introduction</vt:lpstr>
      <vt:lpstr>BODY PARAGRAPHS</vt:lpstr>
      <vt:lpstr>BODY PARAGRAPHS in COMPARATIVE ESSAYS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Natasha Senasinghe</dc:creator>
  <cp:lastModifiedBy>Natasha Senasinghe</cp:lastModifiedBy>
  <cp:revision>20</cp:revision>
  <dcterms:created xsi:type="dcterms:W3CDTF">2020-04-28T03:18:24Z</dcterms:created>
  <dcterms:modified xsi:type="dcterms:W3CDTF">2021-08-05T06:40:12Z</dcterms:modified>
</cp:coreProperties>
</file>