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1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3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4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5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8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9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90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32" algn="l" defTabSz="9142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5BCC32-0DD6-43A2-A34F-420175A2613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C6AA01C-9A58-4C04-B5BA-ED4A695545EE}">
      <dgm:prSet/>
      <dgm:spPr/>
      <dgm:t>
        <a:bodyPr/>
        <a:lstStyle/>
        <a:p>
          <a:r>
            <a:rPr lang="en-AU"/>
            <a:t>the hypothalamus, pituitary, thyroid, parathyroid, pancreas, thymus, gonads, pineal and adrenal glands, are endocrine glands found in the human body</a:t>
          </a:r>
          <a:endParaRPr lang="en-US"/>
        </a:p>
      </dgm:t>
    </dgm:pt>
    <dgm:pt modelId="{B8EE978B-CE5D-4355-8304-A6E0E279D4B3}" type="parTrans" cxnId="{873C6B50-9ADE-4FBC-A3A3-7952AE418382}">
      <dgm:prSet/>
      <dgm:spPr/>
      <dgm:t>
        <a:bodyPr/>
        <a:lstStyle/>
        <a:p>
          <a:endParaRPr lang="en-US"/>
        </a:p>
      </dgm:t>
    </dgm:pt>
    <dgm:pt modelId="{1C009BC7-6CC9-4800-82E2-1E83D26B9509}" type="sibTrans" cxnId="{873C6B50-9ADE-4FBC-A3A3-7952AE418382}">
      <dgm:prSet/>
      <dgm:spPr/>
      <dgm:t>
        <a:bodyPr/>
        <a:lstStyle/>
        <a:p>
          <a:endParaRPr lang="en-US"/>
        </a:p>
      </dgm:t>
    </dgm:pt>
    <dgm:pt modelId="{062AE241-FBAB-49EF-9A72-4A1B84904425}">
      <dgm:prSet/>
      <dgm:spPr/>
      <dgm:t>
        <a:bodyPr/>
        <a:lstStyle/>
        <a:p>
          <a:r>
            <a:rPr lang="en-AU"/>
            <a:t>hormones secreted from the hypothalamus, pituitary, thyroid, parathyroid, pancreas and adrenal glands are involved in homeostasis by affecting specific target organs</a:t>
          </a:r>
          <a:endParaRPr lang="en-US"/>
        </a:p>
      </dgm:t>
    </dgm:pt>
    <dgm:pt modelId="{8C6C0CF5-B629-4850-BBC7-51260EFF9DBE}" type="parTrans" cxnId="{F2B26C59-A75A-4633-9712-3BC84D485445}">
      <dgm:prSet/>
      <dgm:spPr/>
      <dgm:t>
        <a:bodyPr/>
        <a:lstStyle/>
        <a:p>
          <a:endParaRPr lang="en-US"/>
        </a:p>
      </dgm:t>
    </dgm:pt>
    <dgm:pt modelId="{5A56DBD5-1C2B-42A7-B2BD-D30E24A67462}" type="sibTrans" cxnId="{F2B26C59-A75A-4633-9712-3BC84D485445}">
      <dgm:prSet/>
      <dgm:spPr/>
      <dgm:t>
        <a:bodyPr/>
        <a:lstStyle/>
        <a:p>
          <a:endParaRPr lang="en-US"/>
        </a:p>
      </dgm:t>
    </dgm:pt>
    <dgm:pt modelId="{C62B2D49-C914-4971-A183-EB1FE93948F0}">
      <dgm:prSet/>
      <dgm:spPr/>
      <dgm:t>
        <a:bodyPr/>
        <a:lstStyle/>
        <a:p>
          <a:r>
            <a:rPr lang="en-AU"/>
            <a:t>the secretions of the pituitary gland are controlled by the hypothalamus through transport of hormones, either via nerve cells or the vascular link between them</a:t>
          </a:r>
          <a:endParaRPr lang="en-US"/>
        </a:p>
      </dgm:t>
    </dgm:pt>
    <dgm:pt modelId="{29819205-567E-4A19-A6DA-EDD8AF25858B}" type="parTrans" cxnId="{61F391AA-858C-4EE7-A58F-DD4853EEEAA2}">
      <dgm:prSet/>
      <dgm:spPr/>
      <dgm:t>
        <a:bodyPr/>
        <a:lstStyle/>
        <a:p>
          <a:endParaRPr lang="en-US"/>
        </a:p>
      </dgm:t>
    </dgm:pt>
    <dgm:pt modelId="{3E236660-69C7-4321-A4EF-DAA02D2089B2}" type="sibTrans" cxnId="{61F391AA-858C-4EE7-A58F-DD4853EEEAA2}">
      <dgm:prSet/>
      <dgm:spPr/>
      <dgm:t>
        <a:bodyPr/>
        <a:lstStyle/>
        <a:p>
          <a:endParaRPr lang="en-US"/>
        </a:p>
      </dgm:t>
    </dgm:pt>
    <dgm:pt modelId="{8934FE3A-1237-4FBA-94A1-71C0F0A711F9}">
      <dgm:prSet/>
      <dgm:spPr/>
      <dgm:t>
        <a:bodyPr/>
        <a:lstStyle/>
        <a:p>
          <a:r>
            <a:rPr lang="en-AU"/>
            <a:t>hormones can be lipid-soluble and able to cross cell membranes to bind with and activate intracellular receptors or, water-soluble and able to bind with and activate receptors on cell membranes, and require secondary messengers to affect cell functioning</a:t>
          </a:r>
          <a:endParaRPr lang="en-US"/>
        </a:p>
      </dgm:t>
    </dgm:pt>
    <dgm:pt modelId="{57851A40-7D81-41E7-A407-30D51850C98E}" type="parTrans" cxnId="{5E608BC6-5DFB-40F9-8AF7-21ED58C47271}">
      <dgm:prSet/>
      <dgm:spPr/>
      <dgm:t>
        <a:bodyPr/>
        <a:lstStyle/>
        <a:p>
          <a:endParaRPr lang="en-US"/>
        </a:p>
      </dgm:t>
    </dgm:pt>
    <dgm:pt modelId="{2AF5775B-F2AF-4273-B830-3D5C183384D9}" type="sibTrans" cxnId="{5E608BC6-5DFB-40F9-8AF7-21ED58C47271}">
      <dgm:prSet/>
      <dgm:spPr/>
      <dgm:t>
        <a:bodyPr/>
        <a:lstStyle/>
        <a:p>
          <a:endParaRPr lang="en-US"/>
        </a:p>
      </dgm:t>
    </dgm:pt>
    <dgm:pt modelId="{311F73DB-5C16-4A9D-BC93-557B10808E69}" type="pres">
      <dgm:prSet presAssocID="{3D5BCC32-0DD6-43A2-A34F-420175A26132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F4B304D1-4BDA-4AC2-AFA1-C2889E2DE7AB}" type="pres">
      <dgm:prSet presAssocID="{FC6AA01C-9A58-4C04-B5BA-ED4A695545EE}" presName="thickLine" presStyleLbl="alignNode1" presStyleIdx="0" presStyleCnt="4"/>
      <dgm:spPr/>
    </dgm:pt>
    <dgm:pt modelId="{C729AA2D-7F4E-4F64-BF03-FC1BD1C35A39}" type="pres">
      <dgm:prSet presAssocID="{FC6AA01C-9A58-4C04-B5BA-ED4A695545EE}" presName="horz1" presStyleCnt="0"/>
      <dgm:spPr/>
    </dgm:pt>
    <dgm:pt modelId="{83A0FAE6-75D0-472D-A2D5-3502959B4BF5}" type="pres">
      <dgm:prSet presAssocID="{FC6AA01C-9A58-4C04-B5BA-ED4A695545EE}" presName="tx1" presStyleLbl="revTx" presStyleIdx="0" presStyleCnt="4"/>
      <dgm:spPr/>
      <dgm:t>
        <a:bodyPr/>
        <a:lstStyle/>
        <a:p>
          <a:endParaRPr lang="en-US"/>
        </a:p>
      </dgm:t>
    </dgm:pt>
    <dgm:pt modelId="{D0914CAB-8263-4579-B836-1711DC9BD7D7}" type="pres">
      <dgm:prSet presAssocID="{FC6AA01C-9A58-4C04-B5BA-ED4A695545EE}" presName="vert1" presStyleCnt="0"/>
      <dgm:spPr/>
    </dgm:pt>
    <dgm:pt modelId="{524B3114-D7B2-44DC-818C-732DC7939C2E}" type="pres">
      <dgm:prSet presAssocID="{062AE241-FBAB-49EF-9A72-4A1B84904425}" presName="thickLine" presStyleLbl="alignNode1" presStyleIdx="1" presStyleCnt="4"/>
      <dgm:spPr/>
    </dgm:pt>
    <dgm:pt modelId="{7D3A3DA7-6F26-4E45-8417-FE8117DDDB46}" type="pres">
      <dgm:prSet presAssocID="{062AE241-FBAB-49EF-9A72-4A1B84904425}" presName="horz1" presStyleCnt="0"/>
      <dgm:spPr/>
    </dgm:pt>
    <dgm:pt modelId="{423F0972-2A51-402A-8C89-1F6BA2793515}" type="pres">
      <dgm:prSet presAssocID="{062AE241-FBAB-49EF-9A72-4A1B84904425}" presName="tx1" presStyleLbl="revTx" presStyleIdx="1" presStyleCnt="4"/>
      <dgm:spPr/>
      <dgm:t>
        <a:bodyPr/>
        <a:lstStyle/>
        <a:p>
          <a:endParaRPr lang="en-US"/>
        </a:p>
      </dgm:t>
    </dgm:pt>
    <dgm:pt modelId="{62B410BA-4337-483A-967F-F07C40000499}" type="pres">
      <dgm:prSet presAssocID="{062AE241-FBAB-49EF-9A72-4A1B84904425}" presName="vert1" presStyleCnt="0"/>
      <dgm:spPr/>
    </dgm:pt>
    <dgm:pt modelId="{B39E1124-7643-4E2F-8349-22A592EDA06C}" type="pres">
      <dgm:prSet presAssocID="{C62B2D49-C914-4971-A183-EB1FE93948F0}" presName="thickLine" presStyleLbl="alignNode1" presStyleIdx="2" presStyleCnt="4"/>
      <dgm:spPr/>
    </dgm:pt>
    <dgm:pt modelId="{83C91C3A-0A15-4B1F-B4C3-5A2657D3D3FB}" type="pres">
      <dgm:prSet presAssocID="{C62B2D49-C914-4971-A183-EB1FE93948F0}" presName="horz1" presStyleCnt="0"/>
      <dgm:spPr/>
    </dgm:pt>
    <dgm:pt modelId="{5772F0C2-F926-43C6-8E3F-BAA39382FC09}" type="pres">
      <dgm:prSet presAssocID="{C62B2D49-C914-4971-A183-EB1FE93948F0}" presName="tx1" presStyleLbl="revTx" presStyleIdx="2" presStyleCnt="4"/>
      <dgm:spPr/>
      <dgm:t>
        <a:bodyPr/>
        <a:lstStyle/>
        <a:p>
          <a:endParaRPr lang="en-US"/>
        </a:p>
      </dgm:t>
    </dgm:pt>
    <dgm:pt modelId="{41AA27E9-6E83-4260-ABE1-04BDB67F3DAE}" type="pres">
      <dgm:prSet presAssocID="{C62B2D49-C914-4971-A183-EB1FE93948F0}" presName="vert1" presStyleCnt="0"/>
      <dgm:spPr/>
    </dgm:pt>
    <dgm:pt modelId="{1C403D31-93D2-4B6F-B18E-556EE1E11D6E}" type="pres">
      <dgm:prSet presAssocID="{8934FE3A-1237-4FBA-94A1-71C0F0A711F9}" presName="thickLine" presStyleLbl="alignNode1" presStyleIdx="3" presStyleCnt="4"/>
      <dgm:spPr/>
    </dgm:pt>
    <dgm:pt modelId="{DE86D462-AF3F-429E-89F3-9F2BF6A9F8DB}" type="pres">
      <dgm:prSet presAssocID="{8934FE3A-1237-4FBA-94A1-71C0F0A711F9}" presName="horz1" presStyleCnt="0"/>
      <dgm:spPr/>
    </dgm:pt>
    <dgm:pt modelId="{24DFFED1-B6C2-4338-9E3B-BCBDBB8FAA43}" type="pres">
      <dgm:prSet presAssocID="{8934FE3A-1237-4FBA-94A1-71C0F0A711F9}" presName="tx1" presStyleLbl="revTx" presStyleIdx="3" presStyleCnt="4"/>
      <dgm:spPr/>
      <dgm:t>
        <a:bodyPr/>
        <a:lstStyle/>
        <a:p>
          <a:endParaRPr lang="en-US"/>
        </a:p>
      </dgm:t>
    </dgm:pt>
    <dgm:pt modelId="{643DCD7D-C29B-4FD5-9B03-4A0DF9A7C4F2}" type="pres">
      <dgm:prSet presAssocID="{8934FE3A-1237-4FBA-94A1-71C0F0A711F9}" presName="vert1" presStyleCnt="0"/>
      <dgm:spPr/>
    </dgm:pt>
  </dgm:ptLst>
  <dgm:cxnLst>
    <dgm:cxn modelId="{873C6B50-9ADE-4FBC-A3A3-7952AE418382}" srcId="{3D5BCC32-0DD6-43A2-A34F-420175A26132}" destId="{FC6AA01C-9A58-4C04-B5BA-ED4A695545EE}" srcOrd="0" destOrd="0" parTransId="{B8EE978B-CE5D-4355-8304-A6E0E279D4B3}" sibTransId="{1C009BC7-6CC9-4800-82E2-1E83D26B9509}"/>
    <dgm:cxn modelId="{FEE652B0-6842-45B9-9717-ABB476F4ED39}" type="presOf" srcId="{8934FE3A-1237-4FBA-94A1-71C0F0A711F9}" destId="{24DFFED1-B6C2-4338-9E3B-BCBDBB8FAA43}" srcOrd="0" destOrd="0" presId="urn:microsoft.com/office/officeart/2008/layout/LinedList"/>
    <dgm:cxn modelId="{95C2AAD9-8D05-4D01-88AF-012DC47CA6E5}" type="presOf" srcId="{C62B2D49-C914-4971-A183-EB1FE93948F0}" destId="{5772F0C2-F926-43C6-8E3F-BAA39382FC09}" srcOrd="0" destOrd="0" presId="urn:microsoft.com/office/officeart/2008/layout/LinedList"/>
    <dgm:cxn modelId="{7C0476F5-5A05-4329-8CAB-944F43FD57B3}" type="presOf" srcId="{3D5BCC32-0DD6-43A2-A34F-420175A26132}" destId="{311F73DB-5C16-4A9D-BC93-557B10808E69}" srcOrd="0" destOrd="0" presId="urn:microsoft.com/office/officeart/2008/layout/LinedList"/>
    <dgm:cxn modelId="{1853B5A1-7269-4A6C-91EC-F6A0F18F78AD}" type="presOf" srcId="{062AE241-FBAB-49EF-9A72-4A1B84904425}" destId="{423F0972-2A51-402A-8C89-1F6BA2793515}" srcOrd="0" destOrd="0" presId="urn:microsoft.com/office/officeart/2008/layout/LinedList"/>
    <dgm:cxn modelId="{F2B26C59-A75A-4633-9712-3BC84D485445}" srcId="{3D5BCC32-0DD6-43A2-A34F-420175A26132}" destId="{062AE241-FBAB-49EF-9A72-4A1B84904425}" srcOrd="1" destOrd="0" parTransId="{8C6C0CF5-B629-4850-BBC7-51260EFF9DBE}" sibTransId="{5A56DBD5-1C2B-42A7-B2BD-D30E24A67462}"/>
    <dgm:cxn modelId="{5E608BC6-5DFB-40F9-8AF7-21ED58C47271}" srcId="{3D5BCC32-0DD6-43A2-A34F-420175A26132}" destId="{8934FE3A-1237-4FBA-94A1-71C0F0A711F9}" srcOrd="3" destOrd="0" parTransId="{57851A40-7D81-41E7-A407-30D51850C98E}" sibTransId="{2AF5775B-F2AF-4273-B830-3D5C183384D9}"/>
    <dgm:cxn modelId="{61F391AA-858C-4EE7-A58F-DD4853EEEAA2}" srcId="{3D5BCC32-0DD6-43A2-A34F-420175A26132}" destId="{C62B2D49-C914-4971-A183-EB1FE93948F0}" srcOrd="2" destOrd="0" parTransId="{29819205-567E-4A19-A6DA-EDD8AF25858B}" sibTransId="{3E236660-69C7-4321-A4EF-DAA02D2089B2}"/>
    <dgm:cxn modelId="{1E81A0D7-F929-47B1-9F79-16747BA10CA4}" type="presOf" srcId="{FC6AA01C-9A58-4C04-B5BA-ED4A695545EE}" destId="{83A0FAE6-75D0-472D-A2D5-3502959B4BF5}" srcOrd="0" destOrd="0" presId="urn:microsoft.com/office/officeart/2008/layout/LinedList"/>
    <dgm:cxn modelId="{97787CEE-CD96-4820-94A1-411E359284BE}" type="presParOf" srcId="{311F73DB-5C16-4A9D-BC93-557B10808E69}" destId="{F4B304D1-4BDA-4AC2-AFA1-C2889E2DE7AB}" srcOrd="0" destOrd="0" presId="urn:microsoft.com/office/officeart/2008/layout/LinedList"/>
    <dgm:cxn modelId="{5C204B06-24A0-490D-AC4B-6F0EA0F95644}" type="presParOf" srcId="{311F73DB-5C16-4A9D-BC93-557B10808E69}" destId="{C729AA2D-7F4E-4F64-BF03-FC1BD1C35A39}" srcOrd="1" destOrd="0" presId="urn:microsoft.com/office/officeart/2008/layout/LinedList"/>
    <dgm:cxn modelId="{5D7CF3BC-7E90-48AE-8819-39AEE9A52B3F}" type="presParOf" srcId="{C729AA2D-7F4E-4F64-BF03-FC1BD1C35A39}" destId="{83A0FAE6-75D0-472D-A2D5-3502959B4BF5}" srcOrd="0" destOrd="0" presId="urn:microsoft.com/office/officeart/2008/layout/LinedList"/>
    <dgm:cxn modelId="{2DE144B3-1141-45ED-8AC8-7F4E82A9E13F}" type="presParOf" srcId="{C729AA2D-7F4E-4F64-BF03-FC1BD1C35A39}" destId="{D0914CAB-8263-4579-B836-1711DC9BD7D7}" srcOrd="1" destOrd="0" presId="urn:microsoft.com/office/officeart/2008/layout/LinedList"/>
    <dgm:cxn modelId="{9CAAB81E-154B-4222-A733-87F296C1BB0F}" type="presParOf" srcId="{311F73DB-5C16-4A9D-BC93-557B10808E69}" destId="{524B3114-D7B2-44DC-818C-732DC7939C2E}" srcOrd="2" destOrd="0" presId="urn:microsoft.com/office/officeart/2008/layout/LinedList"/>
    <dgm:cxn modelId="{99B9A7DC-A500-4209-A625-B3EB57A83BFA}" type="presParOf" srcId="{311F73DB-5C16-4A9D-BC93-557B10808E69}" destId="{7D3A3DA7-6F26-4E45-8417-FE8117DDDB46}" srcOrd="3" destOrd="0" presId="urn:microsoft.com/office/officeart/2008/layout/LinedList"/>
    <dgm:cxn modelId="{A784999E-3372-4647-B784-41A5127B83FE}" type="presParOf" srcId="{7D3A3DA7-6F26-4E45-8417-FE8117DDDB46}" destId="{423F0972-2A51-402A-8C89-1F6BA2793515}" srcOrd="0" destOrd="0" presId="urn:microsoft.com/office/officeart/2008/layout/LinedList"/>
    <dgm:cxn modelId="{F8EB3579-A7C8-4FD4-88D6-22A56A151790}" type="presParOf" srcId="{7D3A3DA7-6F26-4E45-8417-FE8117DDDB46}" destId="{62B410BA-4337-483A-967F-F07C40000499}" srcOrd="1" destOrd="0" presId="urn:microsoft.com/office/officeart/2008/layout/LinedList"/>
    <dgm:cxn modelId="{39A818E6-5B86-41FC-90C7-ECEE62C090B4}" type="presParOf" srcId="{311F73DB-5C16-4A9D-BC93-557B10808E69}" destId="{B39E1124-7643-4E2F-8349-22A592EDA06C}" srcOrd="4" destOrd="0" presId="urn:microsoft.com/office/officeart/2008/layout/LinedList"/>
    <dgm:cxn modelId="{0C152710-F8A7-4713-BE94-B86FFEAE010C}" type="presParOf" srcId="{311F73DB-5C16-4A9D-BC93-557B10808E69}" destId="{83C91C3A-0A15-4B1F-B4C3-5A2657D3D3FB}" srcOrd="5" destOrd="0" presId="urn:microsoft.com/office/officeart/2008/layout/LinedList"/>
    <dgm:cxn modelId="{E1E0E7DC-76E4-4D61-B0A4-336096D50C21}" type="presParOf" srcId="{83C91C3A-0A15-4B1F-B4C3-5A2657D3D3FB}" destId="{5772F0C2-F926-43C6-8E3F-BAA39382FC09}" srcOrd="0" destOrd="0" presId="urn:microsoft.com/office/officeart/2008/layout/LinedList"/>
    <dgm:cxn modelId="{F1651449-DA6D-4851-9C1A-860E8118B8F1}" type="presParOf" srcId="{83C91C3A-0A15-4B1F-B4C3-5A2657D3D3FB}" destId="{41AA27E9-6E83-4260-ABE1-04BDB67F3DAE}" srcOrd="1" destOrd="0" presId="urn:microsoft.com/office/officeart/2008/layout/LinedList"/>
    <dgm:cxn modelId="{E8E274E2-8109-4907-91EC-BB14E25E64FE}" type="presParOf" srcId="{311F73DB-5C16-4A9D-BC93-557B10808E69}" destId="{1C403D31-93D2-4B6F-B18E-556EE1E11D6E}" srcOrd="6" destOrd="0" presId="urn:microsoft.com/office/officeart/2008/layout/LinedList"/>
    <dgm:cxn modelId="{5761D3E5-BF3D-449E-BE48-C6DC41EE505C}" type="presParOf" srcId="{311F73DB-5C16-4A9D-BC93-557B10808E69}" destId="{DE86D462-AF3F-429E-89F3-9F2BF6A9F8DB}" srcOrd="7" destOrd="0" presId="urn:microsoft.com/office/officeart/2008/layout/LinedList"/>
    <dgm:cxn modelId="{64E46C35-AA1E-4769-9545-A41BD2EC6DA7}" type="presParOf" srcId="{DE86D462-AF3F-429E-89F3-9F2BF6A9F8DB}" destId="{24DFFED1-B6C2-4338-9E3B-BCBDBB8FAA43}" srcOrd="0" destOrd="0" presId="urn:microsoft.com/office/officeart/2008/layout/LinedList"/>
    <dgm:cxn modelId="{EE56E44D-2126-4922-B255-8AA24955AB6D}" type="presParOf" srcId="{DE86D462-AF3F-429E-89F3-9F2BF6A9F8DB}" destId="{643DCD7D-C29B-4FD5-9B03-4A0DF9A7C4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CEB7AC-37EB-4770-97F6-5C9625ADC59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A25453-88F5-42BC-99E6-C33CD62D74BC}">
      <dgm:prSet/>
      <dgm:spPr/>
      <dgm:t>
        <a:bodyPr/>
        <a:lstStyle/>
        <a:p>
          <a:r>
            <a:rPr lang="en-AU"/>
            <a:t>Two types of glands found in human body</a:t>
          </a:r>
          <a:endParaRPr lang="en-US"/>
        </a:p>
      </dgm:t>
    </dgm:pt>
    <dgm:pt modelId="{B3240A91-A381-4CDC-9C4B-B4622BEE162B}" type="parTrans" cxnId="{90D9F0E6-4A4F-418D-BC5B-94764F6C3FC0}">
      <dgm:prSet/>
      <dgm:spPr/>
      <dgm:t>
        <a:bodyPr/>
        <a:lstStyle/>
        <a:p>
          <a:endParaRPr lang="en-US"/>
        </a:p>
      </dgm:t>
    </dgm:pt>
    <dgm:pt modelId="{5602B947-009F-411D-B549-BB814430AB37}" type="sibTrans" cxnId="{90D9F0E6-4A4F-418D-BC5B-94764F6C3FC0}">
      <dgm:prSet/>
      <dgm:spPr/>
      <dgm:t>
        <a:bodyPr/>
        <a:lstStyle/>
        <a:p>
          <a:endParaRPr lang="en-US"/>
        </a:p>
      </dgm:t>
    </dgm:pt>
    <dgm:pt modelId="{28658BD9-9CE0-440E-9C9B-BF510839921C}">
      <dgm:prSet/>
      <dgm:spPr/>
      <dgm:t>
        <a:bodyPr/>
        <a:lstStyle/>
        <a:p>
          <a:r>
            <a:rPr lang="en-AU"/>
            <a:t>Exocrine glands-secrete into duct that carries waste outside of body</a:t>
          </a:r>
          <a:endParaRPr lang="en-US"/>
        </a:p>
      </dgm:t>
    </dgm:pt>
    <dgm:pt modelId="{FDBE9852-F7F4-4931-BFE1-FE811CD8F537}" type="parTrans" cxnId="{74B86F93-7393-4784-83AE-5BDAD5AE469B}">
      <dgm:prSet/>
      <dgm:spPr/>
      <dgm:t>
        <a:bodyPr/>
        <a:lstStyle/>
        <a:p>
          <a:endParaRPr lang="en-US"/>
        </a:p>
      </dgm:t>
    </dgm:pt>
    <dgm:pt modelId="{0DA0A809-338E-4C9B-A7A8-1C28FCE7A1DB}" type="sibTrans" cxnId="{74B86F93-7393-4784-83AE-5BDAD5AE469B}">
      <dgm:prSet/>
      <dgm:spPr/>
      <dgm:t>
        <a:bodyPr/>
        <a:lstStyle/>
        <a:p>
          <a:endParaRPr lang="en-US"/>
        </a:p>
      </dgm:t>
    </dgm:pt>
    <dgm:pt modelId="{41FFCBB1-1707-4BAF-AC47-7D6C12C41FEF}">
      <dgm:prSet/>
      <dgm:spPr/>
      <dgm:t>
        <a:bodyPr/>
        <a:lstStyle/>
        <a:p>
          <a:r>
            <a:rPr lang="en-AU"/>
            <a:t>Endocrine glands- secrete hormones into extracellular fluid around gland. Passes into capillaries and travels around body through bloodstream </a:t>
          </a:r>
          <a:endParaRPr lang="en-US"/>
        </a:p>
      </dgm:t>
    </dgm:pt>
    <dgm:pt modelId="{E31B8583-2CB9-4E3A-8F34-98C6A5C03132}" type="parTrans" cxnId="{99940A64-9C9B-4B6D-A440-BD1C9483AE8B}">
      <dgm:prSet/>
      <dgm:spPr/>
      <dgm:t>
        <a:bodyPr/>
        <a:lstStyle/>
        <a:p>
          <a:endParaRPr lang="en-US"/>
        </a:p>
      </dgm:t>
    </dgm:pt>
    <dgm:pt modelId="{5B729172-0E2A-41B2-A1A6-6DF2F20BBF5F}" type="sibTrans" cxnId="{99940A64-9C9B-4B6D-A440-BD1C9483AE8B}">
      <dgm:prSet/>
      <dgm:spPr/>
      <dgm:t>
        <a:bodyPr/>
        <a:lstStyle/>
        <a:p>
          <a:endParaRPr lang="en-US"/>
        </a:p>
      </dgm:t>
    </dgm:pt>
    <dgm:pt modelId="{4F69726C-DDBC-49D4-8FDD-3D54D0997FFF}" type="pres">
      <dgm:prSet presAssocID="{7ACEB7AC-37EB-4770-97F6-5C9625ADC5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4A261A6-8D14-4ED6-849C-45751E39B7FB}" type="pres">
      <dgm:prSet presAssocID="{39A25453-88F5-42BC-99E6-C33CD62D74BC}" presName="hierRoot1" presStyleCnt="0"/>
      <dgm:spPr/>
    </dgm:pt>
    <dgm:pt modelId="{C5EC930C-A160-4A9D-81F8-0CBC76D9FDB9}" type="pres">
      <dgm:prSet presAssocID="{39A25453-88F5-42BC-99E6-C33CD62D74BC}" presName="composite" presStyleCnt="0"/>
      <dgm:spPr/>
    </dgm:pt>
    <dgm:pt modelId="{20CF3559-60B2-4AE4-995D-0D595DF122FF}" type="pres">
      <dgm:prSet presAssocID="{39A25453-88F5-42BC-99E6-C33CD62D74BC}" presName="background" presStyleLbl="node0" presStyleIdx="0" presStyleCnt="1"/>
      <dgm:spPr/>
    </dgm:pt>
    <dgm:pt modelId="{38EB7BC3-9AF2-4660-8751-F67D3653609B}" type="pres">
      <dgm:prSet presAssocID="{39A25453-88F5-42BC-99E6-C33CD62D74BC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E6914B-2F1B-462D-9814-46E6112CCD02}" type="pres">
      <dgm:prSet presAssocID="{39A25453-88F5-42BC-99E6-C33CD62D74BC}" presName="hierChild2" presStyleCnt="0"/>
      <dgm:spPr/>
    </dgm:pt>
    <dgm:pt modelId="{60438E7F-6B64-40C2-A0A4-F29375EEFE5A}" type="pres">
      <dgm:prSet presAssocID="{FDBE9852-F7F4-4931-BFE1-FE811CD8F537}" presName="Name10" presStyleLbl="parChTrans1D2" presStyleIdx="0" presStyleCnt="2"/>
      <dgm:spPr/>
      <dgm:t>
        <a:bodyPr/>
        <a:lstStyle/>
        <a:p>
          <a:endParaRPr lang="en-US"/>
        </a:p>
      </dgm:t>
    </dgm:pt>
    <dgm:pt modelId="{4172A947-2CE8-4E2C-9537-BB901EA97C8A}" type="pres">
      <dgm:prSet presAssocID="{28658BD9-9CE0-440E-9C9B-BF510839921C}" presName="hierRoot2" presStyleCnt="0"/>
      <dgm:spPr/>
    </dgm:pt>
    <dgm:pt modelId="{3FA19ED8-701D-4498-8B6C-9D7F5794B415}" type="pres">
      <dgm:prSet presAssocID="{28658BD9-9CE0-440E-9C9B-BF510839921C}" presName="composite2" presStyleCnt="0"/>
      <dgm:spPr/>
    </dgm:pt>
    <dgm:pt modelId="{4698745A-175B-405D-BB76-DB79AB7C1142}" type="pres">
      <dgm:prSet presAssocID="{28658BD9-9CE0-440E-9C9B-BF510839921C}" presName="background2" presStyleLbl="node2" presStyleIdx="0" presStyleCnt="2"/>
      <dgm:spPr/>
    </dgm:pt>
    <dgm:pt modelId="{44F1B073-E385-46D8-9654-977CB68E66D7}" type="pres">
      <dgm:prSet presAssocID="{28658BD9-9CE0-440E-9C9B-BF510839921C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0F16ED-65E0-4E5A-844F-73FD3EB6E62C}" type="pres">
      <dgm:prSet presAssocID="{28658BD9-9CE0-440E-9C9B-BF510839921C}" presName="hierChild3" presStyleCnt="0"/>
      <dgm:spPr/>
    </dgm:pt>
    <dgm:pt modelId="{338D12E9-245E-4F92-8104-94AC1180E363}" type="pres">
      <dgm:prSet presAssocID="{E31B8583-2CB9-4E3A-8F34-98C6A5C03132}" presName="Name10" presStyleLbl="parChTrans1D2" presStyleIdx="1" presStyleCnt="2"/>
      <dgm:spPr/>
      <dgm:t>
        <a:bodyPr/>
        <a:lstStyle/>
        <a:p>
          <a:endParaRPr lang="en-US"/>
        </a:p>
      </dgm:t>
    </dgm:pt>
    <dgm:pt modelId="{A26442AB-84EB-4161-8372-3B8D31E30DED}" type="pres">
      <dgm:prSet presAssocID="{41FFCBB1-1707-4BAF-AC47-7D6C12C41FEF}" presName="hierRoot2" presStyleCnt="0"/>
      <dgm:spPr/>
    </dgm:pt>
    <dgm:pt modelId="{32496439-FF87-474E-A44D-CF5BD125AAE5}" type="pres">
      <dgm:prSet presAssocID="{41FFCBB1-1707-4BAF-AC47-7D6C12C41FEF}" presName="composite2" presStyleCnt="0"/>
      <dgm:spPr/>
    </dgm:pt>
    <dgm:pt modelId="{8D8B8F53-AFA1-4661-861A-E00E79BD435E}" type="pres">
      <dgm:prSet presAssocID="{41FFCBB1-1707-4BAF-AC47-7D6C12C41FEF}" presName="background2" presStyleLbl="node2" presStyleIdx="1" presStyleCnt="2"/>
      <dgm:spPr/>
    </dgm:pt>
    <dgm:pt modelId="{EDAB6AA5-660F-446E-A3C3-DBCE54869484}" type="pres">
      <dgm:prSet presAssocID="{41FFCBB1-1707-4BAF-AC47-7D6C12C41FEF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B66461-3891-461D-8F7E-4F6D9B4D6259}" type="pres">
      <dgm:prSet presAssocID="{41FFCBB1-1707-4BAF-AC47-7D6C12C41FEF}" presName="hierChild3" presStyleCnt="0"/>
      <dgm:spPr/>
    </dgm:pt>
  </dgm:ptLst>
  <dgm:cxnLst>
    <dgm:cxn modelId="{4C6C086D-6C6A-45C2-94E1-8329F67A4B36}" type="presOf" srcId="{39A25453-88F5-42BC-99E6-C33CD62D74BC}" destId="{38EB7BC3-9AF2-4660-8751-F67D3653609B}" srcOrd="0" destOrd="0" presId="urn:microsoft.com/office/officeart/2005/8/layout/hierarchy1"/>
    <dgm:cxn modelId="{DB514F56-53CB-4D36-8FB0-4224A443C3CD}" type="presOf" srcId="{FDBE9852-F7F4-4931-BFE1-FE811CD8F537}" destId="{60438E7F-6B64-40C2-A0A4-F29375EEFE5A}" srcOrd="0" destOrd="0" presId="urn:microsoft.com/office/officeart/2005/8/layout/hierarchy1"/>
    <dgm:cxn modelId="{99940A64-9C9B-4B6D-A440-BD1C9483AE8B}" srcId="{39A25453-88F5-42BC-99E6-C33CD62D74BC}" destId="{41FFCBB1-1707-4BAF-AC47-7D6C12C41FEF}" srcOrd="1" destOrd="0" parTransId="{E31B8583-2CB9-4E3A-8F34-98C6A5C03132}" sibTransId="{5B729172-0E2A-41B2-A1A6-6DF2F20BBF5F}"/>
    <dgm:cxn modelId="{10550977-E74E-42E4-ACCE-1771D3E54E91}" type="presOf" srcId="{28658BD9-9CE0-440E-9C9B-BF510839921C}" destId="{44F1B073-E385-46D8-9654-977CB68E66D7}" srcOrd="0" destOrd="0" presId="urn:microsoft.com/office/officeart/2005/8/layout/hierarchy1"/>
    <dgm:cxn modelId="{4EF9663E-DC07-441F-A9C7-C5BE1501AF42}" type="presOf" srcId="{7ACEB7AC-37EB-4770-97F6-5C9625ADC59D}" destId="{4F69726C-DDBC-49D4-8FDD-3D54D0997FFF}" srcOrd="0" destOrd="0" presId="urn:microsoft.com/office/officeart/2005/8/layout/hierarchy1"/>
    <dgm:cxn modelId="{90D9F0E6-4A4F-418D-BC5B-94764F6C3FC0}" srcId="{7ACEB7AC-37EB-4770-97F6-5C9625ADC59D}" destId="{39A25453-88F5-42BC-99E6-C33CD62D74BC}" srcOrd="0" destOrd="0" parTransId="{B3240A91-A381-4CDC-9C4B-B4622BEE162B}" sibTransId="{5602B947-009F-411D-B549-BB814430AB37}"/>
    <dgm:cxn modelId="{6B72AEB4-DBDE-4BB6-B341-636699427AC9}" type="presOf" srcId="{41FFCBB1-1707-4BAF-AC47-7D6C12C41FEF}" destId="{EDAB6AA5-660F-446E-A3C3-DBCE54869484}" srcOrd="0" destOrd="0" presId="urn:microsoft.com/office/officeart/2005/8/layout/hierarchy1"/>
    <dgm:cxn modelId="{74B86F93-7393-4784-83AE-5BDAD5AE469B}" srcId="{39A25453-88F5-42BC-99E6-C33CD62D74BC}" destId="{28658BD9-9CE0-440E-9C9B-BF510839921C}" srcOrd="0" destOrd="0" parTransId="{FDBE9852-F7F4-4931-BFE1-FE811CD8F537}" sibTransId="{0DA0A809-338E-4C9B-A7A8-1C28FCE7A1DB}"/>
    <dgm:cxn modelId="{CB4FE37D-B53B-422D-8477-D86184A4B6F1}" type="presOf" srcId="{E31B8583-2CB9-4E3A-8F34-98C6A5C03132}" destId="{338D12E9-245E-4F92-8104-94AC1180E363}" srcOrd="0" destOrd="0" presId="urn:microsoft.com/office/officeart/2005/8/layout/hierarchy1"/>
    <dgm:cxn modelId="{0401CEDF-ACBA-4DF3-B7AE-9863FCD220F4}" type="presParOf" srcId="{4F69726C-DDBC-49D4-8FDD-3D54D0997FFF}" destId="{84A261A6-8D14-4ED6-849C-45751E39B7FB}" srcOrd="0" destOrd="0" presId="urn:microsoft.com/office/officeart/2005/8/layout/hierarchy1"/>
    <dgm:cxn modelId="{76BBFE81-38CB-4850-B188-D7AB16B57D5F}" type="presParOf" srcId="{84A261A6-8D14-4ED6-849C-45751E39B7FB}" destId="{C5EC930C-A160-4A9D-81F8-0CBC76D9FDB9}" srcOrd="0" destOrd="0" presId="urn:microsoft.com/office/officeart/2005/8/layout/hierarchy1"/>
    <dgm:cxn modelId="{8CBA82C3-5CAC-45DF-B52D-C0F7D4819ED5}" type="presParOf" srcId="{C5EC930C-A160-4A9D-81F8-0CBC76D9FDB9}" destId="{20CF3559-60B2-4AE4-995D-0D595DF122FF}" srcOrd="0" destOrd="0" presId="urn:microsoft.com/office/officeart/2005/8/layout/hierarchy1"/>
    <dgm:cxn modelId="{B9124BA3-CF81-40E3-9ED7-A263AF9F8075}" type="presParOf" srcId="{C5EC930C-A160-4A9D-81F8-0CBC76D9FDB9}" destId="{38EB7BC3-9AF2-4660-8751-F67D3653609B}" srcOrd="1" destOrd="0" presId="urn:microsoft.com/office/officeart/2005/8/layout/hierarchy1"/>
    <dgm:cxn modelId="{7BAA0991-B493-4679-92C0-C740E2868D83}" type="presParOf" srcId="{84A261A6-8D14-4ED6-849C-45751E39B7FB}" destId="{78E6914B-2F1B-462D-9814-46E6112CCD02}" srcOrd="1" destOrd="0" presId="urn:microsoft.com/office/officeart/2005/8/layout/hierarchy1"/>
    <dgm:cxn modelId="{7708FF24-3B53-4318-86F7-31B9A2339A19}" type="presParOf" srcId="{78E6914B-2F1B-462D-9814-46E6112CCD02}" destId="{60438E7F-6B64-40C2-A0A4-F29375EEFE5A}" srcOrd="0" destOrd="0" presId="urn:microsoft.com/office/officeart/2005/8/layout/hierarchy1"/>
    <dgm:cxn modelId="{72EAD9E6-63BA-4399-9B45-C0922674DEE7}" type="presParOf" srcId="{78E6914B-2F1B-462D-9814-46E6112CCD02}" destId="{4172A947-2CE8-4E2C-9537-BB901EA97C8A}" srcOrd="1" destOrd="0" presId="urn:microsoft.com/office/officeart/2005/8/layout/hierarchy1"/>
    <dgm:cxn modelId="{6A51836B-AAA1-41E2-BDD0-1E4062268C1B}" type="presParOf" srcId="{4172A947-2CE8-4E2C-9537-BB901EA97C8A}" destId="{3FA19ED8-701D-4498-8B6C-9D7F5794B415}" srcOrd="0" destOrd="0" presId="urn:microsoft.com/office/officeart/2005/8/layout/hierarchy1"/>
    <dgm:cxn modelId="{5E9E07D0-253B-41DE-B59A-D9074CA06FAC}" type="presParOf" srcId="{3FA19ED8-701D-4498-8B6C-9D7F5794B415}" destId="{4698745A-175B-405D-BB76-DB79AB7C1142}" srcOrd="0" destOrd="0" presId="urn:microsoft.com/office/officeart/2005/8/layout/hierarchy1"/>
    <dgm:cxn modelId="{3B4A7470-725F-4833-8A24-B5B3CDF8487A}" type="presParOf" srcId="{3FA19ED8-701D-4498-8B6C-9D7F5794B415}" destId="{44F1B073-E385-46D8-9654-977CB68E66D7}" srcOrd="1" destOrd="0" presId="urn:microsoft.com/office/officeart/2005/8/layout/hierarchy1"/>
    <dgm:cxn modelId="{E93308E0-A7D9-4E53-B009-B5F259FBFAD6}" type="presParOf" srcId="{4172A947-2CE8-4E2C-9537-BB901EA97C8A}" destId="{0D0F16ED-65E0-4E5A-844F-73FD3EB6E62C}" srcOrd="1" destOrd="0" presId="urn:microsoft.com/office/officeart/2005/8/layout/hierarchy1"/>
    <dgm:cxn modelId="{40AF85A9-8415-49B0-9D5B-D68B836B878C}" type="presParOf" srcId="{78E6914B-2F1B-462D-9814-46E6112CCD02}" destId="{338D12E9-245E-4F92-8104-94AC1180E363}" srcOrd="2" destOrd="0" presId="urn:microsoft.com/office/officeart/2005/8/layout/hierarchy1"/>
    <dgm:cxn modelId="{E307C468-6B4E-4E64-9012-02CBBBE77347}" type="presParOf" srcId="{78E6914B-2F1B-462D-9814-46E6112CCD02}" destId="{A26442AB-84EB-4161-8372-3B8D31E30DED}" srcOrd="3" destOrd="0" presId="urn:microsoft.com/office/officeart/2005/8/layout/hierarchy1"/>
    <dgm:cxn modelId="{E9C569EF-D3CA-46D5-AA92-B633D1EC1ADD}" type="presParOf" srcId="{A26442AB-84EB-4161-8372-3B8D31E30DED}" destId="{32496439-FF87-474E-A44D-CF5BD125AAE5}" srcOrd="0" destOrd="0" presId="urn:microsoft.com/office/officeart/2005/8/layout/hierarchy1"/>
    <dgm:cxn modelId="{16652CF6-CF86-4621-9DAA-9E2EACA7D44D}" type="presParOf" srcId="{32496439-FF87-474E-A44D-CF5BD125AAE5}" destId="{8D8B8F53-AFA1-4661-861A-E00E79BD435E}" srcOrd="0" destOrd="0" presId="urn:microsoft.com/office/officeart/2005/8/layout/hierarchy1"/>
    <dgm:cxn modelId="{A8F8EBE5-9A04-4911-84CA-59E8B00C9D18}" type="presParOf" srcId="{32496439-FF87-474E-A44D-CF5BD125AAE5}" destId="{EDAB6AA5-660F-446E-A3C3-DBCE54869484}" srcOrd="1" destOrd="0" presId="urn:microsoft.com/office/officeart/2005/8/layout/hierarchy1"/>
    <dgm:cxn modelId="{E643E44C-D26F-4A1E-A961-8AF42C32E302}" type="presParOf" srcId="{A26442AB-84EB-4161-8372-3B8D31E30DED}" destId="{79B66461-3891-461D-8F7E-4F6D9B4D625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5C2D32-D673-4713-91D3-77206E851C82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D6567F-621A-4BC0-A111-94D4167303F5}">
      <dgm:prSet/>
      <dgm:spPr/>
      <dgm:t>
        <a:bodyPr/>
        <a:lstStyle/>
        <a:p>
          <a:r>
            <a:rPr lang="en-AU" dirty="0"/>
            <a:t>Secretions of endocrine glands- HORMONES</a:t>
          </a:r>
          <a:endParaRPr lang="en-US" dirty="0"/>
        </a:p>
      </dgm:t>
    </dgm:pt>
    <dgm:pt modelId="{CECC0E0E-5804-4F7B-8734-4BB39422BA8D}" type="parTrans" cxnId="{F6FEF9F7-B772-4A89-9B7D-B558A31DD98A}">
      <dgm:prSet/>
      <dgm:spPr/>
      <dgm:t>
        <a:bodyPr/>
        <a:lstStyle/>
        <a:p>
          <a:endParaRPr lang="en-US"/>
        </a:p>
      </dgm:t>
    </dgm:pt>
    <dgm:pt modelId="{CA22CBF7-AC38-45A7-ACEC-0C0CB9BE860B}" type="sibTrans" cxnId="{F6FEF9F7-B772-4A89-9B7D-B558A31DD98A}">
      <dgm:prSet/>
      <dgm:spPr/>
      <dgm:t>
        <a:bodyPr/>
        <a:lstStyle/>
        <a:p>
          <a:endParaRPr lang="en-US"/>
        </a:p>
      </dgm:t>
    </dgm:pt>
    <dgm:pt modelId="{1A9C9C32-2C90-410B-B344-B05CE34A9DB5}">
      <dgm:prSet/>
      <dgm:spPr/>
      <dgm:t>
        <a:bodyPr/>
        <a:lstStyle/>
        <a:p>
          <a:r>
            <a:rPr lang="en-AU"/>
            <a:t>Classified into</a:t>
          </a:r>
          <a:endParaRPr lang="en-US"/>
        </a:p>
      </dgm:t>
    </dgm:pt>
    <dgm:pt modelId="{4ABD65F3-7AB2-4155-B759-AB389AA33743}" type="parTrans" cxnId="{2985967B-AE87-4963-A6A8-A4D28422BC86}">
      <dgm:prSet/>
      <dgm:spPr/>
      <dgm:t>
        <a:bodyPr/>
        <a:lstStyle/>
        <a:p>
          <a:endParaRPr lang="en-US"/>
        </a:p>
      </dgm:t>
    </dgm:pt>
    <dgm:pt modelId="{EB040365-0698-4984-ACDB-0B134E158536}" type="sibTrans" cxnId="{2985967B-AE87-4963-A6A8-A4D28422BC86}">
      <dgm:prSet/>
      <dgm:spPr/>
      <dgm:t>
        <a:bodyPr/>
        <a:lstStyle/>
        <a:p>
          <a:endParaRPr lang="en-US"/>
        </a:p>
      </dgm:t>
    </dgm:pt>
    <dgm:pt modelId="{BF04A5E4-A961-4F0E-B010-1F1D53600A10}">
      <dgm:prSet/>
      <dgm:spPr/>
      <dgm:t>
        <a:bodyPr/>
        <a:lstStyle/>
        <a:p>
          <a:r>
            <a:rPr lang="en-AU"/>
            <a:t>Amine</a:t>
          </a:r>
          <a:endParaRPr lang="en-US"/>
        </a:p>
      </dgm:t>
    </dgm:pt>
    <dgm:pt modelId="{E6512B5D-CE03-48AC-8A60-943CD939975B}" type="parTrans" cxnId="{85A3B37E-156E-4641-B07A-EE4C9E597808}">
      <dgm:prSet/>
      <dgm:spPr/>
      <dgm:t>
        <a:bodyPr/>
        <a:lstStyle/>
        <a:p>
          <a:endParaRPr lang="en-US"/>
        </a:p>
      </dgm:t>
    </dgm:pt>
    <dgm:pt modelId="{175E75E9-0817-4EF9-A71B-017C182D4926}" type="sibTrans" cxnId="{85A3B37E-156E-4641-B07A-EE4C9E597808}">
      <dgm:prSet/>
      <dgm:spPr/>
      <dgm:t>
        <a:bodyPr/>
        <a:lstStyle/>
        <a:p>
          <a:endParaRPr lang="en-US"/>
        </a:p>
      </dgm:t>
    </dgm:pt>
    <dgm:pt modelId="{E7140B99-158F-455E-BEC9-0597CDA2789D}">
      <dgm:prSet/>
      <dgm:spPr/>
      <dgm:t>
        <a:bodyPr/>
        <a:lstStyle/>
        <a:p>
          <a:r>
            <a:rPr lang="en-AU"/>
            <a:t>Protein </a:t>
          </a:r>
          <a:endParaRPr lang="en-US"/>
        </a:p>
      </dgm:t>
    </dgm:pt>
    <dgm:pt modelId="{ED08BF3F-99F7-4B57-B510-C767C6EE93C2}" type="parTrans" cxnId="{41C6612E-9522-47B1-8AD4-2514402C9418}">
      <dgm:prSet/>
      <dgm:spPr/>
      <dgm:t>
        <a:bodyPr/>
        <a:lstStyle/>
        <a:p>
          <a:endParaRPr lang="en-US"/>
        </a:p>
      </dgm:t>
    </dgm:pt>
    <dgm:pt modelId="{EC8F5122-3A9F-422F-B3A2-0DFB90FAF54B}" type="sibTrans" cxnId="{41C6612E-9522-47B1-8AD4-2514402C9418}">
      <dgm:prSet/>
      <dgm:spPr/>
      <dgm:t>
        <a:bodyPr/>
        <a:lstStyle/>
        <a:p>
          <a:endParaRPr lang="en-US"/>
        </a:p>
      </dgm:t>
    </dgm:pt>
    <dgm:pt modelId="{35AF10FF-95A8-469E-9C1E-C805D6E2CC05}">
      <dgm:prSet/>
      <dgm:spPr/>
      <dgm:t>
        <a:bodyPr/>
        <a:lstStyle/>
        <a:p>
          <a:r>
            <a:rPr lang="en-AU"/>
            <a:t>Steroid </a:t>
          </a:r>
          <a:endParaRPr lang="en-US"/>
        </a:p>
      </dgm:t>
    </dgm:pt>
    <dgm:pt modelId="{BFAB0807-A6DB-430D-8B44-622438A84177}" type="parTrans" cxnId="{C4115E32-B10E-44E1-9C92-CDB10329FA35}">
      <dgm:prSet/>
      <dgm:spPr/>
      <dgm:t>
        <a:bodyPr/>
        <a:lstStyle/>
        <a:p>
          <a:endParaRPr lang="en-US"/>
        </a:p>
      </dgm:t>
    </dgm:pt>
    <dgm:pt modelId="{B50A76D2-9944-485C-81F8-31AE84B19921}" type="sibTrans" cxnId="{C4115E32-B10E-44E1-9C92-CDB10329FA35}">
      <dgm:prSet/>
      <dgm:spPr/>
      <dgm:t>
        <a:bodyPr/>
        <a:lstStyle/>
        <a:p>
          <a:endParaRPr lang="en-US"/>
        </a:p>
      </dgm:t>
    </dgm:pt>
    <dgm:pt modelId="{8814885E-2CFA-4110-82D6-80B7BE468A03}">
      <dgm:prSet/>
      <dgm:spPr/>
      <dgm:t>
        <a:bodyPr/>
        <a:lstStyle/>
        <a:p>
          <a:r>
            <a:rPr lang="en-AU"/>
            <a:t>Cells can communicate through releasing hormones (paracrines)</a:t>
          </a:r>
          <a:endParaRPr lang="en-US"/>
        </a:p>
      </dgm:t>
    </dgm:pt>
    <dgm:pt modelId="{507D9845-4202-4C7C-8272-1E6E3D5AA2B1}" type="parTrans" cxnId="{292DEB8F-53AF-4981-AEB0-B8C25CD5D939}">
      <dgm:prSet/>
      <dgm:spPr/>
      <dgm:t>
        <a:bodyPr/>
        <a:lstStyle/>
        <a:p>
          <a:endParaRPr lang="en-US"/>
        </a:p>
      </dgm:t>
    </dgm:pt>
    <dgm:pt modelId="{CE35DB89-D66B-4231-BA48-CF49719B8E2C}" type="sibTrans" cxnId="{292DEB8F-53AF-4981-AEB0-B8C25CD5D939}">
      <dgm:prSet/>
      <dgm:spPr/>
      <dgm:t>
        <a:bodyPr/>
        <a:lstStyle/>
        <a:p>
          <a:endParaRPr lang="en-US"/>
        </a:p>
      </dgm:t>
    </dgm:pt>
    <dgm:pt modelId="{4420DC76-96F0-4565-AD8A-B14CEAF10946}" type="pres">
      <dgm:prSet presAssocID="{5C5C2D32-D673-4713-91D3-77206E851C8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589171-99E1-42B6-B68C-3EE7C0A30EE3}" type="pres">
      <dgm:prSet presAssocID="{F2D6567F-621A-4BC0-A111-94D4167303F5}" presName="parentLin" presStyleCnt="0"/>
      <dgm:spPr/>
    </dgm:pt>
    <dgm:pt modelId="{630CCD43-D582-4EA6-B058-4B3D440D7F7D}" type="pres">
      <dgm:prSet presAssocID="{F2D6567F-621A-4BC0-A111-94D4167303F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79FA169-4A51-435E-92B8-197806434EB7}" type="pres">
      <dgm:prSet presAssocID="{F2D6567F-621A-4BC0-A111-94D4167303F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D2C86D-036B-4AE4-B2EE-C31265FDD59B}" type="pres">
      <dgm:prSet presAssocID="{F2D6567F-621A-4BC0-A111-94D4167303F5}" presName="negativeSpace" presStyleCnt="0"/>
      <dgm:spPr/>
    </dgm:pt>
    <dgm:pt modelId="{31DE497B-177B-441A-9006-215431115993}" type="pres">
      <dgm:prSet presAssocID="{F2D6567F-621A-4BC0-A111-94D4167303F5}" presName="childText" presStyleLbl="conFgAcc1" presStyleIdx="0" presStyleCnt="3">
        <dgm:presLayoutVars>
          <dgm:bulletEnabled val="1"/>
        </dgm:presLayoutVars>
      </dgm:prSet>
      <dgm:spPr/>
    </dgm:pt>
    <dgm:pt modelId="{7EA8B9C5-8781-4D9D-A2AB-63FAE74832A9}" type="pres">
      <dgm:prSet presAssocID="{CA22CBF7-AC38-45A7-ACEC-0C0CB9BE860B}" presName="spaceBetweenRectangles" presStyleCnt="0"/>
      <dgm:spPr/>
    </dgm:pt>
    <dgm:pt modelId="{4A110CC8-641C-40A3-B16A-4D054DF9F2B4}" type="pres">
      <dgm:prSet presAssocID="{1A9C9C32-2C90-410B-B344-B05CE34A9DB5}" presName="parentLin" presStyleCnt="0"/>
      <dgm:spPr/>
    </dgm:pt>
    <dgm:pt modelId="{CCF2CECD-C868-4CD1-AA17-8A58FC1C04D0}" type="pres">
      <dgm:prSet presAssocID="{1A9C9C32-2C90-410B-B344-B05CE34A9DB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E50A2C6F-6FCD-47B9-B4B8-01712B8EE0B4}" type="pres">
      <dgm:prSet presAssocID="{1A9C9C32-2C90-410B-B344-B05CE34A9DB5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194929-EE8A-43F6-B5BB-6D4A31F73515}" type="pres">
      <dgm:prSet presAssocID="{1A9C9C32-2C90-410B-B344-B05CE34A9DB5}" presName="negativeSpace" presStyleCnt="0"/>
      <dgm:spPr/>
    </dgm:pt>
    <dgm:pt modelId="{54D7923E-FE9B-4F33-A758-171BDE1C13D2}" type="pres">
      <dgm:prSet presAssocID="{1A9C9C32-2C90-410B-B344-B05CE34A9DB5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036636-522A-4DB7-8367-A7E01AFBA6F5}" type="pres">
      <dgm:prSet presAssocID="{EB040365-0698-4984-ACDB-0B134E158536}" presName="spaceBetweenRectangles" presStyleCnt="0"/>
      <dgm:spPr/>
    </dgm:pt>
    <dgm:pt modelId="{86D0C1BE-B3B6-47BE-8F53-2E474178C6E2}" type="pres">
      <dgm:prSet presAssocID="{8814885E-2CFA-4110-82D6-80B7BE468A03}" presName="parentLin" presStyleCnt="0"/>
      <dgm:spPr/>
    </dgm:pt>
    <dgm:pt modelId="{42047AC2-A1DD-4214-AFCC-8B8A8D35C73C}" type="pres">
      <dgm:prSet presAssocID="{8814885E-2CFA-4110-82D6-80B7BE468A03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51B3728D-CB76-4988-B5F3-5FD2AA7B1850}" type="pres">
      <dgm:prSet presAssocID="{8814885E-2CFA-4110-82D6-80B7BE468A03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CE2907-5626-42FF-A1EF-BEA410AD8B8E}" type="pres">
      <dgm:prSet presAssocID="{8814885E-2CFA-4110-82D6-80B7BE468A03}" presName="negativeSpace" presStyleCnt="0"/>
      <dgm:spPr/>
    </dgm:pt>
    <dgm:pt modelId="{30F45016-D662-49D1-8933-3FFBEA3B608A}" type="pres">
      <dgm:prSet presAssocID="{8814885E-2CFA-4110-82D6-80B7BE468A0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6FEF9F7-B772-4A89-9B7D-B558A31DD98A}" srcId="{5C5C2D32-D673-4713-91D3-77206E851C82}" destId="{F2D6567F-621A-4BC0-A111-94D4167303F5}" srcOrd="0" destOrd="0" parTransId="{CECC0E0E-5804-4F7B-8734-4BB39422BA8D}" sibTransId="{CA22CBF7-AC38-45A7-ACEC-0C0CB9BE860B}"/>
    <dgm:cxn modelId="{85A3B37E-156E-4641-B07A-EE4C9E597808}" srcId="{1A9C9C32-2C90-410B-B344-B05CE34A9DB5}" destId="{BF04A5E4-A961-4F0E-B010-1F1D53600A10}" srcOrd="0" destOrd="0" parTransId="{E6512B5D-CE03-48AC-8A60-943CD939975B}" sibTransId="{175E75E9-0817-4EF9-A71B-017C182D4926}"/>
    <dgm:cxn modelId="{A29EDD4B-9BE7-4A50-A5AA-A58F8D2F3B23}" type="presOf" srcId="{1A9C9C32-2C90-410B-B344-B05CE34A9DB5}" destId="{CCF2CECD-C868-4CD1-AA17-8A58FC1C04D0}" srcOrd="0" destOrd="0" presId="urn:microsoft.com/office/officeart/2005/8/layout/list1"/>
    <dgm:cxn modelId="{591F4A34-FA6F-404E-9BF4-80CD0CD45F1B}" type="presOf" srcId="{F2D6567F-621A-4BC0-A111-94D4167303F5}" destId="{630CCD43-D582-4EA6-B058-4B3D440D7F7D}" srcOrd="0" destOrd="0" presId="urn:microsoft.com/office/officeart/2005/8/layout/list1"/>
    <dgm:cxn modelId="{123D54A2-10EF-4334-AAF7-76694E96965C}" type="presOf" srcId="{1A9C9C32-2C90-410B-B344-B05CE34A9DB5}" destId="{E50A2C6F-6FCD-47B9-B4B8-01712B8EE0B4}" srcOrd="1" destOrd="0" presId="urn:microsoft.com/office/officeart/2005/8/layout/list1"/>
    <dgm:cxn modelId="{13E9D888-0416-49B7-BC55-071B0ABC7318}" type="presOf" srcId="{5C5C2D32-D673-4713-91D3-77206E851C82}" destId="{4420DC76-96F0-4565-AD8A-B14CEAF10946}" srcOrd="0" destOrd="0" presId="urn:microsoft.com/office/officeart/2005/8/layout/list1"/>
    <dgm:cxn modelId="{57C8D421-D0E8-4463-9891-48A07937E936}" type="presOf" srcId="{BF04A5E4-A961-4F0E-B010-1F1D53600A10}" destId="{54D7923E-FE9B-4F33-A758-171BDE1C13D2}" srcOrd="0" destOrd="0" presId="urn:microsoft.com/office/officeart/2005/8/layout/list1"/>
    <dgm:cxn modelId="{0B7CFEF6-72F7-4193-BE6D-A45D652847F7}" type="presOf" srcId="{F2D6567F-621A-4BC0-A111-94D4167303F5}" destId="{079FA169-4A51-435E-92B8-197806434EB7}" srcOrd="1" destOrd="0" presId="urn:microsoft.com/office/officeart/2005/8/layout/list1"/>
    <dgm:cxn modelId="{760349EF-982A-4795-BDB7-4AA4A2167C53}" type="presOf" srcId="{35AF10FF-95A8-469E-9C1E-C805D6E2CC05}" destId="{54D7923E-FE9B-4F33-A758-171BDE1C13D2}" srcOrd="0" destOrd="2" presId="urn:microsoft.com/office/officeart/2005/8/layout/list1"/>
    <dgm:cxn modelId="{CB010949-FAF5-4322-AA25-2AEBB2BD7081}" type="presOf" srcId="{E7140B99-158F-455E-BEC9-0597CDA2789D}" destId="{54D7923E-FE9B-4F33-A758-171BDE1C13D2}" srcOrd="0" destOrd="1" presId="urn:microsoft.com/office/officeart/2005/8/layout/list1"/>
    <dgm:cxn modelId="{2985967B-AE87-4963-A6A8-A4D28422BC86}" srcId="{5C5C2D32-D673-4713-91D3-77206E851C82}" destId="{1A9C9C32-2C90-410B-B344-B05CE34A9DB5}" srcOrd="1" destOrd="0" parTransId="{4ABD65F3-7AB2-4155-B759-AB389AA33743}" sibTransId="{EB040365-0698-4984-ACDB-0B134E158536}"/>
    <dgm:cxn modelId="{2CEDDD03-0669-4436-962E-6A72252802B4}" type="presOf" srcId="{8814885E-2CFA-4110-82D6-80B7BE468A03}" destId="{51B3728D-CB76-4988-B5F3-5FD2AA7B1850}" srcOrd="1" destOrd="0" presId="urn:microsoft.com/office/officeart/2005/8/layout/list1"/>
    <dgm:cxn modelId="{F56E7E55-15CC-4192-A76A-2697B2448315}" type="presOf" srcId="{8814885E-2CFA-4110-82D6-80B7BE468A03}" destId="{42047AC2-A1DD-4214-AFCC-8B8A8D35C73C}" srcOrd="0" destOrd="0" presId="urn:microsoft.com/office/officeart/2005/8/layout/list1"/>
    <dgm:cxn modelId="{41C6612E-9522-47B1-8AD4-2514402C9418}" srcId="{1A9C9C32-2C90-410B-B344-B05CE34A9DB5}" destId="{E7140B99-158F-455E-BEC9-0597CDA2789D}" srcOrd="1" destOrd="0" parTransId="{ED08BF3F-99F7-4B57-B510-C767C6EE93C2}" sibTransId="{EC8F5122-3A9F-422F-B3A2-0DFB90FAF54B}"/>
    <dgm:cxn modelId="{C4115E32-B10E-44E1-9C92-CDB10329FA35}" srcId="{1A9C9C32-2C90-410B-B344-B05CE34A9DB5}" destId="{35AF10FF-95A8-469E-9C1E-C805D6E2CC05}" srcOrd="2" destOrd="0" parTransId="{BFAB0807-A6DB-430D-8B44-622438A84177}" sibTransId="{B50A76D2-9944-485C-81F8-31AE84B19921}"/>
    <dgm:cxn modelId="{292DEB8F-53AF-4981-AEB0-B8C25CD5D939}" srcId="{5C5C2D32-D673-4713-91D3-77206E851C82}" destId="{8814885E-2CFA-4110-82D6-80B7BE468A03}" srcOrd="2" destOrd="0" parTransId="{507D9845-4202-4C7C-8272-1E6E3D5AA2B1}" sibTransId="{CE35DB89-D66B-4231-BA48-CF49719B8E2C}"/>
    <dgm:cxn modelId="{51C6CE21-E3D2-44CD-B897-6CCB55E851EF}" type="presParOf" srcId="{4420DC76-96F0-4565-AD8A-B14CEAF10946}" destId="{3D589171-99E1-42B6-B68C-3EE7C0A30EE3}" srcOrd="0" destOrd="0" presId="urn:microsoft.com/office/officeart/2005/8/layout/list1"/>
    <dgm:cxn modelId="{5E85678B-F736-4782-B1B9-5D3E8C6366F3}" type="presParOf" srcId="{3D589171-99E1-42B6-B68C-3EE7C0A30EE3}" destId="{630CCD43-D582-4EA6-B058-4B3D440D7F7D}" srcOrd="0" destOrd="0" presId="urn:microsoft.com/office/officeart/2005/8/layout/list1"/>
    <dgm:cxn modelId="{A122C465-B6E7-4002-BC67-200403EF4B69}" type="presParOf" srcId="{3D589171-99E1-42B6-B68C-3EE7C0A30EE3}" destId="{079FA169-4A51-435E-92B8-197806434EB7}" srcOrd="1" destOrd="0" presId="urn:microsoft.com/office/officeart/2005/8/layout/list1"/>
    <dgm:cxn modelId="{97530F0C-A951-49EC-B27D-8FA755776A55}" type="presParOf" srcId="{4420DC76-96F0-4565-AD8A-B14CEAF10946}" destId="{7ED2C86D-036B-4AE4-B2EE-C31265FDD59B}" srcOrd="1" destOrd="0" presId="urn:microsoft.com/office/officeart/2005/8/layout/list1"/>
    <dgm:cxn modelId="{15FEC676-85A4-411A-8976-47CA3951F0B3}" type="presParOf" srcId="{4420DC76-96F0-4565-AD8A-B14CEAF10946}" destId="{31DE497B-177B-441A-9006-215431115993}" srcOrd="2" destOrd="0" presId="urn:microsoft.com/office/officeart/2005/8/layout/list1"/>
    <dgm:cxn modelId="{C098A2A3-8D18-4DA1-91F4-152D8E6AEA5C}" type="presParOf" srcId="{4420DC76-96F0-4565-AD8A-B14CEAF10946}" destId="{7EA8B9C5-8781-4D9D-A2AB-63FAE74832A9}" srcOrd="3" destOrd="0" presId="urn:microsoft.com/office/officeart/2005/8/layout/list1"/>
    <dgm:cxn modelId="{5B99C003-D574-4FD8-9C12-0525AB02626E}" type="presParOf" srcId="{4420DC76-96F0-4565-AD8A-B14CEAF10946}" destId="{4A110CC8-641C-40A3-B16A-4D054DF9F2B4}" srcOrd="4" destOrd="0" presId="urn:microsoft.com/office/officeart/2005/8/layout/list1"/>
    <dgm:cxn modelId="{116DD139-9150-4AB5-A658-2AFDC55C44CA}" type="presParOf" srcId="{4A110CC8-641C-40A3-B16A-4D054DF9F2B4}" destId="{CCF2CECD-C868-4CD1-AA17-8A58FC1C04D0}" srcOrd="0" destOrd="0" presId="urn:microsoft.com/office/officeart/2005/8/layout/list1"/>
    <dgm:cxn modelId="{774540A1-8689-4D64-BE17-0A5087C173DC}" type="presParOf" srcId="{4A110CC8-641C-40A3-B16A-4D054DF9F2B4}" destId="{E50A2C6F-6FCD-47B9-B4B8-01712B8EE0B4}" srcOrd="1" destOrd="0" presId="urn:microsoft.com/office/officeart/2005/8/layout/list1"/>
    <dgm:cxn modelId="{1D87BA14-5114-4B07-BD11-AB3255F3EBC8}" type="presParOf" srcId="{4420DC76-96F0-4565-AD8A-B14CEAF10946}" destId="{AC194929-EE8A-43F6-B5BB-6D4A31F73515}" srcOrd="5" destOrd="0" presId="urn:microsoft.com/office/officeart/2005/8/layout/list1"/>
    <dgm:cxn modelId="{C2B71B29-6E84-4158-9BBB-2A5283221F2B}" type="presParOf" srcId="{4420DC76-96F0-4565-AD8A-B14CEAF10946}" destId="{54D7923E-FE9B-4F33-A758-171BDE1C13D2}" srcOrd="6" destOrd="0" presId="urn:microsoft.com/office/officeart/2005/8/layout/list1"/>
    <dgm:cxn modelId="{8C03D6F3-28F4-4EE1-8134-80ABB16015D1}" type="presParOf" srcId="{4420DC76-96F0-4565-AD8A-B14CEAF10946}" destId="{28036636-522A-4DB7-8367-A7E01AFBA6F5}" srcOrd="7" destOrd="0" presId="urn:microsoft.com/office/officeart/2005/8/layout/list1"/>
    <dgm:cxn modelId="{788EECB6-8165-41B9-873C-A3EE794EF55C}" type="presParOf" srcId="{4420DC76-96F0-4565-AD8A-B14CEAF10946}" destId="{86D0C1BE-B3B6-47BE-8F53-2E474178C6E2}" srcOrd="8" destOrd="0" presId="urn:microsoft.com/office/officeart/2005/8/layout/list1"/>
    <dgm:cxn modelId="{BA008C1F-8E5D-4B53-AC72-097917E3DBD4}" type="presParOf" srcId="{86D0C1BE-B3B6-47BE-8F53-2E474178C6E2}" destId="{42047AC2-A1DD-4214-AFCC-8B8A8D35C73C}" srcOrd="0" destOrd="0" presId="urn:microsoft.com/office/officeart/2005/8/layout/list1"/>
    <dgm:cxn modelId="{A5DDE37D-0546-4BA0-9913-8BC3767D1967}" type="presParOf" srcId="{86D0C1BE-B3B6-47BE-8F53-2E474178C6E2}" destId="{51B3728D-CB76-4988-B5F3-5FD2AA7B1850}" srcOrd="1" destOrd="0" presId="urn:microsoft.com/office/officeart/2005/8/layout/list1"/>
    <dgm:cxn modelId="{4669DC3E-7220-4ACD-845E-5A2040395E9E}" type="presParOf" srcId="{4420DC76-96F0-4565-AD8A-B14CEAF10946}" destId="{66CE2907-5626-42FF-A1EF-BEA410AD8B8E}" srcOrd="9" destOrd="0" presId="urn:microsoft.com/office/officeart/2005/8/layout/list1"/>
    <dgm:cxn modelId="{889B5CB1-869B-46E8-ADBD-7134DAECA7B7}" type="presParOf" srcId="{4420DC76-96F0-4565-AD8A-B14CEAF10946}" destId="{30F45016-D662-49D1-8933-3FFBEA3B608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C0226C-4C22-41B0-B28D-B6B93910C98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4602C1E-FEBF-4A49-BF8D-F24B59248930}">
      <dgm:prSet/>
      <dgm:spPr/>
      <dgm:t>
        <a:bodyPr/>
        <a:lstStyle/>
        <a:p>
          <a:r>
            <a:rPr lang="en-AU"/>
            <a:t>Change functioning of cell through changing type activities or quantites of proteins produces- not enzymes</a:t>
          </a:r>
          <a:endParaRPr lang="en-US"/>
        </a:p>
      </dgm:t>
    </dgm:pt>
    <dgm:pt modelId="{54E3BB6B-680D-487D-8733-57C010DD3077}" type="parTrans" cxnId="{84C939AB-0307-4F32-ABFC-6F9C65EF3A85}">
      <dgm:prSet/>
      <dgm:spPr/>
      <dgm:t>
        <a:bodyPr/>
        <a:lstStyle/>
        <a:p>
          <a:endParaRPr lang="en-US"/>
        </a:p>
      </dgm:t>
    </dgm:pt>
    <dgm:pt modelId="{06D20748-2F5A-4C39-BDD1-CD6C68AD5D64}" type="sibTrans" cxnId="{84C939AB-0307-4F32-ABFC-6F9C65EF3A85}">
      <dgm:prSet/>
      <dgm:spPr/>
      <dgm:t>
        <a:bodyPr/>
        <a:lstStyle/>
        <a:p>
          <a:endParaRPr lang="en-US"/>
        </a:p>
      </dgm:t>
    </dgm:pt>
    <dgm:pt modelId="{F529A82A-56E2-4B5C-BDB4-D20F510FDCE1}">
      <dgm:prSet/>
      <dgm:spPr/>
      <dgm:t>
        <a:bodyPr/>
        <a:lstStyle/>
        <a:p>
          <a:r>
            <a:rPr lang="en-AU"/>
            <a:t>Hormones can</a:t>
          </a:r>
          <a:endParaRPr lang="en-US"/>
        </a:p>
      </dgm:t>
    </dgm:pt>
    <dgm:pt modelId="{D1D9D845-841B-4171-8187-479BA94F7E02}" type="parTrans" cxnId="{631BBBEE-82EF-46B4-8215-4374F4E1E7B3}">
      <dgm:prSet/>
      <dgm:spPr/>
      <dgm:t>
        <a:bodyPr/>
        <a:lstStyle/>
        <a:p>
          <a:endParaRPr lang="en-US"/>
        </a:p>
      </dgm:t>
    </dgm:pt>
    <dgm:pt modelId="{2FF2398F-2BB4-46B3-A6B6-0A3D42198E6E}" type="sibTrans" cxnId="{631BBBEE-82EF-46B4-8215-4374F4E1E7B3}">
      <dgm:prSet/>
      <dgm:spPr/>
      <dgm:t>
        <a:bodyPr/>
        <a:lstStyle/>
        <a:p>
          <a:endParaRPr lang="en-US"/>
        </a:p>
      </dgm:t>
    </dgm:pt>
    <dgm:pt modelId="{3300A772-48CD-45B3-BC87-5397CE823429}">
      <dgm:prSet/>
      <dgm:spPr/>
      <dgm:t>
        <a:bodyPr/>
        <a:lstStyle/>
        <a:p>
          <a:r>
            <a:rPr lang="en-AU"/>
            <a:t>Activate certain genes in the nucleous to manufacture particular protiens</a:t>
          </a:r>
          <a:endParaRPr lang="en-US"/>
        </a:p>
      </dgm:t>
    </dgm:pt>
    <dgm:pt modelId="{54B89A8F-7844-41A2-95DB-F01512EE045D}" type="parTrans" cxnId="{E69E79F7-98B9-4CD6-91E3-78CFE8991E6F}">
      <dgm:prSet/>
      <dgm:spPr/>
      <dgm:t>
        <a:bodyPr/>
        <a:lstStyle/>
        <a:p>
          <a:endParaRPr lang="en-US"/>
        </a:p>
      </dgm:t>
    </dgm:pt>
    <dgm:pt modelId="{7EDCC8C5-F43B-4847-B6F6-CEDD7D6A1DC6}" type="sibTrans" cxnId="{E69E79F7-98B9-4CD6-91E3-78CFE8991E6F}">
      <dgm:prSet/>
      <dgm:spPr/>
      <dgm:t>
        <a:bodyPr/>
        <a:lstStyle/>
        <a:p>
          <a:endParaRPr lang="en-US"/>
        </a:p>
      </dgm:t>
    </dgm:pt>
    <dgm:pt modelId="{670BD7F3-FF6B-496E-BF45-8C77732DFBDB}">
      <dgm:prSet/>
      <dgm:spPr/>
      <dgm:t>
        <a:bodyPr/>
        <a:lstStyle/>
        <a:p>
          <a:r>
            <a:rPr lang="en-AU"/>
            <a:t>Change the shape or structure of an enzyme (turn on or off)</a:t>
          </a:r>
          <a:endParaRPr lang="en-US"/>
        </a:p>
      </dgm:t>
    </dgm:pt>
    <dgm:pt modelId="{3A75218A-E29B-45E6-BD80-FCD72A8A0966}" type="parTrans" cxnId="{16327596-65DE-402B-9EF1-5BA7519FA207}">
      <dgm:prSet/>
      <dgm:spPr/>
      <dgm:t>
        <a:bodyPr/>
        <a:lstStyle/>
        <a:p>
          <a:endParaRPr lang="en-US"/>
        </a:p>
      </dgm:t>
    </dgm:pt>
    <dgm:pt modelId="{02F0C0F5-0EBA-4BEE-AD71-28E62A01D68C}" type="sibTrans" cxnId="{16327596-65DE-402B-9EF1-5BA7519FA207}">
      <dgm:prSet/>
      <dgm:spPr/>
      <dgm:t>
        <a:bodyPr/>
        <a:lstStyle/>
        <a:p>
          <a:endParaRPr lang="en-US"/>
        </a:p>
      </dgm:t>
    </dgm:pt>
    <dgm:pt modelId="{C622D4FD-BF32-4E92-B702-038677D5BD31}">
      <dgm:prSet/>
      <dgm:spPr/>
      <dgm:t>
        <a:bodyPr/>
        <a:lstStyle/>
        <a:p>
          <a:r>
            <a:rPr lang="en-AU"/>
            <a:t>Change rate of production of an enzyme through affection transcription and translation</a:t>
          </a:r>
          <a:endParaRPr lang="en-US"/>
        </a:p>
      </dgm:t>
    </dgm:pt>
    <dgm:pt modelId="{6206AC9A-1FEB-4C0B-8ED3-2D7E8EE2580E}" type="parTrans" cxnId="{521886A7-B964-4AA6-94DF-F803171FEF54}">
      <dgm:prSet/>
      <dgm:spPr/>
      <dgm:t>
        <a:bodyPr/>
        <a:lstStyle/>
        <a:p>
          <a:endParaRPr lang="en-US"/>
        </a:p>
      </dgm:t>
    </dgm:pt>
    <dgm:pt modelId="{4A27598F-0F6A-4E6C-8100-DA27BB27293A}" type="sibTrans" cxnId="{521886A7-B964-4AA6-94DF-F803171FEF54}">
      <dgm:prSet/>
      <dgm:spPr/>
      <dgm:t>
        <a:bodyPr/>
        <a:lstStyle/>
        <a:p>
          <a:endParaRPr lang="en-US"/>
        </a:p>
      </dgm:t>
    </dgm:pt>
    <dgm:pt modelId="{5E96622C-2BF5-4844-AF45-1D92B5766095}" type="pres">
      <dgm:prSet presAssocID="{94C0226C-4C22-41B0-B28D-B6B93910C98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4BA72C-25F6-4856-916A-DA1E1E6E49CB}" type="pres">
      <dgm:prSet presAssocID="{A4602C1E-FEBF-4A49-BF8D-F24B59248930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C97EDB-2D1D-477D-98B9-B4B05230FD72}" type="pres">
      <dgm:prSet presAssocID="{06D20748-2F5A-4C39-BDD1-CD6C68AD5D64}" presName="spacer" presStyleCnt="0"/>
      <dgm:spPr/>
    </dgm:pt>
    <dgm:pt modelId="{16AE47AD-2247-41D9-9F45-BB5AD36D30B2}" type="pres">
      <dgm:prSet presAssocID="{F529A82A-56E2-4B5C-BDB4-D20F510FDCE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0BD7A1-7A04-42B7-808A-357EBCCC702F}" type="pres">
      <dgm:prSet presAssocID="{F529A82A-56E2-4B5C-BDB4-D20F510FDCE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17BEDE-0368-4A81-8768-09906B386AC0}" type="presOf" srcId="{3300A772-48CD-45B3-BC87-5397CE823429}" destId="{030BD7A1-7A04-42B7-808A-357EBCCC702F}" srcOrd="0" destOrd="0" presId="urn:microsoft.com/office/officeart/2005/8/layout/vList2"/>
    <dgm:cxn modelId="{FF3F4D04-0440-48D3-8CB2-9C2748F71E6D}" type="presOf" srcId="{670BD7F3-FF6B-496E-BF45-8C77732DFBDB}" destId="{030BD7A1-7A04-42B7-808A-357EBCCC702F}" srcOrd="0" destOrd="1" presId="urn:microsoft.com/office/officeart/2005/8/layout/vList2"/>
    <dgm:cxn modelId="{E82473C9-52E1-4CE2-AC5C-85E482B8C7B7}" type="presOf" srcId="{F529A82A-56E2-4B5C-BDB4-D20F510FDCE1}" destId="{16AE47AD-2247-41D9-9F45-BB5AD36D30B2}" srcOrd="0" destOrd="0" presId="urn:microsoft.com/office/officeart/2005/8/layout/vList2"/>
    <dgm:cxn modelId="{16327596-65DE-402B-9EF1-5BA7519FA207}" srcId="{F529A82A-56E2-4B5C-BDB4-D20F510FDCE1}" destId="{670BD7F3-FF6B-496E-BF45-8C77732DFBDB}" srcOrd="1" destOrd="0" parTransId="{3A75218A-E29B-45E6-BD80-FCD72A8A0966}" sibTransId="{02F0C0F5-0EBA-4BEE-AD71-28E62A01D68C}"/>
    <dgm:cxn modelId="{84C939AB-0307-4F32-ABFC-6F9C65EF3A85}" srcId="{94C0226C-4C22-41B0-B28D-B6B93910C98E}" destId="{A4602C1E-FEBF-4A49-BF8D-F24B59248930}" srcOrd="0" destOrd="0" parTransId="{54E3BB6B-680D-487D-8733-57C010DD3077}" sibTransId="{06D20748-2F5A-4C39-BDD1-CD6C68AD5D64}"/>
    <dgm:cxn modelId="{5CBC1F99-0F0D-4AD3-9746-13A30139FB03}" type="presOf" srcId="{94C0226C-4C22-41B0-B28D-B6B93910C98E}" destId="{5E96622C-2BF5-4844-AF45-1D92B5766095}" srcOrd="0" destOrd="0" presId="urn:microsoft.com/office/officeart/2005/8/layout/vList2"/>
    <dgm:cxn modelId="{E69E79F7-98B9-4CD6-91E3-78CFE8991E6F}" srcId="{F529A82A-56E2-4B5C-BDB4-D20F510FDCE1}" destId="{3300A772-48CD-45B3-BC87-5397CE823429}" srcOrd="0" destOrd="0" parTransId="{54B89A8F-7844-41A2-95DB-F01512EE045D}" sibTransId="{7EDCC8C5-F43B-4847-B6F6-CEDD7D6A1DC6}"/>
    <dgm:cxn modelId="{631BBBEE-82EF-46B4-8215-4374F4E1E7B3}" srcId="{94C0226C-4C22-41B0-B28D-B6B93910C98E}" destId="{F529A82A-56E2-4B5C-BDB4-D20F510FDCE1}" srcOrd="1" destOrd="0" parTransId="{D1D9D845-841B-4171-8187-479BA94F7E02}" sibTransId="{2FF2398F-2BB4-46B3-A6B6-0A3D42198E6E}"/>
    <dgm:cxn modelId="{A225DCE5-1FC8-44DC-8CB8-2FCF7B1A051A}" type="presOf" srcId="{C622D4FD-BF32-4E92-B702-038677D5BD31}" destId="{030BD7A1-7A04-42B7-808A-357EBCCC702F}" srcOrd="0" destOrd="2" presId="urn:microsoft.com/office/officeart/2005/8/layout/vList2"/>
    <dgm:cxn modelId="{6EBF98A1-630E-46A2-82D9-7B18103E6513}" type="presOf" srcId="{A4602C1E-FEBF-4A49-BF8D-F24B59248930}" destId="{CC4BA72C-25F6-4856-916A-DA1E1E6E49CB}" srcOrd="0" destOrd="0" presId="urn:microsoft.com/office/officeart/2005/8/layout/vList2"/>
    <dgm:cxn modelId="{521886A7-B964-4AA6-94DF-F803171FEF54}" srcId="{F529A82A-56E2-4B5C-BDB4-D20F510FDCE1}" destId="{C622D4FD-BF32-4E92-B702-038677D5BD31}" srcOrd="2" destOrd="0" parTransId="{6206AC9A-1FEB-4C0B-8ED3-2D7E8EE2580E}" sibTransId="{4A27598F-0F6A-4E6C-8100-DA27BB27293A}"/>
    <dgm:cxn modelId="{E458A272-7C64-49C4-9020-6E7D998DBBC9}" type="presParOf" srcId="{5E96622C-2BF5-4844-AF45-1D92B5766095}" destId="{CC4BA72C-25F6-4856-916A-DA1E1E6E49CB}" srcOrd="0" destOrd="0" presId="urn:microsoft.com/office/officeart/2005/8/layout/vList2"/>
    <dgm:cxn modelId="{FFAAFB7B-3D3C-4D2F-9CA8-CF5FC7385784}" type="presParOf" srcId="{5E96622C-2BF5-4844-AF45-1D92B5766095}" destId="{AAC97EDB-2D1D-477D-98B9-B4B05230FD72}" srcOrd="1" destOrd="0" presId="urn:microsoft.com/office/officeart/2005/8/layout/vList2"/>
    <dgm:cxn modelId="{B7B76DA6-AD3B-4567-B3E2-6F90F7A1CF3F}" type="presParOf" srcId="{5E96622C-2BF5-4844-AF45-1D92B5766095}" destId="{16AE47AD-2247-41D9-9F45-BB5AD36D30B2}" srcOrd="2" destOrd="0" presId="urn:microsoft.com/office/officeart/2005/8/layout/vList2"/>
    <dgm:cxn modelId="{25DA5800-B201-48ED-B06D-9BF0A5FA84CF}" type="presParOf" srcId="{5E96622C-2BF5-4844-AF45-1D92B5766095}" destId="{030BD7A1-7A04-42B7-808A-357EBCCC702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5F74F2-2252-4231-9FA5-40E574C24DE7}" type="doc">
      <dgm:prSet loTypeId="urn:microsoft.com/office/officeart/2005/8/layout/process4" loCatId="process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0F35709-D388-482F-B1F8-C63D67E5B7BC}">
      <dgm:prSet/>
      <dgm:spPr/>
      <dgm:t>
        <a:bodyPr/>
        <a:lstStyle/>
        <a:p>
          <a:r>
            <a:rPr lang="en-AU"/>
            <a:t>ENZYME AMPLIFICATION</a:t>
          </a:r>
          <a:endParaRPr lang="en-US"/>
        </a:p>
      </dgm:t>
    </dgm:pt>
    <dgm:pt modelId="{351ABBA7-8FA9-4FC0-8EE9-714F6139710C}" type="parTrans" cxnId="{FC9550BB-F2E2-4206-82E2-2FCE9BE85379}">
      <dgm:prSet/>
      <dgm:spPr/>
      <dgm:t>
        <a:bodyPr/>
        <a:lstStyle/>
        <a:p>
          <a:endParaRPr lang="en-US"/>
        </a:p>
      </dgm:t>
    </dgm:pt>
    <dgm:pt modelId="{4E076358-322D-471B-A3D4-61AF4CEAFED9}" type="sibTrans" cxnId="{FC9550BB-F2E2-4206-82E2-2FCE9BE85379}">
      <dgm:prSet/>
      <dgm:spPr/>
      <dgm:t>
        <a:bodyPr/>
        <a:lstStyle/>
        <a:p>
          <a:endParaRPr lang="en-US"/>
        </a:p>
      </dgm:t>
    </dgm:pt>
    <dgm:pt modelId="{866F6BB6-8573-4FE5-982B-D440AB361BFD}">
      <dgm:prSet/>
      <dgm:spPr/>
      <dgm:t>
        <a:bodyPr/>
        <a:lstStyle/>
        <a:p>
          <a:r>
            <a:rPr lang="en-AU"/>
            <a:t>One hormone affects more than one enzyme molecule- cascading domino affect-small stimulus=large response</a:t>
          </a:r>
          <a:endParaRPr lang="en-US"/>
        </a:p>
      </dgm:t>
    </dgm:pt>
    <dgm:pt modelId="{55E0A7A2-036C-4AA5-A8C6-63876B3C5CB9}" type="parTrans" cxnId="{989004F1-2D30-4956-A910-D9A5E86F9203}">
      <dgm:prSet/>
      <dgm:spPr/>
      <dgm:t>
        <a:bodyPr/>
        <a:lstStyle/>
        <a:p>
          <a:endParaRPr lang="en-US"/>
        </a:p>
      </dgm:t>
    </dgm:pt>
    <dgm:pt modelId="{06026CBC-79D9-4A13-B54E-6A6B3CEFD236}" type="sibTrans" cxnId="{989004F1-2D30-4956-A910-D9A5E86F9203}">
      <dgm:prSet/>
      <dgm:spPr/>
      <dgm:t>
        <a:bodyPr/>
        <a:lstStyle/>
        <a:p>
          <a:endParaRPr lang="en-US"/>
        </a:p>
      </dgm:t>
    </dgm:pt>
    <dgm:pt modelId="{0FED9A9F-6132-462D-B67B-F78C6E9C1885}">
      <dgm:prSet/>
      <dgm:spPr/>
      <dgm:t>
        <a:bodyPr/>
        <a:lstStyle/>
        <a:p>
          <a:r>
            <a:rPr lang="en-AU"/>
            <a:t>HORMONE CLEARANCE</a:t>
          </a:r>
          <a:endParaRPr lang="en-US"/>
        </a:p>
      </dgm:t>
    </dgm:pt>
    <dgm:pt modelId="{BF6DADB0-D4FD-4C73-A7F7-1DDA6A525505}" type="parTrans" cxnId="{9335AC83-25CC-4A66-B61B-759C15CB509B}">
      <dgm:prSet/>
      <dgm:spPr/>
      <dgm:t>
        <a:bodyPr/>
        <a:lstStyle/>
        <a:p>
          <a:endParaRPr lang="en-US"/>
        </a:p>
      </dgm:t>
    </dgm:pt>
    <dgm:pt modelId="{E09C3F26-B5FF-4CFC-93D3-E60380075786}" type="sibTrans" cxnId="{9335AC83-25CC-4A66-B61B-759C15CB509B}">
      <dgm:prSet/>
      <dgm:spPr/>
      <dgm:t>
        <a:bodyPr/>
        <a:lstStyle/>
        <a:p>
          <a:endParaRPr lang="en-US"/>
        </a:p>
      </dgm:t>
    </dgm:pt>
    <dgm:pt modelId="{44A4CB0F-C7B3-4CE6-8409-73A344D0AD48}">
      <dgm:prSet/>
      <dgm:spPr/>
      <dgm:t>
        <a:bodyPr/>
        <a:lstStyle/>
        <a:p>
          <a:r>
            <a:rPr lang="en-AU"/>
            <a:t>After producing affect- needs to be cleared. Broken down in host cell or liver and kidneys-excreted through urea or bile</a:t>
          </a:r>
          <a:endParaRPr lang="en-US"/>
        </a:p>
      </dgm:t>
    </dgm:pt>
    <dgm:pt modelId="{CF0B2307-1615-41FA-837A-3C6D926262E5}" type="parTrans" cxnId="{193420F2-FF9C-4BD0-B577-7AE936D7D04B}">
      <dgm:prSet/>
      <dgm:spPr/>
      <dgm:t>
        <a:bodyPr/>
        <a:lstStyle/>
        <a:p>
          <a:endParaRPr lang="en-US"/>
        </a:p>
      </dgm:t>
    </dgm:pt>
    <dgm:pt modelId="{C9F0BCD6-21D9-4A6F-8D44-0F88652FBD26}" type="sibTrans" cxnId="{193420F2-FF9C-4BD0-B577-7AE936D7D04B}">
      <dgm:prSet/>
      <dgm:spPr/>
      <dgm:t>
        <a:bodyPr/>
        <a:lstStyle/>
        <a:p>
          <a:endParaRPr lang="en-US"/>
        </a:p>
      </dgm:t>
    </dgm:pt>
    <dgm:pt modelId="{9D5B3A1F-0391-428E-AD08-7CAA76D1ABFB}" type="pres">
      <dgm:prSet presAssocID="{165F74F2-2252-4231-9FA5-40E574C24DE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46D65E6-8264-4BB3-9B1F-08F8CF96577F}" type="pres">
      <dgm:prSet presAssocID="{44A4CB0F-C7B3-4CE6-8409-73A344D0AD48}" presName="boxAndChildren" presStyleCnt="0"/>
      <dgm:spPr/>
    </dgm:pt>
    <dgm:pt modelId="{E2BB30E6-38F4-452F-BC10-1655C64C0B00}" type="pres">
      <dgm:prSet presAssocID="{44A4CB0F-C7B3-4CE6-8409-73A344D0AD48}" presName="parentTextBox" presStyleLbl="node1" presStyleIdx="0" presStyleCnt="4"/>
      <dgm:spPr/>
      <dgm:t>
        <a:bodyPr/>
        <a:lstStyle/>
        <a:p>
          <a:endParaRPr lang="en-US"/>
        </a:p>
      </dgm:t>
    </dgm:pt>
    <dgm:pt modelId="{04891463-2B1A-4774-B166-C1B624979AAF}" type="pres">
      <dgm:prSet presAssocID="{E09C3F26-B5FF-4CFC-93D3-E60380075786}" presName="sp" presStyleCnt="0"/>
      <dgm:spPr/>
    </dgm:pt>
    <dgm:pt modelId="{387070E1-BEE3-43D3-998A-6638CB5F202F}" type="pres">
      <dgm:prSet presAssocID="{0FED9A9F-6132-462D-B67B-F78C6E9C1885}" presName="arrowAndChildren" presStyleCnt="0"/>
      <dgm:spPr/>
    </dgm:pt>
    <dgm:pt modelId="{AD8535F5-6579-441D-BF38-87EA7B3A7898}" type="pres">
      <dgm:prSet presAssocID="{0FED9A9F-6132-462D-B67B-F78C6E9C1885}" presName="parentTextArrow" presStyleLbl="node1" presStyleIdx="1" presStyleCnt="4"/>
      <dgm:spPr/>
      <dgm:t>
        <a:bodyPr/>
        <a:lstStyle/>
        <a:p>
          <a:endParaRPr lang="en-US"/>
        </a:p>
      </dgm:t>
    </dgm:pt>
    <dgm:pt modelId="{37ADEB2E-43B3-4D19-89C6-DDFB5273A57C}" type="pres">
      <dgm:prSet presAssocID="{06026CBC-79D9-4A13-B54E-6A6B3CEFD236}" presName="sp" presStyleCnt="0"/>
      <dgm:spPr/>
    </dgm:pt>
    <dgm:pt modelId="{36F1E1FF-02F5-4100-83DF-F718B91E79C0}" type="pres">
      <dgm:prSet presAssocID="{866F6BB6-8573-4FE5-982B-D440AB361BFD}" presName="arrowAndChildren" presStyleCnt="0"/>
      <dgm:spPr/>
    </dgm:pt>
    <dgm:pt modelId="{7EC7B698-0529-49D8-A272-7D9EF89180AA}" type="pres">
      <dgm:prSet presAssocID="{866F6BB6-8573-4FE5-982B-D440AB361BFD}" presName="parentTextArrow" presStyleLbl="node1" presStyleIdx="2" presStyleCnt="4"/>
      <dgm:spPr/>
      <dgm:t>
        <a:bodyPr/>
        <a:lstStyle/>
        <a:p>
          <a:endParaRPr lang="en-US"/>
        </a:p>
      </dgm:t>
    </dgm:pt>
    <dgm:pt modelId="{510D55F0-75D6-44BF-BFD4-9B09192120C8}" type="pres">
      <dgm:prSet presAssocID="{4E076358-322D-471B-A3D4-61AF4CEAFED9}" presName="sp" presStyleCnt="0"/>
      <dgm:spPr/>
    </dgm:pt>
    <dgm:pt modelId="{43A2CCCF-CC4C-4253-A11F-CDBEA5F69F5C}" type="pres">
      <dgm:prSet presAssocID="{80F35709-D388-482F-B1F8-C63D67E5B7BC}" presName="arrowAndChildren" presStyleCnt="0"/>
      <dgm:spPr/>
    </dgm:pt>
    <dgm:pt modelId="{B8CC863B-FC91-4420-95A4-BF2710DCC974}" type="pres">
      <dgm:prSet presAssocID="{80F35709-D388-482F-B1F8-C63D67E5B7BC}" presName="parentTextArrow" presStyleLbl="node1" presStyleIdx="3" presStyleCnt="4"/>
      <dgm:spPr/>
      <dgm:t>
        <a:bodyPr/>
        <a:lstStyle/>
        <a:p>
          <a:endParaRPr lang="en-US"/>
        </a:p>
      </dgm:t>
    </dgm:pt>
  </dgm:ptLst>
  <dgm:cxnLst>
    <dgm:cxn modelId="{3459792C-57A0-4233-BF9C-709F6F71E958}" type="presOf" srcId="{80F35709-D388-482F-B1F8-C63D67E5B7BC}" destId="{B8CC863B-FC91-4420-95A4-BF2710DCC974}" srcOrd="0" destOrd="0" presId="urn:microsoft.com/office/officeart/2005/8/layout/process4"/>
    <dgm:cxn modelId="{FDD4AC66-8A42-4F30-8838-60007AE60199}" type="presOf" srcId="{165F74F2-2252-4231-9FA5-40E574C24DE7}" destId="{9D5B3A1F-0391-428E-AD08-7CAA76D1ABFB}" srcOrd="0" destOrd="0" presId="urn:microsoft.com/office/officeart/2005/8/layout/process4"/>
    <dgm:cxn modelId="{BFA6F9CA-8F2A-440C-A1C2-3C329A6D3B92}" type="presOf" srcId="{0FED9A9F-6132-462D-B67B-F78C6E9C1885}" destId="{AD8535F5-6579-441D-BF38-87EA7B3A7898}" srcOrd="0" destOrd="0" presId="urn:microsoft.com/office/officeart/2005/8/layout/process4"/>
    <dgm:cxn modelId="{193420F2-FF9C-4BD0-B577-7AE936D7D04B}" srcId="{165F74F2-2252-4231-9FA5-40E574C24DE7}" destId="{44A4CB0F-C7B3-4CE6-8409-73A344D0AD48}" srcOrd="3" destOrd="0" parTransId="{CF0B2307-1615-41FA-837A-3C6D926262E5}" sibTransId="{C9F0BCD6-21D9-4A6F-8D44-0F88652FBD26}"/>
    <dgm:cxn modelId="{E349857F-95A1-408C-B527-678E3CF2D784}" type="presOf" srcId="{866F6BB6-8573-4FE5-982B-D440AB361BFD}" destId="{7EC7B698-0529-49D8-A272-7D9EF89180AA}" srcOrd="0" destOrd="0" presId="urn:microsoft.com/office/officeart/2005/8/layout/process4"/>
    <dgm:cxn modelId="{989004F1-2D30-4956-A910-D9A5E86F9203}" srcId="{165F74F2-2252-4231-9FA5-40E574C24DE7}" destId="{866F6BB6-8573-4FE5-982B-D440AB361BFD}" srcOrd="1" destOrd="0" parTransId="{55E0A7A2-036C-4AA5-A8C6-63876B3C5CB9}" sibTransId="{06026CBC-79D9-4A13-B54E-6A6B3CEFD236}"/>
    <dgm:cxn modelId="{FC9550BB-F2E2-4206-82E2-2FCE9BE85379}" srcId="{165F74F2-2252-4231-9FA5-40E574C24DE7}" destId="{80F35709-D388-482F-B1F8-C63D67E5B7BC}" srcOrd="0" destOrd="0" parTransId="{351ABBA7-8FA9-4FC0-8EE9-714F6139710C}" sibTransId="{4E076358-322D-471B-A3D4-61AF4CEAFED9}"/>
    <dgm:cxn modelId="{9335AC83-25CC-4A66-B61B-759C15CB509B}" srcId="{165F74F2-2252-4231-9FA5-40E574C24DE7}" destId="{0FED9A9F-6132-462D-B67B-F78C6E9C1885}" srcOrd="2" destOrd="0" parTransId="{BF6DADB0-D4FD-4C73-A7F7-1DDA6A525505}" sibTransId="{E09C3F26-B5FF-4CFC-93D3-E60380075786}"/>
    <dgm:cxn modelId="{F1E4B06E-6AB7-4A4D-9D97-4FC57507084C}" type="presOf" srcId="{44A4CB0F-C7B3-4CE6-8409-73A344D0AD48}" destId="{E2BB30E6-38F4-452F-BC10-1655C64C0B00}" srcOrd="0" destOrd="0" presId="urn:microsoft.com/office/officeart/2005/8/layout/process4"/>
    <dgm:cxn modelId="{41591C39-A0AF-46EB-AB15-F747E03CEB95}" type="presParOf" srcId="{9D5B3A1F-0391-428E-AD08-7CAA76D1ABFB}" destId="{646D65E6-8264-4BB3-9B1F-08F8CF96577F}" srcOrd="0" destOrd="0" presId="urn:microsoft.com/office/officeart/2005/8/layout/process4"/>
    <dgm:cxn modelId="{8723456A-2FEE-4A1F-8DAF-2BC583775928}" type="presParOf" srcId="{646D65E6-8264-4BB3-9B1F-08F8CF96577F}" destId="{E2BB30E6-38F4-452F-BC10-1655C64C0B00}" srcOrd="0" destOrd="0" presId="urn:microsoft.com/office/officeart/2005/8/layout/process4"/>
    <dgm:cxn modelId="{26DE902A-EA11-4D12-9827-FAE925733776}" type="presParOf" srcId="{9D5B3A1F-0391-428E-AD08-7CAA76D1ABFB}" destId="{04891463-2B1A-4774-B166-C1B624979AAF}" srcOrd="1" destOrd="0" presId="urn:microsoft.com/office/officeart/2005/8/layout/process4"/>
    <dgm:cxn modelId="{35D3C0D0-9423-4E1B-A0EA-1CFA73E68B1A}" type="presParOf" srcId="{9D5B3A1F-0391-428E-AD08-7CAA76D1ABFB}" destId="{387070E1-BEE3-43D3-998A-6638CB5F202F}" srcOrd="2" destOrd="0" presId="urn:microsoft.com/office/officeart/2005/8/layout/process4"/>
    <dgm:cxn modelId="{25731A30-8FA4-48CB-B5A2-DF4C766DA7B5}" type="presParOf" srcId="{387070E1-BEE3-43D3-998A-6638CB5F202F}" destId="{AD8535F5-6579-441D-BF38-87EA7B3A7898}" srcOrd="0" destOrd="0" presId="urn:microsoft.com/office/officeart/2005/8/layout/process4"/>
    <dgm:cxn modelId="{0585B80A-ABE8-400D-AF73-A2FA42DE0E88}" type="presParOf" srcId="{9D5B3A1F-0391-428E-AD08-7CAA76D1ABFB}" destId="{37ADEB2E-43B3-4D19-89C6-DDFB5273A57C}" srcOrd="3" destOrd="0" presId="urn:microsoft.com/office/officeart/2005/8/layout/process4"/>
    <dgm:cxn modelId="{C70C4B5C-8182-4604-83AF-9CC7F7FB95E2}" type="presParOf" srcId="{9D5B3A1F-0391-428E-AD08-7CAA76D1ABFB}" destId="{36F1E1FF-02F5-4100-83DF-F718B91E79C0}" srcOrd="4" destOrd="0" presId="urn:microsoft.com/office/officeart/2005/8/layout/process4"/>
    <dgm:cxn modelId="{E5C9AC25-0D9F-4212-B098-FEBFD06474C8}" type="presParOf" srcId="{36F1E1FF-02F5-4100-83DF-F718B91E79C0}" destId="{7EC7B698-0529-49D8-A272-7D9EF89180AA}" srcOrd="0" destOrd="0" presId="urn:microsoft.com/office/officeart/2005/8/layout/process4"/>
    <dgm:cxn modelId="{4808525D-1C67-46F5-BE77-AA67402405C0}" type="presParOf" srcId="{9D5B3A1F-0391-428E-AD08-7CAA76D1ABFB}" destId="{510D55F0-75D6-44BF-BFD4-9B09192120C8}" srcOrd="5" destOrd="0" presId="urn:microsoft.com/office/officeart/2005/8/layout/process4"/>
    <dgm:cxn modelId="{11B1579A-9AA2-4B41-AF09-7F842F7F04A9}" type="presParOf" srcId="{9D5B3A1F-0391-428E-AD08-7CAA76D1ABFB}" destId="{43A2CCCF-CC4C-4253-A11F-CDBEA5F69F5C}" srcOrd="6" destOrd="0" presId="urn:microsoft.com/office/officeart/2005/8/layout/process4"/>
    <dgm:cxn modelId="{0718A717-7B01-4BCA-B104-AFB770045F02}" type="presParOf" srcId="{43A2CCCF-CC4C-4253-A11F-CDBEA5F69F5C}" destId="{B8CC863B-FC91-4420-95A4-BF2710DCC97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14B8D5-64A9-424B-AF94-3AD067802DD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E73432-11AC-4CC3-9AAC-F4B999AC3EB6}">
      <dgm:prSet/>
      <dgm:spPr/>
      <dgm:t>
        <a:bodyPr/>
        <a:lstStyle/>
        <a:p>
          <a:r>
            <a:rPr lang="en-AU"/>
            <a:t>Found deep inside brain</a:t>
          </a:r>
          <a:endParaRPr lang="en-US"/>
        </a:p>
      </dgm:t>
    </dgm:pt>
    <dgm:pt modelId="{6D6916E9-724B-4358-A681-7B5E602F1BC4}" type="parTrans" cxnId="{6D3219F7-3F14-4D33-AD5D-B8ED05C1BF92}">
      <dgm:prSet/>
      <dgm:spPr/>
      <dgm:t>
        <a:bodyPr/>
        <a:lstStyle/>
        <a:p>
          <a:endParaRPr lang="en-US"/>
        </a:p>
      </dgm:t>
    </dgm:pt>
    <dgm:pt modelId="{BB1BA6AF-4859-4910-B60A-FE44EE0C2BB4}" type="sibTrans" cxnId="{6D3219F7-3F14-4D33-AD5D-B8ED05C1BF9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B82C3CC-E7CA-4A76-9EB2-7178158C2358}">
      <dgm:prSet/>
      <dgm:spPr/>
      <dgm:t>
        <a:bodyPr/>
        <a:lstStyle/>
        <a:p>
          <a:r>
            <a:rPr lang="en-AU"/>
            <a:t>Largest when younger-decreases in size with age</a:t>
          </a:r>
          <a:endParaRPr lang="en-US"/>
        </a:p>
      </dgm:t>
    </dgm:pt>
    <dgm:pt modelId="{E7DF9B85-B125-4123-AE55-0DEB4DB5906F}" type="parTrans" cxnId="{D32F5409-AA2A-4687-8689-DA309A43A438}">
      <dgm:prSet/>
      <dgm:spPr/>
      <dgm:t>
        <a:bodyPr/>
        <a:lstStyle/>
        <a:p>
          <a:endParaRPr lang="en-US"/>
        </a:p>
      </dgm:t>
    </dgm:pt>
    <dgm:pt modelId="{63A8D53D-6ABD-48E2-922B-38BE291595DD}" type="sibTrans" cxnId="{D32F5409-AA2A-4687-8689-DA309A43A43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5345890-1758-49B8-88C9-28E8E55FD25C}">
      <dgm:prSet/>
      <dgm:spPr/>
      <dgm:t>
        <a:bodyPr/>
        <a:lstStyle/>
        <a:p>
          <a:r>
            <a:rPr lang="en-AU"/>
            <a:t>Secretes hormone-melatonin</a:t>
          </a:r>
          <a:endParaRPr lang="en-US"/>
        </a:p>
      </dgm:t>
    </dgm:pt>
    <dgm:pt modelId="{AA078226-ADB9-461C-9325-C1E6F8C9648B}" type="parTrans" cxnId="{A3C43916-4817-4C3D-B700-843CF1895AF3}">
      <dgm:prSet/>
      <dgm:spPr/>
      <dgm:t>
        <a:bodyPr/>
        <a:lstStyle/>
        <a:p>
          <a:endParaRPr lang="en-US"/>
        </a:p>
      </dgm:t>
    </dgm:pt>
    <dgm:pt modelId="{29D5E6E8-9437-4AB5-BA41-1A0645E0D86C}" type="sibTrans" cxnId="{A3C43916-4817-4C3D-B700-843CF1895AF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3EF1100-A363-4B2A-8144-9F151270B571}">
      <dgm:prSet/>
      <dgm:spPr/>
      <dgm:t>
        <a:bodyPr/>
        <a:lstStyle/>
        <a:p>
          <a:r>
            <a:rPr lang="en-AU"/>
            <a:t>Melatonin-sleep regulation</a:t>
          </a:r>
          <a:endParaRPr lang="en-US"/>
        </a:p>
      </dgm:t>
    </dgm:pt>
    <dgm:pt modelId="{C66B59E6-D885-4427-B610-907E4BFA301B}" type="parTrans" cxnId="{CD53C5B0-47A0-40E5-BFBE-6DACA0F46D3F}">
      <dgm:prSet/>
      <dgm:spPr/>
      <dgm:t>
        <a:bodyPr/>
        <a:lstStyle/>
        <a:p>
          <a:endParaRPr lang="en-US"/>
        </a:p>
      </dgm:t>
    </dgm:pt>
    <dgm:pt modelId="{EC964463-A0D4-4B59-A764-A238FF831A1A}" type="sibTrans" cxnId="{CD53C5B0-47A0-40E5-BFBE-6DACA0F46D3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CD33258-F428-4895-9626-638E63D443B0}" type="pres">
      <dgm:prSet presAssocID="{BF14B8D5-64A9-424B-AF94-3AD067802DDC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C927C3-0F30-4729-AC54-1889EFB1B03D}" type="pres">
      <dgm:prSet presAssocID="{9BE73432-11AC-4CC3-9AAC-F4B999AC3EB6}" presName="compositeNode" presStyleCnt="0">
        <dgm:presLayoutVars>
          <dgm:bulletEnabled val="1"/>
        </dgm:presLayoutVars>
      </dgm:prSet>
      <dgm:spPr/>
    </dgm:pt>
    <dgm:pt modelId="{5FBF3071-1EBB-4125-9B94-56095AFB0F81}" type="pres">
      <dgm:prSet presAssocID="{9BE73432-11AC-4CC3-9AAC-F4B999AC3EB6}" presName="bgRect" presStyleLbl="bgAccFollowNode1" presStyleIdx="0" presStyleCnt="4"/>
      <dgm:spPr/>
      <dgm:t>
        <a:bodyPr/>
        <a:lstStyle/>
        <a:p>
          <a:endParaRPr lang="en-US"/>
        </a:p>
      </dgm:t>
    </dgm:pt>
    <dgm:pt modelId="{A5568772-B3CE-4BA2-9AA9-0ABAF40BC8AD}" type="pres">
      <dgm:prSet presAssocID="{BB1BA6AF-4859-4910-B60A-FE44EE0C2BB4}" presName="sibTransNodeCircle" presStyleLbl="alignNode1" presStyleIdx="0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AAC28BF3-6F06-42D4-9C24-AC440B01AAFC}" type="pres">
      <dgm:prSet presAssocID="{9BE73432-11AC-4CC3-9AAC-F4B999AC3EB6}" presName="bottomLine" presStyleLbl="alignNode1" presStyleIdx="1" presStyleCnt="8">
        <dgm:presLayoutVars/>
      </dgm:prSet>
      <dgm:spPr/>
    </dgm:pt>
    <dgm:pt modelId="{133ECC42-4017-4A9F-9F6D-83A80B08DF6E}" type="pres">
      <dgm:prSet presAssocID="{9BE73432-11AC-4CC3-9AAC-F4B999AC3EB6}" presName="nodeText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18ED1D-5D25-41A4-8BE7-178DF31E670A}" type="pres">
      <dgm:prSet presAssocID="{BB1BA6AF-4859-4910-B60A-FE44EE0C2BB4}" presName="sibTrans" presStyleCnt="0"/>
      <dgm:spPr/>
    </dgm:pt>
    <dgm:pt modelId="{863A7D3B-4CB6-4056-8F81-BCDF0DCF90F3}" type="pres">
      <dgm:prSet presAssocID="{FB82C3CC-E7CA-4A76-9EB2-7178158C2358}" presName="compositeNode" presStyleCnt="0">
        <dgm:presLayoutVars>
          <dgm:bulletEnabled val="1"/>
        </dgm:presLayoutVars>
      </dgm:prSet>
      <dgm:spPr/>
    </dgm:pt>
    <dgm:pt modelId="{CC1C95E7-AC39-4DDD-8137-11635DBBFC21}" type="pres">
      <dgm:prSet presAssocID="{FB82C3CC-E7CA-4A76-9EB2-7178158C2358}" presName="bgRect" presStyleLbl="bgAccFollowNode1" presStyleIdx="1" presStyleCnt="4"/>
      <dgm:spPr/>
      <dgm:t>
        <a:bodyPr/>
        <a:lstStyle/>
        <a:p>
          <a:endParaRPr lang="en-US"/>
        </a:p>
      </dgm:t>
    </dgm:pt>
    <dgm:pt modelId="{9DD51C1C-4F65-4A7F-A5C8-0CCC01B84D27}" type="pres">
      <dgm:prSet presAssocID="{63A8D53D-6ABD-48E2-922B-38BE291595DD}" presName="sibTransNodeCircle" presStyleLbl="alignNode1" presStyleIdx="2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52D800DB-BCA5-4EFC-9835-B9CFE12CBCA9}" type="pres">
      <dgm:prSet presAssocID="{FB82C3CC-E7CA-4A76-9EB2-7178158C2358}" presName="bottomLine" presStyleLbl="alignNode1" presStyleIdx="3" presStyleCnt="8">
        <dgm:presLayoutVars/>
      </dgm:prSet>
      <dgm:spPr/>
    </dgm:pt>
    <dgm:pt modelId="{4A0048A9-1CB8-440B-8DBA-089B20AD9B49}" type="pres">
      <dgm:prSet presAssocID="{FB82C3CC-E7CA-4A76-9EB2-7178158C2358}" presName="nodeText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87D085-2B4F-4BC7-8619-5CFAB9C6EB30}" type="pres">
      <dgm:prSet presAssocID="{63A8D53D-6ABD-48E2-922B-38BE291595DD}" presName="sibTrans" presStyleCnt="0"/>
      <dgm:spPr/>
    </dgm:pt>
    <dgm:pt modelId="{AE9E5A2F-8092-4531-9432-A1DD5A07D8A0}" type="pres">
      <dgm:prSet presAssocID="{75345890-1758-49B8-88C9-28E8E55FD25C}" presName="compositeNode" presStyleCnt="0">
        <dgm:presLayoutVars>
          <dgm:bulletEnabled val="1"/>
        </dgm:presLayoutVars>
      </dgm:prSet>
      <dgm:spPr/>
    </dgm:pt>
    <dgm:pt modelId="{4DA99E86-7289-4A30-8EA6-23AB89980D07}" type="pres">
      <dgm:prSet presAssocID="{75345890-1758-49B8-88C9-28E8E55FD25C}" presName="bgRect" presStyleLbl="bgAccFollowNode1" presStyleIdx="2" presStyleCnt="4"/>
      <dgm:spPr/>
      <dgm:t>
        <a:bodyPr/>
        <a:lstStyle/>
        <a:p>
          <a:endParaRPr lang="en-US"/>
        </a:p>
      </dgm:t>
    </dgm:pt>
    <dgm:pt modelId="{4E86E52B-B565-41F1-9276-78A9632F78EA}" type="pres">
      <dgm:prSet presAssocID="{29D5E6E8-9437-4AB5-BA41-1A0645E0D86C}" presName="sibTransNodeCircle" presStyleLbl="alignNode1" presStyleIdx="4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577670AD-55A1-4BAA-BE31-EF91C879C281}" type="pres">
      <dgm:prSet presAssocID="{75345890-1758-49B8-88C9-28E8E55FD25C}" presName="bottomLine" presStyleLbl="alignNode1" presStyleIdx="5" presStyleCnt="8">
        <dgm:presLayoutVars/>
      </dgm:prSet>
      <dgm:spPr/>
    </dgm:pt>
    <dgm:pt modelId="{A33E3C9F-0695-4CAE-A60A-12B11B9C495D}" type="pres">
      <dgm:prSet presAssocID="{75345890-1758-49B8-88C9-28E8E55FD25C}" presName="nodeText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EE4570-4415-46C3-8405-FB430BA8A2EB}" type="pres">
      <dgm:prSet presAssocID="{29D5E6E8-9437-4AB5-BA41-1A0645E0D86C}" presName="sibTrans" presStyleCnt="0"/>
      <dgm:spPr/>
    </dgm:pt>
    <dgm:pt modelId="{AE1A6729-799D-44EA-86BF-A817CB5D9C8F}" type="pres">
      <dgm:prSet presAssocID="{83EF1100-A363-4B2A-8144-9F151270B571}" presName="compositeNode" presStyleCnt="0">
        <dgm:presLayoutVars>
          <dgm:bulletEnabled val="1"/>
        </dgm:presLayoutVars>
      </dgm:prSet>
      <dgm:spPr/>
    </dgm:pt>
    <dgm:pt modelId="{C1F2D254-87A4-4CB1-A03C-B774FD9817F5}" type="pres">
      <dgm:prSet presAssocID="{83EF1100-A363-4B2A-8144-9F151270B571}" presName="bgRect" presStyleLbl="bgAccFollowNode1" presStyleIdx="3" presStyleCnt="4"/>
      <dgm:spPr/>
      <dgm:t>
        <a:bodyPr/>
        <a:lstStyle/>
        <a:p>
          <a:endParaRPr lang="en-US"/>
        </a:p>
      </dgm:t>
    </dgm:pt>
    <dgm:pt modelId="{950DE778-5AF2-4979-BA3C-496098BA27DC}" type="pres">
      <dgm:prSet presAssocID="{EC964463-A0D4-4B59-A764-A238FF831A1A}" presName="sibTransNodeCircle" presStyleLbl="alignNode1" presStyleIdx="6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2AF2797C-7013-4723-A735-6459516A6216}" type="pres">
      <dgm:prSet presAssocID="{83EF1100-A363-4B2A-8144-9F151270B571}" presName="bottomLine" presStyleLbl="alignNode1" presStyleIdx="7" presStyleCnt="8">
        <dgm:presLayoutVars/>
      </dgm:prSet>
      <dgm:spPr/>
    </dgm:pt>
    <dgm:pt modelId="{2EBB565E-6C8F-4161-82C6-909408C18E25}" type="pres">
      <dgm:prSet presAssocID="{83EF1100-A363-4B2A-8144-9F151270B571}" presName="nodeText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31C0F93-3443-4749-A0F5-4523272B306B}" type="presOf" srcId="{EC964463-A0D4-4B59-A764-A238FF831A1A}" destId="{950DE778-5AF2-4979-BA3C-496098BA27DC}" srcOrd="0" destOrd="0" presId="urn:microsoft.com/office/officeart/2016/7/layout/BasicLinearProcessNumbered"/>
    <dgm:cxn modelId="{54CDB0FC-7050-4462-9C92-DB1A35F7BA3F}" type="presOf" srcId="{29D5E6E8-9437-4AB5-BA41-1A0645E0D86C}" destId="{4E86E52B-B565-41F1-9276-78A9632F78EA}" srcOrd="0" destOrd="0" presId="urn:microsoft.com/office/officeart/2016/7/layout/BasicLinearProcessNumbered"/>
    <dgm:cxn modelId="{6EDC11D4-67BF-4ED2-B242-05DDD73EBF6D}" type="presOf" srcId="{9BE73432-11AC-4CC3-9AAC-F4B999AC3EB6}" destId="{5FBF3071-1EBB-4125-9B94-56095AFB0F81}" srcOrd="0" destOrd="0" presId="urn:microsoft.com/office/officeart/2016/7/layout/BasicLinearProcessNumbered"/>
    <dgm:cxn modelId="{83CF34D1-AB46-440B-9034-7BD980891D3F}" type="presOf" srcId="{FB82C3CC-E7CA-4A76-9EB2-7178158C2358}" destId="{CC1C95E7-AC39-4DDD-8137-11635DBBFC21}" srcOrd="0" destOrd="0" presId="urn:microsoft.com/office/officeart/2016/7/layout/BasicLinearProcessNumbered"/>
    <dgm:cxn modelId="{4281103B-AF9E-4CAB-9B9E-F2F8BF728CDF}" type="presOf" srcId="{FB82C3CC-E7CA-4A76-9EB2-7178158C2358}" destId="{4A0048A9-1CB8-440B-8DBA-089B20AD9B49}" srcOrd="1" destOrd="0" presId="urn:microsoft.com/office/officeart/2016/7/layout/BasicLinearProcessNumbered"/>
    <dgm:cxn modelId="{45435ADD-E56D-4D1D-80F9-1632E3525E8D}" type="presOf" srcId="{63A8D53D-6ABD-48E2-922B-38BE291595DD}" destId="{9DD51C1C-4F65-4A7F-A5C8-0CCC01B84D27}" srcOrd="0" destOrd="0" presId="urn:microsoft.com/office/officeart/2016/7/layout/BasicLinearProcessNumbered"/>
    <dgm:cxn modelId="{B6A21965-A9F5-4512-B20D-B6C448FB60E2}" type="presOf" srcId="{BB1BA6AF-4859-4910-B60A-FE44EE0C2BB4}" destId="{A5568772-B3CE-4BA2-9AA9-0ABAF40BC8AD}" srcOrd="0" destOrd="0" presId="urn:microsoft.com/office/officeart/2016/7/layout/BasicLinearProcessNumbered"/>
    <dgm:cxn modelId="{D32F5409-AA2A-4687-8689-DA309A43A438}" srcId="{BF14B8D5-64A9-424B-AF94-3AD067802DDC}" destId="{FB82C3CC-E7CA-4A76-9EB2-7178158C2358}" srcOrd="1" destOrd="0" parTransId="{E7DF9B85-B125-4123-AE55-0DEB4DB5906F}" sibTransId="{63A8D53D-6ABD-48E2-922B-38BE291595DD}"/>
    <dgm:cxn modelId="{BA3526FF-503D-4261-95EF-DA6E394B2E55}" type="presOf" srcId="{75345890-1758-49B8-88C9-28E8E55FD25C}" destId="{A33E3C9F-0695-4CAE-A60A-12B11B9C495D}" srcOrd="1" destOrd="0" presId="urn:microsoft.com/office/officeart/2016/7/layout/BasicLinearProcessNumbered"/>
    <dgm:cxn modelId="{CD53C5B0-47A0-40E5-BFBE-6DACA0F46D3F}" srcId="{BF14B8D5-64A9-424B-AF94-3AD067802DDC}" destId="{83EF1100-A363-4B2A-8144-9F151270B571}" srcOrd="3" destOrd="0" parTransId="{C66B59E6-D885-4427-B610-907E4BFA301B}" sibTransId="{EC964463-A0D4-4B59-A764-A238FF831A1A}"/>
    <dgm:cxn modelId="{C59B2571-BA36-4797-A790-5FB48845B74A}" type="presOf" srcId="{83EF1100-A363-4B2A-8144-9F151270B571}" destId="{C1F2D254-87A4-4CB1-A03C-B774FD9817F5}" srcOrd="0" destOrd="0" presId="urn:microsoft.com/office/officeart/2016/7/layout/BasicLinearProcessNumbered"/>
    <dgm:cxn modelId="{A3C43916-4817-4C3D-B700-843CF1895AF3}" srcId="{BF14B8D5-64A9-424B-AF94-3AD067802DDC}" destId="{75345890-1758-49B8-88C9-28E8E55FD25C}" srcOrd="2" destOrd="0" parTransId="{AA078226-ADB9-461C-9325-C1E6F8C9648B}" sibTransId="{29D5E6E8-9437-4AB5-BA41-1A0645E0D86C}"/>
    <dgm:cxn modelId="{1FA41C74-32FA-4BA4-8121-BA6F3E1054E4}" type="presOf" srcId="{9BE73432-11AC-4CC3-9AAC-F4B999AC3EB6}" destId="{133ECC42-4017-4A9F-9F6D-83A80B08DF6E}" srcOrd="1" destOrd="0" presId="urn:microsoft.com/office/officeart/2016/7/layout/BasicLinearProcessNumbered"/>
    <dgm:cxn modelId="{F21D16E2-1221-46AC-B208-79A3FDF89B61}" type="presOf" srcId="{75345890-1758-49B8-88C9-28E8E55FD25C}" destId="{4DA99E86-7289-4A30-8EA6-23AB89980D07}" srcOrd="0" destOrd="0" presId="urn:microsoft.com/office/officeart/2016/7/layout/BasicLinearProcessNumbered"/>
    <dgm:cxn modelId="{7F918E9E-C6E1-4A68-A1C9-40B9079D358B}" type="presOf" srcId="{BF14B8D5-64A9-424B-AF94-3AD067802DDC}" destId="{CCD33258-F428-4895-9626-638E63D443B0}" srcOrd="0" destOrd="0" presId="urn:microsoft.com/office/officeart/2016/7/layout/BasicLinearProcessNumbered"/>
    <dgm:cxn modelId="{6D3219F7-3F14-4D33-AD5D-B8ED05C1BF92}" srcId="{BF14B8D5-64A9-424B-AF94-3AD067802DDC}" destId="{9BE73432-11AC-4CC3-9AAC-F4B999AC3EB6}" srcOrd="0" destOrd="0" parTransId="{6D6916E9-724B-4358-A681-7B5E602F1BC4}" sibTransId="{BB1BA6AF-4859-4910-B60A-FE44EE0C2BB4}"/>
    <dgm:cxn modelId="{DF11078A-8BCC-4407-B6F6-EE86EAB589AC}" type="presOf" srcId="{83EF1100-A363-4B2A-8144-9F151270B571}" destId="{2EBB565E-6C8F-4161-82C6-909408C18E25}" srcOrd="1" destOrd="0" presId="urn:microsoft.com/office/officeart/2016/7/layout/BasicLinearProcessNumbered"/>
    <dgm:cxn modelId="{61C8A09A-815D-4827-84B9-9B7357E47F8C}" type="presParOf" srcId="{CCD33258-F428-4895-9626-638E63D443B0}" destId="{4EC927C3-0F30-4729-AC54-1889EFB1B03D}" srcOrd="0" destOrd="0" presId="urn:microsoft.com/office/officeart/2016/7/layout/BasicLinearProcessNumbered"/>
    <dgm:cxn modelId="{EDD3AAE0-FB8B-478E-BD69-FA263DB52DA6}" type="presParOf" srcId="{4EC927C3-0F30-4729-AC54-1889EFB1B03D}" destId="{5FBF3071-1EBB-4125-9B94-56095AFB0F81}" srcOrd="0" destOrd="0" presId="urn:microsoft.com/office/officeart/2016/7/layout/BasicLinearProcessNumbered"/>
    <dgm:cxn modelId="{06E5D34B-DADE-4415-A610-942D8FE85F9B}" type="presParOf" srcId="{4EC927C3-0F30-4729-AC54-1889EFB1B03D}" destId="{A5568772-B3CE-4BA2-9AA9-0ABAF40BC8AD}" srcOrd="1" destOrd="0" presId="urn:microsoft.com/office/officeart/2016/7/layout/BasicLinearProcessNumbered"/>
    <dgm:cxn modelId="{053C0933-19A0-47BA-9216-8A61102A206B}" type="presParOf" srcId="{4EC927C3-0F30-4729-AC54-1889EFB1B03D}" destId="{AAC28BF3-6F06-42D4-9C24-AC440B01AAFC}" srcOrd="2" destOrd="0" presId="urn:microsoft.com/office/officeart/2016/7/layout/BasicLinearProcessNumbered"/>
    <dgm:cxn modelId="{41E1A0DA-0DAA-43D9-90F8-992682334926}" type="presParOf" srcId="{4EC927C3-0F30-4729-AC54-1889EFB1B03D}" destId="{133ECC42-4017-4A9F-9F6D-83A80B08DF6E}" srcOrd="3" destOrd="0" presId="urn:microsoft.com/office/officeart/2016/7/layout/BasicLinearProcessNumbered"/>
    <dgm:cxn modelId="{8018A2E4-3450-4653-B3E3-6F4953E36B6D}" type="presParOf" srcId="{CCD33258-F428-4895-9626-638E63D443B0}" destId="{1E18ED1D-5D25-41A4-8BE7-178DF31E670A}" srcOrd="1" destOrd="0" presId="urn:microsoft.com/office/officeart/2016/7/layout/BasicLinearProcessNumbered"/>
    <dgm:cxn modelId="{3E5BB1B1-E11D-4A37-9667-20B74E64D689}" type="presParOf" srcId="{CCD33258-F428-4895-9626-638E63D443B0}" destId="{863A7D3B-4CB6-4056-8F81-BCDF0DCF90F3}" srcOrd="2" destOrd="0" presId="urn:microsoft.com/office/officeart/2016/7/layout/BasicLinearProcessNumbered"/>
    <dgm:cxn modelId="{1B909473-6A0C-4BF2-8F09-D48D29593431}" type="presParOf" srcId="{863A7D3B-4CB6-4056-8F81-BCDF0DCF90F3}" destId="{CC1C95E7-AC39-4DDD-8137-11635DBBFC21}" srcOrd="0" destOrd="0" presId="urn:microsoft.com/office/officeart/2016/7/layout/BasicLinearProcessNumbered"/>
    <dgm:cxn modelId="{94DA2185-C2F7-4392-80FF-77A1C00A7042}" type="presParOf" srcId="{863A7D3B-4CB6-4056-8F81-BCDF0DCF90F3}" destId="{9DD51C1C-4F65-4A7F-A5C8-0CCC01B84D27}" srcOrd="1" destOrd="0" presId="urn:microsoft.com/office/officeart/2016/7/layout/BasicLinearProcessNumbered"/>
    <dgm:cxn modelId="{6DE99F26-B399-4BD3-9FAB-57D1FC410D71}" type="presParOf" srcId="{863A7D3B-4CB6-4056-8F81-BCDF0DCF90F3}" destId="{52D800DB-BCA5-4EFC-9835-B9CFE12CBCA9}" srcOrd="2" destOrd="0" presId="urn:microsoft.com/office/officeart/2016/7/layout/BasicLinearProcessNumbered"/>
    <dgm:cxn modelId="{E693DBF1-A3FD-4BE2-8B41-098973350810}" type="presParOf" srcId="{863A7D3B-4CB6-4056-8F81-BCDF0DCF90F3}" destId="{4A0048A9-1CB8-440B-8DBA-089B20AD9B49}" srcOrd="3" destOrd="0" presId="urn:microsoft.com/office/officeart/2016/7/layout/BasicLinearProcessNumbered"/>
    <dgm:cxn modelId="{3FD1D650-B0D5-485C-98BD-886394489565}" type="presParOf" srcId="{CCD33258-F428-4895-9626-638E63D443B0}" destId="{1987D085-2B4F-4BC7-8619-5CFAB9C6EB30}" srcOrd="3" destOrd="0" presId="urn:microsoft.com/office/officeart/2016/7/layout/BasicLinearProcessNumbered"/>
    <dgm:cxn modelId="{571C5E70-F729-49C8-A6E9-75EBF7805F41}" type="presParOf" srcId="{CCD33258-F428-4895-9626-638E63D443B0}" destId="{AE9E5A2F-8092-4531-9432-A1DD5A07D8A0}" srcOrd="4" destOrd="0" presId="urn:microsoft.com/office/officeart/2016/7/layout/BasicLinearProcessNumbered"/>
    <dgm:cxn modelId="{FAD4D248-D969-44ED-86C8-C9D2450D8B1A}" type="presParOf" srcId="{AE9E5A2F-8092-4531-9432-A1DD5A07D8A0}" destId="{4DA99E86-7289-4A30-8EA6-23AB89980D07}" srcOrd="0" destOrd="0" presId="urn:microsoft.com/office/officeart/2016/7/layout/BasicLinearProcessNumbered"/>
    <dgm:cxn modelId="{2A27403D-8622-43B5-9B04-FB8A2941D33D}" type="presParOf" srcId="{AE9E5A2F-8092-4531-9432-A1DD5A07D8A0}" destId="{4E86E52B-B565-41F1-9276-78A9632F78EA}" srcOrd="1" destOrd="0" presId="urn:microsoft.com/office/officeart/2016/7/layout/BasicLinearProcessNumbered"/>
    <dgm:cxn modelId="{54C71262-4C82-46C5-BED0-88944D3AC74E}" type="presParOf" srcId="{AE9E5A2F-8092-4531-9432-A1DD5A07D8A0}" destId="{577670AD-55A1-4BAA-BE31-EF91C879C281}" srcOrd="2" destOrd="0" presId="urn:microsoft.com/office/officeart/2016/7/layout/BasicLinearProcessNumbered"/>
    <dgm:cxn modelId="{0C42F739-3A2C-4D34-A323-E34E00BC5564}" type="presParOf" srcId="{AE9E5A2F-8092-4531-9432-A1DD5A07D8A0}" destId="{A33E3C9F-0695-4CAE-A60A-12B11B9C495D}" srcOrd="3" destOrd="0" presId="urn:microsoft.com/office/officeart/2016/7/layout/BasicLinearProcessNumbered"/>
    <dgm:cxn modelId="{6B58352E-EE53-4E97-8D92-B9E5A8554739}" type="presParOf" srcId="{CCD33258-F428-4895-9626-638E63D443B0}" destId="{80EE4570-4415-46C3-8405-FB430BA8A2EB}" srcOrd="5" destOrd="0" presId="urn:microsoft.com/office/officeart/2016/7/layout/BasicLinearProcessNumbered"/>
    <dgm:cxn modelId="{1F2CC468-1A77-46A7-9F11-9B37C57C4D36}" type="presParOf" srcId="{CCD33258-F428-4895-9626-638E63D443B0}" destId="{AE1A6729-799D-44EA-86BF-A817CB5D9C8F}" srcOrd="6" destOrd="0" presId="urn:microsoft.com/office/officeart/2016/7/layout/BasicLinearProcessNumbered"/>
    <dgm:cxn modelId="{8B891823-8C7C-4940-BF1A-D8E9028DB26B}" type="presParOf" srcId="{AE1A6729-799D-44EA-86BF-A817CB5D9C8F}" destId="{C1F2D254-87A4-4CB1-A03C-B774FD9817F5}" srcOrd="0" destOrd="0" presId="urn:microsoft.com/office/officeart/2016/7/layout/BasicLinearProcessNumbered"/>
    <dgm:cxn modelId="{C2B05BC5-A12E-44E0-B8C9-3299569AB99B}" type="presParOf" srcId="{AE1A6729-799D-44EA-86BF-A817CB5D9C8F}" destId="{950DE778-5AF2-4979-BA3C-496098BA27DC}" srcOrd="1" destOrd="0" presId="urn:microsoft.com/office/officeart/2016/7/layout/BasicLinearProcessNumbered"/>
    <dgm:cxn modelId="{02A54EFE-EBE2-4AE7-9BEA-246A1A189EC7}" type="presParOf" srcId="{AE1A6729-799D-44EA-86BF-A817CB5D9C8F}" destId="{2AF2797C-7013-4723-A735-6459516A6216}" srcOrd="2" destOrd="0" presId="urn:microsoft.com/office/officeart/2016/7/layout/BasicLinearProcessNumbered"/>
    <dgm:cxn modelId="{88B5402C-352E-402F-9E59-8022E3012E4E}" type="presParOf" srcId="{AE1A6729-799D-44EA-86BF-A817CB5D9C8F}" destId="{2EBB565E-6C8F-4161-82C6-909408C18E2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0F07BC-B822-46EB-B820-7BD5EE03ADA6}" type="doc">
      <dgm:prSet loTypeId="urn:microsoft.com/office/officeart/2008/layout/LinedList" loCatId="list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42BE22ED-4D44-4484-853B-A8C733AAC514}">
      <dgm:prSet/>
      <dgm:spPr/>
      <dgm:t>
        <a:bodyPr/>
        <a:lstStyle/>
        <a:p>
          <a:r>
            <a:rPr lang="en-AU"/>
            <a:t>Location-directly above kidneys</a:t>
          </a:r>
          <a:endParaRPr lang="en-US"/>
        </a:p>
      </dgm:t>
    </dgm:pt>
    <dgm:pt modelId="{CB28344C-287D-4512-9BB6-34BE089A262E}" type="parTrans" cxnId="{5D924A25-DF7E-4701-B61A-ED94C52B4543}">
      <dgm:prSet/>
      <dgm:spPr/>
      <dgm:t>
        <a:bodyPr/>
        <a:lstStyle/>
        <a:p>
          <a:endParaRPr lang="en-US"/>
        </a:p>
      </dgm:t>
    </dgm:pt>
    <dgm:pt modelId="{8830CB19-6AF0-4976-AD59-0CAF7D7E9F58}" type="sibTrans" cxnId="{5D924A25-DF7E-4701-B61A-ED94C52B4543}">
      <dgm:prSet/>
      <dgm:spPr/>
      <dgm:t>
        <a:bodyPr/>
        <a:lstStyle/>
        <a:p>
          <a:endParaRPr lang="en-US"/>
        </a:p>
      </dgm:t>
    </dgm:pt>
    <dgm:pt modelId="{0D67823B-385D-4D6A-A8AE-D0C01FB96C6F}">
      <dgm:prSet/>
      <dgm:spPr/>
      <dgm:t>
        <a:bodyPr/>
        <a:lstStyle/>
        <a:p>
          <a:r>
            <a:rPr lang="en-AU"/>
            <a:t>Structure-Outside layer of adrenal gland</a:t>
          </a:r>
          <a:endParaRPr lang="en-US"/>
        </a:p>
      </dgm:t>
    </dgm:pt>
    <dgm:pt modelId="{11CC972E-0151-4C2F-B22A-86222D11BB62}" type="parTrans" cxnId="{DC5E842B-BB7D-4FBD-B484-ECD630EFCBDF}">
      <dgm:prSet/>
      <dgm:spPr/>
      <dgm:t>
        <a:bodyPr/>
        <a:lstStyle/>
        <a:p>
          <a:endParaRPr lang="en-US"/>
        </a:p>
      </dgm:t>
    </dgm:pt>
    <dgm:pt modelId="{57D3ED56-22F6-42E9-82C7-1CCF88D814D6}" type="sibTrans" cxnId="{DC5E842B-BB7D-4FBD-B484-ECD630EFCBDF}">
      <dgm:prSet/>
      <dgm:spPr/>
      <dgm:t>
        <a:bodyPr/>
        <a:lstStyle/>
        <a:p>
          <a:endParaRPr lang="en-US"/>
        </a:p>
      </dgm:t>
    </dgm:pt>
    <dgm:pt modelId="{CC1F6A99-BDE1-4E1B-97AA-8444C75EFBC1}">
      <dgm:prSet/>
      <dgm:spPr/>
      <dgm:t>
        <a:bodyPr/>
        <a:lstStyle/>
        <a:p>
          <a:r>
            <a:rPr lang="en-AU"/>
            <a:t>Hormone released-group of more than 20 (corticosteroids)</a:t>
          </a:r>
          <a:endParaRPr lang="en-US"/>
        </a:p>
      </dgm:t>
    </dgm:pt>
    <dgm:pt modelId="{DDA0E29B-2697-46F6-95B6-6B87957FFFCB}" type="parTrans" cxnId="{111E698E-F256-4B82-BDFF-E9BC70BDAB66}">
      <dgm:prSet/>
      <dgm:spPr/>
      <dgm:t>
        <a:bodyPr/>
        <a:lstStyle/>
        <a:p>
          <a:endParaRPr lang="en-US"/>
        </a:p>
      </dgm:t>
    </dgm:pt>
    <dgm:pt modelId="{8EE138D1-34EC-446F-AE17-DC45BE6CCCA3}" type="sibTrans" cxnId="{111E698E-F256-4B82-BDFF-E9BC70BDAB66}">
      <dgm:prSet/>
      <dgm:spPr/>
      <dgm:t>
        <a:bodyPr/>
        <a:lstStyle/>
        <a:p>
          <a:endParaRPr lang="en-US"/>
        </a:p>
      </dgm:t>
    </dgm:pt>
    <dgm:pt modelId="{45F0BDB3-B9C2-4FBA-B995-9295E3702EA8}">
      <dgm:prSet/>
      <dgm:spPr/>
      <dgm:t>
        <a:bodyPr/>
        <a:lstStyle/>
        <a:p>
          <a:r>
            <a:rPr lang="en-AU"/>
            <a:t>Two main</a:t>
          </a:r>
          <a:endParaRPr lang="en-US"/>
        </a:p>
      </dgm:t>
    </dgm:pt>
    <dgm:pt modelId="{CB5F2017-3A45-41E7-987C-D769C161B34B}" type="parTrans" cxnId="{44575FB1-87E9-4DDA-AD17-24960370B7CC}">
      <dgm:prSet/>
      <dgm:spPr/>
      <dgm:t>
        <a:bodyPr/>
        <a:lstStyle/>
        <a:p>
          <a:endParaRPr lang="en-US"/>
        </a:p>
      </dgm:t>
    </dgm:pt>
    <dgm:pt modelId="{92A5F812-B29A-4B46-A49B-C808AB970DF9}" type="sibTrans" cxnId="{44575FB1-87E9-4DDA-AD17-24960370B7CC}">
      <dgm:prSet/>
      <dgm:spPr/>
      <dgm:t>
        <a:bodyPr/>
        <a:lstStyle/>
        <a:p>
          <a:endParaRPr lang="en-US"/>
        </a:p>
      </dgm:t>
    </dgm:pt>
    <dgm:pt modelId="{2B88E177-7830-4635-8FFD-300D62763128}">
      <dgm:prSet/>
      <dgm:spPr/>
      <dgm:t>
        <a:bodyPr/>
        <a:lstStyle/>
        <a:p>
          <a:r>
            <a:rPr lang="en-AU" dirty="0"/>
            <a:t>Aldosterone-acts on kidney- Sodium decrease Potassium increase    (amount in urine)</a:t>
          </a:r>
          <a:endParaRPr lang="en-US" dirty="0"/>
        </a:p>
      </dgm:t>
    </dgm:pt>
    <dgm:pt modelId="{A42F0BA0-FAC0-4936-8C7F-758D51AC4269}" type="parTrans" cxnId="{EF0DAAF5-0A08-4F00-82E4-D17DCDFA1B53}">
      <dgm:prSet/>
      <dgm:spPr/>
      <dgm:t>
        <a:bodyPr/>
        <a:lstStyle/>
        <a:p>
          <a:endParaRPr lang="en-US"/>
        </a:p>
      </dgm:t>
    </dgm:pt>
    <dgm:pt modelId="{5E71688F-16C6-43EB-9C61-619063448893}" type="sibTrans" cxnId="{EF0DAAF5-0A08-4F00-82E4-D17DCDFA1B53}">
      <dgm:prSet/>
      <dgm:spPr/>
      <dgm:t>
        <a:bodyPr/>
        <a:lstStyle/>
        <a:p>
          <a:endParaRPr lang="en-US"/>
        </a:p>
      </dgm:t>
    </dgm:pt>
    <dgm:pt modelId="{3AB69C2A-4FD5-4AF0-8F9C-DADAA68BDB41}">
      <dgm:prSet/>
      <dgm:spPr/>
      <dgm:t>
        <a:bodyPr/>
        <a:lstStyle/>
        <a:p>
          <a:r>
            <a:rPr lang="en-AU"/>
            <a:t>Cortisol-promotes normal metabolism-stress managment</a:t>
          </a:r>
          <a:endParaRPr lang="en-US"/>
        </a:p>
      </dgm:t>
    </dgm:pt>
    <dgm:pt modelId="{1618D997-D113-4D2E-AE11-446BD2C6C506}" type="parTrans" cxnId="{5FC5CC81-D5A4-41D2-8988-98A0D794919B}">
      <dgm:prSet/>
      <dgm:spPr/>
      <dgm:t>
        <a:bodyPr/>
        <a:lstStyle/>
        <a:p>
          <a:endParaRPr lang="en-US"/>
        </a:p>
      </dgm:t>
    </dgm:pt>
    <dgm:pt modelId="{1AADB088-B4A9-4078-8D5E-11228954F6E2}" type="sibTrans" cxnId="{5FC5CC81-D5A4-41D2-8988-98A0D794919B}">
      <dgm:prSet/>
      <dgm:spPr/>
      <dgm:t>
        <a:bodyPr/>
        <a:lstStyle/>
        <a:p>
          <a:endParaRPr lang="en-US"/>
        </a:p>
      </dgm:t>
    </dgm:pt>
    <dgm:pt modelId="{FD8B98D7-22A3-4E95-AF52-FC03D87580A1}" type="pres">
      <dgm:prSet presAssocID="{200F07BC-B822-46EB-B820-7BD5EE03ADA6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AA24BC6-7E16-465B-A23A-425D2A1AF62C}" type="pres">
      <dgm:prSet presAssocID="{42BE22ED-4D44-4484-853B-A8C733AAC514}" presName="thickLine" presStyleLbl="alignNode1" presStyleIdx="0" presStyleCnt="6"/>
      <dgm:spPr/>
    </dgm:pt>
    <dgm:pt modelId="{A6834D58-3385-4850-ADD3-2A3692CE8BF6}" type="pres">
      <dgm:prSet presAssocID="{42BE22ED-4D44-4484-853B-A8C733AAC514}" presName="horz1" presStyleCnt="0"/>
      <dgm:spPr/>
    </dgm:pt>
    <dgm:pt modelId="{6E057615-B05B-4EBB-A01A-3FBC81DA5228}" type="pres">
      <dgm:prSet presAssocID="{42BE22ED-4D44-4484-853B-A8C733AAC514}" presName="tx1" presStyleLbl="revTx" presStyleIdx="0" presStyleCnt="6"/>
      <dgm:spPr/>
      <dgm:t>
        <a:bodyPr/>
        <a:lstStyle/>
        <a:p>
          <a:endParaRPr lang="en-US"/>
        </a:p>
      </dgm:t>
    </dgm:pt>
    <dgm:pt modelId="{628F1AC2-1FE8-413C-AE3E-AC0F287377C5}" type="pres">
      <dgm:prSet presAssocID="{42BE22ED-4D44-4484-853B-A8C733AAC514}" presName="vert1" presStyleCnt="0"/>
      <dgm:spPr/>
    </dgm:pt>
    <dgm:pt modelId="{0F482A69-20C3-44E9-BEEC-7A4497CA9216}" type="pres">
      <dgm:prSet presAssocID="{0D67823B-385D-4D6A-A8AE-D0C01FB96C6F}" presName="thickLine" presStyleLbl="alignNode1" presStyleIdx="1" presStyleCnt="6"/>
      <dgm:spPr/>
    </dgm:pt>
    <dgm:pt modelId="{DF1D9882-ED75-4AB1-947E-87D071F0E0CC}" type="pres">
      <dgm:prSet presAssocID="{0D67823B-385D-4D6A-A8AE-D0C01FB96C6F}" presName="horz1" presStyleCnt="0"/>
      <dgm:spPr/>
    </dgm:pt>
    <dgm:pt modelId="{6CDE2CA8-D75B-4431-946F-E4461BB22B59}" type="pres">
      <dgm:prSet presAssocID="{0D67823B-385D-4D6A-A8AE-D0C01FB96C6F}" presName="tx1" presStyleLbl="revTx" presStyleIdx="1" presStyleCnt="6"/>
      <dgm:spPr/>
      <dgm:t>
        <a:bodyPr/>
        <a:lstStyle/>
        <a:p>
          <a:endParaRPr lang="en-US"/>
        </a:p>
      </dgm:t>
    </dgm:pt>
    <dgm:pt modelId="{9D122137-F01A-4D19-BD77-FEC8C127CAE9}" type="pres">
      <dgm:prSet presAssocID="{0D67823B-385D-4D6A-A8AE-D0C01FB96C6F}" presName="vert1" presStyleCnt="0"/>
      <dgm:spPr/>
    </dgm:pt>
    <dgm:pt modelId="{C0A28DEC-762C-418A-BB98-614DBEAB76D1}" type="pres">
      <dgm:prSet presAssocID="{CC1F6A99-BDE1-4E1B-97AA-8444C75EFBC1}" presName="thickLine" presStyleLbl="alignNode1" presStyleIdx="2" presStyleCnt="6"/>
      <dgm:spPr/>
    </dgm:pt>
    <dgm:pt modelId="{5597C2D0-AE21-467D-A958-4E95A2A1E391}" type="pres">
      <dgm:prSet presAssocID="{CC1F6A99-BDE1-4E1B-97AA-8444C75EFBC1}" presName="horz1" presStyleCnt="0"/>
      <dgm:spPr/>
    </dgm:pt>
    <dgm:pt modelId="{EAE77AF0-C838-41E1-9632-1123C439338C}" type="pres">
      <dgm:prSet presAssocID="{CC1F6A99-BDE1-4E1B-97AA-8444C75EFBC1}" presName="tx1" presStyleLbl="revTx" presStyleIdx="2" presStyleCnt="6"/>
      <dgm:spPr/>
      <dgm:t>
        <a:bodyPr/>
        <a:lstStyle/>
        <a:p>
          <a:endParaRPr lang="en-US"/>
        </a:p>
      </dgm:t>
    </dgm:pt>
    <dgm:pt modelId="{C47C796E-9C31-40AA-AFCD-FF3DC4426954}" type="pres">
      <dgm:prSet presAssocID="{CC1F6A99-BDE1-4E1B-97AA-8444C75EFBC1}" presName="vert1" presStyleCnt="0"/>
      <dgm:spPr/>
    </dgm:pt>
    <dgm:pt modelId="{E7769C36-0A58-4EF7-A497-BA87D563DFD9}" type="pres">
      <dgm:prSet presAssocID="{45F0BDB3-B9C2-4FBA-B995-9295E3702EA8}" presName="thickLine" presStyleLbl="alignNode1" presStyleIdx="3" presStyleCnt="6"/>
      <dgm:spPr/>
    </dgm:pt>
    <dgm:pt modelId="{156EBA2C-689C-420C-86E7-EB08F6CF752D}" type="pres">
      <dgm:prSet presAssocID="{45F0BDB3-B9C2-4FBA-B995-9295E3702EA8}" presName="horz1" presStyleCnt="0"/>
      <dgm:spPr/>
    </dgm:pt>
    <dgm:pt modelId="{00F27783-25B4-4871-8EB6-34374C1C8137}" type="pres">
      <dgm:prSet presAssocID="{45F0BDB3-B9C2-4FBA-B995-9295E3702EA8}" presName="tx1" presStyleLbl="revTx" presStyleIdx="3" presStyleCnt="6"/>
      <dgm:spPr/>
      <dgm:t>
        <a:bodyPr/>
        <a:lstStyle/>
        <a:p>
          <a:endParaRPr lang="en-US"/>
        </a:p>
      </dgm:t>
    </dgm:pt>
    <dgm:pt modelId="{A934CF46-1B02-4896-B965-EE54C05BA76A}" type="pres">
      <dgm:prSet presAssocID="{45F0BDB3-B9C2-4FBA-B995-9295E3702EA8}" presName="vert1" presStyleCnt="0"/>
      <dgm:spPr/>
    </dgm:pt>
    <dgm:pt modelId="{4B55E794-874E-4B1E-9F8A-9CD4B27ACFB5}" type="pres">
      <dgm:prSet presAssocID="{2B88E177-7830-4635-8FFD-300D62763128}" presName="thickLine" presStyleLbl="alignNode1" presStyleIdx="4" presStyleCnt="6"/>
      <dgm:spPr/>
    </dgm:pt>
    <dgm:pt modelId="{529DAF02-9E2B-44D1-AD2E-EA576AD0740C}" type="pres">
      <dgm:prSet presAssocID="{2B88E177-7830-4635-8FFD-300D62763128}" presName="horz1" presStyleCnt="0"/>
      <dgm:spPr/>
    </dgm:pt>
    <dgm:pt modelId="{86E4E6F8-C9F4-41A9-AA4D-D9F3A8D4AE29}" type="pres">
      <dgm:prSet presAssocID="{2B88E177-7830-4635-8FFD-300D62763128}" presName="tx1" presStyleLbl="revTx" presStyleIdx="4" presStyleCnt="6"/>
      <dgm:spPr/>
      <dgm:t>
        <a:bodyPr/>
        <a:lstStyle/>
        <a:p>
          <a:endParaRPr lang="en-US"/>
        </a:p>
      </dgm:t>
    </dgm:pt>
    <dgm:pt modelId="{816233BA-3CE7-4010-8CBE-4F76A92AF7D5}" type="pres">
      <dgm:prSet presAssocID="{2B88E177-7830-4635-8FFD-300D62763128}" presName="vert1" presStyleCnt="0"/>
      <dgm:spPr/>
    </dgm:pt>
    <dgm:pt modelId="{836170AB-2592-4EA9-99B9-4942680D8BF1}" type="pres">
      <dgm:prSet presAssocID="{3AB69C2A-4FD5-4AF0-8F9C-DADAA68BDB41}" presName="thickLine" presStyleLbl="alignNode1" presStyleIdx="5" presStyleCnt="6"/>
      <dgm:spPr/>
    </dgm:pt>
    <dgm:pt modelId="{F7CEC464-4C91-440A-99E6-F9C1D75F3F39}" type="pres">
      <dgm:prSet presAssocID="{3AB69C2A-4FD5-4AF0-8F9C-DADAA68BDB41}" presName="horz1" presStyleCnt="0"/>
      <dgm:spPr/>
    </dgm:pt>
    <dgm:pt modelId="{2BF61B03-343C-4117-A3C7-8A03A97E5DAB}" type="pres">
      <dgm:prSet presAssocID="{3AB69C2A-4FD5-4AF0-8F9C-DADAA68BDB41}" presName="tx1" presStyleLbl="revTx" presStyleIdx="5" presStyleCnt="6"/>
      <dgm:spPr/>
      <dgm:t>
        <a:bodyPr/>
        <a:lstStyle/>
        <a:p>
          <a:endParaRPr lang="en-US"/>
        </a:p>
      </dgm:t>
    </dgm:pt>
    <dgm:pt modelId="{98153222-36EE-4AFD-8949-9F9A0001569A}" type="pres">
      <dgm:prSet presAssocID="{3AB69C2A-4FD5-4AF0-8F9C-DADAA68BDB41}" presName="vert1" presStyleCnt="0"/>
      <dgm:spPr/>
    </dgm:pt>
  </dgm:ptLst>
  <dgm:cxnLst>
    <dgm:cxn modelId="{EF0DAAF5-0A08-4F00-82E4-D17DCDFA1B53}" srcId="{200F07BC-B822-46EB-B820-7BD5EE03ADA6}" destId="{2B88E177-7830-4635-8FFD-300D62763128}" srcOrd="4" destOrd="0" parTransId="{A42F0BA0-FAC0-4936-8C7F-758D51AC4269}" sibTransId="{5E71688F-16C6-43EB-9C61-619063448893}"/>
    <dgm:cxn modelId="{9FD357A6-CD47-4773-AC70-A0261D79C666}" type="presOf" srcId="{45F0BDB3-B9C2-4FBA-B995-9295E3702EA8}" destId="{00F27783-25B4-4871-8EB6-34374C1C8137}" srcOrd="0" destOrd="0" presId="urn:microsoft.com/office/officeart/2008/layout/LinedList"/>
    <dgm:cxn modelId="{5FC5CC81-D5A4-41D2-8988-98A0D794919B}" srcId="{200F07BC-B822-46EB-B820-7BD5EE03ADA6}" destId="{3AB69C2A-4FD5-4AF0-8F9C-DADAA68BDB41}" srcOrd="5" destOrd="0" parTransId="{1618D997-D113-4D2E-AE11-446BD2C6C506}" sibTransId="{1AADB088-B4A9-4078-8D5E-11228954F6E2}"/>
    <dgm:cxn modelId="{CC697164-451D-447E-B8A8-7171FD34E60A}" type="presOf" srcId="{3AB69C2A-4FD5-4AF0-8F9C-DADAA68BDB41}" destId="{2BF61B03-343C-4117-A3C7-8A03A97E5DAB}" srcOrd="0" destOrd="0" presId="urn:microsoft.com/office/officeart/2008/layout/LinedList"/>
    <dgm:cxn modelId="{3A0B714C-37C4-4FF2-A9CA-2A0B7E40739D}" type="presOf" srcId="{2B88E177-7830-4635-8FFD-300D62763128}" destId="{86E4E6F8-C9F4-41A9-AA4D-D9F3A8D4AE29}" srcOrd="0" destOrd="0" presId="urn:microsoft.com/office/officeart/2008/layout/LinedList"/>
    <dgm:cxn modelId="{111E698E-F256-4B82-BDFF-E9BC70BDAB66}" srcId="{200F07BC-B822-46EB-B820-7BD5EE03ADA6}" destId="{CC1F6A99-BDE1-4E1B-97AA-8444C75EFBC1}" srcOrd="2" destOrd="0" parTransId="{DDA0E29B-2697-46F6-95B6-6B87957FFFCB}" sibTransId="{8EE138D1-34EC-446F-AE17-DC45BE6CCCA3}"/>
    <dgm:cxn modelId="{38BFA362-5206-469E-A878-F899E56395C0}" type="presOf" srcId="{0D67823B-385D-4D6A-A8AE-D0C01FB96C6F}" destId="{6CDE2CA8-D75B-4431-946F-E4461BB22B59}" srcOrd="0" destOrd="0" presId="urn:microsoft.com/office/officeart/2008/layout/LinedList"/>
    <dgm:cxn modelId="{1259C349-DDFE-44F5-98F1-55A096F2102D}" type="presOf" srcId="{CC1F6A99-BDE1-4E1B-97AA-8444C75EFBC1}" destId="{EAE77AF0-C838-41E1-9632-1123C439338C}" srcOrd="0" destOrd="0" presId="urn:microsoft.com/office/officeart/2008/layout/LinedList"/>
    <dgm:cxn modelId="{3183A22E-B98E-4B13-8E7A-2F62475EE91A}" type="presOf" srcId="{42BE22ED-4D44-4484-853B-A8C733AAC514}" destId="{6E057615-B05B-4EBB-A01A-3FBC81DA5228}" srcOrd="0" destOrd="0" presId="urn:microsoft.com/office/officeart/2008/layout/LinedList"/>
    <dgm:cxn modelId="{153F56D3-FB97-40BA-B385-1249B32993FA}" type="presOf" srcId="{200F07BC-B822-46EB-B820-7BD5EE03ADA6}" destId="{FD8B98D7-22A3-4E95-AF52-FC03D87580A1}" srcOrd="0" destOrd="0" presId="urn:microsoft.com/office/officeart/2008/layout/LinedList"/>
    <dgm:cxn modelId="{44575FB1-87E9-4DDA-AD17-24960370B7CC}" srcId="{200F07BC-B822-46EB-B820-7BD5EE03ADA6}" destId="{45F0BDB3-B9C2-4FBA-B995-9295E3702EA8}" srcOrd="3" destOrd="0" parTransId="{CB5F2017-3A45-41E7-987C-D769C161B34B}" sibTransId="{92A5F812-B29A-4B46-A49B-C808AB970DF9}"/>
    <dgm:cxn modelId="{DC5E842B-BB7D-4FBD-B484-ECD630EFCBDF}" srcId="{200F07BC-B822-46EB-B820-7BD5EE03ADA6}" destId="{0D67823B-385D-4D6A-A8AE-D0C01FB96C6F}" srcOrd="1" destOrd="0" parTransId="{11CC972E-0151-4C2F-B22A-86222D11BB62}" sibTransId="{57D3ED56-22F6-42E9-82C7-1CCF88D814D6}"/>
    <dgm:cxn modelId="{5D924A25-DF7E-4701-B61A-ED94C52B4543}" srcId="{200F07BC-B822-46EB-B820-7BD5EE03ADA6}" destId="{42BE22ED-4D44-4484-853B-A8C733AAC514}" srcOrd="0" destOrd="0" parTransId="{CB28344C-287D-4512-9BB6-34BE089A262E}" sibTransId="{8830CB19-6AF0-4976-AD59-0CAF7D7E9F58}"/>
    <dgm:cxn modelId="{66082D82-340B-4727-BDAC-28240EC9C440}" type="presParOf" srcId="{FD8B98D7-22A3-4E95-AF52-FC03D87580A1}" destId="{3AA24BC6-7E16-465B-A23A-425D2A1AF62C}" srcOrd="0" destOrd="0" presId="urn:microsoft.com/office/officeart/2008/layout/LinedList"/>
    <dgm:cxn modelId="{23384913-EFC8-4E9A-A8E4-8341B6EC21AF}" type="presParOf" srcId="{FD8B98D7-22A3-4E95-AF52-FC03D87580A1}" destId="{A6834D58-3385-4850-ADD3-2A3692CE8BF6}" srcOrd="1" destOrd="0" presId="urn:microsoft.com/office/officeart/2008/layout/LinedList"/>
    <dgm:cxn modelId="{1B9BE6AC-7194-4267-B430-195B3C98720B}" type="presParOf" srcId="{A6834D58-3385-4850-ADD3-2A3692CE8BF6}" destId="{6E057615-B05B-4EBB-A01A-3FBC81DA5228}" srcOrd="0" destOrd="0" presId="urn:microsoft.com/office/officeart/2008/layout/LinedList"/>
    <dgm:cxn modelId="{5BFB5A69-7137-4ABE-A79D-81D11AAB9F37}" type="presParOf" srcId="{A6834D58-3385-4850-ADD3-2A3692CE8BF6}" destId="{628F1AC2-1FE8-413C-AE3E-AC0F287377C5}" srcOrd="1" destOrd="0" presId="urn:microsoft.com/office/officeart/2008/layout/LinedList"/>
    <dgm:cxn modelId="{6DAC8B86-A541-4F5E-918F-F2167AF5A945}" type="presParOf" srcId="{FD8B98D7-22A3-4E95-AF52-FC03D87580A1}" destId="{0F482A69-20C3-44E9-BEEC-7A4497CA9216}" srcOrd="2" destOrd="0" presId="urn:microsoft.com/office/officeart/2008/layout/LinedList"/>
    <dgm:cxn modelId="{0F3AFCBC-79DD-4B8D-8F21-FA3A82F649D6}" type="presParOf" srcId="{FD8B98D7-22A3-4E95-AF52-FC03D87580A1}" destId="{DF1D9882-ED75-4AB1-947E-87D071F0E0CC}" srcOrd="3" destOrd="0" presId="urn:microsoft.com/office/officeart/2008/layout/LinedList"/>
    <dgm:cxn modelId="{CC8170AD-0A18-4F7F-8CE6-1267B4D83052}" type="presParOf" srcId="{DF1D9882-ED75-4AB1-947E-87D071F0E0CC}" destId="{6CDE2CA8-D75B-4431-946F-E4461BB22B59}" srcOrd="0" destOrd="0" presId="urn:microsoft.com/office/officeart/2008/layout/LinedList"/>
    <dgm:cxn modelId="{C13B2812-73CD-4FE4-A7AE-FCADF2F51DAC}" type="presParOf" srcId="{DF1D9882-ED75-4AB1-947E-87D071F0E0CC}" destId="{9D122137-F01A-4D19-BD77-FEC8C127CAE9}" srcOrd="1" destOrd="0" presId="urn:microsoft.com/office/officeart/2008/layout/LinedList"/>
    <dgm:cxn modelId="{A1CBD459-3C51-4963-BB6D-B92ADA7CA5AD}" type="presParOf" srcId="{FD8B98D7-22A3-4E95-AF52-FC03D87580A1}" destId="{C0A28DEC-762C-418A-BB98-614DBEAB76D1}" srcOrd="4" destOrd="0" presId="urn:microsoft.com/office/officeart/2008/layout/LinedList"/>
    <dgm:cxn modelId="{7A27B701-9B0D-4485-8DE6-8F11F12C1098}" type="presParOf" srcId="{FD8B98D7-22A3-4E95-AF52-FC03D87580A1}" destId="{5597C2D0-AE21-467D-A958-4E95A2A1E391}" srcOrd="5" destOrd="0" presId="urn:microsoft.com/office/officeart/2008/layout/LinedList"/>
    <dgm:cxn modelId="{444CA2D9-B9D3-4A62-8A7A-228DB177ABBD}" type="presParOf" srcId="{5597C2D0-AE21-467D-A958-4E95A2A1E391}" destId="{EAE77AF0-C838-41E1-9632-1123C439338C}" srcOrd="0" destOrd="0" presId="urn:microsoft.com/office/officeart/2008/layout/LinedList"/>
    <dgm:cxn modelId="{D86AE528-7908-4A08-8700-11B8277EC3D9}" type="presParOf" srcId="{5597C2D0-AE21-467D-A958-4E95A2A1E391}" destId="{C47C796E-9C31-40AA-AFCD-FF3DC4426954}" srcOrd="1" destOrd="0" presId="urn:microsoft.com/office/officeart/2008/layout/LinedList"/>
    <dgm:cxn modelId="{E3004425-A908-4708-989F-6F5A27961680}" type="presParOf" srcId="{FD8B98D7-22A3-4E95-AF52-FC03D87580A1}" destId="{E7769C36-0A58-4EF7-A497-BA87D563DFD9}" srcOrd="6" destOrd="0" presId="urn:microsoft.com/office/officeart/2008/layout/LinedList"/>
    <dgm:cxn modelId="{5C6C513B-5351-47C5-BA77-69792F11BAE6}" type="presParOf" srcId="{FD8B98D7-22A3-4E95-AF52-FC03D87580A1}" destId="{156EBA2C-689C-420C-86E7-EB08F6CF752D}" srcOrd="7" destOrd="0" presId="urn:microsoft.com/office/officeart/2008/layout/LinedList"/>
    <dgm:cxn modelId="{0A5E0F95-A935-4A3C-85C2-DD56886247AE}" type="presParOf" srcId="{156EBA2C-689C-420C-86E7-EB08F6CF752D}" destId="{00F27783-25B4-4871-8EB6-34374C1C8137}" srcOrd="0" destOrd="0" presId="urn:microsoft.com/office/officeart/2008/layout/LinedList"/>
    <dgm:cxn modelId="{58974ECF-66B0-41B8-BECB-F45B7BDBF54B}" type="presParOf" srcId="{156EBA2C-689C-420C-86E7-EB08F6CF752D}" destId="{A934CF46-1B02-4896-B965-EE54C05BA76A}" srcOrd="1" destOrd="0" presId="urn:microsoft.com/office/officeart/2008/layout/LinedList"/>
    <dgm:cxn modelId="{CBFFE5FB-9B54-496F-9080-CEE75B9FDE56}" type="presParOf" srcId="{FD8B98D7-22A3-4E95-AF52-FC03D87580A1}" destId="{4B55E794-874E-4B1E-9F8A-9CD4B27ACFB5}" srcOrd="8" destOrd="0" presId="urn:microsoft.com/office/officeart/2008/layout/LinedList"/>
    <dgm:cxn modelId="{D8A24A8B-426C-4454-BB69-BCC691403527}" type="presParOf" srcId="{FD8B98D7-22A3-4E95-AF52-FC03D87580A1}" destId="{529DAF02-9E2B-44D1-AD2E-EA576AD0740C}" srcOrd="9" destOrd="0" presId="urn:microsoft.com/office/officeart/2008/layout/LinedList"/>
    <dgm:cxn modelId="{2ABB3BB8-B837-4804-81AB-B5E569EDA5E2}" type="presParOf" srcId="{529DAF02-9E2B-44D1-AD2E-EA576AD0740C}" destId="{86E4E6F8-C9F4-41A9-AA4D-D9F3A8D4AE29}" srcOrd="0" destOrd="0" presId="urn:microsoft.com/office/officeart/2008/layout/LinedList"/>
    <dgm:cxn modelId="{E475A2FE-C4EA-49DD-B685-634D1BB9661A}" type="presParOf" srcId="{529DAF02-9E2B-44D1-AD2E-EA576AD0740C}" destId="{816233BA-3CE7-4010-8CBE-4F76A92AF7D5}" srcOrd="1" destOrd="0" presId="urn:microsoft.com/office/officeart/2008/layout/LinedList"/>
    <dgm:cxn modelId="{2794049F-01F6-4D11-BB64-E046A7BFC66C}" type="presParOf" srcId="{FD8B98D7-22A3-4E95-AF52-FC03D87580A1}" destId="{836170AB-2592-4EA9-99B9-4942680D8BF1}" srcOrd="10" destOrd="0" presId="urn:microsoft.com/office/officeart/2008/layout/LinedList"/>
    <dgm:cxn modelId="{0077A323-E3E8-494E-B8E7-826DD0C7ACC9}" type="presParOf" srcId="{FD8B98D7-22A3-4E95-AF52-FC03D87580A1}" destId="{F7CEC464-4C91-440A-99E6-F9C1D75F3F39}" srcOrd="11" destOrd="0" presId="urn:microsoft.com/office/officeart/2008/layout/LinedList"/>
    <dgm:cxn modelId="{FE56F56E-FA38-42E8-B7C0-2610EFD24F2C}" type="presParOf" srcId="{F7CEC464-4C91-440A-99E6-F9C1D75F3F39}" destId="{2BF61B03-343C-4117-A3C7-8A03A97E5DAB}" srcOrd="0" destOrd="0" presId="urn:microsoft.com/office/officeart/2008/layout/LinedList"/>
    <dgm:cxn modelId="{27B2BE8E-0244-4FB9-B717-0F9EE5840CEF}" type="presParOf" srcId="{F7CEC464-4C91-440A-99E6-F9C1D75F3F39}" destId="{98153222-36EE-4AFD-8949-9F9A000156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321D20E-5A27-4AC7-A35E-AA49C880CE5B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F2B8477-7A2D-46DB-8A81-9377DB0A8772}">
      <dgm:prSet/>
      <dgm:spPr/>
      <dgm:t>
        <a:bodyPr/>
        <a:lstStyle/>
        <a:p>
          <a:r>
            <a:rPr lang="en-AU"/>
            <a:t>Testes and ovaries</a:t>
          </a:r>
          <a:endParaRPr lang="en-US"/>
        </a:p>
      </dgm:t>
    </dgm:pt>
    <dgm:pt modelId="{3F1B5064-1889-4112-8FA2-CA672401A968}" type="parTrans" cxnId="{9C7DDA50-65D4-4597-A092-F429A2AAE2B2}">
      <dgm:prSet/>
      <dgm:spPr/>
      <dgm:t>
        <a:bodyPr/>
        <a:lstStyle/>
        <a:p>
          <a:endParaRPr lang="en-US"/>
        </a:p>
      </dgm:t>
    </dgm:pt>
    <dgm:pt modelId="{ABABC2D2-6C87-4D4E-AF62-AF31EC87ACE7}" type="sibTrans" cxnId="{9C7DDA50-65D4-4597-A092-F429A2AAE2B2}">
      <dgm:prSet/>
      <dgm:spPr/>
      <dgm:t>
        <a:bodyPr/>
        <a:lstStyle/>
        <a:p>
          <a:endParaRPr lang="en-US"/>
        </a:p>
      </dgm:t>
    </dgm:pt>
    <dgm:pt modelId="{F2949D0D-F0D8-4F02-B0E2-C4486116BCC0}">
      <dgm:prSet/>
      <dgm:spPr/>
      <dgm:t>
        <a:bodyPr/>
        <a:lstStyle/>
        <a:p>
          <a:r>
            <a:rPr lang="en-AU"/>
            <a:t>Produce sperm and eggs as well as hormones</a:t>
          </a:r>
          <a:endParaRPr lang="en-US"/>
        </a:p>
      </dgm:t>
    </dgm:pt>
    <dgm:pt modelId="{5CFC24A2-882F-488D-9AEF-14AF9C6200B6}" type="parTrans" cxnId="{E959EB57-8423-483C-A4CE-4E334EA84C1F}">
      <dgm:prSet/>
      <dgm:spPr/>
      <dgm:t>
        <a:bodyPr/>
        <a:lstStyle/>
        <a:p>
          <a:endParaRPr lang="en-US"/>
        </a:p>
      </dgm:t>
    </dgm:pt>
    <dgm:pt modelId="{F984E979-AC79-4AD3-812D-0BFB13507D8D}" type="sibTrans" cxnId="{E959EB57-8423-483C-A4CE-4E334EA84C1F}">
      <dgm:prSet/>
      <dgm:spPr/>
      <dgm:t>
        <a:bodyPr/>
        <a:lstStyle/>
        <a:p>
          <a:endParaRPr lang="en-US"/>
        </a:p>
      </dgm:t>
    </dgm:pt>
    <dgm:pt modelId="{9DEF50F4-264A-4A38-8844-CBC848390B7E}">
      <dgm:prSet/>
      <dgm:spPr/>
      <dgm:t>
        <a:bodyPr/>
        <a:lstStyle/>
        <a:p>
          <a:r>
            <a:rPr lang="en-AU"/>
            <a:t>Hormones released-Androgens, Oestrogens and progesterone</a:t>
          </a:r>
          <a:endParaRPr lang="en-US"/>
        </a:p>
      </dgm:t>
    </dgm:pt>
    <dgm:pt modelId="{DBF3A427-057C-49EA-90F1-26A3BC2700D7}" type="parTrans" cxnId="{47402F86-7F93-4C6B-B77E-C8036748B825}">
      <dgm:prSet/>
      <dgm:spPr/>
      <dgm:t>
        <a:bodyPr/>
        <a:lstStyle/>
        <a:p>
          <a:endParaRPr lang="en-US"/>
        </a:p>
      </dgm:t>
    </dgm:pt>
    <dgm:pt modelId="{D5327869-0402-490F-B21F-77E82C4EDBA4}" type="sibTrans" cxnId="{47402F86-7F93-4C6B-B77E-C8036748B825}">
      <dgm:prSet/>
      <dgm:spPr/>
      <dgm:t>
        <a:bodyPr/>
        <a:lstStyle/>
        <a:p>
          <a:endParaRPr lang="en-US"/>
        </a:p>
      </dgm:t>
    </dgm:pt>
    <dgm:pt modelId="{1265BBA4-DD93-4B1C-BBEC-281E98A5C661}">
      <dgm:prSet/>
      <dgm:spPr/>
      <dgm:t>
        <a:bodyPr/>
        <a:lstStyle/>
        <a:p>
          <a:r>
            <a:rPr lang="en-AU"/>
            <a:t>Androgens-male sex hormone. Development and maintenance  of male sex characteristics</a:t>
          </a:r>
          <a:endParaRPr lang="en-US"/>
        </a:p>
      </dgm:t>
    </dgm:pt>
    <dgm:pt modelId="{0A60C7E7-CA38-4D77-B970-536E885E01EB}" type="parTrans" cxnId="{315E087E-90AE-4371-A410-11971B6C3813}">
      <dgm:prSet/>
      <dgm:spPr/>
      <dgm:t>
        <a:bodyPr/>
        <a:lstStyle/>
        <a:p>
          <a:endParaRPr lang="en-US"/>
        </a:p>
      </dgm:t>
    </dgm:pt>
    <dgm:pt modelId="{F7EFF9C5-8083-497A-830F-81100E9A3EF9}" type="sibTrans" cxnId="{315E087E-90AE-4371-A410-11971B6C3813}">
      <dgm:prSet/>
      <dgm:spPr/>
      <dgm:t>
        <a:bodyPr/>
        <a:lstStyle/>
        <a:p>
          <a:endParaRPr lang="en-US"/>
        </a:p>
      </dgm:t>
    </dgm:pt>
    <dgm:pt modelId="{C90CA6AF-35AC-489A-B96B-962A3CCC35F0}">
      <dgm:prSet/>
      <dgm:spPr/>
      <dgm:t>
        <a:bodyPr/>
        <a:lstStyle/>
        <a:p>
          <a:r>
            <a:rPr lang="en-AU"/>
            <a:t>Oestrogens/progesterone-female sex hormones. Also regulate menstrual cycle. Involved in changes during pregnancy</a:t>
          </a:r>
          <a:endParaRPr lang="en-US"/>
        </a:p>
      </dgm:t>
    </dgm:pt>
    <dgm:pt modelId="{3AAC1DFF-87DA-47C6-8A02-B2FA0D8B7664}" type="parTrans" cxnId="{E9770396-3138-4E9C-B568-413EBB01AE14}">
      <dgm:prSet/>
      <dgm:spPr/>
      <dgm:t>
        <a:bodyPr/>
        <a:lstStyle/>
        <a:p>
          <a:endParaRPr lang="en-US"/>
        </a:p>
      </dgm:t>
    </dgm:pt>
    <dgm:pt modelId="{E95507AA-D8CE-45F5-9BF4-D379F17F3E37}" type="sibTrans" cxnId="{E9770396-3138-4E9C-B568-413EBB01AE14}">
      <dgm:prSet/>
      <dgm:spPr/>
      <dgm:t>
        <a:bodyPr/>
        <a:lstStyle/>
        <a:p>
          <a:endParaRPr lang="en-US"/>
        </a:p>
      </dgm:t>
    </dgm:pt>
    <dgm:pt modelId="{1BC30C19-300F-4597-8D57-997012084F78}" type="pres">
      <dgm:prSet presAssocID="{D321D20E-5A27-4AC7-A35E-AA49C880CE5B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2AF1F7A2-25F6-4B31-8EA5-20A267AE0C2B}" type="pres">
      <dgm:prSet presAssocID="{1F2B8477-7A2D-46DB-8A81-9377DB0A8772}" presName="thickLine" presStyleLbl="alignNode1" presStyleIdx="0" presStyleCnt="5"/>
      <dgm:spPr/>
    </dgm:pt>
    <dgm:pt modelId="{4BDE55D2-0624-4434-A17F-00AEC4FCAB63}" type="pres">
      <dgm:prSet presAssocID="{1F2B8477-7A2D-46DB-8A81-9377DB0A8772}" presName="horz1" presStyleCnt="0"/>
      <dgm:spPr/>
    </dgm:pt>
    <dgm:pt modelId="{C855FB96-216B-4105-ABDB-553831FBF6C3}" type="pres">
      <dgm:prSet presAssocID="{1F2B8477-7A2D-46DB-8A81-9377DB0A8772}" presName="tx1" presStyleLbl="revTx" presStyleIdx="0" presStyleCnt="5"/>
      <dgm:spPr/>
      <dgm:t>
        <a:bodyPr/>
        <a:lstStyle/>
        <a:p>
          <a:endParaRPr lang="en-US"/>
        </a:p>
      </dgm:t>
    </dgm:pt>
    <dgm:pt modelId="{A2E84141-5091-414C-B185-7687355824FD}" type="pres">
      <dgm:prSet presAssocID="{1F2B8477-7A2D-46DB-8A81-9377DB0A8772}" presName="vert1" presStyleCnt="0"/>
      <dgm:spPr/>
    </dgm:pt>
    <dgm:pt modelId="{37983F8F-746D-4449-B210-5E2598E3DF4F}" type="pres">
      <dgm:prSet presAssocID="{F2949D0D-F0D8-4F02-B0E2-C4486116BCC0}" presName="thickLine" presStyleLbl="alignNode1" presStyleIdx="1" presStyleCnt="5"/>
      <dgm:spPr/>
    </dgm:pt>
    <dgm:pt modelId="{7E95AAC7-2531-4431-9181-8298E58DDB7C}" type="pres">
      <dgm:prSet presAssocID="{F2949D0D-F0D8-4F02-B0E2-C4486116BCC0}" presName="horz1" presStyleCnt="0"/>
      <dgm:spPr/>
    </dgm:pt>
    <dgm:pt modelId="{73552895-7477-4EFB-A3A7-9975FC10243A}" type="pres">
      <dgm:prSet presAssocID="{F2949D0D-F0D8-4F02-B0E2-C4486116BCC0}" presName="tx1" presStyleLbl="revTx" presStyleIdx="1" presStyleCnt="5"/>
      <dgm:spPr/>
      <dgm:t>
        <a:bodyPr/>
        <a:lstStyle/>
        <a:p>
          <a:endParaRPr lang="en-US"/>
        </a:p>
      </dgm:t>
    </dgm:pt>
    <dgm:pt modelId="{85A0D35B-BBBA-4DD7-BEE2-2A0E3B4C108D}" type="pres">
      <dgm:prSet presAssocID="{F2949D0D-F0D8-4F02-B0E2-C4486116BCC0}" presName="vert1" presStyleCnt="0"/>
      <dgm:spPr/>
    </dgm:pt>
    <dgm:pt modelId="{6AB96021-D855-4B11-95AC-93104661558B}" type="pres">
      <dgm:prSet presAssocID="{9DEF50F4-264A-4A38-8844-CBC848390B7E}" presName="thickLine" presStyleLbl="alignNode1" presStyleIdx="2" presStyleCnt="5"/>
      <dgm:spPr/>
    </dgm:pt>
    <dgm:pt modelId="{82945C3F-3E8C-4EF1-A762-E758DB5AF27D}" type="pres">
      <dgm:prSet presAssocID="{9DEF50F4-264A-4A38-8844-CBC848390B7E}" presName="horz1" presStyleCnt="0"/>
      <dgm:spPr/>
    </dgm:pt>
    <dgm:pt modelId="{EA736CAC-0921-41AA-871C-4EA046BBF1CF}" type="pres">
      <dgm:prSet presAssocID="{9DEF50F4-264A-4A38-8844-CBC848390B7E}" presName="tx1" presStyleLbl="revTx" presStyleIdx="2" presStyleCnt="5"/>
      <dgm:spPr/>
      <dgm:t>
        <a:bodyPr/>
        <a:lstStyle/>
        <a:p>
          <a:endParaRPr lang="en-US"/>
        </a:p>
      </dgm:t>
    </dgm:pt>
    <dgm:pt modelId="{C28E3C55-407E-40D5-8D21-4DFF5ED9AB4C}" type="pres">
      <dgm:prSet presAssocID="{9DEF50F4-264A-4A38-8844-CBC848390B7E}" presName="vert1" presStyleCnt="0"/>
      <dgm:spPr/>
    </dgm:pt>
    <dgm:pt modelId="{7EAC86CD-FFB0-41BF-A7CF-A423D85DD167}" type="pres">
      <dgm:prSet presAssocID="{1265BBA4-DD93-4B1C-BBEC-281E98A5C661}" presName="thickLine" presStyleLbl="alignNode1" presStyleIdx="3" presStyleCnt="5"/>
      <dgm:spPr/>
    </dgm:pt>
    <dgm:pt modelId="{F3C5688A-61A8-4760-95FE-85519A80A0A5}" type="pres">
      <dgm:prSet presAssocID="{1265BBA4-DD93-4B1C-BBEC-281E98A5C661}" presName="horz1" presStyleCnt="0"/>
      <dgm:spPr/>
    </dgm:pt>
    <dgm:pt modelId="{50503323-036C-42D2-A67D-B2CE5B6EE5D6}" type="pres">
      <dgm:prSet presAssocID="{1265BBA4-DD93-4B1C-BBEC-281E98A5C661}" presName="tx1" presStyleLbl="revTx" presStyleIdx="3" presStyleCnt="5"/>
      <dgm:spPr/>
      <dgm:t>
        <a:bodyPr/>
        <a:lstStyle/>
        <a:p>
          <a:endParaRPr lang="en-US"/>
        </a:p>
      </dgm:t>
    </dgm:pt>
    <dgm:pt modelId="{8ABC65E1-A32D-48A8-8C5B-E5B5D4D465CE}" type="pres">
      <dgm:prSet presAssocID="{1265BBA4-DD93-4B1C-BBEC-281E98A5C661}" presName="vert1" presStyleCnt="0"/>
      <dgm:spPr/>
    </dgm:pt>
    <dgm:pt modelId="{66D1A6DB-AA86-4C76-8985-63BAD5A8A361}" type="pres">
      <dgm:prSet presAssocID="{C90CA6AF-35AC-489A-B96B-962A3CCC35F0}" presName="thickLine" presStyleLbl="alignNode1" presStyleIdx="4" presStyleCnt="5"/>
      <dgm:spPr/>
    </dgm:pt>
    <dgm:pt modelId="{812C52CA-99F9-4201-AEC0-4E26B8DD3DA8}" type="pres">
      <dgm:prSet presAssocID="{C90CA6AF-35AC-489A-B96B-962A3CCC35F0}" presName="horz1" presStyleCnt="0"/>
      <dgm:spPr/>
    </dgm:pt>
    <dgm:pt modelId="{3AE66848-683C-49AB-91A0-EE50FDE7CDE7}" type="pres">
      <dgm:prSet presAssocID="{C90CA6AF-35AC-489A-B96B-962A3CCC35F0}" presName="tx1" presStyleLbl="revTx" presStyleIdx="4" presStyleCnt="5"/>
      <dgm:spPr/>
      <dgm:t>
        <a:bodyPr/>
        <a:lstStyle/>
        <a:p>
          <a:endParaRPr lang="en-US"/>
        </a:p>
      </dgm:t>
    </dgm:pt>
    <dgm:pt modelId="{7D689589-B0EC-46CB-81C7-A34A48AFA397}" type="pres">
      <dgm:prSet presAssocID="{C90CA6AF-35AC-489A-B96B-962A3CCC35F0}" presName="vert1" presStyleCnt="0"/>
      <dgm:spPr/>
    </dgm:pt>
  </dgm:ptLst>
  <dgm:cxnLst>
    <dgm:cxn modelId="{E959EB57-8423-483C-A4CE-4E334EA84C1F}" srcId="{D321D20E-5A27-4AC7-A35E-AA49C880CE5B}" destId="{F2949D0D-F0D8-4F02-B0E2-C4486116BCC0}" srcOrd="1" destOrd="0" parTransId="{5CFC24A2-882F-488D-9AEF-14AF9C6200B6}" sibTransId="{F984E979-AC79-4AD3-812D-0BFB13507D8D}"/>
    <dgm:cxn modelId="{E9623FB6-CF59-48B6-BA43-80796E0E52FD}" type="presOf" srcId="{D321D20E-5A27-4AC7-A35E-AA49C880CE5B}" destId="{1BC30C19-300F-4597-8D57-997012084F78}" srcOrd="0" destOrd="0" presId="urn:microsoft.com/office/officeart/2008/layout/LinedList"/>
    <dgm:cxn modelId="{E9770396-3138-4E9C-B568-413EBB01AE14}" srcId="{D321D20E-5A27-4AC7-A35E-AA49C880CE5B}" destId="{C90CA6AF-35AC-489A-B96B-962A3CCC35F0}" srcOrd="4" destOrd="0" parTransId="{3AAC1DFF-87DA-47C6-8A02-B2FA0D8B7664}" sibTransId="{E95507AA-D8CE-45F5-9BF4-D379F17F3E37}"/>
    <dgm:cxn modelId="{315E087E-90AE-4371-A410-11971B6C3813}" srcId="{D321D20E-5A27-4AC7-A35E-AA49C880CE5B}" destId="{1265BBA4-DD93-4B1C-BBEC-281E98A5C661}" srcOrd="3" destOrd="0" parTransId="{0A60C7E7-CA38-4D77-B970-536E885E01EB}" sibTransId="{F7EFF9C5-8083-497A-830F-81100E9A3EF9}"/>
    <dgm:cxn modelId="{28B6F509-E412-4155-97F7-5E0EC5DF4BFF}" type="presOf" srcId="{9DEF50F4-264A-4A38-8844-CBC848390B7E}" destId="{EA736CAC-0921-41AA-871C-4EA046BBF1CF}" srcOrd="0" destOrd="0" presId="urn:microsoft.com/office/officeart/2008/layout/LinedList"/>
    <dgm:cxn modelId="{9C7DDA50-65D4-4597-A092-F429A2AAE2B2}" srcId="{D321D20E-5A27-4AC7-A35E-AA49C880CE5B}" destId="{1F2B8477-7A2D-46DB-8A81-9377DB0A8772}" srcOrd="0" destOrd="0" parTransId="{3F1B5064-1889-4112-8FA2-CA672401A968}" sibTransId="{ABABC2D2-6C87-4D4E-AF62-AF31EC87ACE7}"/>
    <dgm:cxn modelId="{341A29C3-281D-4C91-BFD3-B77BC818EEB3}" type="presOf" srcId="{1F2B8477-7A2D-46DB-8A81-9377DB0A8772}" destId="{C855FB96-216B-4105-ABDB-553831FBF6C3}" srcOrd="0" destOrd="0" presId="urn:microsoft.com/office/officeart/2008/layout/LinedList"/>
    <dgm:cxn modelId="{364BE4AF-4B1A-4DDF-B1C3-BD7CA80B5AB9}" type="presOf" srcId="{1265BBA4-DD93-4B1C-BBEC-281E98A5C661}" destId="{50503323-036C-42D2-A67D-B2CE5B6EE5D6}" srcOrd="0" destOrd="0" presId="urn:microsoft.com/office/officeart/2008/layout/LinedList"/>
    <dgm:cxn modelId="{C468DD99-8580-4795-B1DA-8A9C64935F7F}" type="presOf" srcId="{C90CA6AF-35AC-489A-B96B-962A3CCC35F0}" destId="{3AE66848-683C-49AB-91A0-EE50FDE7CDE7}" srcOrd="0" destOrd="0" presId="urn:microsoft.com/office/officeart/2008/layout/LinedList"/>
    <dgm:cxn modelId="{47402F86-7F93-4C6B-B77E-C8036748B825}" srcId="{D321D20E-5A27-4AC7-A35E-AA49C880CE5B}" destId="{9DEF50F4-264A-4A38-8844-CBC848390B7E}" srcOrd="2" destOrd="0" parTransId="{DBF3A427-057C-49EA-90F1-26A3BC2700D7}" sibTransId="{D5327869-0402-490F-B21F-77E82C4EDBA4}"/>
    <dgm:cxn modelId="{DC1D7067-0CF0-4464-8E68-CC5DCA254ACB}" type="presOf" srcId="{F2949D0D-F0D8-4F02-B0E2-C4486116BCC0}" destId="{73552895-7477-4EFB-A3A7-9975FC10243A}" srcOrd="0" destOrd="0" presId="urn:microsoft.com/office/officeart/2008/layout/LinedList"/>
    <dgm:cxn modelId="{12528D29-1ED1-41B4-B6E7-5E3AEE339A7F}" type="presParOf" srcId="{1BC30C19-300F-4597-8D57-997012084F78}" destId="{2AF1F7A2-25F6-4B31-8EA5-20A267AE0C2B}" srcOrd="0" destOrd="0" presId="urn:microsoft.com/office/officeart/2008/layout/LinedList"/>
    <dgm:cxn modelId="{BDE65789-EE23-4CE6-ABE1-DC437110D781}" type="presParOf" srcId="{1BC30C19-300F-4597-8D57-997012084F78}" destId="{4BDE55D2-0624-4434-A17F-00AEC4FCAB63}" srcOrd="1" destOrd="0" presId="urn:microsoft.com/office/officeart/2008/layout/LinedList"/>
    <dgm:cxn modelId="{B7407101-BFF2-413A-A294-EB0C4BBDBE65}" type="presParOf" srcId="{4BDE55D2-0624-4434-A17F-00AEC4FCAB63}" destId="{C855FB96-216B-4105-ABDB-553831FBF6C3}" srcOrd="0" destOrd="0" presId="urn:microsoft.com/office/officeart/2008/layout/LinedList"/>
    <dgm:cxn modelId="{14A24A53-4879-4488-9BEA-FA9075C29A18}" type="presParOf" srcId="{4BDE55D2-0624-4434-A17F-00AEC4FCAB63}" destId="{A2E84141-5091-414C-B185-7687355824FD}" srcOrd="1" destOrd="0" presId="urn:microsoft.com/office/officeart/2008/layout/LinedList"/>
    <dgm:cxn modelId="{64F33BD4-E0B8-421A-898C-A618A2383326}" type="presParOf" srcId="{1BC30C19-300F-4597-8D57-997012084F78}" destId="{37983F8F-746D-4449-B210-5E2598E3DF4F}" srcOrd="2" destOrd="0" presId="urn:microsoft.com/office/officeart/2008/layout/LinedList"/>
    <dgm:cxn modelId="{BEED00A3-D3D7-4CDA-8A26-2058C9B29E43}" type="presParOf" srcId="{1BC30C19-300F-4597-8D57-997012084F78}" destId="{7E95AAC7-2531-4431-9181-8298E58DDB7C}" srcOrd="3" destOrd="0" presId="urn:microsoft.com/office/officeart/2008/layout/LinedList"/>
    <dgm:cxn modelId="{EB203B87-AC14-4483-A3B7-0F660DD68F3D}" type="presParOf" srcId="{7E95AAC7-2531-4431-9181-8298E58DDB7C}" destId="{73552895-7477-4EFB-A3A7-9975FC10243A}" srcOrd="0" destOrd="0" presId="urn:microsoft.com/office/officeart/2008/layout/LinedList"/>
    <dgm:cxn modelId="{B724408A-AE1B-40FD-8755-C28404F490DC}" type="presParOf" srcId="{7E95AAC7-2531-4431-9181-8298E58DDB7C}" destId="{85A0D35B-BBBA-4DD7-BEE2-2A0E3B4C108D}" srcOrd="1" destOrd="0" presId="urn:microsoft.com/office/officeart/2008/layout/LinedList"/>
    <dgm:cxn modelId="{CE181769-F9D2-461B-B9A1-13E3627103B7}" type="presParOf" srcId="{1BC30C19-300F-4597-8D57-997012084F78}" destId="{6AB96021-D855-4B11-95AC-93104661558B}" srcOrd="4" destOrd="0" presId="urn:microsoft.com/office/officeart/2008/layout/LinedList"/>
    <dgm:cxn modelId="{EB27A613-7DAB-4F5B-874C-2774E5884C67}" type="presParOf" srcId="{1BC30C19-300F-4597-8D57-997012084F78}" destId="{82945C3F-3E8C-4EF1-A762-E758DB5AF27D}" srcOrd="5" destOrd="0" presId="urn:microsoft.com/office/officeart/2008/layout/LinedList"/>
    <dgm:cxn modelId="{8E8F10BA-2690-456F-953F-DC01153C4751}" type="presParOf" srcId="{82945C3F-3E8C-4EF1-A762-E758DB5AF27D}" destId="{EA736CAC-0921-41AA-871C-4EA046BBF1CF}" srcOrd="0" destOrd="0" presId="urn:microsoft.com/office/officeart/2008/layout/LinedList"/>
    <dgm:cxn modelId="{9ACAEC11-56A9-4EBF-8D12-6D7F5DBF81ED}" type="presParOf" srcId="{82945C3F-3E8C-4EF1-A762-E758DB5AF27D}" destId="{C28E3C55-407E-40D5-8D21-4DFF5ED9AB4C}" srcOrd="1" destOrd="0" presId="urn:microsoft.com/office/officeart/2008/layout/LinedList"/>
    <dgm:cxn modelId="{83404C52-E3D9-4C64-B2A0-98835A005738}" type="presParOf" srcId="{1BC30C19-300F-4597-8D57-997012084F78}" destId="{7EAC86CD-FFB0-41BF-A7CF-A423D85DD167}" srcOrd="6" destOrd="0" presId="urn:microsoft.com/office/officeart/2008/layout/LinedList"/>
    <dgm:cxn modelId="{AE7F729D-0D0B-438A-893D-C5338C1A3801}" type="presParOf" srcId="{1BC30C19-300F-4597-8D57-997012084F78}" destId="{F3C5688A-61A8-4760-95FE-85519A80A0A5}" srcOrd="7" destOrd="0" presId="urn:microsoft.com/office/officeart/2008/layout/LinedList"/>
    <dgm:cxn modelId="{E345B56A-623B-4F9C-B3D3-3C7A0E942D75}" type="presParOf" srcId="{F3C5688A-61A8-4760-95FE-85519A80A0A5}" destId="{50503323-036C-42D2-A67D-B2CE5B6EE5D6}" srcOrd="0" destOrd="0" presId="urn:microsoft.com/office/officeart/2008/layout/LinedList"/>
    <dgm:cxn modelId="{E26B9951-F301-4A17-B9F0-F15C46CE692F}" type="presParOf" srcId="{F3C5688A-61A8-4760-95FE-85519A80A0A5}" destId="{8ABC65E1-A32D-48A8-8C5B-E5B5D4D465CE}" srcOrd="1" destOrd="0" presId="urn:microsoft.com/office/officeart/2008/layout/LinedList"/>
    <dgm:cxn modelId="{F9A2CE4D-8D85-4610-B35D-A871B00EAE5E}" type="presParOf" srcId="{1BC30C19-300F-4597-8D57-997012084F78}" destId="{66D1A6DB-AA86-4C76-8985-63BAD5A8A361}" srcOrd="8" destOrd="0" presId="urn:microsoft.com/office/officeart/2008/layout/LinedList"/>
    <dgm:cxn modelId="{CBC6D72C-F770-419E-8247-DBE7DA309E59}" type="presParOf" srcId="{1BC30C19-300F-4597-8D57-997012084F78}" destId="{812C52CA-99F9-4201-AEC0-4E26B8DD3DA8}" srcOrd="9" destOrd="0" presId="urn:microsoft.com/office/officeart/2008/layout/LinedList"/>
    <dgm:cxn modelId="{BC841C19-1014-4FC4-BBDA-7D7520502D00}" type="presParOf" srcId="{812C52CA-99F9-4201-AEC0-4E26B8DD3DA8}" destId="{3AE66848-683C-49AB-91A0-EE50FDE7CDE7}" srcOrd="0" destOrd="0" presId="urn:microsoft.com/office/officeart/2008/layout/LinedList"/>
    <dgm:cxn modelId="{05F265DB-C4A4-4CAD-97AB-A530C7CA98BA}" type="presParOf" srcId="{812C52CA-99F9-4201-AEC0-4E26B8DD3DA8}" destId="{7D689589-B0EC-46CB-81C7-A34A48AFA3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304D1-4BDA-4AC2-AFA1-C2889E2DE7AB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0FAE6-75D0-472D-A2D5-3502959B4BF5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/>
            <a:t>the hypothalamus, pituitary, thyroid, parathyroid, pancreas, thymus, gonads, pineal and adrenal glands, are endocrine glands found in the human body</a:t>
          </a:r>
          <a:endParaRPr lang="en-US" sz="1800" kern="1200"/>
        </a:p>
      </dsp:txBody>
      <dsp:txXfrm>
        <a:off x="0" y="0"/>
        <a:ext cx="6492875" cy="1276350"/>
      </dsp:txXfrm>
    </dsp:sp>
    <dsp:sp modelId="{524B3114-D7B2-44DC-818C-732DC7939C2E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F0972-2A51-402A-8C89-1F6BA2793515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/>
            <a:t>hormones secreted from the hypothalamus, pituitary, thyroid, parathyroid, pancreas and adrenal glands are involved in homeostasis by affecting specific target organs</a:t>
          </a:r>
          <a:endParaRPr lang="en-US" sz="1800" kern="1200"/>
        </a:p>
      </dsp:txBody>
      <dsp:txXfrm>
        <a:off x="0" y="1276350"/>
        <a:ext cx="6492875" cy="1276350"/>
      </dsp:txXfrm>
    </dsp:sp>
    <dsp:sp modelId="{B39E1124-7643-4E2F-8349-22A592EDA06C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2F0C2-F926-43C6-8E3F-BAA39382FC09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/>
            <a:t>the secretions of the pituitary gland are controlled by the hypothalamus through transport of hormones, either via nerve cells or the vascular link between them</a:t>
          </a:r>
          <a:endParaRPr lang="en-US" sz="1800" kern="1200"/>
        </a:p>
      </dsp:txBody>
      <dsp:txXfrm>
        <a:off x="0" y="2552700"/>
        <a:ext cx="6492875" cy="1276350"/>
      </dsp:txXfrm>
    </dsp:sp>
    <dsp:sp modelId="{1C403D31-93D2-4B6F-B18E-556EE1E11D6E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FFED1-B6C2-4338-9E3B-BCBDBB8FAA43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/>
            <a:t>hormones can be lipid-soluble and able to cross cell membranes to bind with and activate intracellular receptors or, water-soluble and able to bind with and activate receptors on cell membranes, and require secondary messengers to affect cell functioning</a:t>
          </a:r>
          <a:endParaRPr lang="en-US" sz="1800" kern="1200"/>
        </a:p>
      </dsp:txBody>
      <dsp:txXfrm>
        <a:off x="0" y="3829050"/>
        <a:ext cx="6492875" cy="12763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D12E9-245E-4F92-8104-94AC1180E363}">
      <dsp:nvSpPr>
        <dsp:cNvPr id="0" name=""/>
        <dsp:cNvSpPr/>
      </dsp:nvSpPr>
      <dsp:spPr>
        <a:xfrm>
          <a:off x="5119423" y="1583585"/>
          <a:ext cx="1522143" cy="724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658"/>
              </a:lnTo>
              <a:lnTo>
                <a:pt x="1522143" y="493658"/>
              </a:lnTo>
              <a:lnTo>
                <a:pt x="1522143" y="7244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438E7F-6B64-40C2-A0A4-F29375EEFE5A}">
      <dsp:nvSpPr>
        <dsp:cNvPr id="0" name=""/>
        <dsp:cNvSpPr/>
      </dsp:nvSpPr>
      <dsp:spPr>
        <a:xfrm>
          <a:off x="3597279" y="1583585"/>
          <a:ext cx="1522143" cy="724401"/>
        </a:xfrm>
        <a:custGeom>
          <a:avLst/>
          <a:gdLst/>
          <a:ahLst/>
          <a:cxnLst/>
          <a:rect l="0" t="0" r="0" b="0"/>
          <a:pathLst>
            <a:path>
              <a:moveTo>
                <a:pt x="1522143" y="0"/>
              </a:moveTo>
              <a:lnTo>
                <a:pt x="1522143" y="493658"/>
              </a:lnTo>
              <a:lnTo>
                <a:pt x="0" y="493658"/>
              </a:lnTo>
              <a:lnTo>
                <a:pt x="0" y="7244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CF3559-60B2-4AE4-995D-0D595DF122FF}">
      <dsp:nvSpPr>
        <dsp:cNvPr id="0" name=""/>
        <dsp:cNvSpPr/>
      </dsp:nvSpPr>
      <dsp:spPr>
        <a:xfrm>
          <a:off x="3874033" y="1939"/>
          <a:ext cx="2490780" cy="15816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B7BC3-9AF2-4660-8751-F67D3653609B}">
      <dsp:nvSpPr>
        <dsp:cNvPr id="0" name=""/>
        <dsp:cNvSpPr/>
      </dsp:nvSpPr>
      <dsp:spPr>
        <a:xfrm>
          <a:off x="4150786" y="264855"/>
          <a:ext cx="2490780" cy="15816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kern="1200"/>
            <a:t>Two types of glands found in human body</a:t>
          </a:r>
          <a:endParaRPr lang="en-US" sz="1500" kern="1200"/>
        </a:p>
      </dsp:txBody>
      <dsp:txXfrm>
        <a:off x="4197111" y="311180"/>
        <a:ext cx="2398130" cy="1488995"/>
      </dsp:txXfrm>
    </dsp:sp>
    <dsp:sp modelId="{4698745A-175B-405D-BB76-DB79AB7C1142}">
      <dsp:nvSpPr>
        <dsp:cNvPr id="0" name=""/>
        <dsp:cNvSpPr/>
      </dsp:nvSpPr>
      <dsp:spPr>
        <a:xfrm>
          <a:off x="2351889" y="2307987"/>
          <a:ext cx="2490780" cy="15816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1B073-E385-46D8-9654-977CB68E66D7}">
      <dsp:nvSpPr>
        <dsp:cNvPr id="0" name=""/>
        <dsp:cNvSpPr/>
      </dsp:nvSpPr>
      <dsp:spPr>
        <a:xfrm>
          <a:off x="2628643" y="2570902"/>
          <a:ext cx="2490780" cy="15816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kern="1200"/>
            <a:t>Exocrine glands-secrete into duct that carries waste outside of body</a:t>
          </a:r>
          <a:endParaRPr lang="en-US" sz="1500" kern="1200"/>
        </a:p>
      </dsp:txBody>
      <dsp:txXfrm>
        <a:off x="2674968" y="2617227"/>
        <a:ext cx="2398130" cy="1488995"/>
      </dsp:txXfrm>
    </dsp:sp>
    <dsp:sp modelId="{8D8B8F53-AFA1-4661-861A-E00E79BD435E}">
      <dsp:nvSpPr>
        <dsp:cNvPr id="0" name=""/>
        <dsp:cNvSpPr/>
      </dsp:nvSpPr>
      <dsp:spPr>
        <a:xfrm>
          <a:off x="5396176" y="2307987"/>
          <a:ext cx="2490780" cy="15816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B6AA5-660F-446E-A3C3-DBCE54869484}">
      <dsp:nvSpPr>
        <dsp:cNvPr id="0" name=""/>
        <dsp:cNvSpPr/>
      </dsp:nvSpPr>
      <dsp:spPr>
        <a:xfrm>
          <a:off x="5672930" y="2570902"/>
          <a:ext cx="2490780" cy="15816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kern="1200"/>
            <a:t>Endocrine glands- secrete hormones into extracellular fluid around gland. Passes into capillaries and travels around body through bloodstream </a:t>
          </a:r>
          <a:endParaRPr lang="en-US" sz="1500" kern="1200"/>
        </a:p>
      </dsp:txBody>
      <dsp:txXfrm>
        <a:off x="5719255" y="2617227"/>
        <a:ext cx="2398130" cy="1488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E497B-177B-441A-9006-215431115993}">
      <dsp:nvSpPr>
        <dsp:cNvPr id="0" name=""/>
        <dsp:cNvSpPr/>
      </dsp:nvSpPr>
      <dsp:spPr>
        <a:xfrm>
          <a:off x="0" y="1643340"/>
          <a:ext cx="6492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FA169-4A51-435E-92B8-197806434EB7}">
      <dsp:nvSpPr>
        <dsp:cNvPr id="0" name=""/>
        <dsp:cNvSpPr/>
      </dsp:nvSpPr>
      <dsp:spPr>
        <a:xfrm>
          <a:off x="324643" y="1466220"/>
          <a:ext cx="454501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200" kern="1200" dirty="0"/>
            <a:t>Secretions of endocrine glands- HORMONES</a:t>
          </a:r>
          <a:endParaRPr lang="en-US" sz="1200" kern="1200" dirty="0"/>
        </a:p>
      </dsp:txBody>
      <dsp:txXfrm>
        <a:off x="341936" y="1483513"/>
        <a:ext cx="4510426" cy="319654"/>
      </dsp:txXfrm>
    </dsp:sp>
    <dsp:sp modelId="{54D7923E-FE9B-4F33-A758-171BDE1C13D2}">
      <dsp:nvSpPr>
        <dsp:cNvPr id="0" name=""/>
        <dsp:cNvSpPr/>
      </dsp:nvSpPr>
      <dsp:spPr>
        <a:xfrm>
          <a:off x="0" y="2187660"/>
          <a:ext cx="6492875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919" tIns="249936" rIns="50391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/>
            <a:t>Amine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/>
            <a:t>Protein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/>
            <a:t>Steroid </a:t>
          </a:r>
          <a:endParaRPr lang="en-US" sz="1200" kern="1200"/>
        </a:p>
      </dsp:txBody>
      <dsp:txXfrm>
        <a:off x="0" y="2187660"/>
        <a:ext cx="6492875" cy="907200"/>
      </dsp:txXfrm>
    </dsp:sp>
    <dsp:sp modelId="{E50A2C6F-6FCD-47B9-B4B8-01712B8EE0B4}">
      <dsp:nvSpPr>
        <dsp:cNvPr id="0" name=""/>
        <dsp:cNvSpPr/>
      </dsp:nvSpPr>
      <dsp:spPr>
        <a:xfrm>
          <a:off x="324643" y="2010540"/>
          <a:ext cx="454501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200" kern="1200"/>
            <a:t>Classified into</a:t>
          </a:r>
          <a:endParaRPr lang="en-US" sz="1200" kern="1200"/>
        </a:p>
      </dsp:txBody>
      <dsp:txXfrm>
        <a:off x="341936" y="2027833"/>
        <a:ext cx="4510426" cy="319654"/>
      </dsp:txXfrm>
    </dsp:sp>
    <dsp:sp modelId="{30F45016-D662-49D1-8933-3FFBEA3B608A}">
      <dsp:nvSpPr>
        <dsp:cNvPr id="0" name=""/>
        <dsp:cNvSpPr/>
      </dsp:nvSpPr>
      <dsp:spPr>
        <a:xfrm>
          <a:off x="0" y="3336780"/>
          <a:ext cx="6492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3728D-CB76-4988-B5F3-5FD2AA7B1850}">
      <dsp:nvSpPr>
        <dsp:cNvPr id="0" name=""/>
        <dsp:cNvSpPr/>
      </dsp:nvSpPr>
      <dsp:spPr>
        <a:xfrm>
          <a:off x="324643" y="3159660"/>
          <a:ext cx="454501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200" kern="1200"/>
            <a:t>Cells can communicate through releasing hormones (paracrines)</a:t>
          </a:r>
          <a:endParaRPr lang="en-US" sz="1200" kern="1200"/>
        </a:p>
      </dsp:txBody>
      <dsp:txXfrm>
        <a:off x="341936" y="3176953"/>
        <a:ext cx="4510426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BA72C-25F6-4856-916A-DA1E1E6E49CB}">
      <dsp:nvSpPr>
        <dsp:cNvPr id="0" name=""/>
        <dsp:cNvSpPr/>
      </dsp:nvSpPr>
      <dsp:spPr>
        <a:xfrm>
          <a:off x="0" y="23069"/>
          <a:ext cx="6492875" cy="1484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Change functioning of cell through changing type activities or quantites of proteins produces- not enzymes</a:t>
          </a:r>
          <a:endParaRPr lang="en-US" sz="2700" kern="1200"/>
        </a:p>
      </dsp:txBody>
      <dsp:txXfrm>
        <a:off x="72479" y="95548"/>
        <a:ext cx="6347917" cy="1339772"/>
      </dsp:txXfrm>
    </dsp:sp>
    <dsp:sp modelId="{16AE47AD-2247-41D9-9F45-BB5AD36D30B2}">
      <dsp:nvSpPr>
        <dsp:cNvPr id="0" name=""/>
        <dsp:cNvSpPr/>
      </dsp:nvSpPr>
      <dsp:spPr>
        <a:xfrm>
          <a:off x="0" y="1585560"/>
          <a:ext cx="6492875" cy="1484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Hormones can</a:t>
          </a:r>
          <a:endParaRPr lang="en-US" sz="2700" kern="1200"/>
        </a:p>
      </dsp:txBody>
      <dsp:txXfrm>
        <a:off x="72479" y="1658039"/>
        <a:ext cx="6347917" cy="1339772"/>
      </dsp:txXfrm>
    </dsp:sp>
    <dsp:sp modelId="{030BD7A1-7A04-42B7-808A-357EBCCC702F}">
      <dsp:nvSpPr>
        <dsp:cNvPr id="0" name=""/>
        <dsp:cNvSpPr/>
      </dsp:nvSpPr>
      <dsp:spPr>
        <a:xfrm>
          <a:off x="0" y="3070290"/>
          <a:ext cx="6492875" cy="2012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14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AU" sz="2100" kern="1200"/>
            <a:t>Activate certain genes in the nucleous to manufacture particular protiens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AU" sz="2100" kern="1200"/>
            <a:t>Change the shape or structure of an enzyme (turn on or off)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AU" sz="2100" kern="1200"/>
            <a:t>Change rate of production of an enzyme through affection transcription and translation</a:t>
          </a:r>
          <a:endParaRPr lang="en-US" sz="2100" kern="1200"/>
        </a:p>
      </dsp:txBody>
      <dsp:txXfrm>
        <a:off x="0" y="3070290"/>
        <a:ext cx="6492875" cy="20120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B30E6-38F4-452F-BC10-1655C64C0B00}">
      <dsp:nvSpPr>
        <dsp:cNvPr id="0" name=""/>
        <dsp:cNvSpPr/>
      </dsp:nvSpPr>
      <dsp:spPr>
        <a:xfrm>
          <a:off x="0" y="4187534"/>
          <a:ext cx="6492875" cy="9161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After producing affect- needs to be cleared. Broken down in host cell or liver and kidneys-excreted through urea or bile</a:t>
          </a:r>
          <a:endParaRPr lang="en-US" sz="2000" kern="1200"/>
        </a:p>
      </dsp:txBody>
      <dsp:txXfrm>
        <a:off x="0" y="4187534"/>
        <a:ext cx="6492875" cy="916130"/>
      </dsp:txXfrm>
    </dsp:sp>
    <dsp:sp modelId="{AD8535F5-6579-441D-BF38-87EA7B3A7898}">
      <dsp:nvSpPr>
        <dsp:cNvPr id="0" name=""/>
        <dsp:cNvSpPr/>
      </dsp:nvSpPr>
      <dsp:spPr>
        <a:xfrm rot="10800000">
          <a:off x="0" y="2792268"/>
          <a:ext cx="6492875" cy="1409008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HORMONE CLEARANCE</a:t>
          </a:r>
          <a:endParaRPr lang="en-US" sz="2000" kern="1200"/>
        </a:p>
      </dsp:txBody>
      <dsp:txXfrm rot="10800000">
        <a:off x="0" y="2792268"/>
        <a:ext cx="6492875" cy="915531"/>
      </dsp:txXfrm>
    </dsp:sp>
    <dsp:sp modelId="{7EC7B698-0529-49D8-A272-7D9EF89180AA}">
      <dsp:nvSpPr>
        <dsp:cNvPr id="0" name=""/>
        <dsp:cNvSpPr/>
      </dsp:nvSpPr>
      <dsp:spPr>
        <a:xfrm rot="10800000">
          <a:off x="0" y="1397001"/>
          <a:ext cx="6492875" cy="1409008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One hormone affects more than one enzyme molecule- cascading domino affect-small stimulus=large response</a:t>
          </a:r>
          <a:endParaRPr lang="en-US" sz="2000" kern="1200"/>
        </a:p>
      </dsp:txBody>
      <dsp:txXfrm rot="10800000">
        <a:off x="0" y="1397001"/>
        <a:ext cx="6492875" cy="915531"/>
      </dsp:txXfrm>
    </dsp:sp>
    <dsp:sp modelId="{B8CC863B-FC91-4420-95A4-BF2710DCC974}">
      <dsp:nvSpPr>
        <dsp:cNvPr id="0" name=""/>
        <dsp:cNvSpPr/>
      </dsp:nvSpPr>
      <dsp:spPr>
        <a:xfrm rot="10800000">
          <a:off x="0" y="1735"/>
          <a:ext cx="6492875" cy="1409008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ENZYME AMPLIFICATION</a:t>
          </a:r>
          <a:endParaRPr lang="en-US" sz="2000" kern="1200"/>
        </a:p>
      </dsp:txBody>
      <dsp:txXfrm rot="10800000">
        <a:off x="0" y="1735"/>
        <a:ext cx="6492875" cy="9155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F3071-1EBB-4125-9B94-56095AFB0F81}">
      <dsp:nvSpPr>
        <dsp:cNvPr id="0" name=""/>
        <dsp:cNvSpPr/>
      </dsp:nvSpPr>
      <dsp:spPr>
        <a:xfrm>
          <a:off x="3080" y="366405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Found deep inside brain</a:t>
          </a:r>
          <a:endParaRPr lang="en-US" sz="2400" kern="1200"/>
        </a:p>
      </dsp:txBody>
      <dsp:txXfrm>
        <a:off x="3080" y="1666642"/>
        <a:ext cx="2444055" cy="2053006"/>
      </dsp:txXfrm>
    </dsp:sp>
    <dsp:sp modelId="{A5568772-B3CE-4BA2-9AA9-0ABAF40BC8AD}">
      <dsp:nvSpPr>
        <dsp:cNvPr id="0" name=""/>
        <dsp:cNvSpPr/>
      </dsp:nvSpPr>
      <dsp:spPr>
        <a:xfrm>
          <a:off x="711856" y="708572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1</a:t>
          </a:r>
        </a:p>
      </dsp:txBody>
      <dsp:txXfrm>
        <a:off x="862184" y="858900"/>
        <a:ext cx="725847" cy="725847"/>
      </dsp:txXfrm>
    </dsp:sp>
    <dsp:sp modelId="{AAC28BF3-6F06-42D4-9C24-AC440B01AAFC}">
      <dsp:nvSpPr>
        <dsp:cNvPr id="0" name=""/>
        <dsp:cNvSpPr/>
      </dsp:nvSpPr>
      <dsp:spPr>
        <a:xfrm>
          <a:off x="3080" y="3788010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C95E7-AC39-4DDD-8137-11635DBBFC21}">
      <dsp:nvSpPr>
        <dsp:cNvPr id="0" name=""/>
        <dsp:cNvSpPr/>
      </dsp:nvSpPr>
      <dsp:spPr>
        <a:xfrm>
          <a:off x="2691541" y="366405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Largest when younger-decreases in size with age</a:t>
          </a:r>
          <a:endParaRPr lang="en-US" sz="2400" kern="1200"/>
        </a:p>
      </dsp:txBody>
      <dsp:txXfrm>
        <a:off x="2691541" y="1666642"/>
        <a:ext cx="2444055" cy="2053006"/>
      </dsp:txXfrm>
    </dsp:sp>
    <dsp:sp modelId="{9DD51C1C-4F65-4A7F-A5C8-0CCC01B84D27}">
      <dsp:nvSpPr>
        <dsp:cNvPr id="0" name=""/>
        <dsp:cNvSpPr/>
      </dsp:nvSpPr>
      <dsp:spPr>
        <a:xfrm>
          <a:off x="3400317" y="708572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2</a:t>
          </a:r>
        </a:p>
      </dsp:txBody>
      <dsp:txXfrm>
        <a:off x="3550645" y="858900"/>
        <a:ext cx="725847" cy="725847"/>
      </dsp:txXfrm>
    </dsp:sp>
    <dsp:sp modelId="{52D800DB-BCA5-4EFC-9835-B9CFE12CBCA9}">
      <dsp:nvSpPr>
        <dsp:cNvPr id="0" name=""/>
        <dsp:cNvSpPr/>
      </dsp:nvSpPr>
      <dsp:spPr>
        <a:xfrm>
          <a:off x="2691541" y="3788010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99E86-7289-4A30-8EA6-23AB89980D07}">
      <dsp:nvSpPr>
        <dsp:cNvPr id="0" name=""/>
        <dsp:cNvSpPr/>
      </dsp:nvSpPr>
      <dsp:spPr>
        <a:xfrm>
          <a:off x="5380002" y="366405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Secretes hormone-melatonin</a:t>
          </a:r>
          <a:endParaRPr lang="en-US" sz="2400" kern="1200"/>
        </a:p>
      </dsp:txBody>
      <dsp:txXfrm>
        <a:off x="5380002" y="1666642"/>
        <a:ext cx="2444055" cy="2053006"/>
      </dsp:txXfrm>
    </dsp:sp>
    <dsp:sp modelId="{4E86E52B-B565-41F1-9276-78A9632F78EA}">
      <dsp:nvSpPr>
        <dsp:cNvPr id="0" name=""/>
        <dsp:cNvSpPr/>
      </dsp:nvSpPr>
      <dsp:spPr>
        <a:xfrm>
          <a:off x="6088778" y="708572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3</a:t>
          </a:r>
        </a:p>
      </dsp:txBody>
      <dsp:txXfrm>
        <a:off x="6239106" y="858900"/>
        <a:ext cx="725847" cy="725847"/>
      </dsp:txXfrm>
    </dsp:sp>
    <dsp:sp modelId="{577670AD-55A1-4BAA-BE31-EF91C879C281}">
      <dsp:nvSpPr>
        <dsp:cNvPr id="0" name=""/>
        <dsp:cNvSpPr/>
      </dsp:nvSpPr>
      <dsp:spPr>
        <a:xfrm>
          <a:off x="5380002" y="3788010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F2D254-87A4-4CB1-A03C-B774FD9817F5}">
      <dsp:nvSpPr>
        <dsp:cNvPr id="0" name=""/>
        <dsp:cNvSpPr/>
      </dsp:nvSpPr>
      <dsp:spPr>
        <a:xfrm>
          <a:off x="8068463" y="366405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Melatonin-sleep regulation</a:t>
          </a:r>
          <a:endParaRPr lang="en-US" sz="2400" kern="1200"/>
        </a:p>
      </dsp:txBody>
      <dsp:txXfrm>
        <a:off x="8068463" y="1666642"/>
        <a:ext cx="2444055" cy="2053006"/>
      </dsp:txXfrm>
    </dsp:sp>
    <dsp:sp modelId="{950DE778-5AF2-4979-BA3C-496098BA27DC}">
      <dsp:nvSpPr>
        <dsp:cNvPr id="0" name=""/>
        <dsp:cNvSpPr/>
      </dsp:nvSpPr>
      <dsp:spPr>
        <a:xfrm>
          <a:off x="8777239" y="708572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4</a:t>
          </a:r>
        </a:p>
      </dsp:txBody>
      <dsp:txXfrm>
        <a:off x="8927567" y="858900"/>
        <a:ext cx="725847" cy="725847"/>
      </dsp:txXfrm>
    </dsp:sp>
    <dsp:sp modelId="{2AF2797C-7013-4723-A735-6459516A6216}">
      <dsp:nvSpPr>
        <dsp:cNvPr id="0" name=""/>
        <dsp:cNvSpPr/>
      </dsp:nvSpPr>
      <dsp:spPr>
        <a:xfrm>
          <a:off x="8068463" y="3788010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24BC6-7E16-465B-A23A-425D2A1AF62C}">
      <dsp:nvSpPr>
        <dsp:cNvPr id="0" name=""/>
        <dsp:cNvSpPr/>
      </dsp:nvSpPr>
      <dsp:spPr>
        <a:xfrm>
          <a:off x="0" y="2492"/>
          <a:ext cx="64928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057615-B05B-4EBB-A01A-3FBC81DA5228}">
      <dsp:nvSpPr>
        <dsp:cNvPr id="0" name=""/>
        <dsp:cNvSpPr/>
      </dsp:nvSpPr>
      <dsp:spPr>
        <a:xfrm>
          <a:off x="0" y="2492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/>
            <a:t>Location-directly above kidneys</a:t>
          </a:r>
          <a:endParaRPr lang="en-US" sz="2300" kern="1200"/>
        </a:p>
      </dsp:txBody>
      <dsp:txXfrm>
        <a:off x="0" y="2492"/>
        <a:ext cx="6492875" cy="850069"/>
      </dsp:txXfrm>
    </dsp:sp>
    <dsp:sp modelId="{0F482A69-20C3-44E9-BEEC-7A4497CA9216}">
      <dsp:nvSpPr>
        <dsp:cNvPr id="0" name=""/>
        <dsp:cNvSpPr/>
      </dsp:nvSpPr>
      <dsp:spPr>
        <a:xfrm>
          <a:off x="0" y="852561"/>
          <a:ext cx="64928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CDE2CA8-D75B-4431-946F-E4461BB22B59}">
      <dsp:nvSpPr>
        <dsp:cNvPr id="0" name=""/>
        <dsp:cNvSpPr/>
      </dsp:nvSpPr>
      <dsp:spPr>
        <a:xfrm>
          <a:off x="0" y="852561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/>
            <a:t>Structure-Outside layer of adrenal gland</a:t>
          </a:r>
          <a:endParaRPr lang="en-US" sz="2300" kern="1200"/>
        </a:p>
      </dsp:txBody>
      <dsp:txXfrm>
        <a:off x="0" y="852561"/>
        <a:ext cx="6492875" cy="850069"/>
      </dsp:txXfrm>
    </dsp:sp>
    <dsp:sp modelId="{C0A28DEC-762C-418A-BB98-614DBEAB76D1}">
      <dsp:nvSpPr>
        <dsp:cNvPr id="0" name=""/>
        <dsp:cNvSpPr/>
      </dsp:nvSpPr>
      <dsp:spPr>
        <a:xfrm>
          <a:off x="0" y="1702630"/>
          <a:ext cx="64928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AE77AF0-C838-41E1-9632-1123C439338C}">
      <dsp:nvSpPr>
        <dsp:cNvPr id="0" name=""/>
        <dsp:cNvSpPr/>
      </dsp:nvSpPr>
      <dsp:spPr>
        <a:xfrm>
          <a:off x="0" y="1702630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/>
            <a:t>Hormone released-group of more than 20 (corticosteroids)</a:t>
          </a:r>
          <a:endParaRPr lang="en-US" sz="2300" kern="1200"/>
        </a:p>
      </dsp:txBody>
      <dsp:txXfrm>
        <a:off x="0" y="1702630"/>
        <a:ext cx="6492875" cy="850069"/>
      </dsp:txXfrm>
    </dsp:sp>
    <dsp:sp modelId="{E7769C36-0A58-4EF7-A497-BA87D563DFD9}">
      <dsp:nvSpPr>
        <dsp:cNvPr id="0" name=""/>
        <dsp:cNvSpPr/>
      </dsp:nvSpPr>
      <dsp:spPr>
        <a:xfrm>
          <a:off x="0" y="2552699"/>
          <a:ext cx="64928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0F27783-25B4-4871-8EB6-34374C1C8137}">
      <dsp:nvSpPr>
        <dsp:cNvPr id="0" name=""/>
        <dsp:cNvSpPr/>
      </dsp:nvSpPr>
      <dsp:spPr>
        <a:xfrm>
          <a:off x="0" y="2552699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/>
            <a:t>Two main</a:t>
          </a:r>
          <a:endParaRPr lang="en-US" sz="2300" kern="1200"/>
        </a:p>
      </dsp:txBody>
      <dsp:txXfrm>
        <a:off x="0" y="2552699"/>
        <a:ext cx="6492875" cy="850069"/>
      </dsp:txXfrm>
    </dsp:sp>
    <dsp:sp modelId="{4B55E794-874E-4B1E-9F8A-9CD4B27ACFB5}">
      <dsp:nvSpPr>
        <dsp:cNvPr id="0" name=""/>
        <dsp:cNvSpPr/>
      </dsp:nvSpPr>
      <dsp:spPr>
        <a:xfrm>
          <a:off x="0" y="3402769"/>
          <a:ext cx="64928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E4E6F8-C9F4-41A9-AA4D-D9F3A8D4AE29}">
      <dsp:nvSpPr>
        <dsp:cNvPr id="0" name=""/>
        <dsp:cNvSpPr/>
      </dsp:nvSpPr>
      <dsp:spPr>
        <a:xfrm>
          <a:off x="0" y="3402769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 dirty="0"/>
            <a:t>Aldosterone-acts on kidney- Sodium decrease Potassium increase    (amount in urine)</a:t>
          </a:r>
          <a:endParaRPr lang="en-US" sz="2300" kern="1200" dirty="0"/>
        </a:p>
      </dsp:txBody>
      <dsp:txXfrm>
        <a:off x="0" y="3402769"/>
        <a:ext cx="6492875" cy="850069"/>
      </dsp:txXfrm>
    </dsp:sp>
    <dsp:sp modelId="{836170AB-2592-4EA9-99B9-4942680D8BF1}">
      <dsp:nvSpPr>
        <dsp:cNvPr id="0" name=""/>
        <dsp:cNvSpPr/>
      </dsp:nvSpPr>
      <dsp:spPr>
        <a:xfrm>
          <a:off x="0" y="4252838"/>
          <a:ext cx="64928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BF61B03-343C-4117-A3C7-8A03A97E5DAB}">
      <dsp:nvSpPr>
        <dsp:cNvPr id="0" name=""/>
        <dsp:cNvSpPr/>
      </dsp:nvSpPr>
      <dsp:spPr>
        <a:xfrm>
          <a:off x="0" y="4252838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/>
            <a:t>Cortisol-promotes normal metabolism-stress managment</a:t>
          </a:r>
          <a:endParaRPr lang="en-US" sz="2300" kern="1200"/>
        </a:p>
      </dsp:txBody>
      <dsp:txXfrm>
        <a:off x="0" y="4252838"/>
        <a:ext cx="6492875" cy="8500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F1F7A2-25F6-4B31-8EA5-20A267AE0C2B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55FB96-216B-4105-ABDB-553831FBF6C3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Testes and ovaries</a:t>
          </a:r>
          <a:endParaRPr lang="en-US" sz="2000" kern="1200"/>
        </a:p>
      </dsp:txBody>
      <dsp:txXfrm>
        <a:off x="0" y="623"/>
        <a:ext cx="6492875" cy="1020830"/>
      </dsp:txXfrm>
    </dsp:sp>
    <dsp:sp modelId="{37983F8F-746D-4449-B210-5E2598E3DF4F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552895-7477-4EFB-A3A7-9975FC10243A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Produce sperm and eggs as well as hormones</a:t>
          </a:r>
          <a:endParaRPr lang="en-US" sz="2000" kern="1200"/>
        </a:p>
      </dsp:txBody>
      <dsp:txXfrm>
        <a:off x="0" y="1021453"/>
        <a:ext cx="6492875" cy="1020830"/>
      </dsp:txXfrm>
    </dsp:sp>
    <dsp:sp modelId="{6AB96021-D855-4B11-95AC-93104661558B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736CAC-0921-41AA-871C-4EA046BBF1CF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Hormones released-Androgens, Oestrogens and progesterone</a:t>
          </a:r>
          <a:endParaRPr lang="en-US" sz="2000" kern="1200"/>
        </a:p>
      </dsp:txBody>
      <dsp:txXfrm>
        <a:off x="0" y="2042284"/>
        <a:ext cx="6492875" cy="1020830"/>
      </dsp:txXfrm>
    </dsp:sp>
    <dsp:sp modelId="{7EAC86CD-FFB0-41BF-A7CF-A423D85DD167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503323-036C-42D2-A67D-B2CE5B6EE5D6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Androgens-male sex hormone. Development and maintenance  of male sex characteristics</a:t>
          </a:r>
          <a:endParaRPr lang="en-US" sz="2000" kern="1200"/>
        </a:p>
      </dsp:txBody>
      <dsp:txXfrm>
        <a:off x="0" y="3063115"/>
        <a:ext cx="6492875" cy="1020830"/>
      </dsp:txXfrm>
    </dsp:sp>
    <dsp:sp modelId="{66D1A6DB-AA86-4C76-8985-63BAD5A8A361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E66848-683C-49AB-91A0-EE50FDE7CDE7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/>
            <a:t>Oestrogens/progesterone-female sex hormones. Also regulate menstrual cycle. Involved in changes during pregnancy</a:t>
          </a:r>
          <a:endParaRPr lang="en-US" sz="2000" kern="1200"/>
        </a:p>
      </dsp:txBody>
      <dsp:txXfrm>
        <a:off x="0" y="4083946"/>
        <a:ext cx="6492875" cy="1020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CFBB-81F5-48C8-B86B-895664B26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280F2-05AF-48B8-A03D-F1260895C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4" indent="0" algn="ctr">
              <a:buNone/>
              <a:defRPr sz="2000"/>
            </a:lvl2pPr>
            <a:lvl3pPr marL="914367" indent="0" algn="ctr">
              <a:buNone/>
              <a:defRPr sz="1800"/>
            </a:lvl3pPr>
            <a:lvl4pPr marL="1371551" indent="0" algn="ctr">
              <a:buNone/>
              <a:defRPr sz="1600"/>
            </a:lvl4pPr>
            <a:lvl5pPr marL="1828734" indent="0" algn="ctr">
              <a:buNone/>
              <a:defRPr sz="1600"/>
            </a:lvl5pPr>
            <a:lvl6pPr marL="2285918" indent="0" algn="ctr">
              <a:buNone/>
              <a:defRPr sz="1600"/>
            </a:lvl6pPr>
            <a:lvl7pPr marL="2743102" indent="0" algn="ctr">
              <a:buNone/>
              <a:defRPr sz="1600"/>
            </a:lvl7pPr>
            <a:lvl8pPr marL="3200285" indent="0" algn="ctr">
              <a:buNone/>
              <a:defRPr sz="1600"/>
            </a:lvl8pPr>
            <a:lvl9pPr marL="365746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06A6F-7A5B-4543-929B-97512C6E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A1FB5-CC69-4B4C-930A-32E3B1CC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25B79-0126-404A-8DF9-31352544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2893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0148-A508-490D-8B2E-4AB608FC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4949-ADB8-4E7A-B915-1E6F23596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C64C5-802A-44ED-BB55-8B6B04A3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2489-2E65-45C7-A219-779E94A9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0052-53E5-4577-AF19-472E335E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30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2DA2-372F-45B3-8C51-8F23FA17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075DB-1299-4E13-8475-3398D6214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AE2DE-BD36-4ED1-B5AB-23759678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2DD4-7096-48B7-B4F9-A88D52B1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379B0-BE89-47BA-B0A7-B7A16644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49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684A-D591-4A16-A645-DD9925D4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74A7-FB9D-42D8-BDB0-C5A727FCD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F1FB6-1607-4C8E-96DC-EC6FD6691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EEDF4-5F85-40EF-98DD-F78E1C3B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4ED0F-7A0A-4F1C-A6C9-E351DF05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F8D39-EC0F-4AEC-ADDC-5EC8D8C5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87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9DE2-BE0E-4245-8049-A47EBCCD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703CA-B8F6-4157-9A24-909DAB3EB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4" indent="0">
              <a:buNone/>
              <a:defRPr sz="2000" b="1"/>
            </a:lvl2pPr>
            <a:lvl3pPr marL="914367" indent="0">
              <a:buNone/>
              <a:defRPr sz="1800" b="1"/>
            </a:lvl3pPr>
            <a:lvl4pPr marL="1371551" indent="0">
              <a:buNone/>
              <a:defRPr sz="1600" b="1"/>
            </a:lvl4pPr>
            <a:lvl5pPr marL="1828734" indent="0">
              <a:buNone/>
              <a:defRPr sz="1600" b="1"/>
            </a:lvl5pPr>
            <a:lvl6pPr marL="2285918" indent="0">
              <a:buNone/>
              <a:defRPr sz="1600" b="1"/>
            </a:lvl6pPr>
            <a:lvl7pPr marL="2743102" indent="0">
              <a:buNone/>
              <a:defRPr sz="1600" b="1"/>
            </a:lvl7pPr>
            <a:lvl8pPr marL="3200285" indent="0">
              <a:buNone/>
              <a:defRPr sz="1600" b="1"/>
            </a:lvl8pPr>
            <a:lvl9pPr marL="365746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67813-700E-4DFF-8DE0-ACA60413E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87E4E-DD05-4710-B3E7-CCFBD1FA7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4" indent="0">
              <a:buNone/>
              <a:defRPr sz="2000" b="1"/>
            </a:lvl2pPr>
            <a:lvl3pPr marL="914367" indent="0">
              <a:buNone/>
              <a:defRPr sz="1800" b="1"/>
            </a:lvl3pPr>
            <a:lvl4pPr marL="1371551" indent="0">
              <a:buNone/>
              <a:defRPr sz="1600" b="1"/>
            </a:lvl4pPr>
            <a:lvl5pPr marL="1828734" indent="0">
              <a:buNone/>
              <a:defRPr sz="1600" b="1"/>
            </a:lvl5pPr>
            <a:lvl6pPr marL="2285918" indent="0">
              <a:buNone/>
              <a:defRPr sz="1600" b="1"/>
            </a:lvl6pPr>
            <a:lvl7pPr marL="2743102" indent="0">
              <a:buNone/>
              <a:defRPr sz="1600" b="1"/>
            </a:lvl7pPr>
            <a:lvl8pPr marL="3200285" indent="0">
              <a:buNone/>
              <a:defRPr sz="1600" b="1"/>
            </a:lvl8pPr>
            <a:lvl9pPr marL="365746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77B64-1EE0-416A-BEB3-79069F985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D55D7-E371-4F94-8707-FD033E1C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E9ED8-10D6-4B40-8235-25E9E8B2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87B99-4A5E-4AC9-BF9D-8357344B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46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B31D-644E-4BCF-9F7E-B4D711ED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C121A-8DED-4ED6-A9AE-CFBF727C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33982-C9F8-40A4-B89B-37A71971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16919-25B4-4ABE-AFA4-3C5521F6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88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C8CC3-30AF-4989-B62D-344BEEC1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06348-6C8A-4D71-8696-034AFAD1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FD74E-8444-4D8A-98E0-DAF7D48A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36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599D-A39A-426C-91BB-7BAAC214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3E8D-CA9F-48B0-86C1-75656F127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8F9A9-4989-446C-B337-9DAD74634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4" indent="0">
              <a:buNone/>
              <a:defRPr sz="1400"/>
            </a:lvl2pPr>
            <a:lvl3pPr marL="914367" indent="0">
              <a:buNone/>
              <a:defRPr sz="1200"/>
            </a:lvl3pPr>
            <a:lvl4pPr marL="1371551" indent="0">
              <a:buNone/>
              <a:defRPr sz="1000"/>
            </a:lvl4pPr>
            <a:lvl5pPr marL="1828734" indent="0">
              <a:buNone/>
              <a:defRPr sz="1000"/>
            </a:lvl5pPr>
            <a:lvl6pPr marL="2285918" indent="0">
              <a:buNone/>
              <a:defRPr sz="1000"/>
            </a:lvl6pPr>
            <a:lvl7pPr marL="2743102" indent="0">
              <a:buNone/>
              <a:defRPr sz="1000"/>
            </a:lvl7pPr>
            <a:lvl8pPr marL="3200285" indent="0">
              <a:buNone/>
              <a:defRPr sz="1000"/>
            </a:lvl8pPr>
            <a:lvl9pPr marL="365746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C2CAF-7448-4607-A184-6CDCEAEB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95F3B-1E37-4744-BBBF-7EE7E5E5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9E351-5FE8-40E9-905F-5252DB8E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817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6A64-EE44-4839-AA37-D0C24C211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48462-A7A4-41CE-A7D7-237845A3F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4" indent="0">
              <a:buNone/>
              <a:defRPr sz="2800"/>
            </a:lvl2pPr>
            <a:lvl3pPr marL="914367" indent="0">
              <a:buNone/>
              <a:defRPr sz="2400"/>
            </a:lvl3pPr>
            <a:lvl4pPr marL="1371551" indent="0">
              <a:buNone/>
              <a:defRPr sz="2000"/>
            </a:lvl4pPr>
            <a:lvl5pPr marL="1828734" indent="0">
              <a:buNone/>
              <a:defRPr sz="2000"/>
            </a:lvl5pPr>
            <a:lvl6pPr marL="2285918" indent="0">
              <a:buNone/>
              <a:defRPr sz="2000"/>
            </a:lvl6pPr>
            <a:lvl7pPr marL="2743102" indent="0">
              <a:buNone/>
              <a:defRPr sz="2000"/>
            </a:lvl7pPr>
            <a:lvl8pPr marL="3200285" indent="0">
              <a:buNone/>
              <a:defRPr sz="2000"/>
            </a:lvl8pPr>
            <a:lvl9pPr marL="3657469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86AA8-E6FF-4ADC-B182-527B01DF0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4" indent="0">
              <a:buNone/>
              <a:defRPr sz="1400"/>
            </a:lvl2pPr>
            <a:lvl3pPr marL="914367" indent="0">
              <a:buNone/>
              <a:defRPr sz="1200"/>
            </a:lvl3pPr>
            <a:lvl4pPr marL="1371551" indent="0">
              <a:buNone/>
              <a:defRPr sz="1000"/>
            </a:lvl4pPr>
            <a:lvl5pPr marL="1828734" indent="0">
              <a:buNone/>
              <a:defRPr sz="1000"/>
            </a:lvl5pPr>
            <a:lvl6pPr marL="2285918" indent="0">
              <a:buNone/>
              <a:defRPr sz="1000"/>
            </a:lvl6pPr>
            <a:lvl7pPr marL="2743102" indent="0">
              <a:buNone/>
              <a:defRPr sz="1000"/>
            </a:lvl7pPr>
            <a:lvl8pPr marL="3200285" indent="0">
              <a:buNone/>
              <a:defRPr sz="1000"/>
            </a:lvl8pPr>
            <a:lvl9pPr marL="365746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D13A5-A594-4AEA-A7B7-1E1C25F4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2C1B4-CA4D-44C5-92BC-000959AE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B19A8-C1DB-4060-BA82-153ED977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941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52FB-AE9C-4581-BA12-5B8C1E1B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85259-673E-4F77-992E-66838D517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B9B4C-4512-40AD-852E-E56DAD99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33946-8069-43D5-B0B7-969D1FD2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8782F-4087-4B7B-A7C5-42F0F722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23A3D-AF16-485B-BA9E-3B29F69F0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9B19A-25F2-484F-9FE5-6F7C8F088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4C0E1-4CCC-4083-822A-B5A913A8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357D3-8947-41BD-8540-95EBC04F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1D4C6-86BF-4369-8118-32571382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4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119AB-C6F5-48AF-AF66-C3565964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47245-C31F-4AB7-B177-0498AC988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ACDF0-880D-4CAC-A819-37BED0F17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63019-CBD3-49C0-BD69-F13ECFF21075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93212-276B-467E-B964-574E6463F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BC6F0-AD40-4EE5-8F4A-CA2A82EC2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C7AF4-11B4-466A-850A-B5D57159BF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62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2" indent="-228592" algn="l" defTabSz="91436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5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9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43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26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10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1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2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5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32A67F-3598-4A13-8552-DA884FFCCE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45C394-137F-401D-A35B-3C2269736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4" y="3320860"/>
            <a:ext cx="4573475" cy="2076333"/>
          </a:xfrm>
        </p:spPr>
        <p:txBody>
          <a:bodyPr anchor="t">
            <a:normAutofit/>
          </a:bodyPr>
          <a:lstStyle/>
          <a:p>
            <a:pPr algn="l"/>
            <a:r>
              <a:rPr lang="en-AU" sz="4799" dirty="0">
                <a:solidFill>
                  <a:schemeClr val="bg1"/>
                </a:solidFill>
              </a:rPr>
              <a:t>ENDOCRINE SYSTEM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5B05A-7FDD-40D7-B041-5D1867B92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3" y="2348680"/>
            <a:ext cx="4662678" cy="972180"/>
          </a:xfrm>
        </p:spPr>
        <p:txBody>
          <a:bodyPr anchor="b">
            <a:normAutofit/>
          </a:bodyPr>
          <a:lstStyle/>
          <a:p>
            <a:pPr algn="l"/>
            <a:endParaRPr lang="en-AU" sz="2000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C55ACC-A2F6-403C-A3A4-D59B3734D4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7312" y="381000"/>
            <a:ext cx="6334689" cy="6477000"/>
          </a:xfrm>
          <a:custGeom>
            <a:avLst/>
            <a:gdLst>
              <a:gd name="connsiteX0" fmla="*/ 3561588 w 6334689"/>
              <a:gd name="connsiteY0" fmla="*/ 0 h 6477000"/>
              <a:gd name="connsiteX1" fmla="*/ 6309883 w 6334689"/>
              <a:gd name="connsiteY1" fmla="*/ 1296087 h 6477000"/>
              <a:gd name="connsiteX2" fmla="*/ 6334689 w 6334689"/>
              <a:gd name="connsiteY2" fmla="*/ 1329261 h 6477000"/>
              <a:gd name="connsiteX3" fmla="*/ 6334689 w 6334689"/>
              <a:gd name="connsiteY3" fmla="*/ 5793916 h 6477000"/>
              <a:gd name="connsiteX4" fmla="*/ 6309883 w 6334689"/>
              <a:gd name="connsiteY4" fmla="*/ 5827089 h 6477000"/>
              <a:gd name="connsiteX5" fmla="*/ 5760467 w 6334689"/>
              <a:gd name="connsiteY5" fmla="*/ 6363539 h 6477000"/>
              <a:gd name="connsiteX6" fmla="*/ 5607796 w 6334689"/>
              <a:gd name="connsiteY6" fmla="*/ 6477000 h 6477000"/>
              <a:gd name="connsiteX7" fmla="*/ 1519571 w 6334689"/>
              <a:gd name="connsiteY7" fmla="*/ 6477000 h 6477000"/>
              <a:gd name="connsiteX8" fmla="*/ 1296088 w 6334689"/>
              <a:gd name="connsiteY8" fmla="*/ 6309883 h 6477000"/>
              <a:gd name="connsiteX9" fmla="*/ 0 w 6334689"/>
              <a:gd name="connsiteY9" fmla="*/ 3561588 h 6477000"/>
              <a:gd name="connsiteX10" fmla="*/ 3561588 w 6334689"/>
              <a:gd name="connsiteY10" fmla="*/ 0 h 64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4689" h="6477000">
                <a:moveTo>
                  <a:pt x="3561588" y="0"/>
                </a:moveTo>
                <a:cubicBezTo>
                  <a:pt x="4668032" y="0"/>
                  <a:pt x="5656635" y="504534"/>
                  <a:pt x="6309883" y="1296087"/>
                </a:cubicBezTo>
                <a:lnTo>
                  <a:pt x="6334689" y="1329261"/>
                </a:lnTo>
                <a:lnTo>
                  <a:pt x="6334689" y="5793916"/>
                </a:lnTo>
                <a:lnTo>
                  <a:pt x="6309883" y="5827089"/>
                </a:lnTo>
                <a:cubicBezTo>
                  <a:pt x="6146571" y="6024977"/>
                  <a:pt x="5962299" y="6204927"/>
                  <a:pt x="5760467" y="6363539"/>
                </a:cubicBezTo>
                <a:lnTo>
                  <a:pt x="5607796" y="6477000"/>
                </a:lnTo>
                <a:lnTo>
                  <a:pt x="1519571" y="6477000"/>
                </a:lnTo>
                <a:lnTo>
                  <a:pt x="1296088" y="6309883"/>
                </a:lnTo>
                <a:cubicBezTo>
                  <a:pt x="504535" y="5656635"/>
                  <a:pt x="0" y="4668032"/>
                  <a:pt x="0" y="3561588"/>
                </a:cubicBezTo>
                <a:cubicBezTo>
                  <a:pt x="0" y="1594577"/>
                  <a:pt x="1594577" y="0"/>
                  <a:pt x="3561588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98EBA13-C937-430B-9523-439FE21096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1086" y="544777"/>
            <a:ext cx="6170914" cy="6313225"/>
          </a:xfrm>
          <a:custGeom>
            <a:avLst/>
            <a:gdLst>
              <a:gd name="connsiteX0" fmla="*/ 3397813 w 6170914"/>
              <a:gd name="connsiteY0" fmla="*/ 0 h 6313225"/>
              <a:gd name="connsiteX1" fmla="*/ 6019731 w 6170914"/>
              <a:gd name="connsiteY1" fmla="*/ 1236489 h 6313225"/>
              <a:gd name="connsiteX2" fmla="*/ 6170914 w 6170914"/>
              <a:gd name="connsiteY2" fmla="*/ 1438663 h 6313225"/>
              <a:gd name="connsiteX3" fmla="*/ 6170914 w 6170914"/>
              <a:gd name="connsiteY3" fmla="*/ 5356963 h 6313225"/>
              <a:gd name="connsiteX4" fmla="*/ 6019731 w 6170914"/>
              <a:gd name="connsiteY4" fmla="*/ 5559138 h 6313225"/>
              <a:gd name="connsiteX5" fmla="*/ 5194591 w 6170914"/>
              <a:gd name="connsiteY5" fmla="*/ 6282226 h 6313225"/>
              <a:gd name="connsiteX6" fmla="*/ 5141791 w 6170914"/>
              <a:gd name="connsiteY6" fmla="*/ 6313225 h 6313225"/>
              <a:gd name="connsiteX7" fmla="*/ 1659199 w 6170914"/>
              <a:gd name="connsiteY7" fmla="*/ 6313225 h 6313225"/>
              <a:gd name="connsiteX8" fmla="*/ 1498064 w 6170914"/>
              <a:gd name="connsiteY8" fmla="*/ 6215333 h 6313225"/>
              <a:gd name="connsiteX9" fmla="*/ 0 w 6170914"/>
              <a:gd name="connsiteY9" fmla="*/ 3397813 h 6313225"/>
              <a:gd name="connsiteX10" fmla="*/ 3397813 w 6170914"/>
              <a:gd name="connsiteY10" fmla="*/ 0 h 631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70914" h="6313225">
                <a:moveTo>
                  <a:pt x="3397813" y="0"/>
                </a:moveTo>
                <a:cubicBezTo>
                  <a:pt x="4453378" y="0"/>
                  <a:pt x="5396522" y="481334"/>
                  <a:pt x="6019731" y="1236489"/>
                </a:cubicBezTo>
                <a:lnTo>
                  <a:pt x="6170914" y="1438663"/>
                </a:lnTo>
                <a:lnTo>
                  <a:pt x="6170914" y="5356963"/>
                </a:lnTo>
                <a:lnTo>
                  <a:pt x="6019731" y="5559138"/>
                </a:lnTo>
                <a:cubicBezTo>
                  <a:pt x="5786028" y="5842321"/>
                  <a:pt x="5507333" y="6086998"/>
                  <a:pt x="5194591" y="6282226"/>
                </a:cubicBezTo>
                <a:lnTo>
                  <a:pt x="5141791" y="6313225"/>
                </a:lnTo>
                <a:lnTo>
                  <a:pt x="1659199" y="6313225"/>
                </a:lnTo>
                <a:lnTo>
                  <a:pt x="1498064" y="6215333"/>
                </a:lnTo>
                <a:cubicBezTo>
                  <a:pt x="594240" y="5604721"/>
                  <a:pt x="0" y="4570663"/>
                  <a:pt x="0" y="3397813"/>
                </a:cubicBezTo>
                <a:cubicBezTo>
                  <a:pt x="0" y="1521253"/>
                  <a:pt x="1521253" y="0"/>
                  <a:pt x="33978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60FE1C03-ABAE-4F31-AF7C-B7F2C3E43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210425" y="1845771"/>
            <a:ext cx="43338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5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DOT POINTS COVERED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9BB5FE-04C9-449D-A0F6-E7AADB6D7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09152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22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06BE6-2A99-4EA0-BF29-19F43671B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3" y="365126"/>
            <a:ext cx="10520702" cy="1325563"/>
          </a:xfrm>
        </p:spPr>
        <p:txBody>
          <a:bodyPr>
            <a:normAutofit/>
          </a:bodyPr>
          <a:lstStyle/>
          <a:p>
            <a:r>
              <a:rPr lang="en-AU"/>
              <a:t>GLANDS</a:t>
            </a:r>
            <a:endParaRPr lang="en-AU" dirty="0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A1E163AF-35A0-4580-A039-293460C83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783658"/>
              </p:ext>
            </p:extLst>
          </p:nvPr>
        </p:nvGraphicFramePr>
        <p:xfrm>
          <a:off x="838200" y="2022476"/>
          <a:ext cx="10515600" cy="415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0323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2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4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9" name="Group 30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3" y="0"/>
            <a:ext cx="2436813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70E92A-F530-4EF0-8C4D-879C77F0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Hormones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A4DC54C3-58F7-4C3B-B1AA-E046C5F47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169066"/>
              </p:ext>
            </p:extLst>
          </p:nvPr>
        </p:nvGraphicFramePr>
        <p:xfrm>
          <a:off x="5010151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957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B3E26-56BB-4E24-9242-BC390433F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85" y="2038230"/>
            <a:ext cx="4260814" cy="36003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DC71F-3911-4C8B-9376-591522AD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Protein/Amine Hormones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EDFB-8062-4795-B03C-FEBDE45B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/>
              <a:t>Proteins and amines are polar, This makes them insoluble in substances like lipids.  (insoluble to cell membrane)</a:t>
            </a:r>
          </a:p>
          <a:p>
            <a:r>
              <a:rPr lang="en-AU" sz="2000"/>
              <a:t>Work through attaching to receptor proteins in the membrane of target cell.</a:t>
            </a:r>
          </a:p>
          <a:p>
            <a:r>
              <a:rPr lang="en-AU" sz="2000"/>
              <a:t>Combination (Hormone-receptor complex) causes second messenger to diffuse through cell to affect targeted enzymes</a:t>
            </a:r>
          </a:p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2040904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9811A-47F3-49C0-AC74-C1DA3CA36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85" y="1830516"/>
            <a:ext cx="4260814" cy="401581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A5159-6AD0-40CC-AC6C-FA47768D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75B1-3E80-4B4B-BFB4-F0C58FAB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/>
              <a:t>Are soluble in lipids of cell membrane </a:t>
            </a:r>
          </a:p>
          <a:p>
            <a:r>
              <a:rPr lang="en-AU" sz="2000"/>
              <a:t>Can enter cell by diffusion</a:t>
            </a:r>
          </a:p>
          <a:p>
            <a:r>
              <a:rPr lang="en-AU" sz="2000"/>
              <a:t>Bind with receptor on mitochondria/other organelles or on the nucleolus</a:t>
            </a:r>
          </a:p>
          <a:p>
            <a:r>
              <a:rPr lang="en-AU" sz="2000"/>
              <a:t>Activates genes for the production of specific proteins or enzymes</a:t>
            </a:r>
          </a:p>
        </p:txBody>
      </p:sp>
    </p:spTree>
    <p:extLst>
      <p:ext uri="{BB962C8B-B14F-4D97-AF65-F5344CB8AC3E}">
        <p14:creationId xmlns:p14="http://schemas.microsoft.com/office/powerpoint/2010/main" val="3018129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4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3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ADABD9-4E92-4798-9159-BE18C13F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HORMONES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AC2600E-876F-40E4-BA14-5A1A4E826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873285"/>
              </p:ext>
            </p:extLst>
          </p:nvPr>
        </p:nvGraphicFramePr>
        <p:xfrm>
          <a:off x="5010151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141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4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3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DFFA10-D554-4160-98F7-9D93D6C4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 dirty="0">
                <a:solidFill>
                  <a:srgbClr val="FFFFFF"/>
                </a:solidFill>
              </a:rPr>
              <a:t>HORMONE FUNCTION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F4130A-5406-4FEC-81DE-D07D74318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525292"/>
              </p:ext>
            </p:extLst>
          </p:nvPr>
        </p:nvGraphicFramePr>
        <p:xfrm>
          <a:off x="5010151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215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E3B65E-1C30-4C28-92F2-C57AF15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TYPES OF HORMONES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6E42A37-D7B4-4435-949C-8B682C2A8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603527"/>
              </p:ext>
            </p:extLst>
          </p:nvPr>
        </p:nvGraphicFramePr>
        <p:xfrm>
          <a:off x="5010150" y="690608"/>
          <a:ext cx="6492877" cy="509578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162296">
                  <a:extLst>
                    <a:ext uri="{9D8B030D-6E8A-4147-A177-3AD203B41FA5}">
                      <a16:colId xmlns:a16="http://schemas.microsoft.com/office/drawing/2014/main" val="1176634041"/>
                    </a:ext>
                  </a:extLst>
                </a:gridCol>
                <a:gridCol w="2413446">
                  <a:extLst>
                    <a:ext uri="{9D8B030D-6E8A-4147-A177-3AD203B41FA5}">
                      <a16:colId xmlns:a16="http://schemas.microsoft.com/office/drawing/2014/main" val="2176289255"/>
                    </a:ext>
                  </a:extLst>
                </a:gridCol>
                <a:gridCol w="2917135">
                  <a:extLst>
                    <a:ext uri="{9D8B030D-6E8A-4147-A177-3AD203B41FA5}">
                      <a16:colId xmlns:a16="http://schemas.microsoft.com/office/drawing/2014/main" val="4188702933"/>
                    </a:ext>
                  </a:extLst>
                </a:gridCol>
              </a:tblGrid>
              <a:tr h="2386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Amines and Proteins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Steroids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767260049"/>
                  </a:ext>
                </a:extLst>
              </a:tr>
              <a:tr h="4401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Solubility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Soluble in water </a:t>
                      </a:r>
                      <a:endParaRPr lang="en-AU" sz="1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(polar)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Insoluble in water </a:t>
                      </a:r>
                      <a:endParaRPr lang="en-AU" sz="1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(non-polar, lipid soluble)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1792767566"/>
                  </a:ext>
                </a:extLst>
              </a:tr>
              <a:tr h="4401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Membrane Permeability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 dirty="0">
                          <a:effectLst/>
                        </a:rPr>
                        <a:t>Cannot pass through the membrane</a:t>
                      </a:r>
                      <a:endParaRPr lang="en-AU" sz="11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Diffuse through the phospholipid bilayer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612775969"/>
                  </a:ext>
                </a:extLst>
              </a:tr>
              <a:tr h="1246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Receptors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Located on the outside of the cell membrane (need a secondary messenger inside the cell)</a:t>
                      </a:r>
                      <a:endParaRPr lang="en-AU" sz="1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Use receptor proteins embedded in the membrane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Intracellular receptors that may be on the mitochondria, other organelles or within the nucleus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2923475480"/>
                  </a:ext>
                </a:extLst>
              </a:tr>
              <a:tr h="10445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Action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Causes changes in cell metabolism: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Membrane permeability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Activate enzymes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Cause protein synthesis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Cause changes in gene expression: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Cause proteins to be synthesized by expressing genes on DNA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Epigenetics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92115072"/>
                  </a:ext>
                </a:extLst>
              </a:tr>
              <a:tr h="4401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Can be stored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Yes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No – made on demand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1872587587"/>
                  </a:ext>
                </a:extLst>
              </a:tr>
              <a:tr h="1246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Examples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Any hormone not made by these glands </a:t>
                      </a:r>
                      <a:r>
                        <a:rPr lang="en-AU" sz="1300">
                          <a:effectLst/>
                          <a:sym typeface="Wingdings"/>
                        </a:rPr>
                        <a:t>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Epinephrine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Thyroxin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Oxytocin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1300">
                          <a:effectLst/>
                        </a:rPr>
                        <a:t>All hormones made by the gonads and adrenal cortex: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Testosterone 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Oestrogen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Progesterone</a:t>
                      </a:r>
                      <a:endParaRPr lang="en-AU" sz="110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/>
                        <a:buChar char="-"/>
                      </a:pPr>
                      <a:r>
                        <a:rPr lang="en-AU" sz="1300">
                          <a:effectLst/>
                        </a:rPr>
                        <a:t>Aldosterone</a:t>
                      </a:r>
                      <a:endParaRPr lang="en-AU" sz="11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2767" marR="62767" marT="0" marB="0"/>
                </a:tc>
                <a:extLst>
                  <a:ext uri="{0D108BD9-81ED-4DB2-BD59-A6C34878D82A}">
                    <a16:rowId xmlns:a16="http://schemas.microsoft.com/office/drawing/2014/main" val="3986854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64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FC711-A03A-4D79-9FED-E48A9C31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609" y="1820333"/>
            <a:ext cx="3521567" cy="403618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AC837-F9A5-42B5-871C-DB8E331E9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HYPOTHALAMS AND PITUITARY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57FB-8807-4362-9078-4766FCA6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42" y="1811866"/>
            <a:ext cx="4423611" cy="4286417"/>
          </a:xfrm>
        </p:spPr>
        <p:txBody>
          <a:bodyPr>
            <a:normAutofit/>
          </a:bodyPr>
          <a:lstStyle/>
          <a:p>
            <a:endParaRPr lang="en-AU" sz="1700" dirty="0"/>
          </a:p>
          <a:p>
            <a:r>
              <a:rPr lang="en-AU" sz="1700" dirty="0"/>
              <a:t>Hypothalamus-base of brain</a:t>
            </a:r>
          </a:p>
          <a:p>
            <a:r>
              <a:rPr lang="en-AU" sz="1700" dirty="0"/>
              <a:t>Regulates; body temp/water balance/heart rate</a:t>
            </a:r>
          </a:p>
          <a:p>
            <a:r>
              <a:rPr lang="en-AU" sz="1700" dirty="0"/>
              <a:t>Many functions controlled through pituitary gland</a:t>
            </a:r>
          </a:p>
          <a:p>
            <a:endParaRPr lang="en-AU" sz="1700" dirty="0"/>
          </a:p>
          <a:p>
            <a:r>
              <a:rPr lang="en-AU" sz="1700" dirty="0"/>
              <a:t>Pituitary gland</a:t>
            </a:r>
          </a:p>
          <a:p>
            <a:r>
              <a:rPr lang="en-AU" sz="1700" dirty="0"/>
              <a:t>Lies under hypothalamus and joined by talk called infundibulum</a:t>
            </a:r>
          </a:p>
          <a:p>
            <a:r>
              <a:rPr lang="en-AU" sz="1700" dirty="0"/>
              <a:t>Vital for normal body function</a:t>
            </a:r>
          </a:p>
        </p:txBody>
      </p:sp>
    </p:spTree>
    <p:extLst>
      <p:ext uri="{BB962C8B-B14F-4D97-AF65-F5344CB8AC3E}">
        <p14:creationId xmlns:p14="http://schemas.microsoft.com/office/powerpoint/2010/main" val="2617096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9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032EA-9B26-4028-8072-DCEC09B75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4" y="46657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ANTERIOR LOBE OF PITUITARY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1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517AAC-D584-46AC-9D92-CAF9A7E4B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536366"/>
              </p:ext>
            </p:extLst>
          </p:nvPr>
        </p:nvGraphicFramePr>
        <p:xfrm>
          <a:off x="1201521" y="2509912"/>
          <a:ext cx="9733858" cy="3997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5763">
                  <a:extLst>
                    <a:ext uri="{9D8B030D-6E8A-4147-A177-3AD203B41FA5}">
                      <a16:colId xmlns:a16="http://schemas.microsoft.com/office/drawing/2014/main" val="2578855349"/>
                    </a:ext>
                  </a:extLst>
                </a:gridCol>
                <a:gridCol w="2782332">
                  <a:extLst>
                    <a:ext uri="{9D8B030D-6E8A-4147-A177-3AD203B41FA5}">
                      <a16:colId xmlns:a16="http://schemas.microsoft.com/office/drawing/2014/main" val="334188044"/>
                    </a:ext>
                  </a:extLst>
                </a:gridCol>
                <a:gridCol w="3475763">
                  <a:extLst>
                    <a:ext uri="{9D8B030D-6E8A-4147-A177-3AD203B41FA5}">
                      <a16:colId xmlns:a16="http://schemas.microsoft.com/office/drawing/2014/main" val="799049240"/>
                    </a:ext>
                  </a:extLst>
                </a:gridCol>
              </a:tblGrid>
              <a:tr h="360443">
                <a:tc>
                  <a:txBody>
                    <a:bodyPr/>
                    <a:lstStyle/>
                    <a:p>
                      <a:r>
                        <a:rPr lang="en-AU" sz="1600"/>
                        <a:t>HORMONE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TARGET ORGAN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MAIN EFFECTS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860212950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r>
                        <a:rPr lang="en-AU" sz="1600"/>
                        <a:t>Follicle-stimulating hormone</a:t>
                      </a:r>
                    </a:p>
                    <a:p>
                      <a:r>
                        <a:rPr lang="en-AU" sz="1600"/>
                        <a:t>(FSH)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Ovaries (Female)</a:t>
                      </a:r>
                    </a:p>
                    <a:p>
                      <a:r>
                        <a:rPr lang="en-AU" sz="1600"/>
                        <a:t>Testes (Male)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Growth of follicles</a:t>
                      </a:r>
                    </a:p>
                    <a:p>
                      <a:r>
                        <a:rPr lang="en-AU" sz="1600"/>
                        <a:t>Production of sperm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2150278425"/>
                  </a:ext>
                </a:extLst>
              </a:tr>
              <a:tr h="1097712">
                <a:tc>
                  <a:txBody>
                    <a:bodyPr/>
                    <a:lstStyle/>
                    <a:p>
                      <a:r>
                        <a:rPr lang="en-AU" sz="1600"/>
                        <a:t>Luteinising hormone (LH)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Ovaries (Female)</a:t>
                      </a:r>
                    </a:p>
                    <a:p>
                      <a:endParaRPr lang="en-AU" sz="1600"/>
                    </a:p>
                    <a:p>
                      <a:r>
                        <a:rPr lang="en-AU" sz="1600"/>
                        <a:t>Testes (Male)</a:t>
                      </a:r>
                    </a:p>
                    <a:p>
                      <a:endParaRPr lang="en-AU" sz="1600"/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Ovulation and maintenance of corpus luteum </a:t>
                      </a:r>
                    </a:p>
                    <a:p>
                      <a:r>
                        <a:rPr lang="en-AU" sz="1600"/>
                        <a:t>Secretion of testosterone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881001350"/>
                  </a:ext>
                </a:extLst>
              </a:tr>
              <a:tr h="360443">
                <a:tc>
                  <a:txBody>
                    <a:bodyPr/>
                    <a:lstStyle/>
                    <a:p>
                      <a:r>
                        <a:rPr lang="en-AU" sz="1600"/>
                        <a:t>Growth hormone (GH)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All Cells 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Growth and protein synthesis 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1121893349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r>
                        <a:rPr lang="en-AU" sz="1600"/>
                        <a:t>Thyroid-stimulating hormone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Thyroid gland 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Secretion of hormones form the thyroid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192796409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r>
                        <a:rPr lang="en-AU" sz="1600"/>
                        <a:t>Adrenocorticotropic hormone (ACTH)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Adrenal cortex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Secretion of hormones from the adrenal cortex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869368175"/>
                  </a:ext>
                </a:extLst>
              </a:tr>
              <a:tr h="360443">
                <a:tc>
                  <a:txBody>
                    <a:bodyPr/>
                    <a:lstStyle/>
                    <a:p>
                      <a:r>
                        <a:rPr lang="en-AU" sz="1600"/>
                        <a:t>Prolactin (PRL)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Mammary glands</a:t>
                      </a:r>
                    </a:p>
                  </a:txBody>
                  <a:tcPr marL="81919" marR="81919" marT="40959" marB="40959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Milk production</a:t>
                      </a:r>
                    </a:p>
                  </a:txBody>
                  <a:tcPr marL="81919" marR="81919" marT="40959" marB="40959"/>
                </a:tc>
                <a:extLst>
                  <a:ext uri="{0D108BD9-81ED-4DB2-BD59-A6C34878D82A}">
                    <a16:rowId xmlns:a16="http://schemas.microsoft.com/office/drawing/2014/main" val="1304532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93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FF69F-862C-4534-9E8E-270A1C86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/>
              <a:t>POSTERIOR LOBE OF PITUITARY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4CAF6-59E9-44E8-9824-0F1115ED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/>
              <a:t>Releases two hormones</a:t>
            </a:r>
          </a:p>
          <a:p>
            <a:r>
              <a:rPr lang="en-AU" sz="2000"/>
              <a:t>Neither is manufactured in the posterior lobe</a:t>
            </a:r>
          </a:p>
          <a:p>
            <a:r>
              <a:rPr lang="en-AU" sz="2000"/>
              <a:t>Both produces in nerve cells of hypothalamus</a:t>
            </a:r>
          </a:p>
          <a:p>
            <a:r>
              <a:rPr lang="en-AU" sz="2000"/>
              <a:t>Moves down and is stored for release in posterior lobe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77C8A9-DA38-4D16-B15B-A80BDA58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694501"/>
              </p:ext>
            </p:extLst>
          </p:nvPr>
        </p:nvGraphicFramePr>
        <p:xfrm>
          <a:off x="6368142" y="2511686"/>
          <a:ext cx="5529943" cy="3399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928">
                  <a:extLst>
                    <a:ext uri="{9D8B030D-6E8A-4147-A177-3AD203B41FA5}">
                      <a16:colId xmlns:a16="http://schemas.microsoft.com/office/drawing/2014/main" val="3762877566"/>
                    </a:ext>
                  </a:extLst>
                </a:gridCol>
                <a:gridCol w="1465701">
                  <a:extLst>
                    <a:ext uri="{9D8B030D-6E8A-4147-A177-3AD203B41FA5}">
                      <a16:colId xmlns:a16="http://schemas.microsoft.com/office/drawing/2014/main" val="1355302876"/>
                    </a:ext>
                  </a:extLst>
                </a:gridCol>
                <a:gridCol w="1843314">
                  <a:extLst>
                    <a:ext uri="{9D8B030D-6E8A-4147-A177-3AD203B41FA5}">
                      <a16:colId xmlns:a16="http://schemas.microsoft.com/office/drawing/2014/main" val="1322694545"/>
                    </a:ext>
                  </a:extLst>
                </a:gridCol>
              </a:tblGrid>
              <a:tr h="735569">
                <a:tc>
                  <a:txBody>
                    <a:bodyPr/>
                    <a:lstStyle/>
                    <a:p>
                      <a:r>
                        <a:rPr lang="en-AU" sz="1500"/>
                        <a:t>HORMONE</a:t>
                      </a:r>
                    </a:p>
                  </a:txBody>
                  <a:tcPr marL="77587" marR="77587" marT="38793" marB="38793"/>
                </a:tc>
                <a:tc>
                  <a:txBody>
                    <a:bodyPr/>
                    <a:lstStyle/>
                    <a:p>
                      <a:r>
                        <a:rPr lang="en-AU" sz="1500"/>
                        <a:t>TARGET CELL</a:t>
                      </a:r>
                    </a:p>
                  </a:txBody>
                  <a:tcPr marL="77587" marR="77587" marT="38793" marB="38793"/>
                </a:tc>
                <a:tc>
                  <a:txBody>
                    <a:bodyPr/>
                    <a:lstStyle/>
                    <a:p>
                      <a:r>
                        <a:rPr lang="en-AU" sz="1500"/>
                        <a:t>MAIN EFFECTS</a:t>
                      </a:r>
                    </a:p>
                  </a:txBody>
                  <a:tcPr marL="77587" marR="77587" marT="38793" marB="38793"/>
                </a:tc>
                <a:extLst>
                  <a:ext uri="{0D108BD9-81ED-4DB2-BD59-A6C34878D82A}">
                    <a16:rowId xmlns:a16="http://schemas.microsoft.com/office/drawing/2014/main" val="1842650705"/>
                  </a:ext>
                </a:extLst>
              </a:tr>
              <a:tr h="735569">
                <a:tc>
                  <a:txBody>
                    <a:bodyPr/>
                    <a:lstStyle/>
                    <a:p>
                      <a:r>
                        <a:rPr lang="en-AU" sz="1500"/>
                        <a:t>Antidiuretic Hormone (ADH) </a:t>
                      </a:r>
                    </a:p>
                  </a:txBody>
                  <a:tcPr marL="77587" marR="77587" marT="38793" marB="38793"/>
                </a:tc>
                <a:tc>
                  <a:txBody>
                    <a:bodyPr/>
                    <a:lstStyle/>
                    <a:p>
                      <a:r>
                        <a:rPr lang="en-AU" sz="1500"/>
                        <a:t>Kidneys</a:t>
                      </a:r>
                    </a:p>
                  </a:txBody>
                  <a:tcPr marL="77587" marR="77587" marT="38793" marB="38793"/>
                </a:tc>
                <a:tc>
                  <a:txBody>
                    <a:bodyPr/>
                    <a:lstStyle/>
                    <a:p>
                      <a:r>
                        <a:rPr lang="en-AU" sz="1500"/>
                        <a:t>Reabsorption of water</a:t>
                      </a:r>
                    </a:p>
                  </a:txBody>
                  <a:tcPr marL="77587" marR="77587" marT="38793" marB="38793"/>
                </a:tc>
                <a:extLst>
                  <a:ext uri="{0D108BD9-81ED-4DB2-BD59-A6C34878D82A}">
                    <a16:rowId xmlns:a16="http://schemas.microsoft.com/office/drawing/2014/main" val="2823850217"/>
                  </a:ext>
                </a:extLst>
              </a:tr>
              <a:tr h="1928380">
                <a:tc>
                  <a:txBody>
                    <a:bodyPr/>
                    <a:lstStyle/>
                    <a:p>
                      <a:r>
                        <a:rPr lang="en-AU" sz="1500" dirty="0"/>
                        <a:t>Oxytocin (OT)</a:t>
                      </a:r>
                    </a:p>
                  </a:txBody>
                  <a:tcPr marL="77587" marR="77587" marT="38793" marB="38793"/>
                </a:tc>
                <a:tc>
                  <a:txBody>
                    <a:bodyPr/>
                    <a:lstStyle/>
                    <a:p>
                      <a:r>
                        <a:rPr lang="en-AU" sz="1500" dirty="0"/>
                        <a:t>Uterus</a:t>
                      </a:r>
                    </a:p>
                    <a:p>
                      <a:endParaRPr lang="en-AU" sz="1500" dirty="0"/>
                    </a:p>
                    <a:p>
                      <a:endParaRPr lang="en-AU" sz="1500" dirty="0"/>
                    </a:p>
                    <a:p>
                      <a:r>
                        <a:rPr lang="en-AU" sz="1500" dirty="0"/>
                        <a:t>Mammary glands</a:t>
                      </a:r>
                    </a:p>
                  </a:txBody>
                  <a:tcPr marL="77587" marR="77587" marT="38793" marB="38793"/>
                </a:tc>
                <a:tc>
                  <a:txBody>
                    <a:bodyPr/>
                    <a:lstStyle/>
                    <a:p>
                      <a:r>
                        <a:rPr lang="en-AU" sz="1500" dirty="0"/>
                        <a:t>Contractions during childbirth</a:t>
                      </a:r>
                    </a:p>
                    <a:p>
                      <a:endParaRPr lang="en-AU" sz="1500" dirty="0"/>
                    </a:p>
                    <a:p>
                      <a:r>
                        <a:rPr lang="en-AU" sz="1500" dirty="0"/>
                        <a:t>Release of milk</a:t>
                      </a:r>
                    </a:p>
                  </a:txBody>
                  <a:tcPr marL="77587" marR="77587" marT="38793" marB="38793"/>
                </a:tc>
                <a:extLst>
                  <a:ext uri="{0D108BD9-81ED-4DB2-BD59-A6C34878D82A}">
                    <a16:rowId xmlns:a16="http://schemas.microsoft.com/office/drawing/2014/main" val="277360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167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94CAF-7B8F-402E-B252-2331B38B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3" y="365126"/>
            <a:ext cx="10520702" cy="1325563"/>
          </a:xfrm>
        </p:spPr>
        <p:txBody>
          <a:bodyPr>
            <a:normAutofit/>
          </a:bodyPr>
          <a:lstStyle/>
          <a:p>
            <a:r>
              <a:rPr lang="en-AU" dirty="0"/>
              <a:t>PINEAL GLAND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944F7C-AE01-4795-830E-724875439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010909"/>
              </p:ext>
            </p:extLst>
          </p:nvPr>
        </p:nvGraphicFramePr>
        <p:xfrm>
          <a:off x="838200" y="2022476"/>
          <a:ext cx="10515600" cy="415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871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6D065-DB42-446E-A146-79E9F70B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400" y="1820333"/>
            <a:ext cx="3347984" cy="403618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4B23B-6179-4FA3-A630-A2722F6F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THYROID GLAND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8745C-DBE7-40DD-A520-770ACFBE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/>
              <a:t>Location-neck just below larynx</a:t>
            </a:r>
          </a:p>
          <a:p>
            <a:r>
              <a:rPr lang="en-AU" sz="2000"/>
              <a:t>Structure-two lobes that lie either side of trachea </a:t>
            </a:r>
          </a:p>
          <a:p>
            <a:r>
              <a:rPr lang="en-AU" sz="2000"/>
              <a:t>Hormone secretion-Thyroxine</a:t>
            </a:r>
          </a:p>
          <a:p>
            <a:r>
              <a:rPr lang="en-AU" sz="2000"/>
              <a:t>Thyroxine-made from iodine and is an amino acid. Controls body metabolism</a:t>
            </a:r>
          </a:p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556426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1">
            <a:extLst>
              <a:ext uri="{FF2B5EF4-FFF2-40B4-BE49-F238E27FC236}">
                <a16:creationId xmlns:a16="http://schemas.microsoft.com/office/drawing/2014/main" id="{A0BF428C-DA8B-4D99-9930-18F7F91D87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6801" y="1690688"/>
            <a:ext cx="7316944" cy="5167312"/>
          </a:xfrm>
          <a:custGeom>
            <a:avLst/>
            <a:gdLst>
              <a:gd name="connsiteX0" fmla="*/ 0 w 7316944"/>
              <a:gd name="connsiteY0" fmla="*/ 0 h 5167312"/>
              <a:gd name="connsiteX1" fmla="*/ 7316944 w 7316944"/>
              <a:gd name="connsiteY1" fmla="*/ 0 h 5167312"/>
              <a:gd name="connsiteX2" fmla="*/ 7316944 w 7316944"/>
              <a:gd name="connsiteY2" fmla="*/ 5167312 h 5167312"/>
              <a:gd name="connsiteX3" fmla="*/ 472697 w 7316944"/>
              <a:gd name="connsiteY3" fmla="*/ 5167312 h 5167312"/>
              <a:gd name="connsiteX4" fmla="*/ 2866576 w 7316944"/>
              <a:gd name="connsiteY4" fmla="*/ 952 h 5167312"/>
              <a:gd name="connsiteX5" fmla="*/ 0 w 7316944"/>
              <a:gd name="connsiteY5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16944" h="5167312">
                <a:moveTo>
                  <a:pt x="0" y="0"/>
                </a:moveTo>
                <a:lnTo>
                  <a:pt x="7316944" y="0"/>
                </a:lnTo>
                <a:lnTo>
                  <a:pt x="7316944" y="5167312"/>
                </a:lnTo>
                <a:lnTo>
                  <a:pt x="472697" y="5167312"/>
                </a:lnTo>
                <a:lnTo>
                  <a:pt x="2866576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5" name="Freeform 37">
            <a:extLst>
              <a:ext uri="{FF2B5EF4-FFF2-40B4-BE49-F238E27FC236}">
                <a16:creationId xmlns:a16="http://schemas.microsoft.com/office/drawing/2014/main" id="{A03E2379-8871-408A-95CE-7AAE8FA53A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746" y="1691164"/>
            <a:ext cx="7571262" cy="5166360"/>
          </a:xfrm>
          <a:custGeom>
            <a:avLst/>
            <a:gdLst>
              <a:gd name="connsiteX0" fmla="*/ 0 w 7571262"/>
              <a:gd name="connsiteY0" fmla="*/ 5166360 h 5166360"/>
              <a:gd name="connsiteX1" fmla="*/ 7571262 w 7571262"/>
              <a:gd name="connsiteY1" fmla="*/ 5166360 h 5166360"/>
              <a:gd name="connsiteX2" fmla="*/ 5177382 w 7571262"/>
              <a:gd name="connsiteY2" fmla="*/ 0 h 5166360"/>
              <a:gd name="connsiteX3" fmla="*/ 5171159 w 7571262"/>
              <a:gd name="connsiteY3" fmla="*/ 0 h 5166360"/>
              <a:gd name="connsiteX4" fmla="*/ 3981368 w 7571262"/>
              <a:gd name="connsiteY4" fmla="*/ 0 h 5166360"/>
              <a:gd name="connsiteX5" fmla="*/ 2331323 w 7571262"/>
              <a:gd name="connsiteY5" fmla="*/ 0 h 5166360"/>
              <a:gd name="connsiteX6" fmla="*/ 0 w 7571262"/>
              <a:gd name="connsiteY6" fmla="*/ 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71262" h="5166360">
                <a:moveTo>
                  <a:pt x="0" y="5166360"/>
                </a:moveTo>
                <a:lnTo>
                  <a:pt x="7571262" y="5166360"/>
                </a:lnTo>
                <a:lnTo>
                  <a:pt x="5177382" y="0"/>
                </a:lnTo>
                <a:lnTo>
                  <a:pt x="5171159" y="0"/>
                </a:lnTo>
                <a:lnTo>
                  <a:pt x="3981368" y="0"/>
                </a:lnTo>
                <a:lnTo>
                  <a:pt x="23313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7A75-2B17-415C-A54A-BDB739EC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AU"/>
              <a:t>PARATHYROID GLANDS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8A394-1880-405A-A029-163FB9CC2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15406"/>
            <a:ext cx="5097779" cy="4065986"/>
          </a:xfrm>
        </p:spPr>
        <p:txBody>
          <a:bodyPr anchor="t">
            <a:normAutofit/>
          </a:bodyPr>
          <a:lstStyle/>
          <a:p>
            <a:r>
              <a:rPr lang="en-AU" sz="2000">
                <a:solidFill>
                  <a:srgbClr val="FFFFFF"/>
                </a:solidFill>
              </a:rPr>
              <a:t>Location-Embedded in the rear surface of thyroid</a:t>
            </a:r>
          </a:p>
          <a:p>
            <a:r>
              <a:rPr lang="en-AU" sz="2000">
                <a:solidFill>
                  <a:srgbClr val="FFFFFF"/>
                </a:solidFill>
              </a:rPr>
              <a:t>Structure- 4. Small pea sized </a:t>
            </a:r>
          </a:p>
          <a:p>
            <a:r>
              <a:rPr lang="en-AU" sz="2000">
                <a:solidFill>
                  <a:srgbClr val="FFFFFF"/>
                </a:solidFill>
              </a:rPr>
              <a:t>Hormone release-parathyroid hormone (PTH)-controls calcium and phosphate levels in the blood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BB610-A4B8-44FD-8A3E-05D35569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530" y="1828801"/>
            <a:ext cx="2189049" cy="211243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A72883-C193-4831-9483-EE2F9483B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1" y="4102101"/>
            <a:ext cx="3249896" cy="211243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183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ABACD-2361-41BC-ADDD-5C2AC26B3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377" y="1825626"/>
            <a:ext cx="5018343" cy="400033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23E06-F06E-44DA-8CA6-F2437EFA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THE THYMUS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2FD00-8E69-4910-9608-68859FB25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/>
              <a:t>Location-in chest just above heart and behind sternum</a:t>
            </a:r>
          </a:p>
          <a:p>
            <a:r>
              <a:rPr lang="en-AU" sz="2000"/>
              <a:t>Structure-largest when young. Shrinks after puberty </a:t>
            </a:r>
          </a:p>
          <a:p>
            <a:r>
              <a:rPr lang="en-AU" sz="2000"/>
              <a:t>Hormone released-Group of hormones called thymosin's</a:t>
            </a:r>
          </a:p>
          <a:p>
            <a:r>
              <a:rPr lang="en-AU" sz="2000"/>
              <a:t>Thymosin's-influence maturation of T-lymphocytes</a:t>
            </a:r>
          </a:p>
        </p:txBody>
      </p:sp>
    </p:spTree>
    <p:extLst>
      <p:ext uri="{BB962C8B-B14F-4D97-AF65-F5344CB8AC3E}">
        <p14:creationId xmlns:p14="http://schemas.microsoft.com/office/powerpoint/2010/main" val="1319763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BB7C2-01AF-47FA-B495-3F0CA579F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870" y="1332855"/>
            <a:ext cx="7574361" cy="503694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9DFD1-0D73-442B-AD93-841BA011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THE ADRENAL GLANDS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E0031-7A59-432E-9486-F52B59533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/>
              <a:t>Two Adrenal glands</a:t>
            </a:r>
          </a:p>
          <a:p>
            <a:r>
              <a:rPr lang="en-AU" sz="2000"/>
              <a:t>One immediately above kidney</a:t>
            </a:r>
          </a:p>
          <a:p>
            <a:r>
              <a:rPr lang="en-AU" sz="2000"/>
              <a:t>Each adrenal gland has inner adrenal medulla and outer adrenal cortex</a:t>
            </a:r>
          </a:p>
          <a:p>
            <a:r>
              <a:rPr lang="en-AU" sz="2000"/>
              <a:t>Different in structure and function</a:t>
            </a:r>
          </a:p>
          <a:p>
            <a:r>
              <a:rPr lang="en-AU" sz="2000"/>
              <a:t>Thus two separate glands</a:t>
            </a:r>
          </a:p>
        </p:txBody>
      </p:sp>
    </p:spTree>
    <p:extLst>
      <p:ext uri="{BB962C8B-B14F-4D97-AF65-F5344CB8AC3E}">
        <p14:creationId xmlns:p14="http://schemas.microsoft.com/office/powerpoint/2010/main" val="406533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9010B896-1AC7-43EB-A18A-DB1D5727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85" y="2006274"/>
            <a:ext cx="4260814" cy="366429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00A77-2286-4EBE-8E8F-C4642415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ADRENAL MEDULLA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6B0EE-6867-4EA8-AFC4-BECA4725D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 dirty="0"/>
              <a:t>Location-inside adrenal cortex-directly above kidney</a:t>
            </a:r>
          </a:p>
          <a:p>
            <a:r>
              <a:rPr lang="en-AU" sz="2000" dirty="0"/>
              <a:t>Structure-inner portion of adrenal gland</a:t>
            </a:r>
          </a:p>
          <a:p>
            <a:r>
              <a:rPr lang="en-AU" sz="2000" dirty="0"/>
              <a:t>Hormone released-Adrenaline and noradrenaline</a:t>
            </a:r>
          </a:p>
          <a:p>
            <a:r>
              <a:rPr lang="en-AU" sz="2000" dirty="0"/>
              <a:t>Adrenaline-prepares body for fight/flight response. Reinforces the effects of sympathetic nervous system</a:t>
            </a:r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684387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4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2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3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6DDDD5-006E-4401-95B4-8AA0FC9DC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ADRENAL CORTEX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517A9EF-0D52-40A6-A359-F47F0EFF9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561244"/>
              </p:ext>
            </p:extLst>
          </p:nvPr>
        </p:nvGraphicFramePr>
        <p:xfrm>
          <a:off x="5010151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465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1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4B9BF-F260-47A9-B35A-6AE82C485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85" y="2240618"/>
            <a:ext cx="4260814" cy="319561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" y="1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1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02D82-0B71-4364-BF50-E6E64D5D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9943" cy="1325563"/>
          </a:xfrm>
        </p:spPr>
        <p:txBody>
          <a:bodyPr>
            <a:normAutofit/>
          </a:bodyPr>
          <a:lstStyle/>
          <a:p>
            <a:r>
              <a:rPr lang="en-AU" dirty="0"/>
              <a:t>THE PANCREAS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663B4-F7B2-4E74-8F76-ED64BA9FC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en-AU" sz="2000" dirty="0"/>
              <a:t>Location-just below stomach and alongside the duodenum</a:t>
            </a:r>
          </a:p>
          <a:p>
            <a:r>
              <a:rPr lang="en-AU" sz="2000" dirty="0"/>
              <a:t>Both exocrine and endocrine gland. Endocrine part is cluster of cells known as islets of Langerhans</a:t>
            </a:r>
          </a:p>
          <a:p>
            <a:r>
              <a:rPr lang="en-AU" sz="2000" dirty="0"/>
              <a:t>Hormones produced</a:t>
            </a:r>
          </a:p>
          <a:p>
            <a:r>
              <a:rPr lang="en-AU" sz="2000" dirty="0"/>
              <a:t>Glucagon-opposite to insulin. Breakdown of glycogen and fat</a:t>
            </a:r>
          </a:p>
          <a:p>
            <a:r>
              <a:rPr lang="en-AU" sz="2000" dirty="0"/>
              <a:t>Insulin- uptake of glucose into cells</a:t>
            </a:r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595868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4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3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274A303-7CC0-4698-9498-94EBB732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780271" cy="51054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THE GONADS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E6CE60-793B-4193-BD0A-CA8A28D34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482456"/>
              </p:ext>
            </p:extLst>
          </p:nvPr>
        </p:nvGraphicFramePr>
        <p:xfrm>
          <a:off x="5010151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891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9043-9174-47B7-91BD-B75A56CF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151146"/>
              </p:ext>
            </p:extLst>
          </p:nvPr>
        </p:nvGraphicFramePr>
        <p:xfrm>
          <a:off x="0" y="-2"/>
          <a:ext cx="12192000" cy="897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742472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0976556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157763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73990000"/>
                    </a:ext>
                  </a:extLst>
                </a:gridCol>
              </a:tblGrid>
              <a:tr h="507109">
                <a:tc>
                  <a:txBody>
                    <a:bodyPr/>
                    <a:lstStyle/>
                    <a:p>
                      <a:r>
                        <a:rPr lang="en-AU" sz="1800" dirty="0"/>
                        <a:t>GLAND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HORMONE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TARGET</a:t>
                      </a:r>
                      <a:r>
                        <a:rPr lang="en-AU" sz="1800" baseline="0" dirty="0"/>
                        <a:t> CELLS</a:t>
                      </a:r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MAIN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923211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r>
                        <a:rPr lang="en-AU" sz="1800" dirty="0"/>
                        <a:t>Thyroid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Thyroxine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Most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Increases body metabolic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70727"/>
                  </a:ext>
                </a:extLst>
              </a:tr>
              <a:tr h="875283">
                <a:tc>
                  <a:txBody>
                    <a:bodyPr/>
                    <a:lstStyle/>
                    <a:p>
                      <a:r>
                        <a:rPr lang="en-AU" sz="1800" dirty="0"/>
                        <a:t>Parathyroid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Parathyroid hormone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Bones</a:t>
                      </a:r>
                    </a:p>
                    <a:p>
                      <a:r>
                        <a:rPr lang="en-AU" sz="1800" dirty="0"/>
                        <a:t>Kidneys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Increases levels of calcium</a:t>
                      </a:r>
                      <a:r>
                        <a:rPr lang="en-AU" sz="1800" baseline="0" dirty="0"/>
                        <a:t> in blood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047035"/>
                  </a:ext>
                </a:extLst>
              </a:tr>
              <a:tr h="875283">
                <a:tc>
                  <a:txBody>
                    <a:bodyPr/>
                    <a:lstStyle/>
                    <a:p>
                      <a:r>
                        <a:rPr lang="en-AU" sz="1800" dirty="0"/>
                        <a:t>Thymus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 err="1"/>
                        <a:t>Thymosins</a:t>
                      </a:r>
                      <a:r>
                        <a:rPr lang="en-AU" sz="1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T-lymphocytes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Stimulates maturation</a:t>
                      </a:r>
                      <a:r>
                        <a:rPr lang="en-AU" sz="1800" baseline="0" dirty="0"/>
                        <a:t> of T cells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135463"/>
                  </a:ext>
                </a:extLst>
              </a:tr>
              <a:tr h="2000647">
                <a:tc>
                  <a:txBody>
                    <a:bodyPr/>
                    <a:lstStyle/>
                    <a:p>
                      <a:r>
                        <a:rPr lang="en-AU" sz="1800" dirty="0"/>
                        <a:t>Adrenal cortex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Corticosteroids</a:t>
                      </a:r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Aldosterone</a:t>
                      </a:r>
                    </a:p>
                    <a:p>
                      <a:endParaRPr lang="en-AU" sz="1800" dirty="0"/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Cortisol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Kidney</a:t>
                      </a:r>
                    </a:p>
                    <a:p>
                      <a:endParaRPr lang="en-AU" sz="1800" dirty="0"/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Most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Increase reabsorption</a:t>
                      </a:r>
                      <a:r>
                        <a:rPr lang="en-AU" sz="1800" baseline="0" dirty="0"/>
                        <a:t> of sodium and excretion of potassium ions</a:t>
                      </a:r>
                    </a:p>
                    <a:p>
                      <a:r>
                        <a:rPr lang="en-AU" sz="1800" baseline="0" dirty="0"/>
                        <a:t>Promotes normal metabolism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3315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AU" sz="1800" dirty="0"/>
                        <a:t>Adrenal medulla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Adrenaline and noradrenaline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Most tissues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Prepares body for fight or flight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275845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r>
                        <a:rPr lang="en-AU" sz="1800" dirty="0"/>
                        <a:t>Pancreas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Insulin</a:t>
                      </a:r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Glucagon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Most cells</a:t>
                      </a:r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Liver and fat</a:t>
                      </a:r>
                      <a:r>
                        <a:rPr lang="en-AU" sz="1800" baseline="0" dirty="0"/>
                        <a:t> storage</a:t>
                      </a:r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Stimulates uptake of</a:t>
                      </a:r>
                      <a:r>
                        <a:rPr lang="en-AU" sz="1800" baseline="0" dirty="0"/>
                        <a:t> glucose into cells</a:t>
                      </a:r>
                    </a:p>
                    <a:p>
                      <a:r>
                        <a:rPr lang="en-AU" sz="1800" baseline="0" dirty="0"/>
                        <a:t>Breakdown of glycogen and fat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86252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r>
                        <a:rPr lang="en-AU" sz="1800" dirty="0"/>
                        <a:t>Testes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Androgens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Many tissues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Sperm production. Male</a:t>
                      </a:r>
                      <a:r>
                        <a:rPr lang="en-AU" sz="1800" baseline="0" dirty="0"/>
                        <a:t> sex characteristics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786146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r>
                        <a:rPr lang="en-AU" sz="1800" dirty="0"/>
                        <a:t>Ovaries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Oestrogens</a:t>
                      </a:r>
                    </a:p>
                    <a:p>
                      <a:endParaRPr lang="en-AU" sz="1800" dirty="0"/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Progesterone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Many tissues</a:t>
                      </a:r>
                    </a:p>
                    <a:p>
                      <a:endParaRPr lang="en-AU" sz="1800" dirty="0"/>
                    </a:p>
                    <a:p>
                      <a:endParaRPr lang="en-AU" sz="1800" dirty="0"/>
                    </a:p>
                    <a:p>
                      <a:r>
                        <a:rPr lang="en-AU" sz="1800" dirty="0"/>
                        <a:t>Uterus</a:t>
                      </a:r>
                      <a:r>
                        <a:rPr lang="en-AU" sz="1800" baseline="0" dirty="0"/>
                        <a:t> and mammary glands</a:t>
                      </a:r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Female</a:t>
                      </a:r>
                      <a:r>
                        <a:rPr lang="en-AU" sz="1800" baseline="0" dirty="0"/>
                        <a:t> sex characteristics. Regulate menstrual cycle</a:t>
                      </a:r>
                    </a:p>
                    <a:p>
                      <a:endParaRPr lang="en-AU" sz="1800" baseline="0" dirty="0"/>
                    </a:p>
                    <a:p>
                      <a:r>
                        <a:rPr lang="en-AU" sz="1800" baseline="0" dirty="0"/>
                        <a:t>Menstrual cycle and pregnancy</a:t>
                      </a:r>
                    </a:p>
                    <a:p>
                      <a:r>
                        <a:rPr lang="en-AU" sz="1800" baseline="0" dirty="0"/>
                        <a:t>prepares mammary glands for milk production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681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61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367</TotalTime>
  <Words>1098</Words>
  <Application>Microsoft Office PowerPoint</Application>
  <PresentationFormat>Widescreen</PresentationFormat>
  <Paragraphs>247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ENDOCRINE SYSTEM </vt:lpstr>
      <vt:lpstr>DOT POINTS COVERED</vt:lpstr>
      <vt:lpstr>GLANDS</vt:lpstr>
      <vt:lpstr>Hormones</vt:lpstr>
      <vt:lpstr>Protein/Amine Hormones</vt:lpstr>
      <vt:lpstr>Steroids</vt:lpstr>
      <vt:lpstr>HORMONES</vt:lpstr>
      <vt:lpstr>HORMONE FUNCTION</vt:lpstr>
      <vt:lpstr>TYPES OF HORMONES</vt:lpstr>
      <vt:lpstr>HYPOTHALAMS AND PITUITARY</vt:lpstr>
      <vt:lpstr>ANTERIOR LOBE OF PITUITARY</vt:lpstr>
      <vt:lpstr>POSTERIOR LOBE OF PITUITARY</vt:lpstr>
      <vt:lpstr>PINEAL GLAND</vt:lpstr>
      <vt:lpstr>THYROID GLAND</vt:lpstr>
      <vt:lpstr>PARATHYROID GLANDS</vt:lpstr>
      <vt:lpstr>THE THYMUS</vt:lpstr>
      <vt:lpstr>THE ADRENAL GLANDS</vt:lpstr>
      <vt:lpstr>ADRENAL MEDULLA</vt:lpstr>
      <vt:lpstr>ADRENAL CORTEX</vt:lpstr>
      <vt:lpstr>THE PANCREAS</vt:lpstr>
      <vt:lpstr>THE GONADS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ENDOCRINE SYSTEM</dc:title>
  <dc:creator>Jacob Bendall</dc:creator>
  <cp:lastModifiedBy>WALSH Jaran</cp:lastModifiedBy>
  <cp:revision>17</cp:revision>
  <dcterms:created xsi:type="dcterms:W3CDTF">2018-09-10T08:53:24Z</dcterms:created>
  <dcterms:modified xsi:type="dcterms:W3CDTF">2018-09-18T00:17:05Z</dcterms:modified>
</cp:coreProperties>
</file>