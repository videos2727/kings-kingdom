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4.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10" r:id="rId1"/>
    <p:sldMasterId id="2147483733" r:id="rId2"/>
    <p:sldMasterId id="2147483748" r:id="rId3"/>
    <p:sldMasterId id="2147483757" r:id="rId4"/>
    <p:sldMasterId id="2147483774" r:id="rId5"/>
  </p:sldMasterIdLst>
  <p:notesMasterIdLst>
    <p:notesMasterId r:id="rId8"/>
  </p:notesMasterIdLst>
  <p:sldIdLst>
    <p:sldId id="301" r:id="rId6"/>
    <p:sldId id="555"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oran Groznica" initials="ZG" lastIdx="2" clrIdx="0">
    <p:extLst>
      <p:ext uri="{19B8F6BF-5375-455C-9EA6-DF929625EA0E}">
        <p15:presenceInfo xmlns:p15="http://schemas.microsoft.com/office/powerpoint/2012/main" userId="3fde8f81ab5e8c4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4D95"/>
    <a:srgbClr val="1991AC"/>
    <a:srgbClr val="00C0B4"/>
    <a:srgbClr val="00DCD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00"/>
    <p:restoredTop sz="86391"/>
  </p:normalViewPr>
  <p:slideViewPr>
    <p:cSldViewPr snapToGrid="0" snapToObjects="1">
      <p:cViewPr varScale="1">
        <p:scale>
          <a:sx n="115" d="100"/>
          <a:sy n="115" d="100"/>
        </p:scale>
        <p:origin x="224" y="240"/>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slide" Target="slides/slide2.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viewProps" Target="viewProps.xml"/><Relationship Id="rId5" Type="http://schemas.openxmlformats.org/officeDocument/2006/relationships/slideMaster" Target="slideMasters/slideMaster5.xml"/><Relationship Id="rId10"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97670B-01DE-304A-B5E0-CEAA57CA1308}" type="datetimeFigureOut">
              <a:rPr lang="en-US" smtClean="0"/>
              <a:t>5/15/22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6D6F03-C114-7440-A578-13B07E7D8E06}" type="slidenum">
              <a:rPr lang="en-US" smtClean="0"/>
              <a:t>‹#›</a:t>
            </a:fld>
            <a:endParaRPr lang="en-US"/>
          </a:p>
        </p:txBody>
      </p:sp>
    </p:spTree>
    <p:extLst>
      <p:ext uri="{BB962C8B-B14F-4D97-AF65-F5344CB8AC3E}">
        <p14:creationId xmlns:p14="http://schemas.microsoft.com/office/powerpoint/2010/main" val="23212342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Teacher Cue – refer to the vocabulary box as you read through and</a:t>
            </a:r>
            <a:r>
              <a:rPr lang="en-AU" baseline="0" dirty="0"/>
              <a:t> “unpack” the definition provided. Use hand gestures to emphasise the ”2 or more”, “mixed” and “separated” parts of the definition. </a:t>
            </a:r>
          </a:p>
          <a:p>
            <a:r>
              <a:rPr lang="en-AU" baseline="0" dirty="0"/>
              <a:t>Have students complete CFU 1 as a pair-share, then record these definitions &amp; examples as notes (with diagrams) if desired. </a:t>
            </a:r>
            <a:endParaRPr lang="en-AU" dirty="0"/>
          </a:p>
          <a:p>
            <a:r>
              <a:rPr lang="en-AU" dirty="0"/>
              <a:t>CFU 2 –</a:t>
            </a:r>
            <a:r>
              <a:rPr lang="en-AU" baseline="0" dirty="0"/>
              <a:t> pair-share, then whiteboards for answers – call on non-volunteers.</a:t>
            </a:r>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1</a:t>
            </a:fld>
            <a:endParaRPr lang="en-AU"/>
          </a:p>
        </p:txBody>
      </p:sp>
    </p:spTree>
    <p:extLst>
      <p:ext uri="{BB962C8B-B14F-4D97-AF65-F5344CB8AC3E}">
        <p14:creationId xmlns:p14="http://schemas.microsoft.com/office/powerpoint/2010/main" val="15108502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CFU –</a:t>
            </a:r>
            <a:r>
              <a:rPr lang="en-AU" baseline="0" dirty="0"/>
              <a:t> read through the slide, have students look closely at the diagram, then allow think time, before asking them to explain it to their partner using the key terms </a:t>
            </a:r>
            <a:r>
              <a:rPr lang="en-AU" b="1" baseline="0" dirty="0"/>
              <a:t>pure substance</a:t>
            </a:r>
            <a:r>
              <a:rPr lang="en-AU" b="0" baseline="0" dirty="0"/>
              <a:t> and </a:t>
            </a:r>
            <a:r>
              <a:rPr lang="en-AU" b="1" baseline="0" dirty="0"/>
              <a:t>mixture. </a:t>
            </a:r>
            <a:r>
              <a:rPr lang="en-AU" b="0" baseline="0" dirty="0"/>
              <a:t>Call on non-volunteers and provide feedback, encouraging detailed responses in full sentence form.</a:t>
            </a:r>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2</a:t>
            </a:fld>
            <a:endParaRPr lang="en-AU"/>
          </a:p>
        </p:txBody>
      </p:sp>
    </p:spTree>
    <p:extLst>
      <p:ext uri="{BB962C8B-B14F-4D97-AF65-F5344CB8AC3E}">
        <p14:creationId xmlns:p14="http://schemas.microsoft.com/office/powerpoint/2010/main" val="219820625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4.xml"/><Relationship Id="rId4" Type="http://schemas.openxmlformats.org/officeDocument/2006/relationships/image" Target="../media/image4.jp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4.xml"/><Relationship Id="rId4" Type="http://schemas.openxmlformats.org/officeDocument/2006/relationships/image" Target="../media/image4.jp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EI) Learning Goal Setup">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p:nvSpPr>
        <p:spPr>
          <a:xfrm>
            <a:off x="295216" y="1011383"/>
            <a:ext cx="3011715" cy="538446"/>
          </a:xfrm>
          <a:prstGeom prst="rect">
            <a:avLst/>
          </a:prstGeom>
          <a:solidFill>
            <a:srgbClr val="23566C"/>
          </a:solidFill>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Learning Objective</a:t>
            </a:r>
          </a:p>
        </p:txBody>
      </p:sp>
      <p:sp>
        <p:nvSpPr>
          <p:cNvPr id="9" name="TextBox 8">
            <a:extLst>
              <a:ext uri="{FF2B5EF4-FFF2-40B4-BE49-F238E27FC236}">
                <a16:creationId xmlns:a16="http://schemas.microsoft.com/office/drawing/2014/main" id="{DF9C2B4A-0943-CC42-BE38-4F715F7CAA2B}"/>
              </a:ext>
            </a:extLst>
          </p:cNvPr>
          <p:cNvSpPr txBox="1"/>
          <p:nvPr/>
        </p:nvSpPr>
        <p:spPr>
          <a:xfrm>
            <a:off x="517951" y="4565193"/>
            <a:ext cx="2734700" cy="1947917"/>
          </a:xfrm>
          <a:prstGeom prst="rect">
            <a:avLst/>
          </a:prstGeom>
          <a:noFill/>
        </p:spPr>
        <p:txBody>
          <a:bodyPr wrap="square" tIns="180000" rtlCol="0" anchor="t">
            <a:normAutofit/>
          </a:bodyPr>
          <a:lstStyle/>
          <a:p>
            <a:r>
              <a:rPr lang="en-US" sz="3600" b="1" i="0" dirty="0">
                <a:solidFill>
                  <a:srgbClr val="23566C"/>
                </a:solidFill>
                <a:latin typeface="Calibri" panose="020F0502020204030204" pitchFamily="34" charset="0"/>
                <a:cs typeface="Calibri" panose="020F0502020204030204" pitchFamily="34" charset="0"/>
              </a:rPr>
              <a:t>Think </a:t>
            </a:r>
          </a:p>
          <a:p>
            <a:r>
              <a:rPr lang="en-US" sz="3600" b="1" i="0" dirty="0">
                <a:solidFill>
                  <a:srgbClr val="23566C"/>
                </a:solidFill>
                <a:latin typeface="Calibri" panose="020F0502020204030204" pitchFamily="34" charset="0"/>
                <a:cs typeface="Calibri" panose="020F0502020204030204" pitchFamily="34" charset="0"/>
              </a:rPr>
              <a:t>Pair</a:t>
            </a:r>
          </a:p>
          <a:p>
            <a:r>
              <a:rPr lang="en-US" sz="3600" b="1" i="0" dirty="0">
                <a:solidFill>
                  <a:srgbClr val="23566C"/>
                </a:solidFill>
                <a:latin typeface="Calibri" panose="020F0502020204030204" pitchFamily="34" charset="0"/>
                <a:cs typeface="Calibri" panose="020F0502020204030204" pitchFamily="34" charset="0"/>
              </a:rPr>
              <a:t>Share</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3B8CC1"/>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p:nvGrpSpPr>
        <p:grpSpPr>
          <a:xfrm>
            <a:off x="3252651" y="475428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31493653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EI) Learning Objectiv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43727"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Learning Objective</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8" y="728213"/>
            <a:ext cx="4609291"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1218404"/>
            <a:ext cx="11577177" cy="5430940"/>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learning objective</a:t>
            </a:r>
          </a:p>
        </p:txBody>
      </p:sp>
    </p:spTree>
    <p:extLst>
      <p:ext uri="{BB962C8B-B14F-4D97-AF65-F5344CB8AC3E}">
        <p14:creationId xmlns:p14="http://schemas.microsoft.com/office/powerpoint/2010/main" val="28396669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EI)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43727"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8" y="1873045"/>
            <a:ext cx="4609291"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11454456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EI)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16018"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p:nvSpPr>
        <p:spPr>
          <a:xfrm>
            <a:off x="295218" y="1873045"/>
            <a:ext cx="4609291"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18551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EI)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71437"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9" y="1873045"/>
            <a:ext cx="1990782"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12793724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EI)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20534973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EI) 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Concept Development</a:t>
            </a:r>
          </a:p>
        </p:txBody>
      </p:sp>
      <p:sp>
        <p:nvSpPr>
          <p:cNvPr id="3" name="Text Placeholder 2">
            <a:extLst>
              <a:ext uri="{FF2B5EF4-FFF2-40B4-BE49-F238E27FC236}">
                <a16:creationId xmlns:a16="http://schemas.microsoft.com/office/drawing/2014/main" id="{67489761-345C-4546-B69F-7F767EEB19E6}"/>
              </a:ext>
            </a:extLst>
          </p:cNvPr>
          <p:cNvSpPr>
            <a:spLocks noGrp="1"/>
          </p:cNvSpPr>
          <p:nvPr>
            <p:ph type="body" sz="quarter" idx="15" hasCustomPrompt="1"/>
          </p:nvPr>
        </p:nvSpPr>
        <p:spPr>
          <a:xfrm>
            <a:off x="397668" y="965946"/>
            <a:ext cx="9077325" cy="1885950"/>
          </a:xfrm>
          <a:prstGeom prst="rect">
            <a:avLst/>
          </a:prstGeom>
        </p:spPr>
        <p:txBody>
          <a:bodyPr/>
          <a:lstStyle>
            <a:lvl1pPr marL="0" indent="0">
              <a:buNone/>
              <a:defRPr sz="2800" b="1" i="0">
                <a:latin typeface="Century Gothic" panose="020B0502020202020204" pitchFamily="34" charset="0"/>
              </a:defRPr>
            </a:lvl1pPr>
          </a:lstStyle>
          <a:p>
            <a:pPr lvl="0"/>
            <a:r>
              <a:rPr lang="en-US" dirty="0"/>
              <a:t>The teacher explains the concepts and steps that lead to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19235698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EI) Skill Development with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p:nvSpPr>
        <p:spPr>
          <a:xfrm>
            <a:off x="295275" y="590550"/>
            <a:ext cx="4199996" cy="352425"/>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Skill Development with Guided Practice</a:t>
            </a:r>
          </a:p>
        </p:txBody>
      </p:sp>
      <p:sp>
        <p:nvSpPr>
          <p:cNvPr id="10" name="Text Placeholder 2">
            <a:extLst>
              <a:ext uri="{FF2B5EF4-FFF2-40B4-BE49-F238E27FC236}">
                <a16:creationId xmlns:a16="http://schemas.microsoft.com/office/drawing/2014/main" id="{CF0F374D-B3C3-694C-9E4C-49E7305FA052}"/>
              </a:ext>
            </a:extLst>
          </p:cNvPr>
          <p:cNvSpPr>
            <a:spLocks noGrp="1"/>
          </p:cNvSpPr>
          <p:nvPr>
            <p:ph type="body" sz="quarter" idx="15" hasCustomPrompt="1"/>
          </p:nvPr>
        </p:nvSpPr>
        <p:spPr>
          <a:xfrm>
            <a:off x="397668" y="1067135"/>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Go through the steps one by one that will guide the students to the learning goal. Ensure the students are involved so that you can check for understanding.</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563943891"/>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EI) Lesson Closure">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Lesson Closure</a:t>
            </a:r>
          </a:p>
        </p:txBody>
      </p:sp>
      <p:sp>
        <p:nvSpPr>
          <p:cNvPr id="12" name="Text Placeholder 2">
            <a:extLst>
              <a:ext uri="{FF2B5EF4-FFF2-40B4-BE49-F238E27FC236}">
                <a16:creationId xmlns:a16="http://schemas.microsoft.com/office/drawing/2014/main" id="{9ABE9B17-B75E-C845-8C05-25DEB214B5BE}"/>
              </a:ext>
            </a:extLst>
          </p:cNvPr>
          <p:cNvSpPr>
            <a:spLocks noGrp="1"/>
          </p:cNvSpPr>
          <p:nvPr>
            <p:ph type="body" sz="quarter" idx="15" hasCustomPrompt="1"/>
          </p:nvPr>
        </p:nvSpPr>
        <p:spPr>
          <a:xfrm>
            <a:off x="397668" y="999954"/>
            <a:ext cx="9077325" cy="2314576"/>
          </a:xfrm>
          <a:prstGeom prst="rect">
            <a:avLst/>
          </a:prstGeom>
        </p:spPr>
        <p:txBody>
          <a:bodyPr/>
          <a:lstStyle>
            <a:lvl1pPr marL="0" indent="0">
              <a:buNone/>
              <a:defRPr sz="2800" b="1" i="0">
                <a:latin typeface="Century Gothic" panose="020B0502020202020204" pitchFamily="34" charset="0"/>
              </a:defRPr>
            </a:lvl1pPr>
          </a:lstStyle>
          <a:p>
            <a:pPr lvl="0"/>
            <a:r>
              <a:rPr lang="en-US" dirty="0"/>
              <a:t>Have students answer questions, explain a concept, complete an equation, </a:t>
            </a:r>
            <a:r>
              <a:rPr lang="en-US" dirty="0" err="1"/>
              <a:t>etc</a:t>
            </a:r>
            <a:r>
              <a:rPr lang="en-US" dirty="0"/>
              <a:t> to show they have reached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356878865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EI) 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823204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EI) 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p:nvSpPr>
        <p:spPr>
          <a:xfrm>
            <a:off x="295219" y="1053881"/>
            <a:ext cx="2350999" cy="495947"/>
          </a:xfrm>
          <a:prstGeom prst="rect">
            <a:avLst/>
          </a:prstGeom>
          <a:solidFill>
            <a:srgbClr val="23566C"/>
          </a:solidFill>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0725565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EI) 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Independent Practice</a:t>
            </a:r>
          </a:p>
        </p:txBody>
      </p:sp>
      <p:sp>
        <p:nvSpPr>
          <p:cNvPr id="10" name="Text Placeholder 2">
            <a:extLst>
              <a:ext uri="{FF2B5EF4-FFF2-40B4-BE49-F238E27FC236}">
                <a16:creationId xmlns:a16="http://schemas.microsoft.com/office/drawing/2014/main" id="{2F2AA107-37A0-6640-94E6-ADA5A39A9FA3}"/>
              </a:ext>
            </a:extLst>
          </p:cNvPr>
          <p:cNvSpPr>
            <a:spLocks noGrp="1"/>
          </p:cNvSpPr>
          <p:nvPr>
            <p:ph type="body" sz="quarter" idx="15" hasCustomPrompt="1"/>
          </p:nvPr>
        </p:nvSpPr>
        <p:spPr>
          <a:xfrm>
            <a:off x="397668" y="1002771"/>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Once the students have reached the learning goal create activities that have them practice the exact skill that has just been taught. This section can be differentiated.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9071090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EI)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9" y="208656"/>
            <a:ext cx="1347844" cy="515262"/>
          </a:xfrm>
          <a:prstGeom prst="rect">
            <a:avLst/>
          </a:prstGeom>
          <a:solidFill>
            <a:srgbClr val="002060"/>
          </a:solidFill>
          <a:ln>
            <a:noFill/>
          </a:ln>
        </p:spPr>
        <p:txBody>
          <a:bodyPr wrap="square" rtlCol="0" anchor="ctr">
            <a:noAutofit/>
          </a:bodyPr>
          <a:lstStyle/>
          <a:p>
            <a:r>
              <a:rPr lang="en-US" sz="2400" b="1" i="0" dirty="0">
                <a:solidFill>
                  <a:schemeClr val="accent5">
                    <a:lumMod val="40000"/>
                    <a:lumOff val="60000"/>
                  </a:schemeClr>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8" y="723918"/>
            <a:ext cx="11577177" cy="1204895"/>
          </a:xfrm>
          <a:prstGeom prst="rect">
            <a:avLst/>
          </a:prstGeom>
          <a:solidFill>
            <a:schemeClr val="accent5">
              <a:lumMod val="40000"/>
              <a:lumOff val="60000"/>
            </a:schemeClr>
          </a:solidFill>
          <a:ln>
            <a:noFill/>
          </a:ln>
        </p:spPr>
        <p:txBody>
          <a:bodyPr wrap="square" rtlCol="0" anchor="ctr">
            <a:normAutofit/>
          </a:bodyPr>
          <a:lstStyle/>
          <a:p>
            <a:r>
              <a:rPr lang="en-US" sz="6000" b="1" i="0" dirty="0">
                <a:solidFill>
                  <a:srgbClr val="002060"/>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2649248"/>
          </a:xfrm>
          <a:prstGeom prst="rect">
            <a:avLst/>
          </a:prstGeom>
          <a:noFill/>
        </p:spPr>
        <p:txBody>
          <a:bodyPr tIns="144000" bIns="0" anchor="ctr"/>
          <a:lstStyle>
            <a:lvl1pPr marL="0" indent="0" algn="ctr">
              <a:buNone/>
              <a:defRPr sz="6000" b="1" i="0">
                <a:solidFill>
                  <a:srgbClr val="002060"/>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it into pieces</a:t>
            </a:r>
          </a:p>
        </p:txBody>
      </p:sp>
    </p:spTree>
    <p:extLst>
      <p:ext uri="{BB962C8B-B14F-4D97-AF65-F5344CB8AC3E}">
        <p14:creationId xmlns:p14="http://schemas.microsoft.com/office/powerpoint/2010/main" val="35241364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EI)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55156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59" name="Text Placeholder 5">
            <a:extLst>
              <a:ext uri="{FF2B5EF4-FFF2-40B4-BE49-F238E27FC236}">
                <a16:creationId xmlns:a16="http://schemas.microsoft.com/office/drawing/2014/main" id="{D065E96F-34B9-6940-8CF5-B5BC1E923DCB}"/>
              </a:ext>
            </a:extLst>
          </p:cNvPr>
          <p:cNvSpPr>
            <a:spLocks noGrp="1"/>
          </p:cNvSpPr>
          <p:nvPr>
            <p:ph type="body" sz="quarter" idx="21" hasCustomPrompt="1"/>
          </p:nvPr>
        </p:nvSpPr>
        <p:spPr>
          <a:xfrm>
            <a:off x="9644135" y="287950"/>
            <a:ext cx="2162572" cy="288424"/>
          </a:xfrm>
          <a:prstGeom prst="rect">
            <a:avLst/>
          </a:prstGeom>
          <a:solidFill>
            <a:schemeClr val="accent6">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Make the connection</a:t>
            </a:r>
            <a:endParaRPr lang="en-US" dirty="0"/>
          </a:p>
        </p:txBody>
      </p:sp>
      <p:sp>
        <p:nvSpPr>
          <p:cNvPr id="60" name="Text Placeholder 48">
            <a:extLst>
              <a:ext uri="{FF2B5EF4-FFF2-40B4-BE49-F238E27FC236}">
                <a16:creationId xmlns:a16="http://schemas.microsoft.com/office/drawing/2014/main" id="{74718A69-45DC-3349-AC14-1CB203717716}"/>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61" name="Text Placeholder 5">
            <a:extLst>
              <a:ext uri="{FF2B5EF4-FFF2-40B4-BE49-F238E27FC236}">
                <a16:creationId xmlns:a16="http://schemas.microsoft.com/office/drawing/2014/main" id="{E8F06128-C65E-E74D-8888-C3B0265B87E5}"/>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62" name="Text Placeholder 48">
            <a:extLst>
              <a:ext uri="{FF2B5EF4-FFF2-40B4-BE49-F238E27FC236}">
                <a16:creationId xmlns:a16="http://schemas.microsoft.com/office/drawing/2014/main" id="{9CC4C70C-1C88-8242-822E-8EB858DBE3EF}"/>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63" name="Text Placeholder 5">
            <a:extLst>
              <a:ext uri="{FF2B5EF4-FFF2-40B4-BE49-F238E27FC236}">
                <a16:creationId xmlns:a16="http://schemas.microsoft.com/office/drawing/2014/main" id="{DB394B8D-09B6-2D4C-A89A-411FA179F6B4}"/>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64" name="Text Placeholder 48">
            <a:extLst>
              <a:ext uri="{FF2B5EF4-FFF2-40B4-BE49-F238E27FC236}">
                <a16:creationId xmlns:a16="http://schemas.microsoft.com/office/drawing/2014/main" id="{9E7179FB-4670-E449-82E2-2342DFBACF6F}"/>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16784024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Content Development</a:t>
            </a:r>
          </a:p>
        </p:txBody>
      </p:sp>
      <p:sp>
        <p:nvSpPr>
          <p:cNvPr id="21" name="Text Placeholder 5">
            <a:extLst>
              <a:ext uri="{FF2B5EF4-FFF2-40B4-BE49-F238E27FC236}">
                <a16:creationId xmlns:a16="http://schemas.microsoft.com/office/drawing/2014/main" id="{578A17B0-D745-3C43-93AB-662F15D9C14B}"/>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2" name="Text Placeholder 48">
            <a:extLst>
              <a:ext uri="{FF2B5EF4-FFF2-40B4-BE49-F238E27FC236}">
                <a16:creationId xmlns:a16="http://schemas.microsoft.com/office/drawing/2014/main" id="{C5AFB84F-2B6E-D646-B782-34B1A586BAEE}"/>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3" name="Text Placeholder 5">
            <a:extLst>
              <a:ext uri="{FF2B5EF4-FFF2-40B4-BE49-F238E27FC236}">
                <a16:creationId xmlns:a16="http://schemas.microsoft.com/office/drawing/2014/main" id="{8579A7DA-1AA6-6348-9480-0ABDE8E7E869}"/>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4" name="Text Placeholder 48">
            <a:extLst>
              <a:ext uri="{FF2B5EF4-FFF2-40B4-BE49-F238E27FC236}">
                <a16:creationId xmlns:a16="http://schemas.microsoft.com/office/drawing/2014/main" id="{3DC620B8-B5B6-A546-998D-BB0D780266B1}"/>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5" name="Text Placeholder 5">
            <a:extLst>
              <a:ext uri="{FF2B5EF4-FFF2-40B4-BE49-F238E27FC236}">
                <a16:creationId xmlns:a16="http://schemas.microsoft.com/office/drawing/2014/main" id="{33D9DD79-4FA4-9441-9CD5-FD3E0E184E36}"/>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6" name="Text Placeholder 48">
            <a:extLst>
              <a:ext uri="{FF2B5EF4-FFF2-40B4-BE49-F238E27FC236}">
                <a16:creationId xmlns:a16="http://schemas.microsoft.com/office/drawing/2014/main" id="{40DC7D38-E5DA-C74E-92F3-A6FCC9CC0E70}"/>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15904603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kill Steps /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Skill Steps / Guided Practice</a:t>
            </a:r>
          </a:p>
        </p:txBody>
      </p:sp>
      <p:sp>
        <p:nvSpPr>
          <p:cNvPr id="22" name="Text Placeholder 5">
            <a:extLst>
              <a:ext uri="{FF2B5EF4-FFF2-40B4-BE49-F238E27FC236}">
                <a16:creationId xmlns:a16="http://schemas.microsoft.com/office/drawing/2014/main" id="{6FCF9CE4-B167-C647-830E-926D9BC11CD7}"/>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3" name="Text Placeholder 48">
            <a:extLst>
              <a:ext uri="{FF2B5EF4-FFF2-40B4-BE49-F238E27FC236}">
                <a16:creationId xmlns:a16="http://schemas.microsoft.com/office/drawing/2014/main" id="{0749FB8D-5908-B440-BF2C-3B703391AAE5}"/>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4" name="Text Placeholder 5">
            <a:extLst>
              <a:ext uri="{FF2B5EF4-FFF2-40B4-BE49-F238E27FC236}">
                <a16:creationId xmlns:a16="http://schemas.microsoft.com/office/drawing/2014/main" id="{B5210779-8122-F342-AF13-26D8416493B0}"/>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5" name="Text Placeholder 48">
            <a:extLst>
              <a:ext uri="{FF2B5EF4-FFF2-40B4-BE49-F238E27FC236}">
                <a16:creationId xmlns:a16="http://schemas.microsoft.com/office/drawing/2014/main" id="{2564DDFE-656D-C84E-991A-DC05015CC956}"/>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6" name="Text Placeholder 5">
            <a:extLst>
              <a:ext uri="{FF2B5EF4-FFF2-40B4-BE49-F238E27FC236}">
                <a16:creationId xmlns:a16="http://schemas.microsoft.com/office/drawing/2014/main" id="{842EB6E0-B7AD-6C40-89B8-5521B528F9C5}"/>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7" name="Text Placeholder 48">
            <a:extLst>
              <a:ext uri="{FF2B5EF4-FFF2-40B4-BE49-F238E27FC236}">
                <a16:creationId xmlns:a16="http://schemas.microsoft.com/office/drawing/2014/main" id="{A21C2D16-2A8E-4B4B-8D58-4B389AAA67A7}"/>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35781763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kills Check">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Skills Check</a:t>
            </a:r>
          </a:p>
        </p:txBody>
      </p:sp>
      <p:sp>
        <p:nvSpPr>
          <p:cNvPr id="24" name="Text Placeholder 5">
            <a:extLst>
              <a:ext uri="{FF2B5EF4-FFF2-40B4-BE49-F238E27FC236}">
                <a16:creationId xmlns:a16="http://schemas.microsoft.com/office/drawing/2014/main" id="{2D6AD4E2-8B86-1A42-B6B1-9794F63D2421}"/>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5" name="Text Placeholder 48">
            <a:extLst>
              <a:ext uri="{FF2B5EF4-FFF2-40B4-BE49-F238E27FC236}">
                <a16:creationId xmlns:a16="http://schemas.microsoft.com/office/drawing/2014/main" id="{3824608F-B525-2D45-9CFD-FDDDDC6F3A6B}"/>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6" name="Text Placeholder 5">
            <a:extLst>
              <a:ext uri="{FF2B5EF4-FFF2-40B4-BE49-F238E27FC236}">
                <a16:creationId xmlns:a16="http://schemas.microsoft.com/office/drawing/2014/main" id="{78FBBDF4-8B54-6D40-BB00-9DB79EE3BD87}"/>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7" name="Text Placeholder 48">
            <a:extLst>
              <a:ext uri="{FF2B5EF4-FFF2-40B4-BE49-F238E27FC236}">
                <a16:creationId xmlns:a16="http://schemas.microsoft.com/office/drawing/2014/main" id="{CF892DE4-0989-9F4F-B9B9-0D50497971BE}"/>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8" name="Text Placeholder 5">
            <a:extLst>
              <a:ext uri="{FF2B5EF4-FFF2-40B4-BE49-F238E27FC236}">
                <a16:creationId xmlns:a16="http://schemas.microsoft.com/office/drawing/2014/main" id="{504DAC59-2F1B-D344-B5E4-3DD118198D9F}"/>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9" name="Text Placeholder 48">
            <a:extLst>
              <a:ext uri="{FF2B5EF4-FFF2-40B4-BE49-F238E27FC236}">
                <a16:creationId xmlns:a16="http://schemas.microsoft.com/office/drawing/2014/main" id="{EA6CD3E8-8EA8-D643-BBB5-EB619A565567}"/>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1135128304"/>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28" name="Text Placeholder 5">
            <a:extLst>
              <a:ext uri="{FF2B5EF4-FFF2-40B4-BE49-F238E27FC236}">
                <a16:creationId xmlns:a16="http://schemas.microsoft.com/office/drawing/2014/main" id="{476A4E78-E152-CE41-A402-F83EB570A417}"/>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9" name="Text Placeholder 48">
            <a:extLst>
              <a:ext uri="{FF2B5EF4-FFF2-40B4-BE49-F238E27FC236}">
                <a16:creationId xmlns:a16="http://schemas.microsoft.com/office/drawing/2014/main" id="{BB7D38D9-00D0-E94F-A56B-68FEB60A7FFF}"/>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30" name="Text Placeholder 5">
            <a:extLst>
              <a:ext uri="{FF2B5EF4-FFF2-40B4-BE49-F238E27FC236}">
                <a16:creationId xmlns:a16="http://schemas.microsoft.com/office/drawing/2014/main" id="{75A649CF-6F35-6240-8694-7D985FF77DF1}"/>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31" name="Text Placeholder 48">
            <a:extLst>
              <a:ext uri="{FF2B5EF4-FFF2-40B4-BE49-F238E27FC236}">
                <a16:creationId xmlns:a16="http://schemas.microsoft.com/office/drawing/2014/main" id="{73A7D846-854A-F34B-A7E6-331D90F8028C}"/>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32" name="Text Placeholder 5">
            <a:extLst>
              <a:ext uri="{FF2B5EF4-FFF2-40B4-BE49-F238E27FC236}">
                <a16:creationId xmlns:a16="http://schemas.microsoft.com/office/drawing/2014/main" id="{B421E4A7-84CE-D441-9E4B-33DE3CF3ACE2}"/>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33" name="Text Placeholder 48">
            <a:extLst>
              <a:ext uri="{FF2B5EF4-FFF2-40B4-BE49-F238E27FC236}">
                <a16:creationId xmlns:a16="http://schemas.microsoft.com/office/drawing/2014/main" id="{DC7FFA7A-C37D-F846-868C-88068206D29C}"/>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2055765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p:nvSpPr>
        <p:spPr>
          <a:xfrm>
            <a:off x="295218" y="1053881"/>
            <a:ext cx="2572719" cy="495947"/>
          </a:xfrm>
          <a:prstGeom prst="rect">
            <a:avLst/>
          </a:prstGeom>
          <a:solidFill>
            <a:srgbClr val="23566C"/>
          </a:solidFill>
        </p:spPr>
        <p:txBody>
          <a:bodyPr wrap="square" rtlCol="0" anchor="ctr">
            <a:noAutofit/>
          </a:bodyPr>
          <a:lstStyle/>
          <a:p>
            <a:r>
              <a:rPr lang="en-US" sz="2400" b="1" dirty="0">
                <a:solidFill>
                  <a:srgbClr val="B3FFFF"/>
                </a:solidFill>
                <a:latin typeface="Futura Medium" panose="020B0602020204020303" pitchFamily="34" charset="-79"/>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3B8CC1"/>
          </a:solidFill>
        </p:spPr>
        <p:txBody>
          <a:bodyPr tIns="144000" bIns="0"/>
          <a:lstStyle>
            <a:lvl1pPr marL="0" indent="0">
              <a:buNone/>
              <a:defRPr sz="6000" b="1">
                <a:solidFill>
                  <a:schemeClr val="bg1"/>
                </a:solidFill>
                <a:latin typeface="Futura Medium" panose="020B0602020204020303" pitchFamily="34" charset="-79"/>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grpSp>
        <p:nvGrpSpPr>
          <p:cNvPr id="24" name="Group 23">
            <a:extLst>
              <a:ext uri="{FF2B5EF4-FFF2-40B4-BE49-F238E27FC236}">
                <a16:creationId xmlns:a16="http://schemas.microsoft.com/office/drawing/2014/main" id="{5BA5BEC9-826C-1A47-BE3A-FB14643A0AFC}"/>
              </a:ext>
            </a:extLst>
          </p:cNvPr>
          <p:cNvGrpSpPr/>
          <p:nvPr/>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14430495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Independent Practice</a:t>
            </a:r>
          </a:p>
        </p:txBody>
      </p:sp>
      <p:sp>
        <p:nvSpPr>
          <p:cNvPr id="20" name="Text Placeholder 5">
            <a:extLst>
              <a:ext uri="{FF2B5EF4-FFF2-40B4-BE49-F238E27FC236}">
                <a16:creationId xmlns:a16="http://schemas.microsoft.com/office/drawing/2014/main" id="{2A7343F6-8A3F-024A-BAB1-A40A1A630C10}"/>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1" name="Text Placeholder 48">
            <a:extLst>
              <a:ext uri="{FF2B5EF4-FFF2-40B4-BE49-F238E27FC236}">
                <a16:creationId xmlns:a16="http://schemas.microsoft.com/office/drawing/2014/main" id="{81597401-FB89-084B-955C-A0C7FAB02436}"/>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2" name="Text Placeholder 5">
            <a:extLst>
              <a:ext uri="{FF2B5EF4-FFF2-40B4-BE49-F238E27FC236}">
                <a16:creationId xmlns:a16="http://schemas.microsoft.com/office/drawing/2014/main" id="{A82891C2-3E9D-4241-85E7-747B1595FB99}"/>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3" name="Text Placeholder 48">
            <a:extLst>
              <a:ext uri="{FF2B5EF4-FFF2-40B4-BE49-F238E27FC236}">
                <a16:creationId xmlns:a16="http://schemas.microsoft.com/office/drawing/2014/main" id="{8A690C59-B342-0648-BCE5-1C98B5A89AD7}"/>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4" name="Text Placeholder 5">
            <a:extLst>
              <a:ext uri="{FF2B5EF4-FFF2-40B4-BE49-F238E27FC236}">
                <a16:creationId xmlns:a16="http://schemas.microsoft.com/office/drawing/2014/main" id="{17B4E049-9FD5-E24B-B3BE-5C09B449C3F6}"/>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5" name="Text Placeholder 48">
            <a:extLst>
              <a:ext uri="{FF2B5EF4-FFF2-40B4-BE49-F238E27FC236}">
                <a16:creationId xmlns:a16="http://schemas.microsoft.com/office/drawing/2014/main" id="{5E376940-61D8-D142-9880-9EE380DE8579}"/>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22323396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R) Daily Edit">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941955"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Daily Starter</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2237173" y="224237"/>
            <a:ext cx="9635222" cy="499682"/>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Sit down and begin this task immediately.</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7611429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R) Icebreake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941955"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Icebreaker</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2237173" y="224237"/>
            <a:ext cx="9635222" cy="499682"/>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Before we begin the lesson…</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7767689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DR) Icebreake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941955"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Wrap-up</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2237173" y="224237"/>
            <a:ext cx="9635222" cy="499682"/>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Before we go…</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21053185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R) Daily Edit Titl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253E48-F01A-C040-9F45-1F9C5FDF10AA}"/>
              </a:ext>
            </a:extLst>
          </p:cNvPr>
          <p:cNvSpPr/>
          <p:nvPr userDrawn="1"/>
        </p:nvSpPr>
        <p:spPr>
          <a:xfrm>
            <a:off x="295219" y="1549400"/>
            <a:ext cx="11578126" cy="2929609"/>
          </a:xfrm>
          <a:prstGeom prst="rect">
            <a:avLst/>
          </a:prstGeom>
          <a:solidFill>
            <a:srgbClr val="A149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sz="7200" b="1" i="0" dirty="0">
                <a:latin typeface="Century Gothic" panose="020B0502020202020204" pitchFamily="34" charset="0"/>
              </a:rPr>
              <a:t>Reviewing what we know</a:t>
            </a:r>
          </a:p>
        </p:txBody>
      </p:sp>
      <p:sp>
        <p:nvSpPr>
          <p:cNvPr id="5" name="TextBox 4">
            <a:extLst>
              <a:ext uri="{FF2B5EF4-FFF2-40B4-BE49-F238E27FC236}">
                <a16:creationId xmlns:a16="http://schemas.microsoft.com/office/drawing/2014/main" id="{3BD815F0-1745-0C4E-A5DC-70E741C78081}"/>
              </a:ext>
            </a:extLst>
          </p:cNvPr>
          <p:cNvSpPr txBox="1"/>
          <p:nvPr userDrawn="1"/>
        </p:nvSpPr>
        <p:spPr>
          <a:xfrm>
            <a:off x="295218" y="1011383"/>
            <a:ext cx="2106787" cy="538446"/>
          </a:xfrm>
          <a:prstGeom prst="rect">
            <a:avLst/>
          </a:prstGeom>
          <a:solidFill>
            <a:srgbClr val="4C223F"/>
          </a:solidFill>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Daily Review</a:t>
            </a:r>
          </a:p>
        </p:txBody>
      </p:sp>
    </p:spTree>
    <p:extLst>
      <p:ext uri="{BB962C8B-B14F-4D97-AF65-F5344CB8AC3E}">
        <p14:creationId xmlns:p14="http://schemas.microsoft.com/office/powerpoint/2010/main" val="34650356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R)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A14986"/>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137463345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R)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16018"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A14986"/>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3960112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R)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71437"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A14986"/>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340085958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R)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9" y="208656"/>
            <a:ext cx="1347844" cy="515262"/>
          </a:xfrm>
          <a:prstGeom prst="rect">
            <a:avLst/>
          </a:prstGeom>
          <a:solidFill>
            <a:srgbClr val="4C223F"/>
          </a:solidFill>
          <a:ln>
            <a:noFill/>
          </a:ln>
        </p:spPr>
        <p:txBody>
          <a:bodyPr wrap="square" rtlCol="0" anchor="ctr">
            <a:noAutofit/>
          </a:bodyPr>
          <a:lstStyle/>
          <a:p>
            <a:r>
              <a:rPr lang="en-US" sz="2400" b="1" i="0" dirty="0">
                <a:solidFill>
                  <a:schemeClr val="accent5">
                    <a:lumMod val="40000"/>
                    <a:lumOff val="60000"/>
                  </a:schemeClr>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723918"/>
            <a:ext cx="11577177" cy="1204895"/>
          </a:xfrm>
          <a:prstGeom prst="rect">
            <a:avLst/>
          </a:prstGeom>
          <a:solidFill>
            <a:srgbClr val="FFB6F2"/>
          </a:solidFill>
          <a:ln>
            <a:noFill/>
          </a:ln>
        </p:spPr>
        <p:txBody>
          <a:bodyPr wrap="square" rtlCol="0" anchor="ctr">
            <a:normAutofit/>
          </a:bodyPr>
          <a:lstStyle/>
          <a:p>
            <a:pPr marL="0" indent="0">
              <a:tabLst>
                <a:tab pos="3597275" algn="l"/>
              </a:tabLst>
            </a:pPr>
            <a:r>
              <a:rPr lang="en-US" sz="6000" b="1" i="0" dirty="0">
                <a:solidFill>
                  <a:srgbClr val="4C223F"/>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2649248"/>
          </a:xfrm>
          <a:prstGeom prst="rect">
            <a:avLst/>
          </a:prstGeom>
          <a:noFill/>
        </p:spPr>
        <p:txBody>
          <a:bodyPr tIns="144000" bIns="0" anchor="ctr"/>
          <a:lstStyle>
            <a:lvl1pPr marL="0" indent="0" algn="ctr">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it into pieces</a:t>
            </a:r>
          </a:p>
        </p:txBody>
      </p:sp>
    </p:spTree>
    <p:extLst>
      <p:ext uri="{BB962C8B-B14F-4D97-AF65-F5344CB8AC3E}">
        <p14:creationId xmlns:p14="http://schemas.microsoft.com/office/powerpoint/2010/main" val="270073193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R) Hyper-speed Recite">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A14986"/>
          </a:solidFill>
        </p:spPr>
        <p:txBody>
          <a:bodyPr wrap="square" rtlCol="0" anchor="ctr">
            <a:noAutofit/>
          </a:bodyPr>
          <a:lstStyle/>
          <a:p>
            <a:pPr algn="ctr"/>
            <a:r>
              <a:rPr lang="en-US" sz="2000" b="1" i="0" dirty="0">
                <a:solidFill>
                  <a:srgbClr val="FFB6F2"/>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square" rtlCol="0" anchor="ctr">
            <a:normAutofit fontScale="25000" lnSpcReduction="20000"/>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25002" y="629514"/>
            <a:ext cx="5504743"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25002" y="1772516"/>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2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25002" y="2922543"/>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25002" y="4072570"/>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25002" y="5201522"/>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364368368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R) Hyper-speed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A14986"/>
          </a:solidFill>
        </p:spPr>
        <p:txBody>
          <a:bodyPr wrap="square" rtlCol="0" anchor="ctr">
            <a:noAutofit/>
          </a:bodyPr>
          <a:lstStyle/>
          <a:p>
            <a:pPr algn="ctr"/>
            <a:r>
              <a:rPr lang="en-US" sz="2000" b="1" i="0" dirty="0">
                <a:solidFill>
                  <a:srgbClr val="FFB6F2"/>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rgbClr val="A14986"/>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solidFill>
                <a:srgbClr val="A14986"/>
              </a:solidFill>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63638" y="629514"/>
            <a:ext cx="5466107"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63638" y="1772516"/>
            <a:ext cx="5466108"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2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63638" y="2915518"/>
            <a:ext cx="546827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63638" y="4058520"/>
            <a:ext cx="546827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63638" y="5201522"/>
            <a:ext cx="5466108"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2307647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cTn>
              </p:par>
            </p:tnLst>
          </p:tmpl>
        </p:tmplLst>
      </p:bldP>
      <p:bldP spid="12" grpId="0" build="p">
        <p:tmplLst>
          <p:tmpl lvl="1">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Lst>
      </p:bldP>
      <p:bldP spid="13" grpId="0" build="p">
        <p:tmplLst>
          <p:tmpl lvl="1">
            <p:tnLst>
              <p:par>
                <p:cTn presetID="1" presetClass="entr" presetSubtype="0" fill="hold" nodeType="clickEffect">
                  <p:stCondLst>
                    <p:cond delay="0"/>
                  </p:stCondLst>
                  <p:childTnLst>
                    <p:set>
                      <p:cBhvr>
                        <p:cTn dur="1" fill="hold">
                          <p:stCondLst>
                            <p:cond delay="0"/>
                          </p:stCondLst>
                        </p:cTn>
                        <p:tgtEl>
                          <p:spTgt spid="13"/>
                        </p:tgtEl>
                        <p:attrNameLst>
                          <p:attrName>style.visibility</p:attrName>
                        </p:attrNameLst>
                      </p:cBhvr>
                      <p:to>
                        <p:strVal val="visible"/>
                      </p:to>
                    </p:set>
                  </p:childTnLst>
                </p:cTn>
              </p:par>
            </p:tnLst>
          </p:tmpl>
        </p:tmplLst>
      </p:bldP>
      <p:bldP spid="14" grpId="0" build="p">
        <p:tmplLst>
          <p:tmpl lvl="1">
            <p:tnLst>
              <p:par>
                <p:cTn presetID="1" presetClass="entr" presetSubtype="0" fill="hold" nodeType="clickEffect">
                  <p:stCondLst>
                    <p:cond delay="0"/>
                  </p:stCondLst>
                  <p:childTnLst>
                    <p:set>
                      <p:cBhvr>
                        <p:cTn dur="1" fill="hold">
                          <p:stCondLst>
                            <p:cond delay="0"/>
                          </p:stCondLst>
                        </p:cTn>
                        <p:tgtEl>
                          <p:spTgt spid="14"/>
                        </p:tgtEl>
                        <p:attrNameLst>
                          <p:attrName>style.visibility</p:attrName>
                        </p:attrNameLst>
                      </p:cBhvr>
                      <p:to>
                        <p:strVal val="visible"/>
                      </p:to>
                    </p:set>
                  </p:childTnLst>
                </p:cTn>
              </p:par>
            </p:tnLst>
          </p:tmpl>
        </p:tmplLst>
      </p:bldP>
      <p:bldP spid="15" grpId="0" build="p">
        <p:tmplLst>
          <p:tmpl lvl="1">
            <p:tnLst>
              <p:par>
                <p:cTn presetID="1" presetClass="entr" presetSubtype="0" fill="hold" nodeType="clickEffect">
                  <p:stCondLst>
                    <p:cond delay="0"/>
                  </p:stCondLst>
                  <p:childTnLst>
                    <p:set>
                      <p:cBhvr>
                        <p:cTn dur="1" fill="hold">
                          <p:stCondLst>
                            <p:cond delay="0"/>
                          </p:stCondLst>
                        </p:cTn>
                        <p:tgtEl>
                          <p:spTgt spid="15"/>
                        </p:tgtEl>
                        <p:attrNameLst>
                          <p:attrName>style.visibility</p:attrName>
                        </p:attrNameLst>
                      </p:cBhvr>
                      <p:to>
                        <p:strVal val="visible"/>
                      </p:to>
                    </p:set>
                  </p:childTnLst>
                </p:cTn>
              </p:par>
            </p:tnLst>
          </p:tmpl>
        </p:tmplLst>
      </p:bldP>
      <p:bldP spid="16" grpId="0" build="p">
        <p:tmplLst>
          <p:tmpl lvl="1">
            <p:tnLst>
              <p:par>
                <p:cTn presetID="1"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childTnLst>
                </p:cTn>
              </p:par>
            </p:tnLst>
          </p:tmpl>
        </p:tmplLst>
      </p:bldP>
      <p:bldP spid="17" grpId="0" build="p">
        <p:tmplLst>
          <p:tmpl lvl="1">
            <p:tnLst>
              <p:par>
                <p:cTn presetID="1" presetClass="entr" presetSubtype="0" fill="hold" nodeType="clickEffect">
                  <p:stCondLst>
                    <p:cond delay="0"/>
                  </p:stCondLst>
                  <p:childTnLst>
                    <p:set>
                      <p:cBhvr>
                        <p:cTn dur="1" fill="hold">
                          <p:stCondLst>
                            <p:cond delay="0"/>
                          </p:stCondLst>
                        </p:cTn>
                        <p:tgtEl>
                          <p:spTgt spid="17"/>
                        </p:tgtEl>
                        <p:attrNameLst>
                          <p:attrName>style.visibility</p:attrName>
                        </p:attrNameLst>
                      </p:cBhvr>
                      <p:to>
                        <p:strVal val="visible"/>
                      </p:to>
                    </p:set>
                  </p:childTnLst>
                </p:cTn>
              </p:par>
            </p:tnLst>
          </p:tmpl>
        </p:tmplLst>
      </p:bldP>
      <p:bldP spid="18" grpId="0" build="p">
        <p:tmplLst>
          <p:tmpl lvl="1">
            <p:tnLst>
              <p:par>
                <p:cTn presetID="1" presetClass="entr" presetSubtype="0" fill="hold" nodeType="clickEffect">
                  <p:stCondLst>
                    <p:cond delay="0"/>
                  </p:stCondLst>
                  <p:childTnLst>
                    <p:set>
                      <p:cBhvr>
                        <p:cTn dur="1" fill="hold">
                          <p:stCondLst>
                            <p:cond delay="0"/>
                          </p:stCondLst>
                        </p:cTn>
                        <p:tgtEl>
                          <p:spTgt spid="18"/>
                        </p:tgtEl>
                        <p:attrNameLst>
                          <p:attrName>style.visibility</p:attrName>
                        </p:attrNameLst>
                      </p:cBhvr>
                      <p:to>
                        <p:strVal val="visible"/>
                      </p:to>
                    </p:set>
                  </p:childTnLst>
                </p:cTn>
              </p:par>
            </p:tnLst>
          </p:tmpl>
        </p:tmplLst>
      </p:bldP>
      <p:bldP spid="19" grpId="0" build="p">
        <p:tmplLst>
          <p:tmpl lvl="1">
            <p:tnLst>
              <p:par>
                <p:cTn presetID="1" presetClass="entr" presetSubtype="0" fill="hold" nodeType="clickEffect">
                  <p:stCondLst>
                    <p:cond delay="0"/>
                  </p:stCondLst>
                  <p:childTnLst>
                    <p:set>
                      <p:cBhvr>
                        <p:cTn dur="1" fill="hold">
                          <p:stCondLst>
                            <p:cond delay="0"/>
                          </p:stCondLst>
                        </p:cTn>
                        <p:tgtEl>
                          <p:spTgt spid="19"/>
                        </p:tgtEl>
                        <p:attrNameLst>
                          <p:attrName>style.visibility</p:attrName>
                        </p:attrNameLst>
                      </p:cBhvr>
                      <p:to>
                        <p:strVal val="visible"/>
                      </p:to>
                    </p:set>
                  </p:childTnLst>
                </p:cTn>
              </p:par>
            </p:tnLst>
          </p:tmpl>
        </p:tmplLst>
      </p:bldP>
      <p:bldP spid="20" grpId="0" build="p">
        <p:tmplLst>
          <p:tmpl lvl="1">
            <p:tnLst>
              <p:par>
                <p:cTn presetID="1" presetClass="entr" presetSubtype="0" fill="hold" nodeType="clickEffect">
                  <p:stCondLst>
                    <p:cond delay="0"/>
                  </p:stCondLst>
                  <p:childTnLst>
                    <p:set>
                      <p:cBhvr>
                        <p:cTn dur="1" fill="hold">
                          <p:stCondLst>
                            <p:cond delay="0"/>
                          </p:stCondLst>
                        </p:cTn>
                        <p:tgtEl>
                          <p:spTgt spid="20"/>
                        </p:tgtEl>
                        <p:attrNameLst>
                          <p:attrName>style.visibility</p:attrName>
                        </p:attrNameLst>
                      </p:cBhvr>
                      <p:to>
                        <p:strVal val="visible"/>
                      </p:to>
                    </p:set>
                  </p:childTnLst>
                </p:cTn>
              </p:par>
            </p:tnLst>
          </p:tmpl>
        </p:tmplLst>
      </p:bldP>
    </p:bld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R) Recite">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06066"/>
            <a:ext cx="1533525" cy="352426"/>
          </a:xfrm>
          <a:prstGeom prst="rect">
            <a:avLst/>
          </a:prstGeom>
          <a:solidFill>
            <a:srgbClr val="4C223F"/>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Recite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58432"/>
            <a:ext cx="8954305" cy="1914525"/>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Go over the steps they already know from this unit, or from relevant prior knowledge.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68080639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R)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19714"/>
            <a:ext cx="1533525" cy="352426"/>
          </a:xfrm>
          <a:prstGeom prst="rect">
            <a:avLst/>
          </a:prstGeom>
          <a:solidFill>
            <a:srgbClr val="4C223F"/>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Recall</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84190"/>
            <a:ext cx="8954305" cy="1900238"/>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Practicing the steps they already know together. This should be guided practice.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282055870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R) Apply">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19714"/>
            <a:ext cx="1533525" cy="352426"/>
          </a:xfrm>
          <a:prstGeom prst="rect">
            <a:avLst/>
          </a:prstGeom>
          <a:solidFill>
            <a:srgbClr val="4C223F"/>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Apply</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85599"/>
            <a:ext cx="8954305" cy="1985962"/>
          </a:xfrm>
          <a:prstGeom prst="rect">
            <a:avLst/>
          </a:prstGeom>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Quickly check that all students can still complete the previous steps learnt.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277721550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R)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8123062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B61BEF0D-F0BB-DE4B-95CE-6DB70DBA9567}" type="datetimeFigureOut">
              <a:rPr lang="en-US" smtClean="0"/>
              <a:pPr/>
              <a:t>5/15/22</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4272889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VS) Word List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253E48-F01A-C040-9F45-1F9C5FDF10AA}"/>
              </a:ext>
            </a:extLst>
          </p:cNvPr>
          <p:cNvSpPr/>
          <p:nvPr userDrawn="1"/>
        </p:nvSpPr>
        <p:spPr>
          <a:xfrm>
            <a:off x="295219" y="208446"/>
            <a:ext cx="11578126" cy="1322388"/>
          </a:xfrm>
          <a:prstGeom prst="rect">
            <a:avLst/>
          </a:prstGeom>
          <a:solidFill>
            <a:srgbClr val="479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sz="7200" b="1" i="0" dirty="0">
                <a:latin typeface="Century Gothic" panose="020B0502020202020204" pitchFamily="34" charset="0"/>
              </a:rPr>
              <a:t>   Vocabulary &amp; Spelling</a:t>
            </a:r>
          </a:p>
        </p:txBody>
      </p:sp>
      <p:cxnSp>
        <p:nvCxnSpPr>
          <p:cNvPr id="3" name="Straight Connector 2">
            <a:extLst>
              <a:ext uri="{FF2B5EF4-FFF2-40B4-BE49-F238E27FC236}">
                <a16:creationId xmlns:a16="http://schemas.microsoft.com/office/drawing/2014/main" id="{5AD15892-5882-3341-B706-D64E5ABBDC96}"/>
              </a:ext>
            </a:extLst>
          </p:cNvPr>
          <p:cNvCxnSpPr/>
          <p:nvPr userDrawn="1"/>
        </p:nvCxnSpPr>
        <p:spPr>
          <a:xfrm>
            <a:off x="6084282" y="1771650"/>
            <a:ext cx="0" cy="4572000"/>
          </a:xfrm>
          <a:prstGeom prst="line">
            <a:avLst/>
          </a:prstGeom>
          <a:ln w="28575">
            <a:solidFill>
              <a:srgbClr val="47998B"/>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EAD6347-1222-7C40-97CD-5685C7FBB93B}"/>
              </a:ext>
            </a:extLst>
          </p:cNvPr>
          <p:cNvSpPr txBox="1"/>
          <p:nvPr userDrawn="1"/>
        </p:nvSpPr>
        <p:spPr>
          <a:xfrm>
            <a:off x="295219" y="1564481"/>
            <a:ext cx="5789063" cy="523220"/>
          </a:xfrm>
          <a:prstGeom prst="rect">
            <a:avLst/>
          </a:prstGeom>
          <a:noFill/>
        </p:spPr>
        <p:txBody>
          <a:bodyPr wrap="square" rtlCol="0">
            <a:spAutoFit/>
          </a:bodyPr>
          <a:lstStyle/>
          <a:p>
            <a:pPr algn="ctr"/>
            <a:r>
              <a:rPr lang="en-US" sz="2800" b="1" dirty="0">
                <a:solidFill>
                  <a:srgbClr val="1F443E"/>
                </a:solidFill>
              </a:rPr>
              <a:t>Practice Words</a:t>
            </a:r>
          </a:p>
        </p:txBody>
      </p:sp>
      <p:sp>
        <p:nvSpPr>
          <p:cNvPr id="8" name="TextBox 7">
            <a:extLst>
              <a:ext uri="{FF2B5EF4-FFF2-40B4-BE49-F238E27FC236}">
                <a16:creationId xmlns:a16="http://schemas.microsoft.com/office/drawing/2014/main" id="{DFC75BB7-22FA-3044-BE33-24527B15C19C}"/>
              </a:ext>
            </a:extLst>
          </p:cNvPr>
          <p:cNvSpPr txBox="1"/>
          <p:nvPr userDrawn="1"/>
        </p:nvSpPr>
        <p:spPr>
          <a:xfrm>
            <a:off x="6084282" y="1573349"/>
            <a:ext cx="5789063" cy="523220"/>
          </a:xfrm>
          <a:prstGeom prst="rect">
            <a:avLst/>
          </a:prstGeom>
          <a:noFill/>
        </p:spPr>
        <p:txBody>
          <a:bodyPr wrap="square" rtlCol="0">
            <a:spAutoFit/>
          </a:bodyPr>
          <a:lstStyle/>
          <a:p>
            <a:pPr algn="ctr"/>
            <a:r>
              <a:rPr lang="en-US" sz="2800" b="1" dirty="0">
                <a:solidFill>
                  <a:srgbClr val="1F443E"/>
                </a:solidFill>
              </a:rPr>
              <a:t>New Words</a:t>
            </a:r>
          </a:p>
        </p:txBody>
      </p:sp>
      <p:sp>
        <p:nvSpPr>
          <p:cNvPr id="10" name="Text Placeholder 9">
            <a:extLst>
              <a:ext uri="{FF2B5EF4-FFF2-40B4-BE49-F238E27FC236}">
                <a16:creationId xmlns:a16="http://schemas.microsoft.com/office/drawing/2014/main" id="{67D1519D-3B3A-A443-9C33-32137A836131}"/>
              </a:ext>
            </a:extLst>
          </p:cNvPr>
          <p:cNvSpPr>
            <a:spLocks noGrp="1"/>
          </p:cNvSpPr>
          <p:nvPr>
            <p:ph type="body" sz="quarter" idx="10" hasCustomPrompt="1"/>
          </p:nvPr>
        </p:nvSpPr>
        <p:spPr>
          <a:xfrm>
            <a:off x="295275" y="2457450"/>
            <a:ext cx="5789613" cy="4171950"/>
          </a:xfrm>
          <a:prstGeom prst="rect">
            <a:avLst/>
          </a:prstGeom>
        </p:spPr>
        <p:txBody>
          <a:bodyPr/>
          <a:lstStyle>
            <a:lvl1pPr marL="457200" indent="-457200">
              <a:buFont typeface="Arial" panose="020B0604020202020204" pitchFamily="34" charset="0"/>
              <a:buChar char="•"/>
              <a:defRPr b="1"/>
            </a:lvl1pPr>
            <a:lvl2pPr>
              <a:defRPr b="1"/>
            </a:lvl2pPr>
            <a:lvl3pPr>
              <a:defRPr b="1"/>
            </a:lvl3pPr>
            <a:lvl4pPr>
              <a:defRPr b="1"/>
            </a:lvl4pPr>
            <a:lvl5pPr>
              <a:defRPr b="1"/>
            </a:lvl5pPr>
          </a:lstStyle>
          <a:p>
            <a:pPr lvl="0"/>
            <a:r>
              <a:rPr lang="en-US" dirty="0"/>
              <a:t>Add known words for hyper-speed practice</a:t>
            </a:r>
          </a:p>
        </p:txBody>
      </p:sp>
      <p:sp>
        <p:nvSpPr>
          <p:cNvPr id="11" name="Text Placeholder 9">
            <a:extLst>
              <a:ext uri="{FF2B5EF4-FFF2-40B4-BE49-F238E27FC236}">
                <a16:creationId xmlns:a16="http://schemas.microsoft.com/office/drawing/2014/main" id="{3843A533-E319-DD4D-BFA7-5A1FB929CA5C}"/>
              </a:ext>
            </a:extLst>
          </p:cNvPr>
          <p:cNvSpPr>
            <a:spLocks noGrp="1"/>
          </p:cNvSpPr>
          <p:nvPr>
            <p:ph type="body" sz="quarter" idx="11" hasCustomPrompt="1"/>
          </p:nvPr>
        </p:nvSpPr>
        <p:spPr>
          <a:xfrm>
            <a:off x="6083732" y="2466318"/>
            <a:ext cx="5789613" cy="4171950"/>
          </a:xfrm>
          <a:prstGeom prst="rect">
            <a:avLst/>
          </a:prstGeom>
        </p:spPr>
        <p:txBody>
          <a:bodyPr/>
          <a:lstStyle>
            <a:lvl1pPr marL="457200" indent="-457200">
              <a:buFont typeface="Arial" panose="020B0604020202020204" pitchFamily="34" charset="0"/>
              <a:buChar char="•"/>
              <a:defRPr b="1"/>
            </a:lvl1pPr>
            <a:lvl2pPr>
              <a:defRPr b="1"/>
            </a:lvl2pPr>
            <a:lvl3pPr>
              <a:defRPr b="1"/>
            </a:lvl3pPr>
            <a:lvl4pPr>
              <a:defRPr b="1"/>
            </a:lvl4pPr>
            <a:lvl5pPr>
              <a:defRPr b="1"/>
            </a:lvl5pPr>
          </a:lstStyle>
          <a:p>
            <a:pPr lvl="0"/>
            <a:r>
              <a:rPr lang="en-US" dirty="0"/>
              <a:t>Add new words for learning definitions and spelling</a:t>
            </a:r>
          </a:p>
        </p:txBody>
      </p:sp>
    </p:spTree>
    <p:extLst>
      <p:ext uri="{BB962C8B-B14F-4D97-AF65-F5344CB8AC3E}">
        <p14:creationId xmlns:p14="http://schemas.microsoft.com/office/powerpoint/2010/main" val="242144716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VS)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C1FFE1"/>
          </a:solidFill>
          <a:ln>
            <a:noFill/>
          </a:ln>
        </p:spPr>
        <p:txBody>
          <a:bodyPr wrap="square" rtlCol="0" anchor="ctr">
            <a:normAutofit/>
          </a:bodyPr>
          <a:lstStyle/>
          <a:p>
            <a:r>
              <a:rPr lang="en-US" sz="2400" b="1" i="0" dirty="0">
                <a:solidFill>
                  <a:srgbClr val="1F443E"/>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47998B"/>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134089652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VS)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16018"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47998B"/>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C1FFE1"/>
          </a:solidFill>
          <a:ln>
            <a:noFill/>
          </a:ln>
        </p:spPr>
        <p:txBody>
          <a:bodyPr wrap="square" rtlCol="0" anchor="ctr">
            <a:normAutofit/>
          </a:bodyPr>
          <a:lstStyle/>
          <a:p>
            <a:r>
              <a:rPr lang="en-US" sz="2400" b="1" i="0" dirty="0">
                <a:solidFill>
                  <a:srgbClr val="1F443E"/>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135105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VS)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71437"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C1FFE1"/>
          </a:solidFill>
          <a:ln>
            <a:noFill/>
          </a:ln>
        </p:spPr>
        <p:txBody>
          <a:bodyPr wrap="square" rtlCol="0" anchor="ctr">
            <a:normAutofit/>
          </a:bodyPr>
          <a:lstStyle/>
          <a:p>
            <a:r>
              <a:rPr lang="en-US" sz="2400" b="1" i="0" dirty="0">
                <a:solidFill>
                  <a:srgbClr val="1F443E"/>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47998B"/>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340451122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VS) Hyper-speed Recite">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1F443E"/>
          </a:solidFill>
        </p:spPr>
        <p:txBody>
          <a:bodyPr wrap="square" rtlCol="0" anchor="ctr">
            <a:noAutofit/>
          </a:bodyPr>
          <a:lstStyle/>
          <a:p>
            <a:pPr algn="ctr"/>
            <a:r>
              <a:rPr lang="en-US" sz="2000" b="1" i="0" dirty="0">
                <a:solidFill>
                  <a:srgbClr val="C1FFE1"/>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37882" y="629514"/>
            <a:ext cx="549186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37882" y="1772516"/>
            <a:ext cx="549186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2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37882" y="2915518"/>
            <a:ext cx="549403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37882" y="4058520"/>
            <a:ext cx="549403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37882" y="5201522"/>
            <a:ext cx="549186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331218264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VS) Hyper-speed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1F443E"/>
          </a:solidFill>
        </p:spPr>
        <p:txBody>
          <a:bodyPr wrap="square" rtlCol="0" anchor="ctr">
            <a:noAutofit/>
          </a:bodyPr>
          <a:lstStyle/>
          <a:p>
            <a:pPr algn="ctr"/>
            <a:r>
              <a:rPr lang="en-US" sz="2000" b="1" i="0" dirty="0">
                <a:solidFill>
                  <a:srgbClr val="C1FFE1"/>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89396" y="629514"/>
            <a:ext cx="5440349"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89396" y="1772516"/>
            <a:ext cx="544035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1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89396" y="2915518"/>
            <a:ext cx="5442516"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89396" y="4058520"/>
            <a:ext cx="5442516"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89396" y="5201522"/>
            <a:ext cx="544035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2086947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cTn>
              </p:par>
            </p:tnLst>
          </p:tmpl>
        </p:tmplLst>
      </p:bldP>
      <p:bldP spid="12" grpId="0" build="p">
        <p:tmplLst>
          <p:tmpl lvl="1">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Lst>
      </p:bldP>
      <p:bldP spid="13" grpId="0" build="p">
        <p:tmplLst>
          <p:tmpl lvl="1">
            <p:tnLst>
              <p:par>
                <p:cTn presetID="1" presetClass="entr" presetSubtype="0" fill="hold" nodeType="clickEffect">
                  <p:stCondLst>
                    <p:cond delay="0"/>
                  </p:stCondLst>
                  <p:childTnLst>
                    <p:set>
                      <p:cBhvr>
                        <p:cTn dur="1" fill="hold">
                          <p:stCondLst>
                            <p:cond delay="0"/>
                          </p:stCondLst>
                        </p:cTn>
                        <p:tgtEl>
                          <p:spTgt spid="13"/>
                        </p:tgtEl>
                        <p:attrNameLst>
                          <p:attrName>style.visibility</p:attrName>
                        </p:attrNameLst>
                      </p:cBhvr>
                      <p:to>
                        <p:strVal val="visible"/>
                      </p:to>
                    </p:set>
                  </p:childTnLst>
                </p:cTn>
              </p:par>
            </p:tnLst>
          </p:tmpl>
        </p:tmplLst>
      </p:bldP>
      <p:bldP spid="14" grpId="0" build="p">
        <p:tmplLst>
          <p:tmpl lvl="1">
            <p:tnLst>
              <p:par>
                <p:cTn presetID="1" presetClass="entr" presetSubtype="0" fill="hold" nodeType="clickEffect">
                  <p:stCondLst>
                    <p:cond delay="0"/>
                  </p:stCondLst>
                  <p:childTnLst>
                    <p:set>
                      <p:cBhvr>
                        <p:cTn dur="1" fill="hold">
                          <p:stCondLst>
                            <p:cond delay="0"/>
                          </p:stCondLst>
                        </p:cTn>
                        <p:tgtEl>
                          <p:spTgt spid="14"/>
                        </p:tgtEl>
                        <p:attrNameLst>
                          <p:attrName>style.visibility</p:attrName>
                        </p:attrNameLst>
                      </p:cBhvr>
                      <p:to>
                        <p:strVal val="visible"/>
                      </p:to>
                    </p:set>
                  </p:childTnLst>
                </p:cTn>
              </p:par>
            </p:tnLst>
          </p:tmpl>
        </p:tmplLst>
      </p:bldP>
      <p:bldP spid="15" grpId="0" build="p">
        <p:tmplLst>
          <p:tmpl lvl="1">
            <p:tnLst>
              <p:par>
                <p:cTn presetID="1" presetClass="entr" presetSubtype="0" fill="hold" nodeType="clickEffect">
                  <p:stCondLst>
                    <p:cond delay="0"/>
                  </p:stCondLst>
                  <p:childTnLst>
                    <p:set>
                      <p:cBhvr>
                        <p:cTn dur="1" fill="hold">
                          <p:stCondLst>
                            <p:cond delay="0"/>
                          </p:stCondLst>
                        </p:cTn>
                        <p:tgtEl>
                          <p:spTgt spid="15"/>
                        </p:tgtEl>
                        <p:attrNameLst>
                          <p:attrName>style.visibility</p:attrName>
                        </p:attrNameLst>
                      </p:cBhvr>
                      <p:to>
                        <p:strVal val="visible"/>
                      </p:to>
                    </p:set>
                  </p:childTnLst>
                </p:cTn>
              </p:par>
            </p:tnLst>
          </p:tmpl>
        </p:tmplLst>
      </p:bldP>
      <p:bldP spid="16" grpId="0" build="p">
        <p:tmplLst>
          <p:tmpl lvl="1">
            <p:tnLst>
              <p:par>
                <p:cTn presetID="1"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childTnLst>
                </p:cTn>
              </p:par>
            </p:tnLst>
          </p:tmpl>
        </p:tmplLst>
      </p:bldP>
      <p:bldP spid="17" grpId="0" build="p">
        <p:tmplLst>
          <p:tmpl lvl="1">
            <p:tnLst>
              <p:par>
                <p:cTn presetID="1" presetClass="entr" presetSubtype="0" fill="hold" nodeType="clickEffect">
                  <p:stCondLst>
                    <p:cond delay="0"/>
                  </p:stCondLst>
                  <p:childTnLst>
                    <p:set>
                      <p:cBhvr>
                        <p:cTn dur="1" fill="hold">
                          <p:stCondLst>
                            <p:cond delay="0"/>
                          </p:stCondLst>
                        </p:cTn>
                        <p:tgtEl>
                          <p:spTgt spid="17"/>
                        </p:tgtEl>
                        <p:attrNameLst>
                          <p:attrName>style.visibility</p:attrName>
                        </p:attrNameLst>
                      </p:cBhvr>
                      <p:to>
                        <p:strVal val="visible"/>
                      </p:to>
                    </p:set>
                  </p:childTnLst>
                </p:cTn>
              </p:par>
            </p:tnLst>
          </p:tmpl>
        </p:tmplLst>
      </p:bldP>
      <p:bldP spid="18" grpId="0" build="p">
        <p:tmplLst>
          <p:tmpl lvl="1">
            <p:tnLst>
              <p:par>
                <p:cTn presetID="1" presetClass="entr" presetSubtype="0" fill="hold" nodeType="clickEffect">
                  <p:stCondLst>
                    <p:cond delay="0"/>
                  </p:stCondLst>
                  <p:childTnLst>
                    <p:set>
                      <p:cBhvr>
                        <p:cTn dur="1" fill="hold">
                          <p:stCondLst>
                            <p:cond delay="0"/>
                          </p:stCondLst>
                        </p:cTn>
                        <p:tgtEl>
                          <p:spTgt spid="18"/>
                        </p:tgtEl>
                        <p:attrNameLst>
                          <p:attrName>style.visibility</p:attrName>
                        </p:attrNameLst>
                      </p:cBhvr>
                      <p:to>
                        <p:strVal val="visible"/>
                      </p:to>
                    </p:set>
                  </p:childTnLst>
                </p:cTn>
              </p:par>
            </p:tnLst>
          </p:tmpl>
        </p:tmplLst>
      </p:bldP>
      <p:bldP spid="19" grpId="0" build="p">
        <p:tmplLst>
          <p:tmpl lvl="1">
            <p:tnLst>
              <p:par>
                <p:cTn presetID="1" presetClass="entr" presetSubtype="0" fill="hold" nodeType="clickEffect">
                  <p:stCondLst>
                    <p:cond delay="0"/>
                  </p:stCondLst>
                  <p:childTnLst>
                    <p:set>
                      <p:cBhvr>
                        <p:cTn dur="1" fill="hold">
                          <p:stCondLst>
                            <p:cond delay="0"/>
                          </p:stCondLst>
                        </p:cTn>
                        <p:tgtEl>
                          <p:spTgt spid="19"/>
                        </p:tgtEl>
                        <p:attrNameLst>
                          <p:attrName>style.visibility</p:attrName>
                        </p:attrNameLst>
                      </p:cBhvr>
                      <p:to>
                        <p:strVal val="visible"/>
                      </p:to>
                    </p:set>
                  </p:childTnLst>
                </p:cTn>
              </p:par>
            </p:tnLst>
          </p:tmpl>
        </p:tmplLst>
      </p:bldP>
      <p:bldP spid="20" grpId="0" build="p">
        <p:tmplLst>
          <p:tmpl lvl="1">
            <p:tnLst>
              <p:par>
                <p:cTn presetID="1" presetClass="entr" presetSubtype="0" fill="hold" nodeType="clickEffect">
                  <p:stCondLst>
                    <p:cond delay="0"/>
                  </p:stCondLst>
                  <p:childTnLst>
                    <p:set>
                      <p:cBhvr>
                        <p:cTn dur="1" fill="hold">
                          <p:stCondLst>
                            <p:cond delay="0"/>
                          </p:stCondLst>
                        </p:cTn>
                        <p:tgtEl>
                          <p:spTgt spid="20"/>
                        </p:tgtEl>
                        <p:attrNameLst>
                          <p:attrName>style.visibility</p:attrName>
                        </p:attrNameLst>
                      </p:cBhvr>
                      <p:to>
                        <p:strVal val="visible"/>
                      </p:to>
                    </p:set>
                  </p:childTnLst>
                </p:cTn>
              </p:par>
            </p:tnLst>
          </p:tmpl>
        </p:tmplLst>
      </p:bldP>
    </p:bld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VS)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9" y="208656"/>
            <a:ext cx="1347844"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723918"/>
            <a:ext cx="11577177" cy="1182155"/>
          </a:xfrm>
          <a:prstGeom prst="rect">
            <a:avLst/>
          </a:prstGeom>
          <a:solidFill>
            <a:srgbClr val="C1FFE1"/>
          </a:solidFill>
          <a:ln>
            <a:noFill/>
          </a:ln>
        </p:spPr>
        <p:txBody>
          <a:bodyPr wrap="square" rtlCol="0" anchor="ctr">
            <a:normAutofit/>
          </a:bodyPr>
          <a:lstStyle/>
          <a:p>
            <a:r>
              <a:rPr lang="en-US" sz="6000" b="1" i="0" dirty="0">
                <a:solidFill>
                  <a:srgbClr val="1F443E"/>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3460232"/>
          </a:xfrm>
          <a:prstGeom prst="rect">
            <a:avLst/>
          </a:prstGeom>
          <a:noFill/>
        </p:spPr>
        <p:txBody>
          <a:bodyPr tIns="144000" bIns="0" anchor="ctr"/>
          <a:lstStyle>
            <a:lvl1pPr marL="0" indent="0" algn="ctr">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the word apart</a:t>
            </a:r>
          </a:p>
        </p:txBody>
      </p:sp>
    </p:spTree>
    <p:extLst>
      <p:ext uri="{BB962C8B-B14F-4D97-AF65-F5344CB8AC3E}">
        <p14:creationId xmlns:p14="http://schemas.microsoft.com/office/powerpoint/2010/main" val="180980561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VS)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469727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B61BEF0D-F0BB-DE4B-95CE-6DB70DBA9567}" type="datetimeFigureOut">
              <a:rPr lang="en-US" smtClean="0"/>
              <a:pPr/>
              <a:t>5/15/22</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1031468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C) Learning Goal Setup">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8" y="1011383"/>
            <a:ext cx="2364855" cy="538446"/>
          </a:xfrm>
          <a:prstGeom prst="rect">
            <a:avLst/>
          </a:prstGeom>
          <a:solidFill>
            <a:srgbClr val="382248"/>
          </a:solidFill>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Learning Goal</a:t>
            </a:r>
          </a:p>
        </p:txBody>
      </p:sp>
      <p:sp>
        <p:nvSpPr>
          <p:cNvPr id="9" name="TextBox 8">
            <a:extLst>
              <a:ext uri="{FF2B5EF4-FFF2-40B4-BE49-F238E27FC236}">
                <a16:creationId xmlns:a16="http://schemas.microsoft.com/office/drawing/2014/main" id="{DF9C2B4A-0943-CC42-BE38-4F715F7CAA2B}"/>
              </a:ext>
            </a:extLst>
          </p:cNvPr>
          <p:cNvSpPr txBox="1"/>
          <p:nvPr userDrawn="1"/>
        </p:nvSpPr>
        <p:spPr>
          <a:xfrm>
            <a:off x="517951" y="4565193"/>
            <a:ext cx="2734700" cy="1947917"/>
          </a:xfrm>
          <a:prstGeom prst="rect">
            <a:avLst/>
          </a:prstGeom>
          <a:noFill/>
        </p:spPr>
        <p:txBody>
          <a:bodyPr wrap="square" tIns="180000" rtlCol="0" anchor="t">
            <a:normAutofit/>
          </a:bodyPr>
          <a:lstStyle/>
          <a:p>
            <a:r>
              <a:rPr lang="en-US" sz="3600" b="1" i="0" dirty="0">
                <a:solidFill>
                  <a:srgbClr val="683F84"/>
                </a:solidFill>
                <a:latin typeface="Calibri" panose="020F0502020204030204" pitchFamily="34" charset="0"/>
                <a:cs typeface="Calibri" panose="020F0502020204030204" pitchFamily="34" charset="0"/>
              </a:rPr>
              <a:t>Think </a:t>
            </a:r>
          </a:p>
          <a:p>
            <a:r>
              <a:rPr lang="en-US" sz="3600" b="1" i="0" dirty="0">
                <a:solidFill>
                  <a:srgbClr val="683F84"/>
                </a:solidFill>
                <a:latin typeface="Calibri" panose="020F0502020204030204" pitchFamily="34" charset="0"/>
                <a:cs typeface="Calibri" panose="020F0502020204030204" pitchFamily="34" charset="0"/>
              </a:rPr>
              <a:t>Pair</a:t>
            </a:r>
          </a:p>
          <a:p>
            <a:r>
              <a:rPr lang="en-US" sz="3600" b="1" i="0" dirty="0">
                <a:solidFill>
                  <a:srgbClr val="683F84"/>
                </a:solidFill>
                <a:latin typeface="Calibri" panose="020F0502020204030204" pitchFamily="34" charset="0"/>
                <a:cs typeface="Calibri" panose="020F0502020204030204" pitchFamily="34" charset="0"/>
              </a:rPr>
              <a:t>Share</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683F84"/>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252651" y="475428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28544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xit" presetSubtype="0" fill="hold" grpId="1" nodeType="withEffect">
                                  <p:stCondLst>
                                    <p:cond delay="0"/>
                                  </p:stCondLst>
                                  <p:childTnLst>
                                    <p:set>
                                      <p:cBhvr>
                                        <p:cTn id="12"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RC)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382248"/>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382248"/>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76445478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RC)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16018" cy="515262"/>
          </a:xfrm>
          <a:prstGeom prst="rect">
            <a:avLst/>
          </a:prstGeom>
          <a:solidFill>
            <a:srgbClr val="683F84"/>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382248"/>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2952543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RC)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71437" cy="515262"/>
          </a:xfrm>
          <a:prstGeom prst="rect">
            <a:avLst/>
          </a:prstGeom>
          <a:solidFill>
            <a:srgbClr val="382248"/>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FB6F2"/>
          </a:solidFill>
          <a:ln>
            <a:noFill/>
          </a:ln>
        </p:spPr>
        <p:txBody>
          <a:bodyPr wrap="square" rtlCol="0" anchor="ctr">
            <a:normAutofit/>
          </a:bodyPr>
          <a:lstStyle/>
          <a:p>
            <a:r>
              <a:rPr lang="en-US" sz="2400" b="1" i="0" dirty="0">
                <a:solidFill>
                  <a:srgbClr val="382248"/>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127957053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RC)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142032246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RC) 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Content Development</a:t>
            </a:r>
          </a:p>
        </p:txBody>
      </p:sp>
      <p:sp>
        <p:nvSpPr>
          <p:cNvPr id="3" name="Text Placeholder 2">
            <a:extLst>
              <a:ext uri="{FF2B5EF4-FFF2-40B4-BE49-F238E27FC236}">
                <a16:creationId xmlns:a16="http://schemas.microsoft.com/office/drawing/2014/main" id="{67489761-345C-4546-B69F-7F767EEB19E6}"/>
              </a:ext>
            </a:extLst>
          </p:cNvPr>
          <p:cNvSpPr>
            <a:spLocks noGrp="1"/>
          </p:cNvSpPr>
          <p:nvPr>
            <p:ph type="body" sz="quarter" idx="15" hasCustomPrompt="1"/>
          </p:nvPr>
        </p:nvSpPr>
        <p:spPr>
          <a:xfrm>
            <a:off x="397668" y="965946"/>
            <a:ext cx="9077325" cy="1885950"/>
          </a:xfrm>
          <a:prstGeom prst="rect">
            <a:avLst/>
          </a:prstGeom>
        </p:spPr>
        <p:txBody>
          <a:bodyPr/>
          <a:lstStyle>
            <a:lvl1pPr marL="0" indent="0">
              <a:buNone/>
              <a:defRPr sz="2800" b="1" i="0">
                <a:latin typeface="Century Gothic" panose="020B0502020202020204" pitchFamily="34" charset="0"/>
              </a:defRPr>
            </a:lvl1pPr>
          </a:lstStyle>
          <a:p>
            <a:pPr lvl="0"/>
            <a:r>
              <a:rPr lang="en-US" dirty="0"/>
              <a:t>The teacher explains the concepts and steps that lead to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29468767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RC) Skill Development with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userDrawn="1"/>
        </p:nvSpPr>
        <p:spPr>
          <a:xfrm>
            <a:off x="295275" y="590550"/>
            <a:ext cx="4199996" cy="352425"/>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Skill Development with Guided Practice</a:t>
            </a:r>
          </a:p>
        </p:txBody>
      </p:sp>
      <p:sp>
        <p:nvSpPr>
          <p:cNvPr id="10" name="Text Placeholder 2">
            <a:extLst>
              <a:ext uri="{FF2B5EF4-FFF2-40B4-BE49-F238E27FC236}">
                <a16:creationId xmlns:a16="http://schemas.microsoft.com/office/drawing/2014/main" id="{CF0F374D-B3C3-694C-9E4C-49E7305FA052}"/>
              </a:ext>
            </a:extLst>
          </p:cNvPr>
          <p:cNvSpPr>
            <a:spLocks noGrp="1"/>
          </p:cNvSpPr>
          <p:nvPr>
            <p:ph type="body" sz="quarter" idx="15" hasCustomPrompt="1"/>
          </p:nvPr>
        </p:nvSpPr>
        <p:spPr>
          <a:xfrm>
            <a:off x="397668" y="1067135"/>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Go through the steps one by one that will guide the students to the learning goal. Ensure the students are involved so that you can check for understanding.</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884283185"/>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RC) Lesson Closure">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Lesson Closure</a:t>
            </a:r>
          </a:p>
        </p:txBody>
      </p:sp>
      <p:sp>
        <p:nvSpPr>
          <p:cNvPr id="12" name="Text Placeholder 2">
            <a:extLst>
              <a:ext uri="{FF2B5EF4-FFF2-40B4-BE49-F238E27FC236}">
                <a16:creationId xmlns:a16="http://schemas.microsoft.com/office/drawing/2014/main" id="{9ABE9B17-B75E-C845-8C05-25DEB214B5BE}"/>
              </a:ext>
            </a:extLst>
          </p:cNvPr>
          <p:cNvSpPr>
            <a:spLocks noGrp="1"/>
          </p:cNvSpPr>
          <p:nvPr>
            <p:ph type="body" sz="quarter" idx="15" hasCustomPrompt="1"/>
          </p:nvPr>
        </p:nvSpPr>
        <p:spPr>
          <a:xfrm>
            <a:off x="397668" y="999954"/>
            <a:ext cx="9077325" cy="2314576"/>
          </a:xfrm>
          <a:prstGeom prst="rect">
            <a:avLst/>
          </a:prstGeom>
        </p:spPr>
        <p:txBody>
          <a:bodyPr/>
          <a:lstStyle>
            <a:lvl1pPr marL="0" indent="0">
              <a:buNone/>
              <a:defRPr sz="2800" b="1" i="0">
                <a:latin typeface="Century Gothic" panose="020B0502020202020204" pitchFamily="34" charset="0"/>
              </a:defRPr>
            </a:lvl1pPr>
          </a:lstStyle>
          <a:p>
            <a:pPr lvl="0"/>
            <a:r>
              <a:rPr lang="en-US" dirty="0"/>
              <a:t>Have students answer questions, explain a concept, complete an equation, </a:t>
            </a:r>
            <a:r>
              <a:rPr lang="en-US" dirty="0" err="1"/>
              <a:t>etc</a:t>
            </a:r>
            <a:r>
              <a:rPr lang="en-US" dirty="0"/>
              <a:t> to show they have reached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874969655"/>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RC) 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userDrawn="1"/>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20989078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RC) 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9" y="1053881"/>
            <a:ext cx="2350999" cy="495947"/>
          </a:xfrm>
          <a:prstGeom prst="rect">
            <a:avLst/>
          </a:prstGeom>
          <a:solidFill>
            <a:srgbClr val="382248"/>
          </a:solidFill>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0541793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RC) 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Independent Practice</a:t>
            </a:r>
          </a:p>
        </p:txBody>
      </p:sp>
      <p:sp>
        <p:nvSpPr>
          <p:cNvPr id="10" name="Text Placeholder 2">
            <a:extLst>
              <a:ext uri="{FF2B5EF4-FFF2-40B4-BE49-F238E27FC236}">
                <a16:creationId xmlns:a16="http://schemas.microsoft.com/office/drawing/2014/main" id="{2F2AA107-37A0-6640-94E6-ADA5A39A9FA3}"/>
              </a:ext>
            </a:extLst>
          </p:cNvPr>
          <p:cNvSpPr>
            <a:spLocks noGrp="1"/>
          </p:cNvSpPr>
          <p:nvPr>
            <p:ph type="body" sz="quarter" idx="15" hasCustomPrompt="1"/>
          </p:nvPr>
        </p:nvSpPr>
        <p:spPr>
          <a:xfrm>
            <a:off x="397668" y="1002771"/>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Once the students have reached the learning goal create activities that have them practice the exact skill that has just been taught. This section can be differentiated.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67937546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RC)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9" y="208656"/>
            <a:ext cx="1347844" cy="515262"/>
          </a:xfrm>
          <a:prstGeom prst="rect">
            <a:avLst/>
          </a:prstGeom>
          <a:solidFill>
            <a:srgbClr val="382248"/>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723918"/>
            <a:ext cx="11577177" cy="1204895"/>
          </a:xfrm>
          <a:prstGeom prst="rect">
            <a:avLst/>
          </a:prstGeom>
          <a:solidFill>
            <a:srgbClr val="FFB6F2"/>
          </a:solidFill>
          <a:ln>
            <a:noFill/>
          </a:ln>
        </p:spPr>
        <p:txBody>
          <a:bodyPr wrap="square" rtlCol="0" anchor="ctr">
            <a:normAutofit/>
          </a:bodyPr>
          <a:lstStyle/>
          <a:p>
            <a:r>
              <a:rPr lang="en-US" sz="6000" b="1" i="0" dirty="0">
                <a:solidFill>
                  <a:srgbClr val="382248"/>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2649248"/>
          </a:xfrm>
          <a:prstGeom prst="rect">
            <a:avLst/>
          </a:prstGeom>
          <a:noFill/>
        </p:spPr>
        <p:txBody>
          <a:bodyPr tIns="144000" bIns="0" anchor="ctr"/>
          <a:lstStyle>
            <a:lvl1pPr marL="0" indent="0" algn="ctr">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it into pieces</a:t>
            </a:r>
          </a:p>
        </p:txBody>
      </p:sp>
    </p:spTree>
    <p:extLst>
      <p:ext uri="{BB962C8B-B14F-4D97-AF65-F5344CB8AC3E}">
        <p14:creationId xmlns:p14="http://schemas.microsoft.com/office/powerpoint/2010/main" val="367233742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RC)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725218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B61BEF0D-F0BB-DE4B-95CE-6DB70DBA9567}" type="datetimeFigureOut">
              <a:rPr lang="en-US" smtClean="0"/>
              <a:pPr/>
              <a:t>5/15/22</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6129672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2585C-8B69-B043-B753-1A3000E352B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85CEF58-0EF9-D840-9A8F-AD0FF1E4BE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086F59C-3B87-1C41-BD96-7DDB60283D1F}"/>
              </a:ext>
            </a:extLst>
          </p:cNvPr>
          <p:cNvSpPr>
            <a:spLocks noGrp="1"/>
          </p:cNvSpPr>
          <p:nvPr>
            <p:ph type="dt" sz="half" idx="10"/>
          </p:nvPr>
        </p:nvSpPr>
        <p:spPr/>
        <p:txBody>
          <a:bodyPr/>
          <a:lstStyle/>
          <a:p>
            <a:fld id="{B61BEF0D-F0BB-DE4B-95CE-6DB70DBA9567}" type="datetimeFigureOut">
              <a:rPr lang="en-US" smtClean="0"/>
              <a:pPr/>
              <a:t>5/15/22</a:t>
            </a:fld>
            <a:endParaRPr lang="en-US" dirty="0"/>
          </a:p>
        </p:txBody>
      </p:sp>
      <p:sp>
        <p:nvSpPr>
          <p:cNvPr id="5" name="Footer Placeholder 4">
            <a:extLst>
              <a:ext uri="{FF2B5EF4-FFF2-40B4-BE49-F238E27FC236}">
                <a16:creationId xmlns:a16="http://schemas.microsoft.com/office/drawing/2014/main" id="{977998FC-6D47-6449-A1F6-30E23BA727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AC17CDF-FC7F-5A44-9C47-53EAA5ED781D}"/>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9925697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43433-A2CE-6244-9F12-597922B28A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D97E04B-808C-9F42-BF20-9FB1B64025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301CBA-4616-FD45-8717-85954893BE41}"/>
              </a:ext>
            </a:extLst>
          </p:cNvPr>
          <p:cNvSpPr>
            <a:spLocks noGrp="1"/>
          </p:cNvSpPr>
          <p:nvPr>
            <p:ph type="dt" sz="half" idx="10"/>
          </p:nvPr>
        </p:nvSpPr>
        <p:spPr/>
        <p:txBody>
          <a:bodyPr/>
          <a:lstStyle/>
          <a:p>
            <a:fld id="{B61BEF0D-F0BB-DE4B-95CE-6DB70DBA9567}" type="datetimeFigureOut">
              <a:rPr lang="en-US" smtClean="0"/>
              <a:pPr/>
              <a:t>5/15/22</a:t>
            </a:fld>
            <a:endParaRPr lang="en-US" dirty="0"/>
          </a:p>
        </p:txBody>
      </p:sp>
      <p:sp>
        <p:nvSpPr>
          <p:cNvPr id="5" name="Footer Placeholder 4">
            <a:extLst>
              <a:ext uri="{FF2B5EF4-FFF2-40B4-BE49-F238E27FC236}">
                <a16:creationId xmlns:a16="http://schemas.microsoft.com/office/drawing/2014/main" id="{16C6EC38-1217-AF4A-BF4A-8C98EFBF38B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262114F-C2DD-B544-97F6-A6869EB0D8AF}"/>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2605198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C308E-C0FD-7847-BDAC-288A4A818C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27F8788-D236-534A-8446-06EADB8B0C6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1CE6483-F658-9B42-B6E2-2273E7B5CD5E}"/>
              </a:ext>
            </a:extLst>
          </p:cNvPr>
          <p:cNvSpPr>
            <a:spLocks noGrp="1"/>
          </p:cNvSpPr>
          <p:nvPr>
            <p:ph type="dt" sz="half" idx="10"/>
          </p:nvPr>
        </p:nvSpPr>
        <p:spPr/>
        <p:txBody>
          <a:bodyPr/>
          <a:lstStyle/>
          <a:p>
            <a:fld id="{B61BEF0D-F0BB-DE4B-95CE-6DB70DBA9567}" type="datetimeFigureOut">
              <a:rPr lang="en-US" smtClean="0"/>
              <a:pPr/>
              <a:t>5/15/22</a:t>
            </a:fld>
            <a:endParaRPr lang="en-US" dirty="0"/>
          </a:p>
        </p:txBody>
      </p:sp>
      <p:sp>
        <p:nvSpPr>
          <p:cNvPr id="5" name="Footer Placeholder 4">
            <a:extLst>
              <a:ext uri="{FF2B5EF4-FFF2-40B4-BE49-F238E27FC236}">
                <a16:creationId xmlns:a16="http://schemas.microsoft.com/office/drawing/2014/main" id="{B75ED8CC-1F14-0247-B5EB-CD3E00E47E4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371B541-9920-E24C-9758-7B00FE373004}"/>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367008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940DF-6BE1-F045-A153-2BC1B9F2092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4096841-0F00-E44A-BA16-50308628B11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B4D93E6-96AC-AC4B-AFB4-BD2249EF5CB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978163F-327D-C546-8B65-F3E9D26F31AD}"/>
              </a:ext>
            </a:extLst>
          </p:cNvPr>
          <p:cNvSpPr>
            <a:spLocks noGrp="1"/>
          </p:cNvSpPr>
          <p:nvPr>
            <p:ph type="dt" sz="half" idx="10"/>
          </p:nvPr>
        </p:nvSpPr>
        <p:spPr/>
        <p:txBody>
          <a:bodyPr/>
          <a:lstStyle/>
          <a:p>
            <a:fld id="{EB712588-04B1-427B-82EE-E8DB90309F08}" type="datetimeFigureOut">
              <a:rPr lang="en-US" smtClean="0"/>
              <a:t>5/15/22</a:t>
            </a:fld>
            <a:endParaRPr lang="en-US" dirty="0"/>
          </a:p>
        </p:txBody>
      </p:sp>
      <p:sp>
        <p:nvSpPr>
          <p:cNvPr id="6" name="Footer Placeholder 5">
            <a:extLst>
              <a:ext uri="{FF2B5EF4-FFF2-40B4-BE49-F238E27FC236}">
                <a16:creationId xmlns:a16="http://schemas.microsoft.com/office/drawing/2014/main" id="{3AE0AD71-D318-4242-BA74-69358F17244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1320061-E089-FE42-B800-B7A6FB7BC80E}"/>
              </a:ext>
            </a:extLst>
          </p:cNvPr>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52326457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B5FB7-2215-4149-A411-95C19165DEF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28ADC7A-69C4-3449-A284-61F53D5946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49C283-6034-8D45-BB1B-552F39A25F1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2989C7E-762D-DF4F-A602-A1BF218571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19E0002-87D6-C24A-A91D-B990D374A8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6668C5-B842-794E-B9EA-875D34A8FB78}"/>
              </a:ext>
            </a:extLst>
          </p:cNvPr>
          <p:cNvSpPr>
            <a:spLocks noGrp="1"/>
          </p:cNvSpPr>
          <p:nvPr>
            <p:ph type="dt" sz="half" idx="10"/>
          </p:nvPr>
        </p:nvSpPr>
        <p:spPr/>
        <p:txBody>
          <a:bodyPr/>
          <a:lstStyle/>
          <a:p>
            <a:fld id="{B61BEF0D-F0BB-DE4B-95CE-6DB70DBA9567}" type="datetimeFigureOut">
              <a:rPr lang="en-US" smtClean="0"/>
              <a:pPr/>
              <a:t>5/15/22</a:t>
            </a:fld>
            <a:endParaRPr lang="en-US" dirty="0"/>
          </a:p>
        </p:txBody>
      </p:sp>
      <p:sp>
        <p:nvSpPr>
          <p:cNvPr id="8" name="Footer Placeholder 7">
            <a:extLst>
              <a:ext uri="{FF2B5EF4-FFF2-40B4-BE49-F238E27FC236}">
                <a16:creationId xmlns:a16="http://schemas.microsoft.com/office/drawing/2014/main" id="{5A28C667-CE46-ED48-8821-9DB111E86181}"/>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A72B333B-9FFF-2A4D-AC87-7E27A855E7E2}"/>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933529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A690E-17E1-DE4E-B5A2-5BA6EBD0165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42D7D25-037D-964F-A4AF-09A211E2C271}"/>
              </a:ext>
            </a:extLst>
          </p:cNvPr>
          <p:cNvSpPr>
            <a:spLocks noGrp="1"/>
          </p:cNvSpPr>
          <p:nvPr>
            <p:ph type="dt" sz="half" idx="10"/>
          </p:nvPr>
        </p:nvSpPr>
        <p:spPr/>
        <p:txBody>
          <a:bodyPr/>
          <a:lstStyle/>
          <a:p>
            <a:fld id="{B61BEF0D-F0BB-DE4B-95CE-6DB70DBA9567}" type="datetimeFigureOut">
              <a:rPr lang="en-US" smtClean="0"/>
              <a:pPr/>
              <a:t>5/15/22</a:t>
            </a:fld>
            <a:endParaRPr lang="en-US" dirty="0"/>
          </a:p>
        </p:txBody>
      </p:sp>
      <p:sp>
        <p:nvSpPr>
          <p:cNvPr id="4" name="Footer Placeholder 3">
            <a:extLst>
              <a:ext uri="{FF2B5EF4-FFF2-40B4-BE49-F238E27FC236}">
                <a16:creationId xmlns:a16="http://schemas.microsoft.com/office/drawing/2014/main" id="{43E9663C-8167-6847-8432-42DEF7FF283D}"/>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317A0131-4841-D843-9AC9-055AC2F2CC40}"/>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4941961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2A51B5-09FC-864D-98FE-16F163363C6C}"/>
              </a:ext>
            </a:extLst>
          </p:cNvPr>
          <p:cNvSpPr>
            <a:spLocks noGrp="1"/>
          </p:cNvSpPr>
          <p:nvPr>
            <p:ph type="dt" sz="half" idx="10"/>
          </p:nvPr>
        </p:nvSpPr>
        <p:spPr/>
        <p:txBody>
          <a:bodyPr/>
          <a:lstStyle/>
          <a:p>
            <a:fld id="{B61BEF0D-F0BB-DE4B-95CE-6DB70DBA9567}" type="datetimeFigureOut">
              <a:rPr lang="en-US" smtClean="0"/>
              <a:pPr/>
              <a:t>5/15/22</a:t>
            </a:fld>
            <a:endParaRPr lang="en-US" dirty="0"/>
          </a:p>
        </p:txBody>
      </p:sp>
      <p:sp>
        <p:nvSpPr>
          <p:cNvPr id="3" name="Footer Placeholder 2">
            <a:extLst>
              <a:ext uri="{FF2B5EF4-FFF2-40B4-BE49-F238E27FC236}">
                <a16:creationId xmlns:a16="http://schemas.microsoft.com/office/drawing/2014/main" id="{9A9FE577-AF6A-204B-8987-548A9FD823E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DEA56DD6-090D-EE44-86E5-9EFB21599417}"/>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4517925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D02F1-BD0C-1C49-A3BA-25D110E628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0B73BB6-219E-004E-9277-DBD25B22A5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96C13EE-ADDA-1745-A0D2-E1055F03E4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94BDD4-3C99-5F44-923E-0DF1F92E92E7}"/>
              </a:ext>
            </a:extLst>
          </p:cNvPr>
          <p:cNvSpPr>
            <a:spLocks noGrp="1"/>
          </p:cNvSpPr>
          <p:nvPr>
            <p:ph type="dt" sz="half" idx="10"/>
          </p:nvPr>
        </p:nvSpPr>
        <p:spPr/>
        <p:txBody>
          <a:bodyPr/>
          <a:lstStyle/>
          <a:p>
            <a:fld id="{42A54C80-263E-416B-A8E0-580EDEADCBDC}" type="datetimeFigureOut">
              <a:rPr lang="en-US" smtClean="0"/>
              <a:t>5/15/22</a:t>
            </a:fld>
            <a:endParaRPr lang="en-US" dirty="0"/>
          </a:p>
        </p:txBody>
      </p:sp>
      <p:sp>
        <p:nvSpPr>
          <p:cNvPr id="6" name="Footer Placeholder 5">
            <a:extLst>
              <a:ext uri="{FF2B5EF4-FFF2-40B4-BE49-F238E27FC236}">
                <a16:creationId xmlns:a16="http://schemas.microsoft.com/office/drawing/2014/main" id="{E8C8318F-B631-4E46-8340-D22F039FA87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7748A4C-A384-AF47-A837-C46A99AA163B}"/>
              </a:ext>
            </a:extLst>
          </p:cNvPr>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254284322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9456D-8FD1-A343-BC21-599F10E4CE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98D8699-A379-934C-9848-BD600A5D0C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AA82C27-0E15-8840-96CE-D0F006334B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1ED90E-797F-5C43-AD81-B1B3F85ECEED}"/>
              </a:ext>
            </a:extLst>
          </p:cNvPr>
          <p:cNvSpPr>
            <a:spLocks noGrp="1"/>
          </p:cNvSpPr>
          <p:nvPr>
            <p:ph type="dt" sz="half" idx="10"/>
          </p:nvPr>
        </p:nvSpPr>
        <p:spPr/>
        <p:txBody>
          <a:bodyPr/>
          <a:lstStyle/>
          <a:p>
            <a:fld id="{B61BEF0D-F0BB-DE4B-95CE-6DB70DBA9567}" type="datetimeFigureOut">
              <a:rPr lang="en-US" smtClean="0"/>
              <a:pPr/>
              <a:t>5/15/22</a:t>
            </a:fld>
            <a:endParaRPr lang="en-US" dirty="0"/>
          </a:p>
        </p:txBody>
      </p:sp>
      <p:sp>
        <p:nvSpPr>
          <p:cNvPr id="6" name="Footer Placeholder 5">
            <a:extLst>
              <a:ext uri="{FF2B5EF4-FFF2-40B4-BE49-F238E27FC236}">
                <a16:creationId xmlns:a16="http://schemas.microsoft.com/office/drawing/2014/main" id="{711EDEC2-1761-E34F-87C9-7E697178CBD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043B737-D7BA-5E4C-AF00-66D590E0D376}"/>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1202873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6AFF8-63E3-0A40-8D7C-457B91F6B56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FD20475-B697-E541-A6DF-92AF025383A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F4675E-25C2-DB4B-B732-E675B20FD120}"/>
              </a:ext>
            </a:extLst>
          </p:cNvPr>
          <p:cNvSpPr>
            <a:spLocks noGrp="1"/>
          </p:cNvSpPr>
          <p:nvPr>
            <p:ph type="dt" sz="half" idx="10"/>
          </p:nvPr>
        </p:nvSpPr>
        <p:spPr/>
        <p:txBody>
          <a:bodyPr/>
          <a:lstStyle/>
          <a:p>
            <a:fld id="{55C6B4A9-1611-4792-9094-5F34BCA07E0B}" type="datetimeFigureOut">
              <a:rPr lang="en-US" smtClean="0"/>
              <a:t>5/15/22</a:t>
            </a:fld>
            <a:endParaRPr lang="en-US" dirty="0"/>
          </a:p>
        </p:txBody>
      </p:sp>
      <p:sp>
        <p:nvSpPr>
          <p:cNvPr id="5" name="Footer Placeholder 4">
            <a:extLst>
              <a:ext uri="{FF2B5EF4-FFF2-40B4-BE49-F238E27FC236}">
                <a16:creationId xmlns:a16="http://schemas.microsoft.com/office/drawing/2014/main" id="{C89AA116-B5A0-BA4A-927E-F785DA39214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E934329-E529-1C4A-B234-47CEB980DC90}"/>
              </a:ext>
            </a:extLst>
          </p:cNvPr>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175295150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E039D1-DA12-DF4C-B907-75F31632F80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0DE494C-36A5-2747-BF3C-397154210C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D58C0A-6161-4F4D-A944-A3BF9791D897}"/>
              </a:ext>
            </a:extLst>
          </p:cNvPr>
          <p:cNvSpPr>
            <a:spLocks noGrp="1"/>
          </p:cNvSpPr>
          <p:nvPr>
            <p:ph type="dt" sz="half" idx="10"/>
          </p:nvPr>
        </p:nvSpPr>
        <p:spPr/>
        <p:txBody>
          <a:bodyPr/>
          <a:lstStyle/>
          <a:p>
            <a:fld id="{B61BEF0D-F0BB-DE4B-95CE-6DB70DBA9567}" type="datetimeFigureOut">
              <a:rPr lang="en-US" smtClean="0"/>
              <a:pPr/>
              <a:t>5/15/22</a:t>
            </a:fld>
            <a:endParaRPr lang="en-US" dirty="0"/>
          </a:p>
        </p:txBody>
      </p:sp>
      <p:sp>
        <p:nvSpPr>
          <p:cNvPr id="5" name="Footer Placeholder 4">
            <a:extLst>
              <a:ext uri="{FF2B5EF4-FFF2-40B4-BE49-F238E27FC236}">
                <a16:creationId xmlns:a16="http://schemas.microsoft.com/office/drawing/2014/main" id="{B5F5B78C-A430-9642-82D9-6A2FCFBA582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296C11C-7346-FA48-B12E-8225F91ED1C3}"/>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0875876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EI) Content Development">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04E1E29-E5E1-4CA6-AE28-873DC4095433}"/>
              </a:ext>
            </a:extLst>
          </p:cNvPr>
          <p:cNvSpPr txBox="1"/>
          <p:nvPr userDrawn="1"/>
        </p:nvSpPr>
        <p:spPr>
          <a:xfrm>
            <a:off x="280557" y="237294"/>
            <a:ext cx="2206171" cy="369085"/>
          </a:xfrm>
          <a:prstGeom prst="round2DiagRect">
            <a:avLst/>
          </a:prstGeom>
          <a:solidFill>
            <a:srgbClr val="154983"/>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defPPr>
              <a:defRPr lang="en-US"/>
            </a:defPPr>
            <a:lvl1pPr algn="ctr">
              <a:defRPr sz="1400" b="0" i="0">
                <a:solidFill>
                  <a:schemeClr val="bg1"/>
                </a:solidFill>
                <a:latin typeface="Arial Rounded MT Bold" panose="020F0704030504030204" pitchFamily="34" charset="0"/>
                <a:cs typeface="Futura Medium" panose="020B0602020204020303" pitchFamily="34" charset="-79"/>
              </a:defRPr>
            </a:lvl1pPr>
          </a:lstStyle>
          <a:p>
            <a:pPr lvl="0"/>
            <a:r>
              <a:rPr lang="en-US" dirty="0"/>
              <a:t>Concept Development</a:t>
            </a:r>
          </a:p>
        </p:txBody>
      </p:sp>
      <p:sp>
        <p:nvSpPr>
          <p:cNvPr id="11" name="Text Placeholder 6">
            <a:extLst>
              <a:ext uri="{FF2B5EF4-FFF2-40B4-BE49-F238E27FC236}">
                <a16:creationId xmlns:a16="http://schemas.microsoft.com/office/drawing/2014/main" id="{492D3A20-F902-4F74-96C6-B8576FA0A5F9}"/>
              </a:ext>
            </a:extLst>
          </p:cNvPr>
          <p:cNvSpPr>
            <a:spLocks noGrp="1"/>
          </p:cNvSpPr>
          <p:nvPr>
            <p:ph type="body" sz="quarter" idx="13" hasCustomPrompt="1"/>
          </p:nvPr>
        </p:nvSpPr>
        <p:spPr>
          <a:xfrm>
            <a:off x="280557" y="805337"/>
            <a:ext cx="11481952" cy="524699"/>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rgbClr val="154983"/>
                </a:solidFill>
                <a:latin typeface="Arial Rounded MT Bold" panose="020F0704030504030204" pitchFamily="34" charset="0"/>
              </a:defRPr>
            </a:lvl1pPr>
          </a:lstStyle>
          <a:p>
            <a:pPr lvl="0"/>
            <a:r>
              <a:rPr lang="en-AU" dirty="0"/>
              <a:t>Click to add text.</a:t>
            </a:r>
            <a:br>
              <a:rPr lang="en-AU" dirty="0"/>
            </a:br>
            <a:endParaRPr lang="en-AU" dirty="0"/>
          </a:p>
        </p:txBody>
      </p:sp>
      <p:sp>
        <p:nvSpPr>
          <p:cNvPr id="12" name="Text Placeholder 2">
            <a:extLst>
              <a:ext uri="{FF2B5EF4-FFF2-40B4-BE49-F238E27FC236}">
                <a16:creationId xmlns:a16="http://schemas.microsoft.com/office/drawing/2014/main" id="{F940C2C1-B592-48FA-B23E-0B742216BD9C}"/>
              </a:ext>
            </a:extLst>
          </p:cNvPr>
          <p:cNvSpPr>
            <a:spLocks noGrp="1"/>
          </p:cNvSpPr>
          <p:nvPr>
            <p:ph type="body" sz="quarter" idx="15" hasCustomPrompt="1"/>
          </p:nvPr>
        </p:nvSpPr>
        <p:spPr>
          <a:xfrm>
            <a:off x="280558" y="1528994"/>
            <a:ext cx="11506476" cy="506692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latin typeface="Verdana" panose="020B0604030504040204" pitchFamily="34" charset="0"/>
                <a:ea typeface="Verdana" panose="020B0604030504040204" pitchFamily="34" charset="0"/>
              </a:defRPr>
            </a:lvl1pPr>
          </a:lstStyle>
          <a:p>
            <a:pPr lvl="0"/>
            <a:r>
              <a:rPr lang="en-AU" dirty="0"/>
              <a:t>The teacher explains the concepts and steps that lead to the learning objective.</a:t>
            </a:r>
            <a:br>
              <a:rPr lang="en-AU" dirty="0"/>
            </a:br>
            <a:br>
              <a:rPr lang="en-AU" dirty="0"/>
            </a:br>
            <a:r>
              <a:rPr lang="en-AU" dirty="0"/>
              <a:t>Click to add text. Delete textbox if unneeded.</a:t>
            </a:r>
          </a:p>
        </p:txBody>
      </p:sp>
    </p:spTree>
    <p:extLst>
      <p:ext uri="{BB962C8B-B14F-4D97-AF65-F5344CB8AC3E}">
        <p14:creationId xmlns:p14="http://schemas.microsoft.com/office/powerpoint/2010/main" val="28356521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slideLayout" Target="../slideLayouts/slideLayout34.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17" Type="http://schemas.openxmlformats.org/officeDocument/2006/relationships/image" Target="../media/image1.png"/><Relationship Id="rId2" Type="http://schemas.openxmlformats.org/officeDocument/2006/relationships/slideLayout" Target="../slideLayouts/slideLayout23.xml"/><Relationship Id="rId16" Type="http://schemas.openxmlformats.org/officeDocument/2006/relationships/theme" Target="../theme/theme2.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5" Type="http://schemas.openxmlformats.org/officeDocument/2006/relationships/slideLayout" Target="../slideLayouts/slideLayout3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slideLayout" Target="../slideLayouts/slideLayout3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image" Target="../media/image1.png"/><Relationship Id="rId5" Type="http://schemas.openxmlformats.org/officeDocument/2006/relationships/slideLayout" Target="../slideLayouts/slideLayout41.xml"/><Relationship Id="rId10" Type="http://schemas.openxmlformats.org/officeDocument/2006/relationships/theme" Target="../theme/theme3.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slideLayout" Target="../slideLayouts/slideLayout58.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2" Type="http://schemas.openxmlformats.org/officeDocument/2006/relationships/slideLayout" Target="../slideLayouts/slideLayout47.xml"/><Relationship Id="rId16" Type="http://schemas.openxmlformats.org/officeDocument/2006/relationships/image" Target="../media/image1.png"/><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5" Type="http://schemas.openxmlformats.org/officeDocument/2006/relationships/theme" Target="../theme/theme4.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slideLayout" Target="../slideLayouts/slideLayout59.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theme" Target="../theme/theme5.xml"/><Relationship Id="rId3" Type="http://schemas.openxmlformats.org/officeDocument/2006/relationships/slideLayout" Target="../slideLayouts/slideLayout62.xml"/><Relationship Id="rId7" Type="http://schemas.openxmlformats.org/officeDocument/2006/relationships/slideLayout" Target="../slideLayouts/slideLayout66.xml"/><Relationship Id="rId12" Type="http://schemas.openxmlformats.org/officeDocument/2006/relationships/slideLayout" Target="../slideLayouts/slideLayout71.xml"/><Relationship Id="rId2" Type="http://schemas.openxmlformats.org/officeDocument/2006/relationships/slideLayout" Target="../slideLayouts/slideLayout61.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5" Type="http://schemas.openxmlformats.org/officeDocument/2006/relationships/slideLayout" Target="../slideLayouts/slideLayout64.xml"/><Relationship Id="rId10" Type="http://schemas.openxmlformats.org/officeDocument/2006/relationships/slideLayout" Target="../slideLayouts/slideLayout69.xml"/><Relationship Id="rId4" Type="http://schemas.openxmlformats.org/officeDocument/2006/relationships/slideLayout" Target="../slideLayouts/slideLayout63.xml"/><Relationship Id="rId9" Type="http://schemas.openxmlformats.org/officeDocument/2006/relationships/slideLayout" Target="../slideLayouts/slideLayout6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3AA52D-1531-D74F-B0A5-6078D4C9110F}"/>
              </a:ext>
            </a:extLst>
          </p:cNvPr>
          <p:cNvSpPr/>
          <p:nvPr/>
        </p:nvSpPr>
        <p:spPr>
          <a:xfrm>
            <a:off x="0" y="0"/>
            <a:ext cx="12192000" cy="6858000"/>
          </a:xfrm>
          <a:prstGeom prst="rect">
            <a:avLst/>
          </a:prstGeom>
          <a:solidFill>
            <a:srgbClr val="3B8C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3BC489FE-D005-E249-B3C3-A41B78A14714}"/>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3E91DF72-2A8F-445D-BC0A-815E681E321D}"/>
              </a:ext>
            </a:extLst>
          </p:cNvPr>
          <p:cNvPicPr>
            <a:picLocks noChangeAspect="1"/>
          </p:cNvPicPr>
          <p:nvPr/>
        </p:nvPicPr>
        <p:blipFill>
          <a:blip r:embed="rId23"/>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2709256914"/>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25" r:id="rId15"/>
    <p:sldLayoutId id="2147483726" r:id="rId16"/>
    <p:sldLayoutId id="2147483727" r:id="rId17"/>
    <p:sldLayoutId id="2147483728" r:id="rId18"/>
    <p:sldLayoutId id="2147483729" r:id="rId19"/>
    <p:sldLayoutId id="2147483730" r:id="rId20"/>
    <p:sldLayoutId id="2147483731" r:id="rId2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CB8789-C5D7-6249-9847-EB3816E191ED}"/>
              </a:ext>
            </a:extLst>
          </p:cNvPr>
          <p:cNvSpPr/>
          <p:nvPr/>
        </p:nvSpPr>
        <p:spPr>
          <a:xfrm>
            <a:off x="0" y="0"/>
            <a:ext cx="12192000" cy="6858000"/>
          </a:xfrm>
          <a:prstGeom prst="rect">
            <a:avLst/>
          </a:prstGeom>
          <a:solidFill>
            <a:srgbClr val="A149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886F1C9-C15E-0448-B006-3ECFAB54CD2D}"/>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97B421F1-3EFD-4EB1-8757-68976493B334}"/>
              </a:ext>
            </a:extLst>
          </p:cNvPr>
          <p:cNvPicPr>
            <a:picLocks noChangeAspect="1"/>
          </p:cNvPicPr>
          <p:nvPr/>
        </p:nvPicPr>
        <p:blipFill>
          <a:blip r:embed="rId17"/>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473491833"/>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 id="2147483745" r:id="rId12"/>
    <p:sldLayoutId id="2147483746" r:id="rId13"/>
    <p:sldLayoutId id="2147483747" r:id="rId14"/>
    <p:sldLayoutId id="2147483771"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CB8789-C5D7-6249-9847-EB3816E191ED}"/>
              </a:ext>
            </a:extLst>
          </p:cNvPr>
          <p:cNvSpPr/>
          <p:nvPr/>
        </p:nvSpPr>
        <p:spPr>
          <a:xfrm>
            <a:off x="0" y="0"/>
            <a:ext cx="12192000" cy="6858000"/>
          </a:xfrm>
          <a:prstGeom prst="rect">
            <a:avLst/>
          </a:prstGeom>
          <a:solidFill>
            <a:srgbClr val="479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886F1C9-C15E-0448-B006-3ECFAB54CD2D}"/>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6DBB0268-634F-494F-A534-6D6283C91351}"/>
              </a:ext>
            </a:extLst>
          </p:cNvPr>
          <p:cNvPicPr>
            <a:picLocks noChangeAspect="1"/>
          </p:cNvPicPr>
          <p:nvPr/>
        </p:nvPicPr>
        <p:blipFill>
          <a:blip r:embed="rId11"/>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594667570"/>
      </p:ext>
    </p:extLst>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72"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3AA52D-1531-D74F-B0A5-6078D4C9110F}"/>
              </a:ext>
            </a:extLst>
          </p:cNvPr>
          <p:cNvSpPr/>
          <p:nvPr/>
        </p:nvSpPr>
        <p:spPr>
          <a:xfrm>
            <a:off x="0" y="0"/>
            <a:ext cx="12192000" cy="6858000"/>
          </a:xfrm>
          <a:prstGeom prst="rect">
            <a:avLst/>
          </a:prstGeom>
          <a:solidFill>
            <a:srgbClr val="683F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3BC489FE-D005-E249-B3C3-A41B78A14714}"/>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D3C87905-546B-40B8-A77F-8173C6D81708}"/>
              </a:ext>
            </a:extLst>
          </p:cNvPr>
          <p:cNvPicPr>
            <a:picLocks noChangeAspect="1"/>
          </p:cNvPicPr>
          <p:nvPr/>
        </p:nvPicPr>
        <p:blipFill>
          <a:blip r:embed="rId16"/>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708817399"/>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 id="2147483769" r:id="rId12"/>
    <p:sldLayoutId id="2147483770" r:id="rId13"/>
    <p:sldLayoutId id="214748377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DD52C70-79E0-3F4E-8C86-21588BE79E9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B891E8F-80E7-D045-B781-B6A164C414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06AA54-5ABB-EF4D-9916-637244CB4A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5/15/22</a:t>
            </a:fld>
            <a:endParaRPr lang="en-US" dirty="0"/>
          </a:p>
        </p:txBody>
      </p:sp>
      <p:sp>
        <p:nvSpPr>
          <p:cNvPr id="5" name="Footer Placeholder 4">
            <a:extLst>
              <a:ext uri="{FF2B5EF4-FFF2-40B4-BE49-F238E27FC236}">
                <a16:creationId xmlns:a16="http://schemas.microsoft.com/office/drawing/2014/main" id="{6AEFBE9C-E714-8C48-86AA-5BC9832FD9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B14D2459-E8D0-E049-BE1B-B4AFAA05B2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0381662"/>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 id="2147483795"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p:txBody>
          <a:bodyPr>
            <a:noAutofit/>
          </a:bodyPr>
          <a:lstStyle/>
          <a:p>
            <a:r>
              <a:rPr lang="en-AU" sz="3400" dirty="0"/>
              <a:t>Vaccines </a:t>
            </a:r>
          </a:p>
        </p:txBody>
      </p:sp>
      <p:graphicFrame>
        <p:nvGraphicFramePr>
          <p:cNvPr id="4" name="Table 4">
            <a:extLst>
              <a:ext uri="{FF2B5EF4-FFF2-40B4-BE49-F238E27FC236}">
                <a16:creationId xmlns:a16="http://schemas.microsoft.com/office/drawing/2014/main" id="{EF547705-C512-627F-32AF-6698B87E8A0B}"/>
              </a:ext>
            </a:extLst>
          </p:cNvPr>
          <p:cNvGraphicFramePr>
            <a:graphicFrameLocks noGrp="1"/>
          </p:cNvGraphicFramePr>
          <p:nvPr>
            <p:extLst>
              <p:ext uri="{D42A27DB-BD31-4B8C-83A1-F6EECF244321}">
                <p14:modId xmlns:p14="http://schemas.microsoft.com/office/powerpoint/2010/main" val="1022751470"/>
              </p:ext>
            </p:extLst>
          </p:nvPr>
        </p:nvGraphicFramePr>
        <p:xfrm>
          <a:off x="280557" y="1444495"/>
          <a:ext cx="11481952" cy="5334000"/>
        </p:xfrm>
        <a:graphic>
          <a:graphicData uri="http://schemas.openxmlformats.org/drawingml/2006/table">
            <a:tbl>
              <a:tblPr firstRow="1" bandRow="1">
                <a:tableStyleId>{5C22544A-7EE6-4342-B048-85BDC9FD1C3A}</a:tableStyleId>
              </a:tblPr>
              <a:tblGrid>
                <a:gridCol w="5740976">
                  <a:extLst>
                    <a:ext uri="{9D8B030D-6E8A-4147-A177-3AD203B41FA5}">
                      <a16:colId xmlns:a16="http://schemas.microsoft.com/office/drawing/2014/main" val="1211193364"/>
                    </a:ext>
                  </a:extLst>
                </a:gridCol>
                <a:gridCol w="5740976">
                  <a:extLst>
                    <a:ext uri="{9D8B030D-6E8A-4147-A177-3AD203B41FA5}">
                      <a16:colId xmlns:a16="http://schemas.microsoft.com/office/drawing/2014/main" val="2766904116"/>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2000" b="1" kern="1200" dirty="0">
                          <a:solidFill>
                            <a:schemeClr val="lt1"/>
                          </a:solidFill>
                          <a:effectLst/>
                          <a:latin typeface="Avenir Book" panose="02000503020000020003" pitchFamily="2" charset="0"/>
                          <a:ea typeface="+mn-ea"/>
                          <a:cs typeface="+mn-cs"/>
                        </a:rPr>
                        <a:t>Type of vaccine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2000" b="1" kern="1200" dirty="0">
                          <a:solidFill>
                            <a:schemeClr val="lt1"/>
                          </a:solidFill>
                          <a:effectLst/>
                          <a:latin typeface="Avenir Book" panose="02000503020000020003" pitchFamily="2" charset="0"/>
                          <a:ea typeface="+mn-ea"/>
                          <a:cs typeface="+mn-cs"/>
                        </a:rPr>
                        <a:t>Explanation and examples</a:t>
                      </a:r>
                    </a:p>
                  </a:txBody>
                  <a:tcPr/>
                </a:tc>
                <a:extLst>
                  <a:ext uri="{0D108BD9-81ED-4DB2-BD59-A6C34878D82A}">
                    <a16:rowId xmlns:a16="http://schemas.microsoft.com/office/drawing/2014/main" val="145326249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2000" kern="1200" dirty="0">
                          <a:solidFill>
                            <a:schemeClr val="dk1"/>
                          </a:solidFill>
                          <a:effectLst/>
                          <a:latin typeface="Avenir Book" panose="02000503020000020003" pitchFamily="2" charset="0"/>
                          <a:ea typeface="+mn-ea"/>
                          <a:cs typeface="+mn-cs"/>
                        </a:rPr>
                        <a:t>Living attenuated micro-organisms</a:t>
                      </a:r>
                    </a:p>
                  </a:txBody>
                  <a:tcPr/>
                </a:tc>
                <a:tc>
                  <a:txBody>
                    <a:bodyPr/>
                    <a:lstStyle/>
                    <a:p>
                      <a:pPr marL="285750" indent="-285750">
                        <a:buFont typeface="Arial" panose="020B0604020202020204" pitchFamily="34" charset="0"/>
                        <a:buChar char="•"/>
                      </a:pPr>
                      <a:r>
                        <a:rPr lang="en-AU" sz="2000" kern="1200" dirty="0">
                          <a:solidFill>
                            <a:schemeClr val="dk1"/>
                          </a:solidFill>
                          <a:effectLst/>
                          <a:latin typeface="Avenir Book" panose="02000503020000020003" pitchFamily="2" charset="0"/>
                          <a:ea typeface="+mn-ea"/>
                          <a:cs typeface="+mn-cs"/>
                        </a:rPr>
                        <a:t>Reduced virulence (less ability to produce the disease). </a:t>
                      </a:r>
                    </a:p>
                    <a:p>
                      <a:pPr marL="285750" indent="-285750">
                        <a:buFont typeface="Arial" panose="020B0604020202020204" pitchFamily="34" charset="0"/>
                        <a:buChar char="•"/>
                      </a:pPr>
                      <a:r>
                        <a:rPr lang="en-AU" sz="2000" kern="1200" dirty="0">
                          <a:solidFill>
                            <a:schemeClr val="dk1"/>
                          </a:solidFill>
                          <a:effectLst/>
                          <a:latin typeface="Avenir Book" panose="02000503020000020003" pitchFamily="2" charset="0"/>
                          <a:ea typeface="+mn-ea"/>
                          <a:cs typeface="+mn-cs"/>
                        </a:rPr>
                        <a:t>Can be produced by recombinant DNA technology.</a:t>
                      </a:r>
                    </a:p>
                    <a:p>
                      <a:pPr marL="285750" indent="-285750">
                        <a:buFont typeface="Arial" panose="020B0604020202020204" pitchFamily="34" charset="0"/>
                        <a:buChar char="•"/>
                      </a:pPr>
                      <a:r>
                        <a:rPr lang="en-AU" sz="2000" kern="1200" dirty="0">
                          <a:solidFill>
                            <a:schemeClr val="dk1"/>
                          </a:solidFill>
                          <a:effectLst/>
                          <a:latin typeface="Avenir Book" panose="02000503020000020003" pitchFamily="2" charset="0"/>
                          <a:ea typeface="+mn-ea"/>
                          <a:cs typeface="+mn-cs"/>
                        </a:rPr>
                        <a:t>Examples: MMR, rabies, poliomyelitis.</a:t>
                      </a:r>
                    </a:p>
                  </a:txBody>
                  <a:tcPr/>
                </a:tc>
                <a:extLst>
                  <a:ext uri="{0D108BD9-81ED-4DB2-BD59-A6C34878D82A}">
                    <a16:rowId xmlns:a16="http://schemas.microsoft.com/office/drawing/2014/main" val="385233383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2000" kern="1200" dirty="0">
                          <a:solidFill>
                            <a:schemeClr val="dk1"/>
                          </a:solidFill>
                          <a:effectLst/>
                          <a:latin typeface="Avenir Book" panose="02000503020000020003" pitchFamily="2" charset="0"/>
                          <a:ea typeface="+mn-ea"/>
                          <a:cs typeface="+mn-cs"/>
                        </a:rPr>
                        <a:t>Dead micro-organisms</a:t>
                      </a:r>
                    </a:p>
                    <a:p>
                      <a:endParaRPr lang="en-US" sz="2000" dirty="0">
                        <a:latin typeface="Avenir Book" panose="02000503020000020003" pitchFamily="2" charset="0"/>
                      </a:endParaRPr>
                    </a:p>
                  </a:txBody>
                  <a:tcPr/>
                </a:tc>
                <a:tc>
                  <a:txBody>
                    <a:bodyPr/>
                    <a:lstStyle/>
                    <a:p>
                      <a:pPr marL="285750" indent="-285750">
                        <a:buFont typeface="Arial" panose="020B0604020202020204" pitchFamily="34" charset="0"/>
                        <a:buChar char="•"/>
                      </a:pPr>
                      <a:r>
                        <a:rPr lang="en-AU" sz="2000" kern="1200" dirty="0">
                          <a:solidFill>
                            <a:schemeClr val="dk1"/>
                          </a:solidFill>
                          <a:effectLst/>
                          <a:latin typeface="Avenir Book" panose="02000503020000020003" pitchFamily="2" charset="0"/>
                          <a:ea typeface="+mn-ea"/>
                          <a:cs typeface="+mn-cs"/>
                        </a:rPr>
                        <a:t>Microbe killed before being injected.</a:t>
                      </a:r>
                    </a:p>
                    <a:p>
                      <a:pPr marL="285750" indent="-285750">
                        <a:buFont typeface="Arial" panose="020B0604020202020204" pitchFamily="34" charset="0"/>
                        <a:buChar char="•"/>
                      </a:pPr>
                      <a:r>
                        <a:rPr lang="en-AU" sz="2000" kern="1200" dirty="0">
                          <a:solidFill>
                            <a:schemeClr val="dk1"/>
                          </a:solidFill>
                          <a:effectLst/>
                          <a:latin typeface="Avenir Book" panose="02000503020000020003" pitchFamily="2" charset="0"/>
                          <a:ea typeface="+mn-ea"/>
                          <a:cs typeface="+mn-cs"/>
                        </a:rPr>
                        <a:t>Not as long-lasting but can result in an immune response.</a:t>
                      </a:r>
                    </a:p>
                    <a:p>
                      <a:pPr marL="285750" indent="-285750">
                        <a:buFont typeface="Arial" panose="020B0604020202020204" pitchFamily="34" charset="0"/>
                        <a:buChar char="•"/>
                      </a:pPr>
                      <a:r>
                        <a:rPr lang="en-AU" sz="2000" kern="1200" dirty="0">
                          <a:solidFill>
                            <a:schemeClr val="dk1"/>
                          </a:solidFill>
                          <a:effectLst/>
                          <a:latin typeface="Avenir Book" panose="02000503020000020003" pitchFamily="2" charset="0"/>
                          <a:ea typeface="+mn-ea"/>
                          <a:cs typeface="+mn-cs"/>
                        </a:rPr>
                        <a:t>Examples: cholera, bubonic plague, </a:t>
                      </a:r>
                      <a:r>
                        <a:rPr lang="en-AU" sz="2000" kern="1200" dirty="0" err="1">
                          <a:solidFill>
                            <a:schemeClr val="dk1"/>
                          </a:solidFill>
                          <a:effectLst/>
                          <a:latin typeface="Avenir Book" panose="02000503020000020003" pitchFamily="2" charset="0"/>
                          <a:ea typeface="+mn-ea"/>
                          <a:cs typeface="+mn-cs"/>
                        </a:rPr>
                        <a:t>typhold</a:t>
                      </a:r>
                      <a:r>
                        <a:rPr lang="en-AU" sz="2000" kern="1200" dirty="0">
                          <a:solidFill>
                            <a:schemeClr val="dk1"/>
                          </a:solidFill>
                          <a:effectLst/>
                          <a:latin typeface="Avenir Book" panose="02000503020000020003" pitchFamily="2" charset="0"/>
                          <a:ea typeface="+mn-ea"/>
                          <a:cs typeface="+mn-cs"/>
                        </a:rPr>
                        <a:t>.</a:t>
                      </a:r>
                      <a:r>
                        <a:rPr lang="en-AU" sz="2000" dirty="0">
                          <a:effectLst/>
                          <a:latin typeface="Avenir Book" panose="02000503020000020003" pitchFamily="2" charset="0"/>
                        </a:rPr>
                        <a:t> </a:t>
                      </a:r>
                      <a:endParaRPr lang="en-US" sz="2000" dirty="0">
                        <a:latin typeface="Avenir Book" panose="02000503020000020003" pitchFamily="2" charset="0"/>
                      </a:endParaRPr>
                    </a:p>
                  </a:txBody>
                  <a:tcPr/>
                </a:tc>
                <a:extLst>
                  <a:ext uri="{0D108BD9-81ED-4DB2-BD59-A6C34878D82A}">
                    <a16:rowId xmlns:a16="http://schemas.microsoft.com/office/drawing/2014/main" val="84588895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2000" kern="1200" dirty="0">
                          <a:solidFill>
                            <a:schemeClr val="dk1"/>
                          </a:solidFill>
                          <a:effectLst/>
                          <a:latin typeface="Avenir Book" panose="02000503020000020003" pitchFamily="2" charset="0"/>
                          <a:ea typeface="+mn-ea"/>
                          <a:cs typeface="+mn-cs"/>
                        </a:rPr>
                        <a:t>Toxoids</a:t>
                      </a:r>
                    </a:p>
                    <a:p>
                      <a:endParaRPr lang="en-US" sz="2000" dirty="0">
                        <a:latin typeface="Avenir Book" panose="02000503020000020003" pitchFamily="2" charset="0"/>
                      </a:endParaRPr>
                    </a:p>
                  </a:txBody>
                  <a:tcPr/>
                </a:tc>
                <a:tc>
                  <a:txBody>
                    <a:bodyPr/>
                    <a:lstStyle/>
                    <a:p>
                      <a:pPr marL="285750" indent="-285750">
                        <a:buFont typeface="Arial" panose="020B0604020202020204" pitchFamily="34" charset="0"/>
                        <a:buChar char="•"/>
                      </a:pPr>
                      <a:r>
                        <a:rPr lang="en-AU" sz="2000" kern="1200" dirty="0">
                          <a:solidFill>
                            <a:schemeClr val="dk1"/>
                          </a:solidFill>
                          <a:effectLst/>
                          <a:latin typeface="Avenir Book" panose="02000503020000020003" pitchFamily="2" charset="0"/>
                          <a:ea typeface="+mn-ea"/>
                          <a:cs typeface="+mn-cs"/>
                        </a:rPr>
                        <a:t>The toxins produced by bacteria can be inactivated so they don't make the person ill. Examples: diphtheria, tetanus.</a:t>
                      </a:r>
                    </a:p>
                  </a:txBody>
                  <a:tcPr/>
                </a:tc>
                <a:extLst>
                  <a:ext uri="{0D108BD9-81ED-4DB2-BD59-A6C34878D82A}">
                    <a16:rowId xmlns:a16="http://schemas.microsoft.com/office/drawing/2014/main" val="150955322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2000" kern="1200" dirty="0">
                          <a:solidFill>
                            <a:schemeClr val="dk1"/>
                          </a:solidFill>
                          <a:effectLst/>
                          <a:latin typeface="Avenir Book" panose="02000503020000020003" pitchFamily="2" charset="0"/>
                          <a:ea typeface="+mn-ea"/>
                          <a:cs typeface="+mn-cs"/>
                        </a:rPr>
                        <a:t>Sub-unit</a:t>
                      </a:r>
                    </a:p>
                    <a:p>
                      <a:endParaRPr lang="en-US" sz="2000" dirty="0">
                        <a:latin typeface="Avenir Book" panose="02000503020000020003" pitchFamily="2" charset="0"/>
                      </a:endParaRPr>
                    </a:p>
                  </a:txBody>
                  <a:tcPr/>
                </a:tc>
                <a:tc>
                  <a:txBody>
                    <a:bodyPr/>
                    <a:lstStyle/>
                    <a:p>
                      <a:pPr marL="285750" indent="-285750">
                        <a:buFont typeface="Arial" panose="020B0604020202020204" pitchFamily="34" charset="0"/>
                        <a:buChar char="•"/>
                      </a:pPr>
                      <a:r>
                        <a:rPr lang="en-AU" sz="2000" kern="1200" dirty="0">
                          <a:solidFill>
                            <a:schemeClr val="dk1"/>
                          </a:solidFill>
                          <a:effectLst/>
                          <a:latin typeface="Avenir Book" panose="02000503020000020003" pitchFamily="2" charset="0"/>
                          <a:ea typeface="+mn-ea"/>
                          <a:cs typeface="+mn-cs"/>
                        </a:rPr>
                        <a:t>A fragment of the micro-organism is used to provoke an immune response.</a:t>
                      </a:r>
                    </a:p>
                    <a:p>
                      <a:pPr marL="285750" indent="-285750">
                        <a:buFont typeface="Arial" panose="020B0604020202020204" pitchFamily="34" charset="0"/>
                        <a:buChar char="•"/>
                      </a:pPr>
                      <a:r>
                        <a:rPr lang="en-AU" sz="2000" kern="1200" dirty="0">
                          <a:solidFill>
                            <a:schemeClr val="dk1"/>
                          </a:solidFill>
                          <a:effectLst/>
                          <a:latin typeface="Avenir Book" panose="02000503020000020003" pitchFamily="2" charset="0"/>
                          <a:ea typeface="+mn-ea"/>
                          <a:cs typeface="+mn-cs"/>
                        </a:rPr>
                        <a:t>Examples: human papilloma virus, hepatitis B.</a:t>
                      </a:r>
                    </a:p>
                  </a:txBody>
                  <a:tcPr/>
                </a:tc>
                <a:extLst>
                  <a:ext uri="{0D108BD9-81ED-4DB2-BD59-A6C34878D82A}">
                    <a16:rowId xmlns:a16="http://schemas.microsoft.com/office/drawing/2014/main" val="1648319700"/>
                  </a:ext>
                </a:extLst>
              </a:tr>
            </a:tbl>
          </a:graphicData>
        </a:graphic>
      </p:graphicFrame>
    </p:spTree>
    <p:extLst>
      <p:ext uri="{BB962C8B-B14F-4D97-AF65-F5344CB8AC3E}">
        <p14:creationId xmlns:p14="http://schemas.microsoft.com/office/powerpoint/2010/main" val="3130382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ssolv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p:txBody>
          <a:bodyPr>
            <a:noAutofit/>
          </a:bodyPr>
          <a:lstStyle/>
          <a:p>
            <a:endParaRPr lang="en-AU" sz="3200" dirty="0">
              <a:solidFill>
                <a:srgbClr val="004D95"/>
              </a:solidFill>
            </a:endParaRPr>
          </a:p>
        </p:txBody>
      </p:sp>
      <p:sp>
        <p:nvSpPr>
          <p:cNvPr id="3" name="Text Placeholder 2">
            <a:extLst>
              <a:ext uri="{FF2B5EF4-FFF2-40B4-BE49-F238E27FC236}">
                <a16:creationId xmlns:a16="http://schemas.microsoft.com/office/drawing/2014/main" id="{7550F64F-12CB-4F59-8C70-91F1C942126A}"/>
              </a:ext>
            </a:extLst>
          </p:cNvPr>
          <p:cNvSpPr>
            <a:spLocks noGrp="1"/>
          </p:cNvSpPr>
          <p:nvPr>
            <p:ph type="body" sz="quarter" idx="15"/>
          </p:nvPr>
        </p:nvSpPr>
        <p:spPr>
          <a:xfrm>
            <a:off x="280557" y="1448023"/>
            <a:ext cx="11481952" cy="4756305"/>
          </a:xfrm>
        </p:spPr>
        <p:txBody>
          <a:bodyPr>
            <a:normAutofit/>
          </a:bodyPr>
          <a:lstStyle/>
          <a:p>
            <a:pPr marL="285750" indent="-285750">
              <a:buFont typeface="Arial" panose="020B0604020202020204" pitchFamily="34" charset="0"/>
              <a:buChar char="•"/>
            </a:pPr>
            <a:r>
              <a:rPr lang="en-AU" sz="2800" dirty="0">
                <a:latin typeface="Avenir Book" panose="02000503020000020003" pitchFamily="2" charset="0"/>
              </a:rPr>
              <a:t>Vaccines are usually delivered by injection, but may be delivered by sugary syrup or other methods. Research into nasal sprays is being conducted, as are skin patches and food supplements. </a:t>
            </a:r>
            <a:endParaRPr lang="en-AU" sz="3600" dirty="0">
              <a:latin typeface="Avenir Book" panose="02000503020000020003" pitchFamily="2" charset="0"/>
            </a:endParaRPr>
          </a:p>
          <a:p>
            <a:pPr marL="285750" indent="-285750">
              <a:buFont typeface="Arial" panose="020B0604020202020204" pitchFamily="34" charset="0"/>
              <a:buChar char="•"/>
            </a:pPr>
            <a:r>
              <a:rPr lang="en-AU" sz="2800" dirty="0">
                <a:latin typeface="Avenir Book" panose="02000503020000020003" pitchFamily="2" charset="0"/>
              </a:rPr>
              <a:t>Herd immunity: A high proportion of the population are immunised so those who are not immune are protected. For example: influenza immunity in winter.</a:t>
            </a:r>
            <a:endParaRPr lang="en-AU" sz="3600" dirty="0">
              <a:latin typeface="Avenir Book" panose="02000503020000020003" pitchFamily="2" charset="0"/>
            </a:endParaRPr>
          </a:p>
          <a:p>
            <a:pPr marL="285750" indent="-285750">
              <a:buFont typeface="Arial" panose="020B0604020202020204" pitchFamily="34" charset="0"/>
              <a:buChar char="•"/>
            </a:pPr>
            <a:r>
              <a:rPr lang="en-AU" sz="2800" dirty="0">
                <a:latin typeface="Avenir Book" panose="02000503020000020003" pitchFamily="2" charset="0"/>
              </a:rPr>
              <a:t>Good herd immunity depends on all people getting on board with the program and not becoming complacent. Otherwise herd immunity is less effective.</a:t>
            </a:r>
          </a:p>
          <a:p>
            <a:endParaRPr lang="en-AU" sz="2400" dirty="0"/>
          </a:p>
          <a:p>
            <a:endParaRPr lang="en-AU" dirty="0"/>
          </a:p>
        </p:txBody>
      </p:sp>
    </p:spTree>
    <p:extLst>
      <p:ext uri="{BB962C8B-B14F-4D97-AF65-F5344CB8AC3E}">
        <p14:creationId xmlns:p14="http://schemas.microsoft.com/office/powerpoint/2010/main" val="2771123877"/>
      </p:ext>
    </p:extLst>
  </p:cSld>
  <p:clrMapOvr>
    <a:masterClrMapping/>
  </p:clrMapOvr>
</p:sld>
</file>

<file path=ppt/theme/theme1.xml><?xml version="1.0" encoding="utf-8"?>
<a:theme xmlns:a="http://schemas.openxmlformats.org/drawingml/2006/main" name="Explicit Instructio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a:noFill/>
        </a:ln>
      </a:spPr>
      <a:bodyPr wrap="square" rtlCol="0" anchor="t" anchorCtr="0">
        <a:normAutofit fontScale="92500"/>
      </a:bodyPr>
      <a:lstStyle>
        <a:defPPr algn="l">
          <a:defRPr sz="5400" b="1" dirty="0" smtClean="0">
            <a:latin typeface="Century Gothic" panose="020B0502020202020204" pitchFamily="34" charset="0"/>
            <a:cs typeface="Futura Medium" panose="020B0602020204020303" pitchFamily="34" charset="-79"/>
          </a:defRPr>
        </a:defPPr>
      </a:lstStyle>
    </a:txDef>
  </a:objectDefaults>
  <a:extraClrSchemeLst/>
  <a:extLst>
    <a:ext uri="{05A4C25C-085E-4340-85A3-A5531E510DB2}">
      <thm15:themeFamily xmlns:thm15="http://schemas.microsoft.com/office/thememl/2012/main" name="Presentation7" id="{A0887C6E-96BD-534A-8CBE-9AAF12871CE8}" vid="{583381A7-9936-5D44-AF96-977A58C393EF}"/>
    </a:ext>
  </a:extLst>
</a:theme>
</file>

<file path=ppt/theme/theme2.xml><?xml version="1.0" encoding="utf-8"?>
<a:theme xmlns:a="http://schemas.openxmlformats.org/drawingml/2006/main" name="Daily Review">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7" id="{A0887C6E-96BD-534A-8CBE-9AAF12871CE8}" vid="{44E26B83-00B7-BB4D-A2EC-ADFFD194B2BC}"/>
    </a:ext>
  </a:extLst>
</a:theme>
</file>

<file path=ppt/theme/theme3.xml><?xml version="1.0" encoding="utf-8"?>
<a:theme xmlns:a="http://schemas.openxmlformats.org/drawingml/2006/main" name="Vocabulary &amp; Spelling">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7" id="{A0887C6E-96BD-534A-8CBE-9AAF12871CE8}" vid="{821F2746-48D5-5843-A7D5-EF5B105A2CD3}"/>
    </a:ext>
  </a:extLst>
</a:theme>
</file>

<file path=ppt/theme/theme4.xml><?xml version="1.0" encoding="utf-8"?>
<a:theme xmlns:a="http://schemas.openxmlformats.org/drawingml/2006/main" name="Reading Comprehensio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a:noFill/>
        </a:ln>
      </a:spPr>
      <a:bodyPr wrap="square" rtlCol="0" anchor="t" anchorCtr="0">
        <a:normAutofit fontScale="92500"/>
      </a:bodyPr>
      <a:lstStyle>
        <a:defPPr algn="l">
          <a:defRPr sz="5400" b="1" dirty="0" smtClean="0">
            <a:latin typeface="Century Gothic" panose="020B0502020202020204" pitchFamily="34" charset="0"/>
            <a:cs typeface="Futura Medium" panose="020B0602020204020303" pitchFamily="34" charset="-79"/>
          </a:defRPr>
        </a:defPPr>
      </a:lstStyle>
    </a:txDef>
  </a:objectDefaults>
  <a:extraClrSchemeLst/>
  <a:extLst>
    <a:ext uri="{05A4C25C-085E-4340-85A3-A5531E510DB2}">
      <thm15:themeFamily xmlns:thm15="http://schemas.microsoft.com/office/thememl/2012/main" name="Presentation7" id="{A0887C6E-96BD-534A-8CBE-9AAF12871CE8}" vid="{2E2F26A4-DEB2-AF4B-9600-F3299094F0DC}"/>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7" id="{A0887C6E-96BD-534A-8CBE-9AAF12871CE8}" vid="{32E83A20-4629-CD4A-B190-FC50DD96DD5C}"/>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Explicit Instruction</Template>
  <TotalTime>2884</TotalTime>
  <Words>333</Words>
  <Application>Microsoft Macintosh PowerPoint</Application>
  <PresentationFormat>Widescreen</PresentationFormat>
  <Paragraphs>25</Paragraphs>
  <Slides>2</Slides>
  <Notes>2</Notes>
  <HiddenSlides>0</HiddenSlides>
  <MMClips>0</MMClips>
  <ScaleCrop>false</ScaleCrop>
  <HeadingPairs>
    <vt:vector size="6" baseType="variant">
      <vt:variant>
        <vt:lpstr>Fonts Used</vt:lpstr>
      </vt:variant>
      <vt:variant>
        <vt:i4>8</vt:i4>
      </vt:variant>
      <vt:variant>
        <vt:lpstr>Theme</vt:lpstr>
      </vt:variant>
      <vt:variant>
        <vt:i4>5</vt:i4>
      </vt:variant>
      <vt:variant>
        <vt:lpstr>Slide Titles</vt:lpstr>
      </vt:variant>
      <vt:variant>
        <vt:i4>2</vt:i4>
      </vt:variant>
    </vt:vector>
  </HeadingPairs>
  <TitlesOfParts>
    <vt:vector size="15" baseType="lpstr">
      <vt:lpstr>Arial</vt:lpstr>
      <vt:lpstr>Arial Rounded MT Bold</vt:lpstr>
      <vt:lpstr>Avenir Book</vt:lpstr>
      <vt:lpstr>Calibri</vt:lpstr>
      <vt:lpstr>Calibri Light</vt:lpstr>
      <vt:lpstr>Century Gothic</vt:lpstr>
      <vt:lpstr>Futura Medium</vt:lpstr>
      <vt:lpstr>Verdana</vt:lpstr>
      <vt:lpstr>Explicit Instruction</vt:lpstr>
      <vt:lpstr>Daily Review</vt:lpstr>
      <vt:lpstr>Vocabulary &amp; Spelling</vt:lpstr>
      <vt:lpstr>Reading Comprehension</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YATES Hayden [Safety Bay Senior High School]</dc:creator>
  <cp:lastModifiedBy>YATES Hayden [Safety Bay Senior High School]</cp:lastModifiedBy>
  <cp:revision>1</cp:revision>
  <cp:lastPrinted>2020-06-12T23:59:38Z</cp:lastPrinted>
  <dcterms:created xsi:type="dcterms:W3CDTF">2022-05-15T15:45:59Z</dcterms:created>
  <dcterms:modified xsi:type="dcterms:W3CDTF">2022-05-17T15:50:51Z</dcterms:modified>
</cp:coreProperties>
</file>