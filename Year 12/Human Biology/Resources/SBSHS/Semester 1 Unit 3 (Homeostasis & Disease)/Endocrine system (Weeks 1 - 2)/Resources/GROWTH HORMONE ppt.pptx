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3E2D3-8D28-4827-92C3-4A6EDA92C1C5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7B417-EECF-4F11-8156-BB53C59F8B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110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2087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694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6195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85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78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679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428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07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042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978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528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D9E51-4C98-48EB-B8F6-1EDE776EF653}" type="datetimeFigureOut">
              <a:rPr lang="en-AU" smtClean="0"/>
              <a:t>15/03/2016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71045-8324-4FB6-AB96-8597972520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269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GROWTH HORMONE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289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Target organs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4000" dirty="0" smtClean="0"/>
              <a:t>Liver</a:t>
            </a:r>
          </a:p>
          <a:p>
            <a:r>
              <a:rPr lang="en-AU" sz="4000" dirty="0" smtClean="0"/>
              <a:t>Bone and cartilage</a:t>
            </a:r>
          </a:p>
          <a:p>
            <a:r>
              <a:rPr lang="en-AU" sz="4000" dirty="0" smtClean="0"/>
              <a:t>Muscle</a:t>
            </a:r>
          </a:p>
          <a:p>
            <a:r>
              <a:rPr lang="en-AU" sz="4000" dirty="0" smtClean="0"/>
              <a:t>All cells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8024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dirty="0" smtClean="0"/>
              <a:t>Effects</a:t>
            </a:r>
            <a:endParaRPr lang="en-AU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5400" dirty="0" smtClean="0"/>
              <a:t>Increased blood glucose</a:t>
            </a:r>
          </a:p>
          <a:p>
            <a:r>
              <a:rPr lang="en-AU" sz="5400" dirty="0" smtClean="0"/>
              <a:t>Increased growth of bone, cartilage and muscle</a:t>
            </a:r>
          </a:p>
          <a:p>
            <a:r>
              <a:rPr lang="en-AU" sz="5400" dirty="0" smtClean="0"/>
              <a:t>Stimulates mitosis</a:t>
            </a:r>
            <a:endParaRPr lang="en-AU" sz="5400" dirty="0"/>
          </a:p>
        </p:txBody>
      </p:sp>
    </p:spTree>
    <p:extLst>
      <p:ext uri="{BB962C8B-B14F-4D97-AF65-F5344CB8AC3E}">
        <p14:creationId xmlns:p14="http://schemas.microsoft.com/office/powerpoint/2010/main" val="126973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576263"/>
            <a:ext cx="4657725" cy="570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134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Acromegaly (excess GH)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Caused by pituitary malfunction – usually cancer</a:t>
            </a:r>
          </a:p>
          <a:p>
            <a:r>
              <a:rPr lang="en-AU" dirty="0" smtClean="0"/>
              <a:t>Large hands, feet, lips and general height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050" name="Picture 2" descr="http://www.vitamindwiki.com/tiki-download_wiki_attachment.php?attId=515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645024"/>
            <a:ext cx="3276600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75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GH deficiency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AU" dirty="0" smtClean="0"/>
              <a:t>Also caused by tumour of </a:t>
            </a:r>
            <a:r>
              <a:rPr lang="en-AU" dirty="0" smtClean="0"/>
              <a:t>pituitary</a:t>
            </a:r>
            <a:endParaRPr lang="en-AU" dirty="0" smtClean="0"/>
          </a:p>
          <a:p>
            <a:r>
              <a:rPr lang="en-AU" dirty="0" smtClean="0"/>
              <a:t>Half growth rate in childhood</a:t>
            </a:r>
          </a:p>
          <a:p>
            <a:r>
              <a:rPr lang="en-AU" dirty="0" smtClean="0"/>
              <a:t>Delayed puberty</a:t>
            </a:r>
          </a:p>
          <a:p>
            <a:r>
              <a:rPr lang="en-AU" dirty="0" smtClean="0"/>
              <a:t>Reduced bone and muscle growth</a:t>
            </a:r>
          </a:p>
          <a:p>
            <a:r>
              <a:rPr lang="en-AU" smtClean="0"/>
              <a:t>Kew</a:t>
            </a:r>
            <a:r>
              <a:rPr lang="en-AU" smtClean="0"/>
              <a:t>pie </a:t>
            </a:r>
            <a:r>
              <a:rPr lang="en-AU" dirty="0" smtClean="0"/>
              <a:t>face</a:t>
            </a:r>
          </a:p>
          <a:p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005064"/>
            <a:ext cx="36195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307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Excess GH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Taken by adults as muscle/strength </a:t>
            </a:r>
            <a:r>
              <a:rPr lang="en-AU" dirty="0" err="1" smtClean="0"/>
              <a:t>promotor</a:t>
            </a:r>
            <a:endParaRPr lang="en-AU" dirty="0" smtClean="0"/>
          </a:p>
          <a:p>
            <a:r>
              <a:rPr lang="en-AU" dirty="0" smtClean="0"/>
              <a:t>GH is not a steroid</a:t>
            </a:r>
          </a:p>
          <a:p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276872"/>
            <a:ext cx="2905125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536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5697</TotalTime>
  <Words>81</Words>
  <Application>Microsoft Office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GROWTH HORMONE</vt:lpstr>
      <vt:lpstr>Target organs</vt:lpstr>
      <vt:lpstr>Effects</vt:lpstr>
      <vt:lpstr>PowerPoint Presentation</vt:lpstr>
      <vt:lpstr>Acromegaly (excess GH)</vt:lpstr>
      <vt:lpstr>GH deficiency</vt:lpstr>
      <vt:lpstr>Excess GH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HORMONE</dc:title>
  <dc:creator>LANCASTER Helen</dc:creator>
  <cp:lastModifiedBy>ROBINSON Stephanie</cp:lastModifiedBy>
  <cp:revision>6</cp:revision>
  <cp:lastPrinted>2016-03-14T04:17:05Z</cp:lastPrinted>
  <dcterms:created xsi:type="dcterms:W3CDTF">2016-03-11T02:30:08Z</dcterms:created>
  <dcterms:modified xsi:type="dcterms:W3CDTF">2016-03-15T01:47:29Z</dcterms:modified>
</cp:coreProperties>
</file>