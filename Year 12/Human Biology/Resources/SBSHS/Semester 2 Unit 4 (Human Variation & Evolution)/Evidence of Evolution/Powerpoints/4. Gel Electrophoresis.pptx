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4651"/>
  </p:normalViewPr>
  <p:slideViewPr>
    <p:cSldViewPr snapToGrid="0" snapToObjects="1">
      <p:cViewPr varScale="1">
        <p:scale>
          <a:sx n="112" d="100"/>
          <a:sy n="112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6/22/21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a5jmdh9AnS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3458-B6DA-094B-9A82-4AB7EEB08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PCR and Gel Electrophoresis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9DF20-A7C1-A94F-913E-E81EF68A1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Skill Development and Pre-Lab Knowledge</a:t>
            </a:r>
          </a:p>
        </p:txBody>
      </p:sp>
    </p:spTree>
    <p:extLst>
      <p:ext uri="{BB962C8B-B14F-4D97-AF65-F5344CB8AC3E}">
        <p14:creationId xmlns:p14="http://schemas.microsoft.com/office/powerpoint/2010/main" val="74908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95140B-9736-47E4-9A7D-ABB32F3AA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B1AD7AF-3A60-4C4F-979F-367102EFD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FD694-1C7F-964B-A44B-E1939DA97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903000"/>
            <a:ext cx="9448800" cy="685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hlinkClick r:id="rId4"/>
              </a:rPr>
              <a:t>https://www.youtube.com/watch?v=a5jmdh9AnS4</a:t>
            </a:r>
            <a:r>
              <a:rPr lang="en-US" sz="200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177C8A-E75D-4FB9-8BA0-1FC843442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19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D5A4F4-D4E3-46DE-875C-AD1C203EB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46" b="15805"/>
          <a:stretch/>
        </p:blipFill>
        <p:spPr>
          <a:xfrm rot="5400000">
            <a:off x="-1232293" y="1252715"/>
            <a:ext cx="4587300" cy="2122714"/>
          </a:xfrm>
          <a:prstGeom prst="rect">
            <a:avLst/>
          </a:prstGeom>
          <a:noFill/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BD1DD2-85A0-4736-89A9-C9D793DCA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46" b="15805"/>
          <a:stretch/>
        </p:blipFill>
        <p:spPr>
          <a:xfrm rot="5400000" flipH="1" flipV="1">
            <a:off x="8836996" y="1216990"/>
            <a:ext cx="4587300" cy="212271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C8B818-B71C-6742-B5AC-FC86384D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32115"/>
            <a:ext cx="9448800" cy="31181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PCR: What is it? </a:t>
            </a:r>
          </a:p>
        </p:txBody>
      </p:sp>
    </p:spTree>
    <p:extLst>
      <p:ext uri="{BB962C8B-B14F-4D97-AF65-F5344CB8AC3E}">
        <p14:creationId xmlns:p14="http://schemas.microsoft.com/office/powerpoint/2010/main" val="117501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871579DC-95AD-4E7B-9A64-DD2C3C1119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53D2C-F703-124A-975F-7B059ED9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PCR in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EFCE1-572C-7D4E-BAAD-B0AFA411F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194560"/>
                <a:ext cx="10820400" cy="402412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Denaturing at 94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C – breaks apart DNA strands</a:t>
                </a:r>
              </a:p>
              <a:p>
                <a:r>
                  <a:rPr lang="en-US" sz="2400" dirty="0"/>
                  <a:t>Annealing at 60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C – Allows primer to bind to certain parts of the sequence</a:t>
                </a:r>
              </a:p>
              <a:p>
                <a:r>
                  <a:rPr lang="en-US" sz="2400" dirty="0"/>
                  <a:t>Extension 72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dirty="0"/>
                  <a:t>C - DNA polymerase binds and DNA replication to start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EFCE1-572C-7D4E-BAAD-B0AFA411F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194560"/>
                <a:ext cx="10820400" cy="4024125"/>
              </a:xfrm>
              <a:blipFill>
                <a:blip r:embed="rId3"/>
                <a:stretch>
                  <a:fillRect l="-821" t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59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5A1F-B76D-2B44-B624-39EEE5E1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Gel Electrophoresis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678B2-C623-5343-B48E-888E70BB8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Your practical will be using Gel Electrophoresis to identify 2 random (out of 4 possible) unknown samples. </a:t>
            </a:r>
          </a:p>
          <a:p>
            <a:r>
              <a:rPr lang="en-US" sz="2400" dirty="0"/>
              <a:t>There will need to be 2 groups of 2 and 2 groups of 3 for the practical. </a:t>
            </a:r>
          </a:p>
          <a:p>
            <a:r>
              <a:rPr lang="en-US" sz="2400" dirty="0"/>
              <a:t>Equipment will include; 8 Eppendorf tubes with solutions (ladder sample, known samples and 2 unknowns), micropipettes, and gel electrophoresis machine.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9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CD98-C7D8-5A4B-A274-FBD890E7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4580" y="764373"/>
            <a:ext cx="9151620" cy="1293028"/>
          </a:xfrm>
        </p:spPr>
        <p:txBody>
          <a:bodyPr/>
          <a:lstStyle/>
          <a:p>
            <a:r>
              <a:rPr lang="en-US" dirty="0"/>
              <a:t>Gel Electrophoresis: 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D1714-D053-814A-AB50-3E622AF98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take the DNA master sample that was made during PCR and micropipette it into the wells of the gel</a:t>
            </a:r>
          </a:p>
          <a:p>
            <a:r>
              <a:rPr lang="en-US" sz="2400" dirty="0"/>
              <a:t>The agarose gel acts as a mesh wall for the DNA to move through. </a:t>
            </a:r>
          </a:p>
          <a:p>
            <a:r>
              <a:rPr lang="en-US" sz="2400" dirty="0"/>
              <a:t>When loading the DNA into the wells, be careful not to puncture the bottom or overflow the top- the wells act as a starting point for the DNA and if it is overflowed or leaking out the bottom the process won’t work. </a:t>
            </a:r>
          </a:p>
        </p:txBody>
      </p:sp>
    </p:spTree>
    <p:extLst>
      <p:ext uri="{BB962C8B-B14F-4D97-AF65-F5344CB8AC3E}">
        <p14:creationId xmlns:p14="http://schemas.microsoft.com/office/powerpoint/2010/main" val="253752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BDED38-E809-47DF-A501-94A1EC4C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3387C5-4149-0642-BFFB-FF48649676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C84B-0FAA-144A-BDF8-3EE271D5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8E3B-E55F-6C43-8EFC-52F962B0B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then place the gel with the DNA down the negatively charged end and fill the contain with buffer to help produce the electrical current. </a:t>
            </a:r>
          </a:p>
          <a:p>
            <a:r>
              <a:rPr lang="en-US" sz="2400" dirty="0"/>
              <a:t>The Gel Electrophoresis machine is then turned on to allow the current to move through it- our current will be 100V and we leave it for 30mins. </a:t>
            </a:r>
          </a:p>
          <a:p>
            <a:r>
              <a:rPr lang="en-US" sz="2400" dirty="0"/>
              <a:t>The DNA will then move to through the gel to the positively charged side- separating depending on size. </a:t>
            </a:r>
          </a:p>
        </p:txBody>
      </p:sp>
    </p:spTree>
    <p:extLst>
      <p:ext uri="{BB962C8B-B14F-4D97-AF65-F5344CB8AC3E}">
        <p14:creationId xmlns:p14="http://schemas.microsoft.com/office/powerpoint/2010/main" val="332100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6FC86-8BA0-6848-9AAC-43CA66EC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70" y="1260627"/>
            <a:ext cx="3521830" cy="4953741"/>
          </a:xfrm>
        </p:spPr>
        <p:txBody>
          <a:bodyPr anchor="t">
            <a:normAutofit/>
          </a:bodyPr>
          <a:lstStyle/>
          <a:p>
            <a:r>
              <a:rPr lang="en-US" dirty="0"/>
              <a:t>The Banding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68A0C-C866-414B-9910-1DE0F6A5C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960" y="582930"/>
            <a:ext cx="7254240" cy="3568317"/>
          </a:xfrm>
        </p:spPr>
        <p:txBody>
          <a:bodyPr>
            <a:normAutofit/>
          </a:bodyPr>
          <a:lstStyle/>
          <a:p>
            <a:r>
              <a:rPr lang="en-US" sz="2400" dirty="0"/>
              <a:t>The size of the DNA molecule will affect how far along the gel they can travel, separating into bands. </a:t>
            </a:r>
          </a:p>
          <a:p>
            <a:r>
              <a:rPr lang="en-US" sz="2400" dirty="0"/>
              <a:t>If we have a ladder present- which is a controlled known source of DNA (could be the pattern/ sequence for a certain hereditary disease or the sequence of suspect in a crime) we can compare our unknown source against the ladder and check for similarities.  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48F778A-142B-3F4F-9119-083F1E031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10" y="4292724"/>
            <a:ext cx="7004590" cy="185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1757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Macintosh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Century Gothic</vt:lpstr>
      <vt:lpstr>Vapor Trail</vt:lpstr>
      <vt:lpstr>PCR and Gel Electrophoresis </vt:lpstr>
      <vt:lpstr>PCR: What is it? </vt:lpstr>
      <vt:lpstr>PCR in Summary</vt:lpstr>
      <vt:lpstr>Gel Electrophoresis</vt:lpstr>
      <vt:lpstr>Gel Electrophoresis: The process</vt:lpstr>
      <vt:lpstr>PowerPoint Presentation</vt:lpstr>
      <vt:lpstr>The Process</vt:lpstr>
      <vt:lpstr>The Banding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PCR and Gel Electrophoresis </dc:title>
  <dc:creator>Jordan Phillips</dc:creator>
  <cp:lastModifiedBy>Jordan Phillips</cp:lastModifiedBy>
  <cp:revision>2</cp:revision>
  <dcterms:created xsi:type="dcterms:W3CDTF">2021-06-22T00:53:40Z</dcterms:created>
  <dcterms:modified xsi:type="dcterms:W3CDTF">2021-06-22T00:53:59Z</dcterms:modified>
</cp:coreProperties>
</file>