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Disease intro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345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dirty="0"/>
              <a:t>Learning intention: to explore different pathogens, focussing on bacteria </a:t>
            </a:r>
          </a:p>
          <a:p>
            <a:pPr fontAlgn="base"/>
            <a:r>
              <a:rPr lang="en-GB" dirty="0"/>
              <a:t> </a:t>
            </a:r>
          </a:p>
          <a:p>
            <a:pPr fontAlgn="base"/>
            <a:r>
              <a:rPr lang="en-GB" dirty="0"/>
              <a:t>Success criteria:  </a:t>
            </a:r>
          </a:p>
          <a:p>
            <a:pPr fontAlgn="base"/>
            <a:r>
              <a:rPr lang="en-GB" dirty="0"/>
              <a:t>List at least 3 of each category of pathogen </a:t>
            </a:r>
          </a:p>
          <a:p>
            <a:pPr fontAlgn="base"/>
            <a:r>
              <a:rPr lang="en-GB" dirty="0"/>
              <a:t>Describe and identify the four main shapes of bacteria </a:t>
            </a:r>
          </a:p>
          <a:p>
            <a:pPr fontAlgn="base"/>
            <a:r>
              <a:rPr lang="en-GB" dirty="0"/>
              <a:t>List structural properties of bacteria and describe why they may be useful 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834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Definitions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N</a:t>
            </a:r>
            <a:r>
              <a:rPr lang="en-AU" b="1" dirty="0" smtClean="0"/>
              <a:t>on</a:t>
            </a:r>
            <a:r>
              <a:rPr lang="en-AU" dirty="0" smtClean="0"/>
              <a:t>-</a:t>
            </a:r>
            <a:r>
              <a:rPr lang="en-AU" b="1" dirty="0" smtClean="0"/>
              <a:t>infectious </a:t>
            </a:r>
            <a:r>
              <a:rPr lang="en-AU" b="1" dirty="0"/>
              <a:t>diseases</a:t>
            </a:r>
            <a:r>
              <a:rPr lang="en-AU" dirty="0"/>
              <a:t> are caused by factors such as genetics, malnutrition, environment and </a:t>
            </a:r>
            <a:r>
              <a:rPr lang="en-AU" dirty="0" smtClean="0"/>
              <a:t>lifestyle</a:t>
            </a:r>
          </a:p>
          <a:p>
            <a:r>
              <a:rPr lang="en-AU" b="1" dirty="0"/>
              <a:t>Infectious </a:t>
            </a:r>
            <a:r>
              <a:rPr lang="en-AU" b="1" dirty="0" smtClean="0"/>
              <a:t>diseases </a:t>
            </a:r>
            <a:r>
              <a:rPr lang="en-AU" dirty="0" smtClean="0"/>
              <a:t>are caused by pathogens – such as bacteria, parasites, viruses or fungi</a:t>
            </a:r>
          </a:p>
          <a:p>
            <a:r>
              <a:rPr lang="en-AU" b="1" dirty="0" smtClean="0"/>
              <a:t>Contagious</a:t>
            </a:r>
            <a:r>
              <a:rPr lang="en-AU" dirty="0" smtClean="0"/>
              <a:t> – can be passed from person to person via contact</a:t>
            </a:r>
          </a:p>
          <a:p>
            <a:r>
              <a:rPr lang="en-AU" b="1" dirty="0" smtClean="0"/>
              <a:t>Endemic</a:t>
            </a:r>
            <a:r>
              <a:rPr lang="en-AU" dirty="0" smtClean="0"/>
              <a:t> - </a:t>
            </a:r>
            <a:r>
              <a:rPr lang="en-AU" dirty="0"/>
              <a:t>regularly found among particular people or in a certain area</a:t>
            </a:r>
            <a:r>
              <a:rPr lang="en-AU" dirty="0" smtClean="0"/>
              <a:t>.</a:t>
            </a:r>
          </a:p>
          <a:p>
            <a:r>
              <a:rPr lang="en-AU" b="1" dirty="0"/>
              <a:t>pathogens</a:t>
            </a:r>
            <a:r>
              <a:rPr lang="en-AU" dirty="0"/>
              <a:t> – </a:t>
            </a:r>
            <a:r>
              <a:rPr lang="en-AU" dirty="0" smtClean="0"/>
              <a:t>things that cause infectious disease - such </a:t>
            </a:r>
            <a:r>
              <a:rPr lang="en-AU" dirty="0"/>
              <a:t>as bacteria, parasites, viruses or fungi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951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Types of Microorganisms | Microbiolog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461" y="698500"/>
            <a:ext cx="9327077" cy="552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85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050" name="Picture 2" descr="draw neat and labelled diagrams a different types of bacteria 57jgcr66  -Science - TopperLearning.c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188" y="982132"/>
            <a:ext cx="8233312" cy="5072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36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What is bacteria? Types, Structure, Shapes, Morphology, Nutrition, Growth,  Habitat, Reproduction, Examples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95" y="537633"/>
            <a:ext cx="10271010" cy="5777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898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14721</TotalTime>
  <Words>127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Disease intro</vt:lpstr>
      <vt:lpstr>PowerPoint Presentation</vt:lpstr>
      <vt:lpstr>Definitions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 intro</dc:title>
  <dc:creator>EDWARDS Natalie [Narrogin Senior High School]</dc:creator>
  <cp:lastModifiedBy>Natalie EDWARDS</cp:lastModifiedBy>
  <cp:revision>5</cp:revision>
  <dcterms:created xsi:type="dcterms:W3CDTF">2021-04-20T01:22:31Z</dcterms:created>
  <dcterms:modified xsi:type="dcterms:W3CDTF">2021-04-30T07:05:20Z</dcterms:modified>
</cp:coreProperties>
</file>