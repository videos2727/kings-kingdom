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7250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38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8319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15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13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0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6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3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1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437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34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70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f3NmLUINP8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219200"/>
            <a:ext cx="8676222" cy="4394199"/>
          </a:xfrm>
        </p:spPr>
        <p:txBody>
          <a:bodyPr>
            <a:noAutofit/>
          </a:bodyPr>
          <a:lstStyle/>
          <a:p>
            <a:pPr algn="l" fontAlgn="base"/>
            <a:r>
              <a:rPr lang="en-GB" sz="2800" b="1" dirty="0">
                <a:effectLst/>
              </a:rPr>
              <a:t>Learning intention: to understand different types of conflict resolution </a:t>
            </a:r>
            <a:br>
              <a:rPr lang="en-GB" sz="2800" b="1" dirty="0">
                <a:effectLst/>
              </a:rPr>
            </a:br>
            <a:r>
              <a:rPr lang="en-GB" sz="2800" b="1" dirty="0">
                <a:effectLst/>
              </a:rPr>
              <a:t> </a:t>
            </a:r>
            <a:br>
              <a:rPr lang="en-GB" sz="2800" b="1" dirty="0">
                <a:effectLst/>
              </a:rPr>
            </a:br>
            <a:r>
              <a:rPr lang="en-GB" sz="2800" b="1" dirty="0">
                <a:effectLst/>
              </a:rPr>
              <a:t>Success criteria: </a:t>
            </a:r>
            <a:br>
              <a:rPr lang="en-GB" sz="2800" b="1" dirty="0">
                <a:effectLst/>
              </a:rPr>
            </a:br>
            <a:r>
              <a:rPr lang="en-GB" sz="2800" b="1" dirty="0">
                <a:effectLst/>
              </a:rPr>
              <a:t>Describe and give examples of imposed, distributive and integrative solutions to conflict </a:t>
            </a:r>
            <a:br>
              <a:rPr lang="en-GB" sz="2800" b="1" dirty="0">
                <a:effectLst/>
              </a:rPr>
            </a:br>
            <a:r>
              <a:rPr lang="en-GB" sz="2800" b="1" dirty="0">
                <a:effectLst/>
              </a:rPr>
              <a:t>Describe and give examples of mediation, negotiation and counselling </a:t>
            </a:r>
            <a:br>
              <a:rPr lang="en-GB" sz="2800" b="1" dirty="0">
                <a:effectLst/>
              </a:rPr>
            </a:b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689003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Brainstorm: a conflict you’ve witnessed/been involved with recently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E.g. with a sibling, friend, even a shopkeeper etc.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792198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effectLst/>
                <a:hlinkClick r:id="rId2"/>
              </a:rPr>
              <a:t>https://</a:t>
            </a:r>
            <a:r>
              <a:rPr lang="en-AU" dirty="0" smtClean="0">
                <a:effectLst/>
                <a:hlinkClick r:id="rId2"/>
              </a:rPr>
              <a:t>www.youtube.com/watch?v=f3NmLUINP80</a:t>
            </a:r>
            <a:r>
              <a:rPr lang="en-AU" dirty="0" smtClean="0">
                <a:effectLst/>
              </a:rPr>
              <a:t>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551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Solutions to conflict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66900"/>
            <a:ext cx="8595360" cy="4351337"/>
          </a:xfrm>
        </p:spPr>
        <p:txBody>
          <a:bodyPr>
            <a:normAutofit/>
          </a:bodyPr>
          <a:lstStyle/>
          <a:p>
            <a:r>
              <a:rPr lang="en-AU" sz="2400" u="sng" dirty="0" smtClean="0"/>
              <a:t>Imposed</a:t>
            </a:r>
            <a:r>
              <a:rPr lang="en-AU" sz="2400" dirty="0" smtClean="0"/>
              <a:t> – handed down by another</a:t>
            </a:r>
          </a:p>
          <a:p>
            <a:r>
              <a:rPr lang="en-AU" sz="2400" u="sng" dirty="0" smtClean="0"/>
              <a:t>Distributive</a:t>
            </a:r>
            <a:r>
              <a:rPr lang="en-AU" sz="2400" dirty="0" smtClean="0"/>
              <a:t> – decided between both parties - compromise</a:t>
            </a:r>
          </a:p>
          <a:p>
            <a:r>
              <a:rPr lang="en-AU" sz="2400" u="sng" dirty="0" smtClean="0"/>
              <a:t>Integrative</a:t>
            </a:r>
            <a:r>
              <a:rPr lang="en-AU" sz="2400" dirty="0" smtClean="0"/>
              <a:t> – win-win for both parties</a:t>
            </a:r>
          </a:p>
          <a:p>
            <a:pPr marL="0" indent="0">
              <a:buNone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4685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Techniques to aid conflict resolution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u="sng" dirty="0" smtClean="0"/>
              <a:t>Mediation</a:t>
            </a:r>
            <a:r>
              <a:rPr lang="en-AU" sz="2400" dirty="0" smtClean="0"/>
              <a:t> – a third party bridges the gap and suggests </a:t>
            </a:r>
          </a:p>
          <a:p>
            <a:r>
              <a:rPr lang="en-AU" sz="2400" u="sng" dirty="0" smtClean="0"/>
              <a:t>Negotiation</a:t>
            </a:r>
            <a:r>
              <a:rPr lang="en-AU" sz="2400" dirty="0" smtClean="0"/>
              <a:t> – both parties work it out between themselves</a:t>
            </a:r>
          </a:p>
          <a:p>
            <a:r>
              <a:rPr lang="en-AU" sz="2400" u="sng" dirty="0" smtClean="0"/>
              <a:t>Counselling</a:t>
            </a:r>
            <a:r>
              <a:rPr lang="en-AU" sz="2400" dirty="0" smtClean="0"/>
              <a:t> – each member is given strategies to better negotiate terms on their own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4536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While watching the episode of Bluey…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Who is the conflict between? </a:t>
            </a:r>
          </a:p>
          <a:p>
            <a:r>
              <a:rPr lang="en-AU" sz="2800" dirty="0" smtClean="0"/>
              <a:t>What is the conflict about?</a:t>
            </a:r>
          </a:p>
          <a:p>
            <a:r>
              <a:rPr lang="en-AU" sz="2800" dirty="0" smtClean="0"/>
              <a:t>Is there any mediation/negotiation/counselling in the process?</a:t>
            </a:r>
          </a:p>
          <a:p>
            <a:r>
              <a:rPr lang="en-AU" sz="2800" dirty="0" smtClean="0"/>
              <a:t>What solution/s did they come up with in the end?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28569552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11</TotalTime>
  <Words>170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Schoolbook</vt:lpstr>
      <vt:lpstr>Wingdings 2</vt:lpstr>
      <vt:lpstr>View</vt:lpstr>
      <vt:lpstr>Learning intention: to understand different types of conflict resolution    Success criteria:  Describe and give examples of imposed, distributive and integrative solutions to conflict  Describe and give examples of mediation, negotiation and counselling  </vt:lpstr>
      <vt:lpstr>Brainstorm: a conflict you’ve witnessed/been involved with recently</vt:lpstr>
      <vt:lpstr>https://www.youtube.com/watch?v=f3NmLUINP80 </vt:lpstr>
      <vt:lpstr>Solutions to conflict</vt:lpstr>
      <vt:lpstr>Techniques to aid conflict resolution</vt:lpstr>
      <vt:lpstr>While watching the episode of Bluey…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intention: to understand different types of conflict resolution    Success criteria:  Describe and give examples of imposed, distributive and integrative solutions to conflict  Describe and give examples of mediation, negotiation and counselling</dc:title>
  <dc:creator>EDWARDS Natalie [Narrogin Senior High School]</dc:creator>
  <cp:lastModifiedBy>EDWARDS Natalie [Narrogin Senior High School]</cp:lastModifiedBy>
  <cp:revision>2</cp:revision>
  <dcterms:created xsi:type="dcterms:W3CDTF">2021-04-19T00:04:42Z</dcterms:created>
  <dcterms:modified xsi:type="dcterms:W3CDTF">2021-04-19T00:15:53Z</dcterms:modified>
</cp:coreProperties>
</file>