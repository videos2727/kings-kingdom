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4" autoAdjust="0"/>
    <p:restoredTop sz="94660"/>
  </p:normalViewPr>
  <p:slideViewPr>
    <p:cSldViewPr snapToGrid="0">
      <p:cViewPr varScale="1">
        <p:scale>
          <a:sx n="74" d="100"/>
          <a:sy n="74" d="100"/>
        </p:scale>
        <p:origin x="2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6226-6441-4631-BE19-A36887880F33}" type="datetimeFigureOut">
              <a:rPr lang="en-AU" smtClean="0"/>
              <a:t>15/06/2021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7097-C84F-4288-97EB-305C425C8E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2716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6226-6441-4631-BE19-A36887880F33}" type="datetimeFigureOut">
              <a:rPr lang="en-AU" smtClean="0"/>
              <a:t>15/06/2021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7097-C84F-4288-97EB-305C425C8E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0870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6226-6441-4631-BE19-A36887880F33}" type="datetimeFigureOut">
              <a:rPr lang="en-AU" smtClean="0"/>
              <a:t>15/06/2021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7097-C84F-4288-97EB-305C425C8E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8227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6226-6441-4631-BE19-A36887880F33}" type="datetimeFigureOut">
              <a:rPr lang="en-AU" smtClean="0"/>
              <a:t>15/06/2021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7097-C84F-4288-97EB-305C425C8E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1915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6226-6441-4631-BE19-A36887880F33}" type="datetimeFigureOut">
              <a:rPr lang="en-AU" smtClean="0"/>
              <a:t>15/06/2021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7097-C84F-4288-97EB-305C425C8E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5420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6226-6441-4631-BE19-A36887880F33}" type="datetimeFigureOut">
              <a:rPr lang="en-AU" smtClean="0"/>
              <a:t>15/06/2021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7097-C84F-4288-97EB-305C425C8E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680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6226-6441-4631-BE19-A36887880F33}" type="datetimeFigureOut">
              <a:rPr lang="en-AU" smtClean="0"/>
              <a:t>15/06/2021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7097-C84F-4288-97EB-305C425C8E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9907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6226-6441-4631-BE19-A36887880F33}" type="datetimeFigureOut">
              <a:rPr lang="en-AU" smtClean="0"/>
              <a:t>15/06/2021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7097-C84F-4288-97EB-305C425C8E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6835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6226-6441-4631-BE19-A36887880F33}" type="datetimeFigureOut">
              <a:rPr lang="en-AU" smtClean="0"/>
              <a:t>15/06/2021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7097-C84F-4288-97EB-305C425C8E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1246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6226-6441-4631-BE19-A36887880F33}" type="datetimeFigureOut">
              <a:rPr lang="en-AU" smtClean="0"/>
              <a:t>15/06/2021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7097-C84F-4288-97EB-305C425C8E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1885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D6226-6441-4631-BE19-A36887880F33}" type="datetimeFigureOut">
              <a:rPr lang="en-AU" smtClean="0"/>
              <a:t>15/06/2021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7097-C84F-4288-97EB-305C425C8E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1956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D6226-6441-4631-BE19-A36887880F33}" type="datetimeFigureOut">
              <a:rPr lang="en-AU" smtClean="0"/>
              <a:t>15/06/2021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D7097-C84F-4288-97EB-305C425C8E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4009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102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GB" dirty="0"/>
              <a:t>Learning intention: to understand the concept of gene pools and gene flow and how they relate to diseases </a:t>
            </a:r>
          </a:p>
          <a:p>
            <a:pPr fontAlgn="base"/>
            <a:r>
              <a:rPr lang="en-GB" dirty="0"/>
              <a:t> </a:t>
            </a:r>
          </a:p>
          <a:p>
            <a:pPr fontAlgn="base"/>
            <a:r>
              <a:rPr lang="en-GB" dirty="0"/>
              <a:t>Success criteria: </a:t>
            </a:r>
          </a:p>
          <a:p>
            <a:pPr fontAlgn="base"/>
            <a:r>
              <a:rPr lang="en-GB" dirty="0"/>
              <a:t>Describe how allele frequencies in populations can change over time </a:t>
            </a:r>
          </a:p>
          <a:p>
            <a:pPr fontAlgn="base"/>
            <a:r>
              <a:rPr lang="en-GB" dirty="0"/>
              <a:t>Explain the founder effect, random genetic drift and bottleneck effect </a:t>
            </a:r>
          </a:p>
          <a:p>
            <a:pPr fontAlgn="base"/>
            <a:r>
              <a:rPr lang="en-GB" dirty="0"/>
              <a:t>Explain how geographical and sociocultural barriers to gene flow affect populations </a:t>
            </a:r>
          </a:p>
          <a:p>
            <a:pPr fontAlgn="base"/>
            <a:r>
              <a:rPr lang="en-GB" dirty="0"/>
              <a:t>List the components of natural selection </a:t>
            </a:r>
          </a:p>
          <a:p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29812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Review of Diseases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9422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Natural selection: 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endParaRPr lang="en-GB" dirty="0"/>
          </a:p>
          <a:p>
            <a:pPr fontAlgn="base"/>
            <a:r>
              <a:rPr lang="en-GB" dirty="0"/>
              <a:t>Sexual reproduction </a:t>
            </a:r>
          </a:p>
          <a:p>
            <a:pPr fontAlgn="base"/>
            <a:r>
              <a:rPr lang="en-GB" dirty="0"/>
              <a:t>Variation (mutations) </a:t>
            </a:r>
          </a:p>
          <a:p>
            <a:pPr fontAlgn="base"/>
            <a:r>
              <a:rPr lang="en-GB" dirty="0"/>
              <a:t>Struggle for existence </a:t>
            </a:r>
          </a:p>
          <a:p>
            <a:pPr fontAlgn="base"/>
            <a:r>
              <a:rPr lang="en-GB" dirty="0"/>
              <a:t>Survival of the fittest </a:t>
            </a:r>
          </a:p>
          <a:p>
            <a:pPr fontAlgn="base"/>
            <a:r>
              <a:rPr lang="en-GB" dirty="0"/>
              <a:t>Changes to gene pool 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67190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Review of Diseases</vt:lpstr>
      <vt:lpstr>Natural selection: 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EDWARDS Natalie [Narrogin Senior High School]</dc:creator>
  <cp:lastModifiedBy>EDWARDS Natalie [Narrogin Senior High School]</cp:lastModifiedBy>
  <cp:revision>1</cp:revision>
  <dcterms:created xsi:type="dcterms:W3CDTF">2021-06-15T01:54:57Z</dcterms:created>
  <dcterms:modified xsi:type="dcterms:W3CDTF">2021-06-15T01:55:11Z</dcterms:modified>
</cp:coreProperties>
</file>