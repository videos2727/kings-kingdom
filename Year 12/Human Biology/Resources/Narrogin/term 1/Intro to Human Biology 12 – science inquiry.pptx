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6081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78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885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151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89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391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545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643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65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661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727656A-5E86-4786-8DE4-43D3E4058AD7}" type="datetimeFigureOut">
              <a:rPr lang="en-AU" smtClean="0"/>
              <a:t>2/02/2021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D06934C-233D-4CDD-9FE8-1FE989BC0B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192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 to Human Biology 12 – science inquiry review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009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Types of investigations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/>
              <a:t>Observations</a:t>
            </a:r>
          </a:p>
          <a:p>
            <a:r>
              <a:rPr lang="en-AU" sz="2400" dirty="0"/>
              <a:t>Controlled experiments</a:t>
            </a:r>
          </a:p>
          <a:p>
            <a:r>
              <a:rPr lang="en-AU" sz="2400" dirty="0"/>
              <a:t>Surveys</a:t>
            </a:r>
          </a:p>
          <a:p>
            <a:r>
              <a:rPr lang="en-AU" sz="2400" dirty="0"/>
              <a:t>Trial and Error</a:t>
            </a:r>
          </a:p>
          <a:p>
            <a:r>
              <a:rPr lang="en-AU" sz="2400" dirty="0"/>
              <a:t>Case studies</a:t>
            </a:r>
          </a:p>
          <a:p>
            <a:r>
              <a:rPr lang="en-AU" sz="2400" dirty="0"/>
              <a:t>Longitudinal study</a:t>
            </a:r>
          </a:p>
          <a:p>
            <a:r>
              <a:rPr lang="en-AU" sz="2400" dirty="0"/>
              <a:t>(cross sectional </a:t>
            </a:r>
            <a:r>
              <a:rPr lang="en-AU" sz="2400" dirty="0" smtClean="0"/>
              <a:t>study</a:t>
            </a:r>
            <a:r>
              <a:rPr lang="en-AU" sz="2400" dirty="0"/>
              <a:t>)</a:t>
            </a:r>
            <a:endParaRPr lang="en-AU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4886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76404"/>
            <a:ext cx="10140418" cy="574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4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Steps in scientific method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AU" sz="2400" dirty="0" smtClean="0"/>
              <a:t>Recognise </a:t>
            </a:r>
            <a:r>
              <a:rPr lang="en-AU" sz="2400" dirty="0"/>
              <a:t>problem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2400" dirty="0"/>
              <a:t>Collect info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2400" dirty="0"/>
              <a:t>Propose hypothesis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2400" dirty="0"/>
              <a:t>Test hypothesis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2400" dirty="0"/>
              <a:t>Analyse and interpret data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2400" dirty="0"/>
              <a:t>Draw conclusions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43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Purpose of </a:t>
            </a:r>
            <a:r>
              <a:rPr lang="en-AU" dirty="0" smtClean="0"/>
              <a:t>a literature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 </a:t>
            </a:r>
          </a:p>
          <a:p>
            <a:pPr lvl="0"/>
            <a:r>
              <a:rPr lang="en-AU" sz="2400" dirty="0" smtClean="0"/>
              <a:t>Help </a:t>
            </a:r>
            <a:r>
              <a:rPr lang="en-AU" sz="2400" dirty="0"/>
              <a:t>define problem</a:t>
            </a:r>
          </a:p>
          <a:p>
            <a:pPr lvl="0"/>
            <a:r>
              <a:rPr lang="en-AU" sz="2400" dirty="0"/>
              <a:t>Find out current knowledge</a:t>
            </a:r>
          </a:p>
          <a:p>
            <a:pPr lvl="0"/>
            <a:r>
              <a:rPr lang="en-AU" sz="2400" dirty="0"/>
              <a:t>Assess research methods</a:t>
            </a:r>
          </a:p>
          <a:p>
            <a:pPr lvl="0"/>
            <a:r>
              <a:rPr lang="en-AU" sz="2400" dirty="0"/>
              <a:t>Relate findings to what is already known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066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Ethics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sz="2400" dirty="0"/>
          </a:p>
          <a:p>
            <a:r>
              <a:rPr lang="en-AU" sz="2400" dirty="0"/>
              <a:t>-voluntary participation</a:t>
            </a:r>
          </a:p>
          <a:p>
            <a:r>
              <a:rPr lang="en-AU" sz="2400" dirty="0"/>
              <a:t>-informed consent</a:t>
            </a:r>
          </a:p>
          <a:p>
            <a:r>
              <a:rPr lang="en-AU" sz="2400" dirty="0"/>
              <a:t>-no risk of harm</a:t>
            </a:r>
          </a:p>
          <a:p>
            <a:r>
              <a:rPr lang="en-AU" sz="2400" dirty="0"/>
              <a:t>-</a:t>
            </a:r>
            <a:r>
              <a:rPr lang="en-AU" sz="2400" dirty="0" smtClean="0"/>
              <a:t>confidentiality</a:t>
            </a:r>
          </a:p>
          <a:p>
            <a:pPr marL="0" indent="0">
              <a:buNone/>
            </a:pPr>
            <a:endParaRPr lang="en-AU" sz="2400" dirty="0"/>
          </a:p>
          <a:p>
            <a:r>
              <a:rPr lang="en-AU" sz="2400" dirty="0"/>
              <a:t>Animal ethics: valid, humane, justifiable, considerate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469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94329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19</TotalTime>
  <Words>93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View</vt:lpstr>
      <vt:lpstr>Intro to Human Biology 12 – science inquiry review</vt:lpstr>
      <vt:lpstr>Types of investigations</vt:lpstr>
      <vt:lpstr>PowerPoint Presentation</vt:lpstr>
      <vt:lpstr>Steps in scientific method</vt:lpstr>
      <vt:lpstr>Purpose of a literature review</vt:lpstr>
      <vt:lpstr>Ethics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Human Biology 12 – science inquiry review</dc:title>
  <dc:creator>EDWARDS Natalie [Narrogin Senior High School]</dc:creator>
  <cp:lastModifiedBy>EDWARDS Natalie [Narrogin Senior High School]</cp:lastModifiedBy>
  <cp:revision>3</cp:revision>
  <dcterms:created xsi:type="dcterms:W3CDTF">2021-02-02T01:37:01Z</dcterms:created>
  <dcterms:modified xsi:type="dcterms:W3CDTF">2021-02-02T01:56:01Z</dcterms:modified>
</cp:coreProperties>
</file>