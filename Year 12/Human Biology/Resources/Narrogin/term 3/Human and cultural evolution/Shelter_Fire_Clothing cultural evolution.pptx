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9753600" cx="130048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rnd" cmpd="sng" w="9525">
            <a:solidFill>
              <a:srgbClr val="000000"/>
            </a:solidFill>
            <a:prstDash val="solid"/>
            <a:miter lim="8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91425" lIns="91425" spcFirstLastPara="1" rIns="91425" wrap="square" tIns="91425">
            <a:noAutofit/>
          </a:bodyPr>
          <a:lstStyle/>
          <a:p>
            <a:pPr indent="-88900" lvl="0" marL="0" marR="0" rtl="0" algn="r">
              <a:spcBef>
                <a:spcPts val="0"/>
              </a:spcBef>
              <a:spcAft>
                <a:spcPts val="0"/>
              </a:spcAft>
              <a:buSzPts val="1400"/>
              <a:buChar char="●"/>
            </a:pPr>
            <a:r>
              <a:t/>
            </a:r>
            <a:endParaRPr b="0" i="0" sz="1200" u="none" cap="none" strike="noStrike"/>
          </a:p>
          <a:p>
            <a:pPr indent="-88900" lvl="1" marL="0" rtl="0" algn="l">
              <a:spcBef>
                <a:spcPts val="0"/>
              </a:spcBef>
              <a:spcAft>
                <a:spcPts val="0"/>
              </a:spcAft>
              <a:buSzPts val="1400"/>
              <a:buChar char="○"/>
            </a:pPr>
            <a:r>
              <a:t/>
            </a:r>
            <a:endParaRPr/>
          </a:p>
          <a:p>
            <a:pPr indent="-88900" lvl="2" marL="0" rtl="0" algn="l">
              <a:spcBef>
                <a:spcPts val="0"/>
              </a:spcBef>
              <a:spcAft>
                <a:spcPts val="0"/>
              </a:spcAft>
              <a:buSzPts val="1400"/>
              <a:buChar char="■"/>
            </a:pPr>
            <a:r>
              <a:t/>
            </a:r>
            <a:endParaRPr/>
          </a:p>
          <a:p>
            <a:pPr indent="-88900" lvl="3" marL="0" rtl="0" algn="l">
              <a:spcBef>
                <a:spcPts val="0"/>
              </a:spcBef>
              <a:spcAft>
                <a:spcPts val="0"/>
              </a:spcAft>
              <a:buSzPts val="1400"/>
              <a:buChar char="●"/>
            </a:pPr>
            <a:r>
              <a:t/>
            </a:r>
            <a:endParaRPr/>
          </a:p>
          <a:p>
            <a:pPr indent="-88900" lvl="4" marL="0" rtl="0" algn="l">
              <a:spcBef>
                <a:spcPts val="0"/>
              </a:spcBef>
              <a:spcAft>
                <a:spcPts val="0"/>
              </a:spcAft>
              <a:buSzPts val="1400"/>
              <a:buChar char="○"/>
            </a:pPr>
            <a:r>
              <a:t/>
            </a:r>
            <a:endParaRPr/>
          </a:p>
          <a:p>
            <a:pPr indent="-88900" lvl="5" marL="0" rtl="0" algn="l">
              <a:spcBef>
                <a:spcPts val="0"/>
              </a:spcBef>
              <a:spcAft>
                <a:spcPts val="0"/>
              </a:spcAft>
              <a:buSzPts val="1400"/>
              <a:buChar char="■"/>
            </a:pPr>
            <a:r>
              <a:t/>
            </a:r>
            <a:endParaRPr/>
          </a:p>
          <a:p>
            <a:pPr indent="-88900" lvl="6" marL="0" rtl="0" algn="l">
              <a:spcBef>
                <a:spcPts val="0"/>
              </a:spcBef>
              <a:spcAft>
                <a:spcPts val="0"/>
              </a:spcAft>
              <a:buSzPts val="1400"/>
              <a:buChar char="●"/>
            </a:pPr>
            <a:r>
              <a:t/>
            </a:r>
            <a:endParaRPr/>
          </a:p>
          <a:p>
            <a:pPr indent="-88900" lvl="7" marL="0" rtl="0" algn="l">
              <a:spcBef>
                <a:spcPts val="0"/>
              </a:spcBef>
              <a:spcAft>
                <a:spcPts val="0"/>
              </a:spcAft>
              <a:buSzPts val="1400"/>
              <a:buChar char="○"/>
            </a:pPr>
            <a:r>
              <a:t/>
            </a:r>
            <a:endParaRPr/>
          </a:p>
          <a:p>
            <a:pPr indent="-88900" lvl="8" marL="0" rtl="0" algn="l">
              <a:spcBef>
                <a:spcPts val="0"/>
              </a:spcBef>
              <a:spcAft>
                <a:spcPts val="0"/>
              </a:spcAft>
              <a:buSzPts val="1400"/>
              <a:buChar char="■"/>
            </a:pPr>
            <a:r>
              <a:t/>
            </a:r>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49" name="Google Shape;49;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 name="Google Shape;50;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1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64" name="Google Shape;6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ff2ee2428_0_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72" name="Google Shape;72;g1ff2ee2428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g1ff2ee2428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1ff2ee2428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1ff2ee2428_0_7:notes"/>
          <p:cNvSpPr txBox="1"/>
          <p:nvPr>
            <p:ph idx="1" type="body"/>
          </p:nvPr>
        </p:nvSpPr>
        <p:spPr>
          <a:xfrm>
            <a:off x="914400" y="4343400"/>
            <a:ext cx="50292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g1ff2ee2428_0_7:notes"/>
          <p:cNvSpPr txBox="1"/>
          <p:nvPr>
            <p:ph idx="12" type="sldNum"/>
          </p:nvPr>
        </p:nvSpPr>
        <p:spPr>
          <a:xfrm>
            <a:off x="3886200" y="8686800"/>
            <a:ext cx="2971800" cy="4572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Clr>
                <a:srgbClr val="000000"/>
              </a:buClr>
              <a:buSzPts val="1400"/>
              <a:buFont typeface="Arial"/>
              <a:buNone/>
            </a:pPr>
            <a:r>
              <a:t/>
            </a:r>
            <a:endParaRPr/>
          </a:p>
          <a:p>
            <a:pPr indent="0" lvl="1" marL="0" rtl="0" algn="l">
              <a:spcBef>
                <a:spcPts val="0"/>
              </a:spcBef>
              <a:spcAft>
                <a:spcPts val="0"/>
              </a:spcAft>
              <a:buClr>
                <a:srgbClr val="000000"/>
              </a:buClr>
              <a:buSzPts val="1400"/>
              <a:buFont typeface="Arial"/>
              <a:buNone/>
            </a:pPr>
            <a:r>
              <a:t/>
            </a:r>
            <a:endParaRPr/>
          </a:p>
          <a:p>
            <a:pPr indent="0" lvl="2" marL="0" rtl="0" algn="l">
              <a:spcBef>
                <a:spcPts val="0"/>
              </a:spcBef>
              <a:spcAft>
                <a:spcPts val="0"/>
              </a:spcAft>
              <a:buClr>
                <a:srgbClr val="000000"/>
              </a:buClr>
              <a:buSzPts val="1400"/>
              <a:buFont typeface="Arial"/>
              <a:buNone/>
            </a:pPr>
            <a:r>
              <a:t/>
            </a:r>
            <a:endParaRPr/>
          </a:p>
          <a:p>
            <a:pPr indent="0" lvl="3" marL="0" rtl="0" algn="l">
              <a:spcBef>
                <a:spcPts val="0"/>
              </a:spcBef>
              <a:spcAft>
                <a:spcPts val="0"/>
              </a:spcAft>
              <a:buClr>
                <a:srgbClr val="000000"/>
              </a:buClr>
              <a:buSzPts val="1400"/>
              <a:buFont typeface="Arial"/>
              <a:buNone/>
            </a:pPr>
            <a:r>
              <a:t/>
            </a:r>
            <a:endParaRPr/>
          </a:p>
          <a:p>
            <a:pPr indent="0" lvl="4" marL="0" rtl="0" algn="l">
              <a:spcBef>
                <a:spcPts val="0"/>
              </a:spcBef>
              <a:spcAft>
                <a:spcPts val="0"/>
              </a:spcAft>
              <a:buClr>
                <a:srgbClr val="000000"/>
              </a:buClr>
              <a:buSzPts val="1400"/>
              <a:buFont typeface="Arial"/>
              <a:buNone/>
            </a:pPr>
            <a:r>
              <a:t/>
            </a:r>
            <a:endParaRPr/>
          </a:p>
          <a:p>
            <a:pPr indent="0" lvl="5" marL="0" rtl="0" algn="l">
              <a:spcBef>
                <a:spcPts val="0"/>
              </a:spcBef>
              <a:spcAft>
                <a:spcPts val="0"/>
              </a:spcAft>
              <a:buClr>
                <a:srgbClr val="000000"/>
              </a:buClr>
              <a:buSzPts val="1400"/>
              <a:buFont typeface="Arial"/>
              <a:buNone/>
            </a:pPr>
            <a:r>
              <a:t/>
            </a:r>
            <a:endParaRPr/>
          </a:p>
          <a:p>
            <a:pPr indent="0" lvl="6" marL="0" rtl="0" algn="l">
              <a:spcBef>
                <a:spcPts val="0"/>
              </a:spcBef>
              <a:spcAft>
                <a:spcPts val="0"/>
              </a:spcAft>
              <a:buClr>
                <a:srgbClr val="000000"/>
              </a:buClr>
              <a:buSzPts val="1400"/>
              <a:buFont typeface="Arial"/>
              <a:buNone/>
            </a:pPr>
            <a:r>
              <a:t/>
            </a:r>
            <a:endParaRPr/>
          </a:p>
          <a:p>
            <a:pPr indent="0" lvl="7" marL="0" rtl="0" algn="l">
              <a:spcBef>
                <a:spcPts val="0"/>
              </a:spcBef>
              <a:spcAft>
                <a:spcPts val="0"/>
              </a:spcAft>
              <a:buClr>
                <a:srgbClr val="000000"/>
              </a:buClr>
              <a:buSzPts val="1400"/>
              <a:buFont typeface="Arial"/>
              <a:buNone/>
            </a:pPr>
            <a:r>
              <a:t/>
            </a:r>
            <a:endParaRPr/>
          </a:p>
          <a:p>
            <a:pPr indent="0" lvl="8" marL="0" rtl="0" algn="l">
              <a:spcBef>
                <a:spcPts val="0"/>
              </a:spcBef>
              <a:spcAft>
                <a:spcPts val="0"/>
              </a:spcAft>
              <a:buClr>
                <a:srgbClr val="000000"/>
              </a:buClr>
              <a:buSzPts val="1400"/>
              <a:buFont typeface="Arial"/>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88" name="Google Shape;8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97" name="Google Shape;9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06" name="Google Shape;106;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7" name="Google Shape;107;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14" name="Google Shape;11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23" name="Google Shape;123;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4" name="Google Shape;124;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2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33" name="Google Shape;13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2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3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41" name="Google Shape;14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2" name="Google Shape;142;p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49" name="Google Shape;14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3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57" name="Google Shape;15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66" name="Google Shape;16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7" name="Google Shape;167;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74" name="Google Shape;17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4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82" name="Google Shape;182;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 name="Google Shape;183;p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42:notes"/>
          <p:cNvSpPr txBox="1"/>
          <p:nvPr>
            <p:ph idx="1" type="body"/>
          </p:nvPr>
        </p:nvSpPr>
        <p:spPr>
          <a:xfrm>
            <a:off x="914400" y="4343400"/>
            <a:ext cx="5029200" cy="411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4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195" name="Google Shape;19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4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4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Font typeface="Arial"/>
              <a:buNone/>
            </a:pPr>
            <a:r>
              <a:rPr b="0" i="0" lang="en-US" sz="1200" u="none" cap="none" strike="noStrike"/>
              <a:t>*</a:t>
            </a:r>
            <a:endParaRPr/>
          </a:p>
        </p:txBody>
      </p:sp>
      <p:sp>
        <p:nvSpPr>
          <p:cNvPr id="206" name="Google Shape;20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7" name="Google Shape;207;p4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12" name="Shape 12"/>
        <p:cNvGrpSpPr/>
        <p:nvPr/>
      </p:nvGrpSpPr>
      <p:grpSpPr>
        <a:xfrm>
          <a:off x="0" y="0"/>
          <a:ext cx="0" cy="0"/>
          <a:chOff x="0" y="0"/>
          <a:chExt cx="0" cy="0"/>
        </a:xfrm>
      </p:grpSpPr>
      <p:sp>
        <p:nvSpPr>
          <p:cNvPr id="13" name="Google Shape;13;p2"/>
          <p:cNvSpPr txBox="1"/>
          <p:nvPr>
            <p:ph type="title"/>
          </p:nvPr>
        </p:nvSpPr>
        <p:spPr>
          <a:xfrm rot="5400000">
            <a:off x="6951662" y="2722562"/>
            <a:ext cx="8191500" cy="3051175"/>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
        <p:nvSpPr>
          <p:cNvPr id="14" name="Google Shape;14;p2"/>
          <p:cNvSpPr txBox="1"/>
          <p:nvPr>
            <p:ph idx="1" type="body"/>
          </p:nvPr>
        </p:nvSpPr>
        <p:spPr>
          <a:xfrm rot="5400000">
            <a:off x="773112" y="-252413"/>
            <a:ext cx="8191500" cy="9001125"/>
          </a:xfrm>
          <a:prstGeom prst="rect">
            <a:avLst/>
          </a:prstGeom>
          <a:noFill/>
          <a:ln>
            <a:noFill/>
          </a:ln>
        </p:spPr>
        <p:txBody>
          <a:bodyPr anchorCtr="0" anchor="t" bIns="91425" lIns="91425" spcFirstLastPara="1" rIns="91425" wrap="square" tIns="91425">
            <a:noAutofit/>
          </a:bodyPr>
          <a:lstStyle>
            <a:lvl1pPr indent="-317500" lvl="0" marL="457200" rtl="0" algn="l">
              <a:lnSpc>
                <a:spcPct val="136000"/>
              </a:lnSpc>
              <a:spcBef>
                <a:spcPts val="3200"/>
              </a:spcBef>
              <a:spcAft>
                <a:spcPts val="0"/>
              </a:spcAft>
              <a:buClr>
                <a:schemeClr val="dk1"/>
              </a:buClr>
              <a:buSzPts val="1400"/>
              <a:buFont typeface="Arial"/>
              <a:buChar char="●"/>
              <a:defRPr sz="2800">
                <a:solidFill>
                  <a:schemeClr val="dk1"/>
                </a:solidFill>
                <a:latin typeface="Arial"/>
                <a:ea typeface="Arial"/>
                <a:cs typeface="Arial"/>
                <a:sym typeface="Arial"/>
              </a:defRPr>
            </a:lvl1pPr>
            <a:lvl2pPr indent="-317500" lvl="1" marL="9144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3pPr>
            <a:lvl4pPr indent="-317500" lvl="3" marL="1828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4pPr>
            <a:lvl5pPr indent="-317500" lvl="4" marL="22860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5pPr>
            <a:lvl6pPr indent="-317500" lvl="5" marL="27432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6pPr>
            <a:lvl7pPr indent="-317500" lvl="6" marL="32004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7pPr>
            <a:lvl8pPr indent="-317500" lvl="7" marL="36576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8pPr>
            <a:lvl9pPr indent="-317500" lvl="8" marL="4114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15" name="Shape 15"/>
        <p:cNvGrpSpPr/>
        <p:nvPr/>
      </p:nvGrpSpPr>
      <p:grpSpPr>
        <a:xfrm>
          <a:off x="0" y="0"/>
          <a:ext cx="0" cy="0"/>
          <a:chOff x="0" y="0"/>
          <a:chExt cx="0" cy="0"/>
        </a:xfrm>
      </p:grpSpPr>
      <p:sp>
        <p:nvSpPr>
          <p:cNvPr id="16" name="Google Shape;16;p3"/>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
        <p:nvSpPr>
          <p:cNvPr id="17" name="Google Shape;17;p3"/>
          <p:cNvSpPr txBox="1"/>
          <p:nvPr>
            <p:ph idx="1" type="body"/>
          </p:nvPr>
        </p:nvSpPr>
        <p:spPr>
          <a:xfrm rot="5400000">
            <a:off x="3454400" y="-76200"/>
            <a:ext cx="6273800" cy="10566400"/>
          </a:xfrm>
          <a:prstGeom prst="rect">
            <a:avLst/>
          </a:prstGeom>
          <a:noFill/>
          <a:ln>
            <a:noFill/>
          </a:ln>
        </p:spPr>
        <p:txBody>
          <a:bodyPr anchorCtr="0" anchor="t" bIns="91425" lIns="91425" spcFirstLastPara="1" rIns="91425" wrap="square" tIns="91425">
            <a:noAutofit/>
          </a:bodyPr>
          <a:lstStyle>
            <a:lvl1pPr indent="-317500" lvl="0" marL="457200" rtl="0" algn="l">
              <a:lnSpc>
                <a:spcPct val="136000"/>
              </a:lnSpc>
              <a:spcBef>
                <a:spcPts val="3200"/>
              </a:spcBef>
              <a:spcAft>
                <a:spcPts val="0"/>
              </a:spcAft>
              <a:buClr>
                <a:schemeClr val="dk1"/>
              </a:buClr>
              <a:buSzPts val="1400"/>
              <a:buFont typeface="Arial"/>
              <a:buChar char="●"/>
              <a:defRPr sz="2800">
                <a:solidFill>
                  <a:schemeClr val="dk1"/>
                </a:solidFill>
                <a:latin typeface="Arial"/>
                <a:ea typeface="Arial"/>
                <a:cs typeface="Arial"/>
                <a:sym typeface="Arial"/>
              </a:defRPr>
            </a:lvl1pPr>
            <a:lvl2pPr indent="-317500" lvl="1" marL="9144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3pPr>
            <a:lvl4pPr indent="-317500" lvl="3" marL="1828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4pPr>
            <a:lvl5pPr indent="-317500" lvl="4" marL="22860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5pPr>
            <a:lvl6pPr indent="-317500" lvl="5" marL="27432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6pPr>
            <a:lvl7pPr indent="-317500" lvl="6" marL="32004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7pPr>
            <a:lvl8pPr indent="-317500" lvl="7" marL="36576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8pPr>
            <a:lvl9pPr indent="-317500" lvl="8" marL="4114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18" name="Shape 18"/>
        <p:cNvGrpSpPr/>
        <p:nvPr/>
      </p:nvGrpSpPr>
      <p:grpSpPr>
        <a:xfrm>
          <a:off x="0" y="0"/>
          <a:ext cx="0" cy="0"/>
          <a:chOff x="0" y="0"/>
          <a:chExt cx="0" cy="0"/>
        </a:xfrm>
      </p:grpSpPr>
      <p:sp>
        <p:nvSpPr>
          <p:cNvPr id="19" name="Google Shape;19;p4"/>
          <p:cNvSpPr txBox="1"/>
          <p:nvPr>
            <p:ph type="title"/>
          </p:nvPr>
        </p:nvSpPr>
        <p:spPr>
          <a:xfrm>
            <a:off x="2549525" y="6827838"/>
            <a:ext cx="7802563" cy="806450"/>
          </a:xfrm>
          <a:prstGeom prst="rect">
            <a:avLst/>
          </a:prstGeom>
          <a:noFill/>
          <a:ln>
            <a:noFill/>
          </a:ln>
        </p:spPr>
        <p:txBody>
          <a:bodyPr anchorCtr="0" anchor="b" bIns="91425" lIns="91425" spcFirstLastPara="1" rIns="91425" wrap="square" tIns="91425">
            <a:noAutofit/>
          </a:bodyPr>
          <a:lstStyle>
            <a:lvl1pPr lvl="0" rtl="0" algn="l">
              <a:spcBef>
                <a:spcPts val="200"/>
              </a:spcBef>
              <a:spcAft>
                <a:spcPts val="0"/>
              </a:spcAft>
              <a:buSzPts val="1400"/>
              <a:buChar char="●"/>
              <a:defRPr b="1" sz="2000"/>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0" name="Google Shape;20;p4"/>
          <p:cNvSpPr txBox="1"/>
          <p:nvPr>
            <p:ph idx="1" type="body"/>
          </p:nvPr>
        </p:nvSpPr>
        <p:spPr>
          <a:xfrm>
            <a:off x="2549525" y="7634288"/>
            <a:ext cx="7802563" cy="1144587"/>
          </a:xfrm>
          <a:prstGeom prst="rect">
            <a:avLst/>
          </a:prstGeom>
          <a:noFill/>
          <a:ln>
            <a:noFill/>
          </a:ln>
        </p:spPr>
        <p:txBody>
          <a:bodyPr anchorCtr="0" anchor="t" bIns="91425" lIns="91425" spcFirstLastPara="1" rIns="91425" wrap="square" tIns="91425">
            <a:noAutofit/>
          </a:bodyPr>
          <a:lstStyle>
            <a:lvl1pPr indent="-228600" lvl="0" marL="457200" rtl="0">
              <a:spcBef>
                <a:spcPts val="3200"/>
              </a:spcBef>
              <a:spcAft>
                <a:spcPts val="0"/>
              </a:spcAft>
              <a:buSzPts val="1400"/>
              <a:buFont typeface="Arial"/>
              <a:buNone/>
              <a:defRPr sz="1400"/>
            </a:lvl1pPr>
            <a:lvl2pPr indent="-228600" lvl="1" marL="914400" rtl="0">
              <a:spcBef>
                <a:spcPts val="0"/>
              </a:spcBef>
              <a:spcAft>
                <a:spcPts val="0"/>
              </a:spcAft>
              <a:buSzPts val="1400"/>
              <a:buFont typeface="Arial"/>
              <a:buNone/>
              <a:defRPr sz="1200"/>
            </a:lvl2pPr>
            <a:lvl3pPr indent="-228600" lvl="2" marL="1371600" rtl="0">
              <a:spcBef>
                <a:spcPts val="0"/>
              </a:spcBef>
              <a:spcAft>
                <a:spcPts val="0"/>
              </a:spcAft>
              <a:buSzPts val="1400"/>
              <a:buFont typeface="Arial"/>
              <a:buNone/>
              <a:defRPr sz="1000"/>
            </a:lvl3pPr>
            <a:lvl4pPr indent="-228600" lvl="3" marL="1828800" rtl="0">
              <a:spcBef>
                <a:spcPts val="0"/>
              </a:spcBef>
              <a:spcAft>
                <a:spcPts val="0"/>
              </a:spcAft>
              <a:buSzPts val="1400"/>
              <a:buFont typeface="Arial"/>
              <a:buNone/>
              <a:defRPr sz="900"/>
            </a:lvl4pPr>
            <a:lvl5pPr indent="-228600" lvl="4" marL="2286000" rtl="0">
              <a:spcBef>
                <a:spcPts val="0"/>
              </a:spcBef>
              <a:spcAft>
                <a:spcPts val="0"/>
              </a:spcAft>
              <a:buSzPts val="1400"/>
              <a:buFont typeface="Arial"/>
              <a:buNone/>
              <a:defRPr sz="900"/>
            </a:lvl5pPr>
            <a:lvl6pPr indent="-228600" lvl="5" marL="2743200" rtl="0">
              <a:spcBef>
                <a:spcPts val="0"/>
              </a:spcBef>
              <a:spcAft>
                <a:spcPts val="0"/>
              </a:spcAft>
              <a:buSzPts val="1400"/>
              <a:buFont typeface="Arial"/>
              <a:buNone/>
              <a:defRPr sz="900"/>
            </a:lvl6pPr>
            <a:lvl7pPr indent="-228600" lvl="6" marL="3200400" rtl="0">
              <a:spcBef>
                <a:spcPts val="0"/>
              </a:spcBef>
              <a:spcAft>
                <a:spcPts val="0"/>
              </a:spcAft>
              <a:buSzPts val="1400"/>
              <a:buFont typeface="Arial"/>
              <a:buNone/>
              <a:defRPr sz="900"/>
            </a:lvl7pPr>
            <a:lvl8pPr indent="-228600" lvl="7" marL="3657600" rtl="0">
              <a:spcBef>
                <a:spcPts val="0"/>
              </a:spcBef>
              <a:spcAft>
                <a:spcPts val="0"/>
              </a:spcAft>
              <a:buSzPts val="1400"/>
              <a:buFont typeface="Arial"/>
              <a:buNone/>
              <a:defRPr sz="900"/>
            </a:lvl8pPr>
            <a:lvl9pPr indent="-228600" lvl="8" marL="4114800" rtl="0">
              <a:spcBef>
                <a:spcPts val="0"/>
              </a:spcBef>
              <a:spcAft>
                <a:spcPts val="0"/>
              </a:spcAft>
              <a:buSzPts val="1400"/>
              <a:buFont typeface="Arial"/>
              <a:buNone/>
              <a:defRPr sz="9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21" name="Shape 21"/>
        <p:cNvGrpSpPr/>
        <p:nvPr/>
      </p:nvGrpSpPr>
      <p:grpSpPr>
        <a:xfrm>
          <a:off x="0" y="0"/>
          <a:ext cx="0" cy="0"/>
          <a:chOff x="0" y="0"/>
          <a:chExt cx="0" cy="0"/>
        </a:xfrm>
      </p:grpSpPr>
      <p:sp>
        <p:nvSpPr>
          <p:cNvPr id="22" name="Google Shape;22;p5"/>
          <p:cNvSpPr txBox="1"/>
          <p:nvPr>
            <p:ph type="title"/>
          </p:nvPr>
        </p:nvSpPr>
        <p:spPr>
          <a:xfrm>
            <a:off x="650875" y="388938"/>
            <a:ext cx="4278313" cy="1652587"/>
          </a:xfrm>
          <a:prstGeom prst="rect">
            <a:avLst/>
          </a:prstGeom>
          <a:noFill/>
          <a:ln>
            <a:noFill/>
          </a:ln>
        </p:spPr>
        <p:txBody>
          <a:bodyPr anchorCtr="0" anchor="b" bIns="91425" lIns="91425" spcFirstLastPara="1" rIns="91425" wrap="square" tIns="91425">
            <a:noAutofit/>
          </a:bodyPr>
          <a:lstStyle>
            <a:lvl1pPr lvl="0" rtl="0" algn="l">
              <a:spcBef>
                <a:spcPts val="200"/>
              </a:spcBef>
              <a:spcAft>
                <a:spcPts val="0"/>
              </a:spcAft>
              <a:buSzPts val="1400"/>
              <a:buChar char="●"/>
              <a:defRPr b="1" sz="2000"/>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3" name="Google Shape;23;p5"/>
          <p:cNvSpPr txBox="1"/>
          <p:nvPr>
            <p:ph idx="1" type="body"/>
          </p:nvPr>
        </p:nvSpPr>
        <p:spPr>
          <a:xfrm>
            <a:off x="5084763" y="388938"/>
            <a:ext cx="7269162" cy="8323262"/>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3200"/>
            </a:lvl1pPr>
            <a:lvl2pPr indent="-317500" lvl="1" marL="914400" rtl="0">
              <a:spcBef>
                <a:spcPts val="0"/>
              </a:spcBef>
              <a:spcAft>
                <a:spcPts val="0"/>
              </a:spcAft>
              <a:buSzPts val="1400"/>
              <a:buChar char="●"/>
              <a:defRPr sz="2800"/>
            </a:lvl2pPr>
            <a:lvl3pPr indent="-317500" lvl="2" marL="1371600" rtl="0">
              <a:spcBef>
                <a:spcPts val="0"/>
              </a:spcBef>
              <a:spcAft>
                <a:spcPts val="0"/>
              </a:spcAft>
              <a:buSzPts val="1400"/>
              <a:buChar char="●"/>
              <a:defRPr sz="2400"/>
            </a:lvl3pPr>
            <a:lvl4pPr indent="-317500" lvl="3" marL="1828800" rtl="0">
              <a:spcBef>
                <a:spcPts val="0"/>
              </a:spcBef>
              <a:spcAft>
                <a:spcPts val="0"/>
              </a:spcAft>
              <a:buSzPts val="1400"/>
              <a:buChar char="●"/>
              <a:defRPr sz="2000"/>
            </a:lvl4pPr>
            <a:lvl5pPr indent="-317500" lvl="4" marL="2286000" rtl="0">
              <a:spcBef>
                <a:spcPts val="0"/>
              </a:spcBef>
              <a:spcAft>
                <a:spcPts val="0"/>
              </a:spcAft>
              <a:buSzPts val="1400"/>
              <a:buChar char="●"/>
              <a:defRPr sz="2000"/>
            </a:lvl5pPr>
            <a:lvl6pPr indent="-317500" lvl="5" marL="2743200" rtl="0">
              <a:spcBef>
                <a:spcPts val="0"/>
              </a:spcBef>
              <a:spcAft>
                <a:spcPts val="0"/>
              </a:spcAft>
              <a:buSzPts val="1400"/>
              <a:buChar char="●"/>
              <a:defRPr sz="2000"/>
            </a:lvl6pPr>
            <a:lvl7pPr indent="-317500" lvl="6" marL="3200400" rtl="0">
              <a:spcBef>
                <a:spcPts val="0"/>
              </a:spcBef>
              <a:spcAft>
                <a:spcPts val="0"/>
              </a:spcAft>
              <a:buSzPts val="1400"/>
              <a:buChar char="●"/>
              <a:defRPr sz="2000"/>
            </a:lvl7pPr>
            <a:lvl8pPr indent="-317500" lvl="7" marL="3657600" rtl="0">
              <a:spcBef>
                <a:spcPts val="0"/>
              </a:spcBef>
              <a:spcAft>
                <a:spcPts val="0"/>
              </a:spcAft>
              <a:buSzPts val="1400"/>
              <a:buChar char="●"/>
              <a:defRPr sz="2000"/>
            </a:lvl8pPr>
            <a:lvl9pPr indent="-317500" lvl="8" marL="4114800" rtl="0">
              <a:spcBef>
                <a:spcPts val="0"/>
              </a:spcBef>
              <a:spcAft>
                <a:spcPts val="0"/>
              </a:spcAft>
              <a:buSzPts val="1400"/>
              <a:buChar char="●"/>
              <a:defRPr sz="2000"/>
            </a:lvl9pPr>
          </a:lstStyle>
          <a:p/>
        </p:txBody>
      </p:sp>
      <p:sp>
        <p:nvSpPr>
          <p:cNvPr id="24" name="Google Shape;24;p5"/>
          <p:cNvSpPr txBox="1"/>
          <p:nvPr>
            <p:ph idx="2" type="body"/>
          </p:nvPr>
        </p:nvSpPr>
        <p:spPr>
          <a:xfrm>
            <a:off x="650875" y="2041525"/>
            <a:ext cx="4278313" cy="6670675"/>
          </a:xfrm>
          <a:prstGeom prst="rect">
            <a:avLst/>
          </a:prstGeom>
          <a:noFill/>
          <a:ln>
            <a:noFill/>
          </a:ln>
        </p:spPr>
        <p:txBody>
          <a:bodyPr anchorCtr="0" anchor="t" bIns="91425" lIns="91425" spcFirstLastPara="1" rIns="91425" wrap="square" tIns="91425">
            <a:noAutofit/>
          </a:bodyPr>
          <a:lstStyle>
            <a:lvl1pPr indent="-228600" lvl="0" marL="457200" rtl="0">
              <a:spcBef>
                <a:spcPts val="3200"/>
              </a:spcBef>
              <a:spcAft>
                <a:spcPts val="0"/>
              </a:spcAft>
              <a:buSzPts val="1400"/>
              <a:buFont typeface="Arial"/>
              <a:buNone/>
              <a:defRPr sz="1400"/>
            </a:lvl1pPr>
            <a:lvl2pPr indent="-228600" lvl="1" marL="914400" rtl="0">
              <a:spcBef>
                <a:spcPts val="0"/>
              </a:spcBef>
              <a:spcAft>
                <a:spcPts val="0"/>
              </a:spcAft>
              <a:buSzPts val="1400"/>
              <a:buFont typeface="Arial"/>
              <a:buNone/>
              <a:defRPr sz="1200"/>
            </a:lvl2pPr>
            <a:lvl3pPr indent="-228600" lvl="2" marL="1371600" rtl="0">
              <a:spcBef>
                <a:spcPts val="0"/>
              </a:spcBef>
              <a:spcAft>
                <a:spcPts val="0"/>
              </a:spcAft>
              <a:buSzPts val="1400"/>
              <a:buFont typeface="Arial"/>
              <a:buNone/>
              <a:defRPr sz="1000"/>
            </a:lvl3pPr>
            <a:lvl4pPr indent="-228600" lvl="3" marL="1828800" rtl="0">
              <a:spcBef>
                <a:spcPts val="0"/>
              </a:spcBef>
              <a:spcAft>
                <a:spcPts val="0"/>
              </a:spcAft>
              <a:buSzPts val="1400"/>
              <a:buFont typeface="Arial"/>
              <a:buNone/>
              <a:defRPr sz="900"/>
            </a:lvl4pPr>
            <a:lvl5pPr indent="-228600" lvl="4" marL="2286000" rtl="0">
              <a:spcBef>
                <a:spcPts val="0"/>
              </a:spcBef>
              <a:spcAft>
                <a:spcPts val="0"/>
              </a:spcAft>
              <a:buSzPts val="1400"/>
              <a:buFont typeface="Arial"/>
              <a:buNone/>
              <a:defRPr sz="900"/>
            </a:lvl5pPr>
            <a:lvl6pPr indent="-228600" lvl="5" marL="2743200" rtl="0">
              <a:spcBef>
                <a:spcPts val="0"/>
              </a:spcBef>
              <a:spcAft>
                <a:spcPts val="0"/>
              </a:spcAft>
              <a:buSzPts val="1400"/>
              <a:buFont typeface="Arial"/>
              <a:buNone/>
              <a:defRPr sz="900"/>
            </a:lvl6pPr>
            <a:lvl7pPr indent="-228600" lvl="6" marL="3200400" rtl="0">
              <a:spcBef>
                <a:spcPts val="0"/>
              </a:spcBef>
              <a:spcAft>
                <a:spcPts val="0"/>
              </a:spcAft>
              <a:buSzPts val="1400"/>
              <a:buFont typeface="Arial"/>
              <a:buNone/>
              <a:defRPr sz="900"/>
            </a:lvl7pPr>
            <a:lvl8pPr indent="-228600" lvl="7" marL="3657600" rtl="0">
              <a:spcBef>
                <a:spcPts val="0"/>
              </a:spcBef>
              <a:spcAft>
                <a:spcPts val="0"/>
              </a:spcAft>
              <a:buSzPts val="1400"/>
              <a:buFont typeface="Arial"/>
              <a:buNone/>
              <a:defRPr sz="900"/>
            </a:lvl8pPr>
            <a:lvl9pPr indent="-228600" lvl="8" marL="4114800" rtl="0">
              <a:spcBef>
                <a:spcPts val="0"/>
              </a:spcBef>
              <a:spcAft>
                <a:spcPts val="0"/>
              </a:spcAft>
              <a:buSzPts val="1400"/>
              <a:buFont typeface="Arial"/>
              <a:buNone/>
              <a:defRPr sz="9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5" name="Shape 25"/>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_WITH_TEXT" type="twoTxTwoObj">
  <p:cSld name="TWO_OBJECTS_WITH_TEXT">
    <p:spTree>
      <p:nvGrpSpPr>
        <p:cNvPr id="28" name="Shape 28"/>
        <p:cNvGrpSpPr/>
        <p:nvPr/>
      </p:nvGrpSpPr>
      <p:grpSpPr>
        <a:xfrm>
          <a:off x="0" y="0"/>
          <a:ext cx="0" cy="0"/>
          <a:chOff x="0" y="0"/>
          <a:chExt cx="0" cy="0"/>
        </a:xfrm>
      </p:grpSpPr>
      <p:sp>
        <p:nvSpPr>
          <p:cNvPr id="29" name="Google Shape;29;p8"/>
          <p:cNvSpPr txBox="1"/>
          <p:nvPr>
            <p:ph type="title"/>
          </p:nvPr>
        </p:nvSpPr>
        <p:spPr>
          <a:xfrm>
            <a:off x="650875" y="390525"/>
            <a:ext cx="11703050" cy="1625600"/>
          </a:xfrm>
          <a:prstGeom prst="rect">
            <a:avLst/>
          </a:prstGeom>
          <a:noFill/>
          <a:ln>
            <a:noFill/>
          </a:ln>
        </p:spPr>
        <p:txBody>
          <a:bodyPr anchorCtr="0" anchor="t" bIns="91425" lIns="91425" spcFirstLastPara="1" rIns="91425" wrap="square" tIns="91425">
            <a:noAutofit/>
          </a:bodyPr>
          <a:lstStyle>
            <a:lvl1pPr lvl="0" rtl="0">
              <a:spcBef>
                <a:spcPts val="20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30" name="Google Shape;30;p8"/>
          <p:cNvSpPr txBox="1"/>
          <p:nvPr>
            <p:ph idx="1" type="body"/>
          </p:nvPr>
        </p:nvSpPr>
        <p:spPr>
          <a:xfrm>
            <a:off x="650875" y="2182813"/>
            <a:ext cx="5745163" cy="909637"/>
          </a:xfrm>
          <a:prstGeom prst="rect">
            <a:avLst/>
          </a:prstGeom>
          <a:noFill/>
          <a:ln>
            <a:noFill/>
          </a:ln>
        </p:spPr>
        <p:txBody>
          <a:bodyPr anchorCtr="0" anchor="b" bIns="91425" lIns="91425" spcFirstLastPara="1" rIns="91425" wrap="square" tIns="91425">
            <a:noAutofit/>
          </a:bodyPr>
          <a:lstStyle>
            <a:lvl1pPr indent="-228600" lvl="0" marL="457200" rtl="0">
              <a:spcBef>
                <a:spcPts val="3200"/>
              </a:spcBef>
              <a:spcAft>
                <a:spcPts val="0"/>
              </a:spcAft>
              <a:buSzPts val="1400"/>
              <a:buFont typeface="Arial"/>
              <a:buNone/>
              <a:defRPr b="1" sz="2400"/>
            </a:lvl1pPr>
            <a:lvl2pPr indent="-228600" lvl="1" marL="914400" rtl="0">
              <a:spcBef>
                <a:spcPts val="0"/>
              </a:spcBef>
              <a:spcAft>
                <a:spcPts val="0"/>
              </a:spcAft>
              <a:buSzPts val="1400"/>
              <a:buFont typeface="Arial"/>
              <a:buNone/>
              <a:defRPr b="1" sz="2000"/>
            </a:lvl2pPr>
            <a:lvl3pPr indent="-228600" lvl="2" marL="1371600" rtl="0">
              <a:spcBef>
                <a:spcPts val="0"/>
              </a:spcBef>
              <a:spcAft>
                <a:spcPts val="0"/>
              </a:spcAft>
              <a:buSzPts val="1400"/>
              <a:buFont typeface="Arial"/>
              <a:buNone/>
              <a:defRPr b="1" sz="1800"/>
            </a:lvl3pPr>
            <a:lvl4pPr indent="-228600" lvl="3" marL="1828800" rtl="0">
              <a:spcBef>
                <a:spcPts val="0"/>
              </a:spcBef>
              <a:spcAft>
                <a:spcPts val="0"/>
              </a:spcAft>
              <a:buSzPts val="1400"/>
              <a:buFont typeface="Arial"/>
              <a:buNone/>
              <a:defRPr b="1" sz="1600"/>
            </a:lvl4pPr>
            <a:lvl5pPr indent="-228600" lvl="4" marL="2286000" rtl="0">
              <a:spcBef>
                <a:spcPts val="0"/>
              </a:spcBef>
              <a:spcAft>
                <a:spcPts val="0"/>
              </a:spcAft>
              <a:buSzPts val="1400"/>
              <a:buFont typeface="Arial"/>
              <a:buNone/>
              <a:defRPr b="1" sz="1600"/>
            </a:lvl5pPr>
            <a:lvl6pPr indent="-228600" lvl="5" marL="2743200" rtl="0">
              <a:spcBef>
                <a:spcPts val="0"/>
              </a:spcBef>
              <a:spcAft>
                <a:spcPts val="0"/>
              </a:spcAft>
              <a:buSzPts val="1400"/>
              <a:buFont typeface="Arial"/>
              <a:buNone/>
              <a:defRPr b="1" sz="1600"/>
            </a:lvl6pPr>
            <a:lvl7pPr indent="-228600" lvl="6" marL="3200400" rtl="0">
              <a:spcBef>
                <a:spcPts val="0"/>
              </a:spcBef>
              <a:spcAft>
                <a:spcPts val="0"/>
              </a:spcAft>
              <a:buSzPts val="1400"/>
              <a:buFont typeface="Arial"/>
              <a:buNone/>
              <a:defRPr b="1" sz="1600"/>
            </a:lvl7pPr>
            <a:lvl8pPr indent="-228600" lvl="7" marL="3657600" rtl="0">
              <a:spcBef>
                <a:spcPts val="0"/>
              </a:spcBef>
              <a:spcAft>
                <a:spcPts val="0"/>
              </a:spcAft>
              <a:buSzPts val="1400"/>
              <a:buFont typeface="Arial"/>
              <a:buNone/>
              <a:defRPr b="1" sz="1600"/>
            </a:lvl8pPr>
            <a:lvl9pPr indent="-228600" lvl="8" marL="4114800" rtl="0">
              <a:spcBef>
                <a:spcPts val="0"/>
              </a:spcBef>
              <a:spcAft>
                <a:spcPts val="0"/>
              </a:spcAft>
              <a:buSzPts val="1400"/>
              <a:buFont typeface="Arial"/>
              <a:buNone/>
              <a:defRPr b="1" sz="1600"/>
            </a:lvl9pPr>
          </a:lstStyle>
          <a:p/>
        </p:txBody>
      </p:sp>
      <p:sp>
        <p:nvSpPr>
          <p:cNvPr id="31" name="Google Shape;31;p8"/>
          <p:cNvSpPr txBox="1"/>
          <p:nvPr>
            <p:ph idx="2" type="body"/>
          </p:nvPr>
        </p:nvSpPr>
        <p:spPr>
          <a:xfrm>
            <a:off x="650875" y="3092450"/>
            <a:ext cx="5745163" cy="5619750"/>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2400"/>
            </a:lvl1pPr>
            <a:lvl2pPr indent="-317500" lvl="1" marL="914400" rtl="0">
              <a:spcBef>
                <a:spcPts val="0"/>
              </a:spcBef>
              <a:spcAft>
                <a:spcPts val="0"/>
              </a:spcAft>
              <a:buSzPts val="1400"/>
              <a:buChar char="●"/>
              <a:defRPr sz="20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600"/>
            </a:lvl4pPr>
            <a:lvl5pPr indent="-317500" lvl="4" marL="2286000" rtl="0">
              <a:spcBef>
                <a:spcPts val="0"/>
              </a:spcBef>
              <a:spcAft>
                <a:spcPts val="0"/>
              </a:spcAft>
              <a:buSzPts val="1400"/>
              <a:buChar char="●"/>
              <a:defRPr sz="16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
        <p:nvSpPr>
          <p:cNvPr id="32" name="Google Shape;32;p8"/>
          <p:cNvSpPr txBox="1"/>
          <p:nvPr>
            <p:ph idx="3" type="body"/>
          </p:nvPr>
        </p:nvSpPr>
        <p:spPr>
          <a:xfrm>
            <a:off x="6605588" y="2182813"/>
            <a:ext cx="5748337" cy="909637"/>
          </a:xfrm>
          <a:prstGeom prst="rect">
            <a:avLst/>
          </a:prstGeom>
          <a:noFill/>
          <a:ln>
            <a:noFill/>
          </a:ln>
        </p:spPr>
        <p:txBody>
          <a:bodyPr anchorCtr="0" anchor="b" bIns="91425" lIns="91425" spcFirstLastPara="1" rIns="91425" wrap="square" tIns="91425">
            <a:noAutofit/>
          </a:bodyPr>
          <a:lstStyle>
            <a:lvl1pPr indent="-228600" lvl="0" marL="457200" rtl="0">
              <a:spcBef>
                <a:spcPts val="3200"/>
              </a:spcBef>
              <a:spcAft>
                <a:spcPts val="0"/>
              </a:spcAft>
              <a:buSzPts val="1400"/>
              <a:buFont typeface="Arial"/>
              <a:buNone/>
              <a:defRPr b="1" sz="2400"/>
            </a:lvl1pPr>
            <a:lvl2pPr indent="-228600" lvl="1" marL="914400" rtl="0">
              <a:spcBef>
                <a:spcPts val="0"/>
              </a:spcBef>
              <a:spcAft>
                <a:spcPts val="0"/>
              </a:spcAft>
              <a:buSzPts val="1400"/>
              <a:buFont typeface="Arial"/>
              <a:buNone/>
              <a:defRPr b="1" sz="2000"/>
            </a:lvl2pPr>
            <a:lvl3pPr indent="-228600" lvl="2" marL="1371600" rtl="0">
              <a:spcBef>
                <a:spcPts val="0"/>
              </a:spcBef>
              <a:spcAft>
                <a:spcPts val="0"/>
              </a:spcAft>
              <a:buSzPts val="1400"/>
              <a:buFont typeface="Arial"/>
              <a:buNone/>
              <a:defRPr b="1" sz="1800"/>
            </a:lvl3pPr>
            <a:lvl4pPr indent="-228600" lvl="3" marL="1828800" rtl="0">
              <a:spcBef>
                <a:spcPts val="0"/>
              </a:spcBef>
              <a:spcAft>
                <a:spcPts val="0"/>
              </a:spcAft>
              <a:buSzPts val="1400"/>
              <a:buFont typeface="Arial"/>
              <a:buNone/>
              <a:defRPr b="1" sz="1600"/>
            </a:lvl4pPr>
            <a:lvl5pPr indent="-228600" lvl="4" marL="2286000" rtl="0">
              <a:spcBef>
                <a:spcPts val="0"/>
              </a:spcBef>
              <a:spcAft>
                <a:spcPts val="0"/>
              </a:spcAft>
              <a:buSzPts val="1400"/>
              <a:buFont typeface="Arial"/>
              <a:buNone/>
              <a:defRPr b="1" sz="1600"/>
            </a:lvl5pPr>
            <a:lvl6pPr indent="-228600" lvl="5" marL="2743200" rtl="0">
              <a:spcBef>
                <a:spcPts val="0"/>
              </a:spcBef>
              <a:spcAft>
                <a:spcPts val="0"/>
              </a:spcAft>
              <a:buSzPts val="1400"/>
              <a:buFont typeface="Arial"/>
              <a:buNone/>
              <a:defRPr b="1" sz="1600"/>
            </a:lvl6pPr>
            <a:lvl7pPr indent="-228600" lvl="6" marL="3200400" rtl="0">
              <a:spcBef>
                <a:spcPts val="0"/>
              </a:spcBef>
              <a:spcAft>
                <a:spcPts val="0"/>
              </a:spcAft>
              <a:buSzPts val="1400"/>
              <a:buFont typeface="Arial"/>
              <a:buNone/>
              <a:defRPr b="1" sz="1600"/>
            </a:lvl7pPr>
            <a:lvl8pPr indent="-228600" lvl="7" marL="3657600" rtl="0">
              <a:spcBef>
                <a:spcPts val="0"/>
              </a:spcBef>
              <a:spcAft>
                <a:spcPts val="0"/>
              </a:spcAft>
              <a:buSzPts val="1400"/>
              <a:buFont typeface="Arial"/>
              <a:buNone/>
              <a:defRPr b="1" sz="1600"/>
            </a:lvl8pPr>
            <a:lvl9pPr indent="-228600" lvl="8" marL="4114800" rtl="0">
              <a:spcBef>
                <a:spcPts val="0"/>
              </a:spcBef>
              <a:spcAft>
                <a:spcPts val="0"/>
              </a:spcAft>
              <a:buSzPts val="1400"/>
              <a:buFont typeface="Arial"/>
              <a:buNone/>
              <a:defRPr b="1" sz="1600"/>
            </a:lvl9pPr>
          </a:lstStyle>
          <a:p/>
        </p:txBody>
      </p:sp>
      <p:sp>
        <p:nvSpPr>
          <p:cNvPr id="33" name="Google Shape;33;p8"/>
          <p:cNvSpPr txBox="1"/>
          <p:nvPr>
            <p:ph idx="4" type="body"/>
          </p:nvPr>
        </p:nvSpPr>
        <p:spPr>
          <a:xfrm>
            <a:off x="6605588" y="3092450"/>
            <a:ext cx="5748337" cy="5619750"/>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2400"/>
            </a:lvl1pPr>
            <a:lvl2pPr indent="-317500" lvl="1" marL="914400" rtl="0">
              <a:spcBef>
                <a:spcPts val="0"/>
              </a:spcBef>
              <a:spcAft>
                <a:spcPts val="0"/>
              </a:spcAft>
              <a:buSzPts val="1400"/>
              <a:buChar char="●"/>
              <a:defRPr sz="2000"/>
            </a:lvl2pPr>
            <a:lvl3pPr indent="-317500" lvl="2" marL="1371600" rtl="0">
              <a:spcBef>
                <a:spcPts val="0"/>
              </a:spcBef>
              <a:spcAft>
                <a:spcPts val="0"/>
              </a:spcAft>
              <a:buSzPts val="1400"/>
              <a:buChar char="●"/>
              <a:defRPr sz="1800"/>
            </a:lvl3pPr>
            <a:lvl4pPr indent="-317500" lvl="3" marL="1828800" rtl="0">
              <a:spcBef>
                <a:spcPts val="0"/>
              </a:spcBef>
              <a:spcAft>
                <a:spcPts val="0"/>
              </a:spcAft>
              <a:buSzPts val="1400"/>
              <a:buChar char="●"/>
              <a:defRPr sz="1600"/>
            </a:lvl4pPr>
            <a:lvl5pPr indent="-317500" lvl="4" marL="2286000" rtl="0">
              <a:spcBef>
                <a:spcPts val="0"/>
              </a:spcBef>
              <a:spcAft>
                <a:spcPts val="0"/>
              </a:spcAft>
              <a:buSzPts val="1400"/>
              <a:buChar char="●"/>
              <a:defRPr sz="1600"/>
            </a:lvl5pPr>
            <a:lvl6pPr indent="-317500" lvl="5" marL="2743200" rtl="0">
              <a:spcBef>
                <a:spcPts val="0"/>
              </a:spcBef>
              <a:spcAft>
                <a:spcPts val="0"/>
              </a:spcAft>
              <a:buSzPts val="1400"/>
              <a:buChar char="●"/>
              <a:defRPr sz="1600"/>
            </a:lvl6pPr>
            <a:lvl7pPr indent="-317500" lvl="6" marL="3200400" rtl="0">
              <a:spcBef>
                <a:spcPts val="0"/>
              </a:spcBef>
              <a:spcAft>
                <a:spcPts val="0"/>
              </a:spcAft>
              <a:buSzPts val="1400"/>
              <a:buChar char="●"/>
              <a:defRPr sz="1600"/>
            </a:lvl7pPr>
            <a:lvl8pPr indent="-317500" lvl="7" marL="3657600" rtl="0">
              <a:spcBef>
                <a:spcPts val="0"/>
              </a:spcBef>
              <a:spcAft>
                <a:spcPts val="0"/>
              </a:spcAft>
              <a:buSzPts val="1400"/>
              <a:buChar char="●"/>
              <a:defRPr sz="1600"/>
            </a:lvl8pPr>
            <a:lvl9pPr indent="-317500" lvl="8" marL="4114800" rtl="0">
              <a:spcBef>
                <a:spcPts val="0"/>
              </a:spcBef>
              <a:spcAft>
                <a:spcPts val="0"/>
              </a:spcAft>
              <a:buSzPts val="1400"/>
              <a:buChar char="●"/>
              <a:defRPr sz="16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4" name="Shape 34"/>
        <p:cNvGrpSpPr/>
        <p:nvPr/>
      </p:nvGrpSpPr>
      <p:grpSpPr>
        <a:xfrm>
          <a:off x="0" y="0"/>
          <a:ext cx="0" cy="0"/>
          <a:chOff x="0" y="0"/>
          <a:chExt cx="0" cy="0"/>
        </a:xfrm>
      </p:grpSpPr>
      <p:sp>
        <p:nvSpPr>
          <p:cNvPr id="35" name="Google Shape;35;p9"/>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
        <p:nvSpPr>
          <p:cNvPr id="36" name="Google Shape;36;p9"/>
          <p:cNvSpPr txBox="1"/>
          <p:nvPr>
            <p:ph idx="1" type="body"/>
          </p:nvPr>
        </p:nvSpPr>
        <p:spPr>
          <a:xfrm>
            <a:off x="1308100" y="2070100"/>
            <a:ext cx="5207000" cy="6273800"/>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2800"/>
            </a:lvl1pPr>
            <a:lvl2pPr indent="-317500" lvl="1" marL="914400" rtl="0">
              <a:spcBef>
                <a:spcPts val="0"/>
              </a:spcBef>
              <a:spcAft>
                <a:spcPts val="0"/>
              </a:spcAft>
              <a:buSzPts val="1400"/>
              <a:buChar char="●"/>
              <a:defRPr sz="2400"/>
            </a:lvl2pPr>
            <a:lvl3pPr indent="-317500" lvl="2" marL="1371600" rtl="0">
              <a:spcBef>
                <a:spcPts val="0"/>
              </a:spcBef>
              <a:spcAft>
                <a:spcPts val="0"/>
              </a:spcAft>
              <a:buSzPts val="1400"/>
              <a:buChar char="●"/>
              <a:defRPr sz="20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
        <p:nvSpPr>
          <p:cNvPr id="37" name="Google Shape;37;p9"/>
          <p:cNvSpPr txBox="1"/>
          <p:nvPr>
            <p:ph idx="2" type="body"/>
          </p:nvPr>
        </p:nvSpPr>
        <p:spPr>
          <a:xfrm>
            <a:off x="6667500" y="2070100"/>
            <a:ext cx="5207000" cy="6273800"/>
          </a:xfrm>
          <a:prstGeom prst="rect">
            <a:avLst/>
          </a:prstGeom>
          <a:noFill/>
          <a:ln>
            <a:noFill/>
          </a:ln>
        </p:spPr>
        <p:txBody>
          <a:bodyPr anchorCtr="0" anchor="t" bIns="91425" lIns="91425" spcFirstLastPara="1" rIns="91425" wrap="square" tIns="91425">
            <a:noAutofit/>
          </a:bodyPr>
          <a:lstStyle>
            <a:lvl1pPr indent="-317500" lvl="0" marL="457200" rtl="0">
              <a:spcBef>
                <a:spcPts val="3200"/>
              </a:spcBef>
              <a:spcAft>
                <a:spcPts val="0"/>
              </a:spcAft>
              <a:buSzPts val="1400"/>
              <a:buChar char="●"/>
              <a:defRPr sz="2800"/>
            </a:lvl1pPr>
            <a:lvl2pPr indent="-317500" lvl="1" marL="914400" rtl="0">
              <a:spcBef>
                <a:spcPts val="0"/>
              </a:spcBef>
              <a:spcAft>
                <a:spcPts val="0"/>
              </a:spcAft>
              <a:buSzPts val="1400"/>
              <a:buChar char="●"/>
              <a:defRPr sz="2400"/>
            </a:lvl2pPr>
            <a:lvl3pPr indent="-317500" lvl="2" marL="1371600" rtl="0">
              <a:spcBef>
                <a:spcPts val="0"/>
              </a:spcBef>
              <a:spcAft>
                <a:spcPts val="0"/>
              </a:spcAft>
              <a:buSzPts val="1400"/>
              <a:buChar char="●"/>
              <a:defRPr sz="2000"/>
            </a:lvl3pPr>
            <a:lvl4pPr indent="-317500" lvl="3" marL="1828800" rtl="0">
              <a:spcBef>
                <a:spcPts val="0"/>
              </a:spcBef>
              <a:spcAft>
                <a:spcPts val="0"/>
              </a:spcAft>
              <a:buSzPts val="1400"/>
              <a:buChar char="●"/>
              <a:defRPr sz="1800"/>
            </a:lvl4pPr>
            <a:lvl5pPr indent="-317500" lvl="4" marL="2286000" rtl="0">
              <a:spcBef>
                <a:spcPts val="0"/>
              </a:spcBef>
              <a:spcAft>
                <a:spcPts val="0"/>
              </a:spcAft>
              <a:buSzPts val="1400"/>
              <a:buChar char="●"/>
              <a:defRPr sz="1800"/>
            </a:lvl5pPr>
            <a:lvl6pPr indent="-317500" lvl="5" marL="2743200" rtl="0">
              <a:spcBef>
                <a:spcPts val="0"/>
              </a:spcBef>
              <a:spcAft>
                <a:spcPts val="0"/>
              </a:spcAft>
              <a:buSzPts val="1400"/>
              <a:buChar char="●"/>
              <a:defRPr sz="1800"/>
            </a:lvl6pPr>
            <a:lvl7pPr indent="-317500" lvl="6" marL="3200400" rtl="0">
              <a:spcBef>
                <a:spcPts val="0"/>
              </a:spcBef>
              <a:spcAft>
                <a:spcPts val="0"/>
              </a:spcAft>
              <a:buSzPts val="1400"/>
              <a:buChar char="●"/>
              <a:defRPr sz="1800"/>
            </a:lvl7pPr>
            <a:lvl8pPr indent="-317500" lvl="7" marL="3657600" rtl="0">
              <a:spcBef>
                <a:spcPts val="0"/>
              </a:spcBef>
              <a:spcAft>
                <a:spcPts val="0"/>
              </a:spcAft>
              <a:buSzPts val="1400"/>
              <a:buChar char="●"/>
              <a:defRPr sz="1800"/>
            </a:lvl8pPr>
            <a:lvl9pPr indent="-317500" lvl="8" marL="4114800" rtl="0">
              <a:spcBef>
                <a:spcPts val="0"/>
              </a:spcBef>
              <a:spcAft>
                <a:spcPts val="0"/>
              </a:spcAft>
              <a:buSzPts val="1400"/>
              <a:buChar char="●"/>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10"/>
          <p:cNvSpPr txBox="1"/>
          <p:nvPr>
            <p:ph type="title"/>
          </p:nvPr>
        </p:nvSpPr>
        <p:spPr>
          <a:xfrm>
            <a:off x="1027113" y="6267450"/>
            <a:ext cx="11053762" cy="1936750"/>
          </a:xfrm>
          <a:prstGeom prst="rect">
            <a:avLst/>
          </a:prstGeom>
          <a:noFill/>
          <a:ln>
            <a:noFill/>
          </a:ln>
        </p:spPr>
        <p:txBody>
          <a:bodyPr anchorCtr="0" anchor="t" bIns="91425" lIns="91425" spcFirstLastPara="1" rIns="91425" wrap="square" tIns="91425">
            <a:noAutofit/>
          </a:bodyPr>
          <a:lstStyle>
            <a:lvl1pPr lvl="0" rtl="0" algn="l">
              <a:spcBef>
                <a:spcPts val="200"/>
              </a:spcBef>
              <a:spcAft>
                <a:spcPts val="0"/>
              </a:spcAft>
              <a:buSzPts val="1400"/>
              <a:buChar char="●"/>
              <a:defRPr b="1" sz="4000" cap="small"/>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40" name="Google Shape;40;p10"/>
          <p:cNvSpPr txBox="1"/>
          <p:nvPr>
            <p:ph idx="1" type="body"/>
          </p:nvPr>
        </p:nvSpPr>
        <p:spPr>
          <a:xfrm>
            <a:off x="1027113" y="4133850"/>
            <a:ext cx="11053762" cy="2133600"/>
          </a:xfrm>
          <a:prstGeom prst="rect">
            <a:avLst/>
          </a:prstGeom>
          <a:noFill/>
          <a:ln>
            <a:noFill/>
          </a:ln>
        </p:spPr>
        <p:txBody>
          <a:bodyPr anchorCtr="0" anchor="b" bIns="91425" lIns="91425" spcFirstLastPara="1" rIns="91425" wrap="square" tIns="91425">
            <a:noAutofit/>
          </a:bodyPr>
          <a:lstStyle>
            <a:lvl1pPr indent="-228600" lvl="0" marL="457200" rtl="0">
              <a:spcBef>
                <a:spcPts val="3200"/>
              </a:spcBef>
              <a:spcAft>
                <a:spcPts val="0"/>
              </a:spcAft>
              <a:buSzPts val="1400"/>
              <a:buFont typeface="Arial"/>
              <a:buNone/>
              <a:defRPr sz="2000"/>
            </a:lvl1pPr>
            <a:lvl2pPr indent="-228600" lvl="1" marL="914400" rtl="0">
              <a:spcBef>
                <a:spcPts val="0"/>
              </a:spcBef>
              <a:spcAft>
                <a:spcPts val="0"/>
              </a:spcAft>
              <a:buSzPts val="1400"/>
              <a:buFont typeface="Arial"/>
              <a:buNone/>
              <a:defRPr sz="1800"/>
            </a:lvl2pPr>
            <a:lvl3pPr indent="-228600" lvl="2" marL="1371600" rtl="0">
              <a:spcBef>
                <a:spcPts val="0"/>
              </a:spcBef>
              <a:spcAft>
                <a:spcPts val="0"/>
              </a:spcAft>
              <a:buSzPts val="1400"/>
              <a:buFont typeface="Arial"/>
              <a:buNone/>
              <a:defRPr sz="1600"/>
            </a:lvl3pPr>
            <a:lvl4pPr indent="-228600" lvl="3" marL="1828800" rtl="0">
              <a:spcBef>
                <a:spcPts val="0"/>
              </a:spcBef>
              <a:spcAft>
                <a:spcPts val="0"/>
              </a:spcAft>
              <a:buSzPts val="1400"/>
              <a:buFont typeface="Arial"/>
              <a:buNone/>
              <a:defRPr sz="1400"/>
            </a:lvl4pPr>
            <a:lvl5pPr indent="-228600" lvl="4" marL="2286000" rtl="0">
              <a:spcBef>
                <a:spcPts val="0"/>
              </a:spcBef>
              <a:spcAft>
                <a:spcPts val="0"/>
              </a:spcAft>
              <a:buSzPts val="1400"/>
              <a:buFont typeface="Arial"/>
              <a:buNone/>
              <a:defRPr sz="1400"/>
            </a:lvl5pPr>
            <a:lvl6pPr indent="-228600" lvl="5" marL="2743200" rtl="0">
              <a:spcBef>
                <a:spcPts val="0"/>
              </a:spcBef>
              <a:spcAft>
                <a:spcPts val="0"/>
              </a:spcAft>
              <a:buSzPts val="1400"/>
              <a:buFont typeface="Arial"/>
              <a:buNone/>
              <a:defRPr sz="1400"/>
            </a:lvl6pPr>
            <a:lvl7pPr indent="-228600" lvl="6" marL="3200400" rtl="0">
              <a:spcBef>
                <a:spcPts val="0"/>
              </a:spcBef>
              <a:spcAft>
                <a:spcPts val="0"/>
              </a:spcAft>
              <a:buSzPts val="1400"/>
              <a:buFont typeface="Arial"/>
              <a:buNone/>
              <a:defRPr sz="1400"/>
            </a:lvl7pPr>
            <a:lvl8pPr indent="-228600" lvl="7" marL="3657600" rtl="0">
              <a:spcBef>
                <a:spcPts val="0"/>
              </a:spcBef>
              <a:spcAft>
                <a:spcPts val="0"/>
              </a:spcAft>
              <a:buSzPts val="1400"/>
              <a:buFont typeface="Arial"/>
              <a:buNone/>
              <a:defRPr sz="1400"/>
            </a:lvl8pPr>
            <a:lvl9pPr indent="-228600" lvl="8" marL="4114800" rtl="0">
              <a:spcBef>
                <a:spcPts val="0"/>
              </a:spcBef>
              <a:spcAft>
                <a:spcPts val="0"/>
              </a:spcAft>
              <a:buSzPts val="1400"/>
              <a:buFont typeface="Arial"/>
              <a:buNone/>
              <a:defRPr sz="1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 type="obj">
  <p:cSld name="OBJECT">
    <p:spTree>
      <p:nvGrpSpPr>
        <p:cNvPr id="41" name="Shape 41"/>
        <p:cNvGrpSpPr/>
        <p:nvPr/>
      </p:nvGrpSpPr>
      <p:grpSpPr>
        <a:xfrm>
          <a:off x="0" y="0"/>
          <a:ext cx="0" cy="0"/>
          <a:chOff x="0" y="0"/>
          <a:chExt cx="0" cy="0"/>
        </a:xfrm>
      </p:grpSpPr>
      <p:sp>
        <p:nvSpPr>
          <p:cNvPr id="42" name="Google Shape;42;p11"/>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lvl="0" rtl="0" algn="ctr">
              <a:spcBef>
                <a:spcPts val="200"/>
              </a:spcBef>
              <a:spcAft>
                <a:spcPts val="0"/>
              </a:spcAft>
              <a:buSzPts val="1400"/>
              <a:buChar char="●"/>
              <a:defRPr sz="6400">
                <a:solidFill>
                  <a:srgbClr val="000000"/>
                </a:solidFill>
                <a:latin typeface="Arial Black"/>
                <a:ea typeface="Arial Black"/>
                <a:cs typeface="Arial Black"/>
                <a:sym typeface="Arial Black"/>
              </a:defRPr>
            </a:lvl1pPr>
            <a:lvl2pPr lvl="1" rtl="0" algn="ctr">
              <a:spcBef>
                <a:spcPts val="0"/>
              </a:spcBef>
              <a:spcAft>
                <a:spcPts val="0"/>
              </a:spcAft>
              <a:buSzPts val="1400"/>
              <a:buChar char="○"/>
              <a:defRPr sz="6400">
                <a:solidFill>
                  <a:srgbClr val="000000"/>
                </a:solidFill>
                <a:latin typeface="Arial Black"/>
                <a:ea typeface="Arial Black"/>
                <a:cs typeface="Arial Black"/>
                <a:sym typeface="Arial Black"/>
              </a:defRPr>
            </a:lvl2pPr>
            <a:lvl3pPr lvl="2" rtl="0" algn="ctr">
              <a:spcBef>
                <a:spcPts val="0"/>
              </a:spcBef>
              <a:spcAft>
                <a:spcPts val="0"/>
              </a:spcAft>
              <a:buSzPts val="1400"/>
              <a:buChar char="■"/>
              <a:defRPr sz="6400">
                <a:solidFill>
                  <a:srgbClr val="000000"/>
                </a:solidFill>
                <a:latin typeface="Arial Black"/>
                <a:ea typeface="Arial Black"/>
                <a:cs typeface="Arial Black"/>
                <a:sym typeface="Arial Black"/>
              </a:defRPr>
            </a:lvl3pPr>
            <a:lvl4pPr lvl="3" rtl="0" algn="ctr">
              <a:spcBef>
                <a:spcPts val="0"/>
              </a:spcBef>
              <a:spcAft>
                <a:spcPts val="0"/>
              </a:spcAft>
              <a:buSzPts val="1400"/>
              <a:buChar char="●"/>
              <a:defRPr sz="6400">
                <a:solidFill>
                  <a:srgbClr val="000000"/>
                </a:solidFill>
                <a:latin typeface="Arial Black"/>
                <a:ea typeface="Arial Black"/>
                <a:cs typeface="Arial Black"/>
                <a:sym typeface="Arial Black"/>
              </a:defRPr>
            </a:lvl4pPr>
            <a:lvl5pPr lvl="4" rtl="0" algn="ctr">
              <a:spcBef>
                <a:spcPts val="0"/>
              </a:spcBef>
              <a:spcAft>
                <a:spcPts val="0"/>
              </a:spcAft>
              <a:buSzPts val="1400"/>
              <a:buChar char="○"/>
              <a:defRPr sz="6400">
                <a:solidFill>
                  <a:srgbClr val="000000"/>
                </a:solidFill>
                <a:latin typeface="Arial Black"/>
                <a:ea typeface="Arial Black"/>
                <a:cs typeface="Arial Black"/>
                <a:sym typeface="Arial Black"/>
              </a:defRPr>
            </a:lvl5pPr>
            <a:lvl6pPr lvl="5" marL="457200" rtl="0" algn="ctr">
              <a:spcBef>
                <a:spcPts val="0"/>
              </a:spcBef>
              <a:spcAft>
                <a:spcPts val="0"/>
              </a:spcAft>
              <a:buSzPts val="1400"/>
              <a:buChar char="■"/>
              <a:defRPr sz="6400">
                <a:solidFill>
                  <a:srgbClr val="000000"/>
                </a:solidFill>
                <a:latin typeface="Arial Black"/>
                <a:ea typeface="Arial Black"/>
                <a:cs typeface="Arial Black"/>
                <a:sym typeface="Arial Black"/>
              </a:defRPr>
            </a:lvl6pPr>
            <a:lvl7pPr lvl="6" marL="914400" rtl="0" algn="ctr">
              <a:spcBef>
                <a:spcPts val="0"/>
              </a:spcBef>
              <a:spcAft>
                <a:spcPts val="0"/>
              </a:spcAft>
              <a:buSzPts val="1400"/>
              <a:buChar char="●"/>
              <a:defRPr sz="6400">
                <a:solidFill>
                  <a:srgbClr val="000000"/>
                </a:solidFill>
                <a:latin typeface="Arial Black"/>
                <a:ea typeface="Arial Black"/>
                <a:cs typeface="Arial Black"/>
                <a:sym typeface="Arial Black"/>
              </a:defRPr>
            </a:lvl7pPr>
            <a:lvl8pPr lvl="7" marL="1371600" rtl="0" algn="ctr">
              <a:spcBef>
                <a:spcPts val="0"/>
              </a:spcBef>
              <a:spcAft>
                <a:spcPts val="0"/>
              </a:spcAft>
              <a:buSzPts val="1400"/>
              <a:buChar char="○"/>
              <a:defRPr sz="6400">
                <a:solidFill>
                  <a:srgbClr val="000000"/>
                </a:solidFill>
                <a:latin typeface="Arial Black"/>
                <a:ea typeface="Arial Black"/>
                <a:cs typeface="Arial Black"/>
                <a:sym typeface="Arial Black"/>
              </a:defRPr>
            </a:lvl8pPr>
            <a:lvl9pPr lvl="8" marL="1828800" rtl="0" algn="ctr">
              <a:spcBef>
                <a:spcPts val="0"/>
              </a:spcBef>
              <a:spcAft>
                <a:spcPts val="0"/>
              </a:spcAft>
              <a:buSzPts val="1400"/>
              <a:buChar char="■"/>
              <a:defRPr sz="6400">
                <a:solidFill>
                  <a:srgbClr val="000000"/>
                </a:solidFill>
                <a:latin typeface="Arial Black"/>
                <a:ea typeface="Arial Black"/>
                <a:cs typeface="Arial Black"/>
                <a:sym typeface="Arial Black"/>
              </a:defRPr>
            </a:lvl9pPr>
          </a:lstStyle>
          <a:p/>
        </p:txBody>
      </p:sp>
      <p:sp>
        <p:nvSpPr>
          <p:cNvPr id="43" name="Google Shape;43;p11"/>
          <p:cNvSpPr txBox="1"/>
          <p:nvPr>
            <p:ph idx="1" type="body"/>
          </p:nvPr>
        </p:nvSpPr>
        <p:spPr>
          <a:xfrm>
            <a:off x="1308100" y="2070100"/>
            <a:ext cx="10566400" cy="6273800"/>
          </a:xfrm>
          <a:prstGeom prst="rect">
            <a:avLst/>
          </a:prstGeom>
          <a:noFill/>
          <a:ln>
            <a:noFill/>
          </a:ln>
        </p:spPr>
        <p:txBody>
          <a:bodyPr anchorCtr="0" anchor="t" bIns="91425" lIns="91425" spcFirstLastPara="1" rIns="91425" wrap="square" tIns="91425">
            <a:noAutofit/>
          </a:bodyPr>
          <a:lstStyle>
            <a:lvl1pPr indent="-317500" lvl="0" marL="457200" rtl="0" algn="l">
              <a:lnSpc>
                <a:spcPct val="136000"/>
              </a:lnSpc>
              <a:spcBef>
                <a:spcPts val="3200"/>
              </a:spcBef>
              <a:spcAft>
                <a:spcPts val="0"/>
              </a:spcAft>
              <a:buClr>
                <a:schemeClr val="dk1"/>
              </a:buClr>
              <a:buSzPts val="1400"/>
              <a:buFont typeface="Arial"/>
              <a:buChar char="●"/>
              <a:defRPr sz="2800">
                <a:solidFill>
                  <a:schemeClr val="dk1"/>
                </a:solidFill>
                <a:latin typeface="Arial"/>
                <a:ea typeface="Arial"/>
                <a:cs typeface="Arial"/>
                <a:sym typeface="Arial"/>
              </a:defRPr>
            </a:lvl1pPr>
            <a:lvl2pPr indent="-317500" lvl="1" marL="9144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2pPr>
            <a:lvl3pPr indent="-317500" lvl="2" marL="1371600" rtl="0" algn="l">
              <a:lnSpc>
                <a:spcPct val="136000"/>
              </a:lnSpc>
              <a:spcBef>
                <a:spcPts val="0"/>
              </a:spcBef>
              <a:spcAft>
                <a:spcPts val="0"/>
              </a:spcAft>
              <a:buClr>
                <a:schemeClr val="dk1"/>
              </a:buClr>
              <a:buSzPts val="1400"/>
              <a:buFont typeface="Arial"/>
              <a:buChar char="●"/>
              <a:defRPr sz="2800">
                <a:solidFill>
                  <a:schemeClr val="dk1"/>
                </a:solidFill>
                <a:latin typeface="Arial"/>
                <a:ea typeface="Arial"/>
                <a:cs typeface="Arial"/>
                <a:sym typeface="Arial"/>
              </a:defRPr>
            </a:lvl3pPr>
            <a:lvl4pPr indent="-317500" lvl="3" marL="1828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4pPr>
            <a:lvl5pPr indent="-317500" lvl="4" marL="22860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5pPr>
            <a:lvl6pPr indent="-317500" lvl="5" marL="27432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6pPr>
            <a:lvl7pPr indent="-317500" lvl="6" marL="32004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7pPr>
            <a:lvl8pPr indent="-317500" lvl="7" marL="36576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8pPr>
            <a:lvl9pPr indent="-317500" lvl="8" marL="4114800" rtl="0" algn="l">
              <a:lnSpc>
                <a:spcPct val="142000"/>
              </a:lnSpc>
              <a:spcBef>
                <a:spcPts val="0"/>
              </a:spcBef>
              <a:spcAft>
                <a:spcPts val="0"/>
              </a:spcAft>
              <a:buClr>
                <a:schemeClr val="dk1"/>
              </a:buClr>
              <a:buSzPts val="1400"/>
              <a:buFont typeface="Arial"/>
              <a:buChar char="●"/>
              <a:defRPr sz="2400">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4" name="Shape 44"/>
        <p:cNvGrpSpPr/>
        <p:nvPr/>
      </p:nvGrpSpPr>
      <p:grpSpPr>
        <a:xfrm>
          <a:off x="0" y="0"/>
          <a:ext cx="0" cy="0"/>
          <a:chOff x="0" y="0"/>
          <a:chExt cx="0" cy="0"/>
        </a:xfrm>
      </p:grpSpPr>
      <p:sp>
        <p:nvSpPr>
          <p:cNvPr id="45" name="Google Shape;45;p12"/>
          <p:cNvSpPr txBox="1"/>
          <p:nvPr>
            <p:ph type="ctrTitle"/>
          </p:nvPr>
        </p:nvSpPr>
        <p:spPr>
          <a:xfrm>
            <a:off x="974725" y="3030538"/>
            <a:ext cx="11055350" cy="2090737"/>
          </a:xfrm>
          <a:prstGeom prst="rect">
            <a:avLst/>
          </a:prstGeom>
          <a:noFill/>
          <a:ln>
            <a:noFill/>
          </a:ln>
        </p:spPr>
        <p:txBody>
          <a:bodyPr anchorCtr="0" anchor="t" bIns="91425" lIns="91425" spcFirstLastPara="1" rIns="91425" wrap="square" tIns="91425">
            <a:noAutofit/>
          </a:bodyPr>
          <a:lstStyle>
            <a:lvl1pPr indent="-88900" lvl="0" marL="0" marR="0" rtl="0" algn="ctr">
              <a:spcBef>
                <a:spcPts val="200"/>
              </a:spcBef>
              <a:spcAft>
                <a:spcPts val="0"/>
              </a:spcAft>
              <a:buSzPts val="1400"/>
              <a:buChar char="●"/>
              <a:defRPr b="0" i="0" sz="6400" u="none" cap="none" strike="noStrike">
                <a:solidFill>
                  <a:srgbClr val="000000"/>
                </a:solidFill>
                <a:latin typeface="Arial Black"/>
                <a:ea typeface="Arial Black"/>
                <a:cs typeface="Arial Black"/>
                <a:sym typeface="Arial Black"/>
              </a:defRPr>
            </a:lvl1pPr>
            <a:lvl2pPr indent="-88900" lvl="1"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2pPr>
            <a:lvl3pPr indent="-88900" lvl="2"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3pPr>
            <a:lvl4pPr indent="-88900" lvl="3"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4pPr>
            <a:lvl5pPr indent="-88900" lvl="4"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5pPr>
            <a:lvl6pPr indent="-88900" lvl="5" marL="4572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6pPr>
            <a:lvl7pPr indent="-88900" lvl="6" marL="9144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7pPr>
            <a:lvl8pPr indent="-88900" lvl="7" marL="13716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8pPr>
            <a:lvl9pPr indent="-88900" lvl="8" marL="18288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9pPr>
          </a:lstStyle>
          <a:p/>
        </p:txBody>
      </p:sp>
      <p:sp>
        <p:nvSpPr>
          <p:cNvPr id="46" name="Google Shape;46;p12"/>
          <p:cNvSpPr txBox="1"/>
          <p:nvPr>
            <p:ph idx="1" type="subTitle"/>
          </p:nvPr>
        </p:nvSpPr>
        <p:spPr>
          <a:xfrm>
            <a:off x="1951038" y="5527675"/>
            <a:ext cx="9102725" cy="2492375"/>
          </a:xfrm>
          <a:prstGeom prst="rect">
            <a:avLst/>
          </a:prstGeom>
          <a:noFill/>
          <a:ln>
            <a:noFill/>
          </a:ln>
        </p:spPr>
        <p:txBody>
          <a:bodyPr anchorCtr="0" anchor="t" bIns="91425" lIns="91425" spcFirstLastPara="1" rIns="91425" wrap="square" tIns="91425">
            <a:noAutofit/>
          </a:bodyPr>
          <a:lstStyle>
            <a:lvl1pPr indent="0" lvl="0" marL="0" marR="0" rtl="0" algn="ctr">
              <a:lnSpc>
                <a:spcPct val="136000"/>
              </a:lnSpc>
              <a:spcBef>
                <a:spcPts val="320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1pPr>
            <a:lvl2pPr indent="0" lvl="1" marL="457200" marR="0" rtl="0" algn="ctr">
              <a:lnSpc>
                <a:spcPct val="136000"/>
              </a:lnSpc>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2pPr>
            <a:lvl3pPr indent="0" lvl="2" marL="914400" marR="0" rtl="0" algn="ctr">
              <a:lnSpc>
                <a:spcPct val="136000"/>
              </a:lnSpc>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3pPr>
            <a:lvl4pPr indent="0" lvl="3" marL="13716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4pPr>
            <a:lvl5pPr indent="0" lvl="4" marL="18288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5pPr>
            <a:lvl6pPr indent="0" lvl="5" marL="22860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6pPr>
            <a:lvl7pPr indent="0" lvl="6" marL="27432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7pPr>
            <a:lvl8pPr indent="0" lvl="7" marL="32004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8pPr>
            <a:lvl9pPr indent="0" lvl="8" marL="3657600" marR="0" rtl="0" algn="ctr">
              <a:lnSpc>
                <a:spcPct val="142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368300" y="152400"/>
            <a:ext cx="12204700" cy="1155700"/>
          </a:xfrm>
          <a:prstGeom prst="rect">
            <a:avLst/>
          </a:prstGeom>
          <a:noFill/>
          <a:ln>
            <a:noFill/>
          </a:ln>
        </p:spPr>
        <p:txBody>
          <a:bodyPr anchorCtr="0" anchor="t" bIns="91425" lIns="91425" spcFirstLastPara="1" rIns="91425" wrap="square" tIns="91425">
            <a:noAutofit/>
          </a:bodyPr>
          <a:lstStyle>
            <a:lvl1pPr indent="-88900" lvl="0" marL="0" marR="0" rtl="0" algn="ctr">
              <a:spcBef>
                <a:spcPts val="200"/>
              </a:spcBef>
              <a:spcAft>
                <a:spcPts val="0"/>
              </a:spcAft>
              <a:buSzPts val="1400"/>
              <a:buChar char="●"/>
              <a:defRPr b="0" i="0" sz="6400" u="none" cap="none" strike="noStrike">
                <a:solidFill>
                  <a:srgbClr val="000000"/>
                </a:solidFill>
                <a:latin typeface="Arial Black"/>
                <a:ea typeface="Arial Black"/>
                <a:cs typeface="Arial Black"/>
                <a:sym typeface="Arial Black"/>
              </a:defRPr>
            </a:lvl1pPr>
            <a:lvl2pPr indent="-88900" lvl="1"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2pPr>
            <a:lvl3pPr indent="-88900" lvl="2"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3pPr>
            <a:lvl4pPr indent="-88900" lvl="3"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4pPr>
            <a:lvl5pPr indent="-88900" lvl="4" marL="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5pPr>
            <a:lvl6pPr indent="-88900" lvl="5" marL="4572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6pPr>
            <a:lvl7pPr indent="-88900" lvl="6" marL="9144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7pPr>
            <a:lvl8pPr indent="-88900" lvl="7" marL="13716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8pPr>
            <a:lvl9pPr indent="-88900" lvl="8" marL="1828800" marR="0" rtl="0" algn="ctr">
              <a:spcBef>
                <a:spcPts val="0"/>
              </a:spcBef>
              <a:spcAft>
                <a:spcPts val="0"/>
              </a:spcAft>
              <a:buSzPts val="1400"/>
              <a:buChar char="■"/>
              <a:defRPr b="0" i="0" sz="6400" u="none" cap="none" strike="noStrike">
                <a:solidFill>
                  <a:srgbClr val="000000"/>
                </a:solidFill>
                <a:latin typeface="Arial Black"/>
                <a:ea typeface="Arial Black"/>
                <a:cs typeface="Arial Black"/>
                <a:sym typeface="Arial Black"/>
              </a:defRPr>
            </a:lvl9pPr>
          </a:lstStyle>
          <a:p/>
        </p:txBody>
      </p:sp>
      <p:sp>
        <p:nvSpPr>
          <p:cNvPr id="11" name="Google Shape;11;p1"/>
          <p:cNvSpPr txBox="1"/>
          <p:nvPr>
            <p:ph idx="1" type="body"/>
          </p:nvPr>
        </p:nvSpPr>
        <p:spPr>
          <a:xfrm>
            <a:off x="1308100" y="2070100"/>
            <a:ext cx="10566400" cy="6273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36000"/>
              </a:lnSpc>
              <a:spcBef>
                <a:spcPts val="3200"/>
              </a:spcBef>
              <a:spcAft>
                <a:spcPts val="0"/>
              </a:spcAft>
              <a:buClr>
                <a:schemeClr val="dk1"/>
              </a:buClr>
              <a:buSzPts val="1400"/>
              <a:buFont typeface="Arial"/>
              <a:buChar char="●"/>
              <a:defRPr b="0" i="0" sz="2800" u="none" cap="none" strike="noStrike">
                <a:solidFill>
                  <a:schemeClr val="dk1"/>
                </a:solidFill>
                <a:latin typeface="Arial"/>
                <a:ea typeface="Arial"/>
                <a:cs typeface="Arial"/>
                <a:sym typeface="Arial"/>
              </a:defRPr>
            </a:lvl1pPr>
            <a:lvl2pPr indent="-317500" lvl="1" marL="914400" marR="0" rtl="0" algn="l">
              <a:lnSpc>
                <a:spcPct val="136000"/>
              </a:lnSpc>
              <a:spcBef>
                <a:spcPts val="0"/>
              </a:spcBef>
              <a:spcAft>
                <a:spcPts val="0"/>
              </a:spcAft>
              <a:buClr>
                <a:schemeClr val="dk1"/>
              </a:buClr>
              <a:buSzPts val="1400"/>
              <a:buFont typeface="Arial"/>
              <a:buChar char="●"/>
              <a:defRPr b="0" i="0" sz="2800" u="none" cap="none" strike="noStrike">
                <a:solidFill>
                  <a:schemeClr val="dk1"/>
                </a:solidFill>
                <a:latin typeface="Arial"/>
                <a:ea typeface="Arial"/>
                <a:cs typeface="Arial"/>
                <a:sym typeface="Arial"/>
              </a:defRPr>
            </a:lvl2pPr>
            <a:lvl3pPr indent="-317500" lvl="2" marL="1371600" marR="0" rtl="0" algn="l">
              <a:lnSpc>
                <a:spcPct val="136000"/>
              </a:lnSpc>
              <a:spcBef>
                <a:spcPts val="0"/>
              </a:spcBef>
              <a:spcAft>
                <a:spcPts val="0"/>
              </a:spcAft>
              <a:buClr>
                <a:schemeClr val="dk1"/>
              </a:buClr>
              <a:buSzPts val="1400"/>
              <a:buFont typeface="Arial"/>
              <a:buChar char="●"/>
              <a:defRPr b="0" i="0" sz="2800" u="none" cap="none" strike="noStrike">
                <a:solidFill>
                  <a:schemeClr val="dk1"/>
                </a:solidFill>
                <a:latin typeface="Arial"/>
                <a:ea typeface="Arial"/>
                <a:cs typeface="Arial"/>
                <a:sym typeface="Arial"/>
              </a:defRPr>
            </a:lvl3pPr>
            <a:lvl4pPr indent="-317500" lvl="3" marL="18288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4pPr>
            <a:lvl5pPr indent="-317500" lvl="4" marL="22860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5pPr>
            <a:lvl6pPr indent="-317500" lvl="5" marL="27432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6pPr>
            <a:lvl7pPr indent="-317500" lvl="6" marL="32004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7pPr>
            <a:lvl8pPr indent="-317500" lvl="7" marL="36576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8pPr>
            <a:lvl9pPr indent="-317500" lvl="8" marL="4114800" marR="0" rtl="0" algn="l">
              <a:lnSpc>
                <a:spcPct val="142000"/>
              </a:lnSpc>
              <a:spcBef>
                <a:spcPts val="0"/>
              </a:spcBef>
              <a:spcAft>
                <a:spcPts val="0"/>
              </a:spcAft>
              <a:buClr>
                <a:schemeClr val="dk1"/>
              </a:buClr>
              <a:buSzPts val="1400"/>
              <a:buFont typeface="Arial"/>
              <a:buChar char="●"/>
              <a:defRPr b="0" i="0" sz="24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6.png"/><Relationship Id="rId8"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18.jpg"/><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 Id="rId3" Type="http://schemas.openxmlformats.org/officeDocument/2006/relationships/image" Target="../media/image15.jpg"/><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0.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2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2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hyperlink" Target="mailto:sales@biozone.co.nz" TargetMode="External"/></Relationships>
</file>

<file path=ppt/slides/_rels/slide19.xml.rels><?xml version="1.0" encoding="UTF-8" standalone="yes"?><Relationships xmlns="http://schemas.openxmlformats.org/package/2006/relationships"><Relationship Id="rId10" Type="http://schemas.openxmlformats.org/officeDocument/2006/relationships/image" Target="../media/image32.png"/><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22.png"/><Relationship Id="rId4" Type="http://schemas.openxmlformats.org/officeDocument/2006/relationships/image" Target="../media/image30.png"/><Relationship Id="rId9" Type="http://schemas.openxmlformats.org/officeDocument/2006/relationships/image" Target="../media/image28.png"/><Relationship Id="rId5" Type="http://schemas.openxmlformats.org/officeDocument/2006/relationships/image" Target="../media/image27.png"/><Relationship Id="rId6" Type="http://schemas.openxmlformats.org/officeDocument/2006/relationships/image" Target="../media/image31.png"/><Relationship Id="rId7" Type="http://schemas.openxmlformats.org/officeDocument/2006/relationships/hyperlink" Target="http://www.thebiozone.com/media.html" TargetMode="External"/><Relationship Id="rId8"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pic>
        <p:nvPicPr>
          <p:cNvPr id="52" name="Google Shape;52;p13"/>
          <p:cNvPicPr preferRelativeResize="0"/>
          <p:nvPr/>
        </p:nvPicPr>
        <p:blipFill>
          <a:blip r:embed="rId3">
            <a:alphaModFix/>
          </a:blip>
          <a:stretch>
            <a:fillRect/>
          </a:stretch>
        </p:blipFill>
        <p:spPr>
          <a:xfrm>
            <a:off x="2089150" y="3581400"/>
            <a:ext cx="8005762" cy="3797300"/>
          </a:xfrm>
          <a:prstGeom prst="rect">
            <a:avLst/>
          </a:prstGeom>
          <a:noFill/>
          <a:ln>
            <a:noFill/>
          </a:ln>
        </p:spPr>
      </p:pic>
      <p:pic>
        <p:nvPicPr>
          <p:cNvPr id="53" name="Google Shape;53;p13"/>
          <p:cNvPicPr preferRelativeResize="0"/>
          <p:nvPr/>
        </p:nvPicPr>
        <p:blipFill>
          <a:blip r:embed="rId4">
            <a:alphaModFix/>
          </a:blip>
          <a:stretch>
            <a:fillRect/>
          </a:stretch>
        </p:blipFill>
        <p:spPr>
          <a:xfrm rot="1919984">
            <a:off x="8965302" y="1920668"/>
            <a:ext cx="3311504" cy="2098836"/>
          </a:xfrm>
          <a:prstGeom prst="rect">
            <a:avLst/>
          </a:prstGeom>
          <a:noFill/>
          <a:ln>
            <a:noFill/>
          </a:ln>
        </p:spPr>
      </p:pic>
      <p:sp>
        <p:nvSpPr>
          <p:cNvPr id="54" name="Google Shape;54;p13"/>
          <p:cNvSpPr txBox="1"/>
          <p:nvPr/>
        </p:nvSpPr>
        <p:spPr>
          <a:xfrm>
            <a:off x="-63500" y="8178800"/>
            <a:ext cx="13119101" cy="1727200"/>
          </a:xfrm>
          <a:prstGeom prst="rect">
            <a:avLst/>
          </a:prstGeom>
          <a:solidFill>
            <a:srgbClr val="000000"/>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id="55" name="Google Shape;55;p13"/>
          <p:cNvPicPr preferRelativeResize="0"/>
          <p:nvPr/>
        </p:nvPicPr>
        <p:blipFill>
          <a:blip r:embed="rId5">
            <a:alphaModFix/>
          </a:blip>
          <a:stretch>
            <a:fillRect/>
          </a:stretch>
        </p:blipFill>
        <p:spPr>
          <a:xfrm>
            <a:off x="165100" y="8318500"/>
            <a:ext cx="3592512" cy="1433512"/>
          </a:xfrm>
          <a:prstGeom prst="rect">
            <a:avLst/>
          </a:prstGeom>
          <a:noFill/>
          <a:ln>
            <a:noFill/>
          </a:ln>
        </p:spPr>
      </p:pic>
      <p:sp>
        <p:nvSpPr>
          <p:cNvPr id="56" name="Google Shape;56;p13"/>
          <p:cNvSpPr txBox="1"/>
          <p:nvPr/>
        </p:nvSpPr>
        <p:spPr>
          <a:xfrm>
            <a:off x="1536700" y="9334500"/>
            <a:ext cx="1500187" cy="212725"/>
          </a:xfrm>
          <a:prstGeom prst="rect">
            <a:avLst/>
          </a:prstGeom>
          <a:noFill/>
          <a:ln>
            <a:noFill/>
          </a:ln>
        </p:spPr>
        <p:txBody>
          <a:bodyPr anchorCtr="0" anchor="t" bIns="0" lIns="0" spcFirstLastPara="1" rIns="0" wrap="square" tIns="0">
            <a:noAutofit/>
          </a:bodyPr>
          <a:lstStyle/>
          <a:p>
            <a:pPr indent="0" lvl="0" marL="114300" marR="0" rtl="0" algn="l">
              <a:spcBef>
                <a:spcPts val="0"/>
              </a:spcBef>
              <a:spcAft>
                <a:spcPts val="0"/>
              </a:spcAft>
              <a:buClr>
                <a:srgbClr val="FFFFFF"/>
              </a:buClr>
              <a:buFont typeface="Arial"/>
              <a:buNone/>
            </a:pPr>
            <a:r>
              <a:rPr b="0" i="0" lang="en-US" sz="1400" u="none" cap="none" strike="noStrike">
                <a:solidFill>
                  <a:srgbClr val="FFFFFF"/>
                </a:solidFill>
                <a:latin typeface="Arial"/>
                <a:ea typeface="Arial"/>
                <a:cs typeface="Arial"/>
                <a:sym typeface="Arial"/>
              </a:rPr>
              <a:t>Copyright © 2005</a:t>
            </a:r>
            <a:endParaRPr b="0" i="0" sz="1800" u="none" cap="none" strike="noStrike">
              <a:solidFill>
                <a:schemeClr val="dk1"/>
              </a:solidFill>
              <a:latin typeface="Arial"/>
              <a:ea typeface="Arial"/>
              <a:cs typeface="Arial"/>
              <a:sym typeface="Arial"/>
            </a:endParaRPr>
          </a:p>
        </p:txBody>
      </p:sp>
      <p:sp>
        <p:nvSpPr>
          <p:cNvPr id="57" name="Google Shape;57;p13"/>
          <p:cNvSpPr txBox="1"/>
          <p:nvPr/>
        </p:nvSpPr>
        <p:spPr>
          <a:xfrm>
            <a:off x="9105900" y="9334500"/>
            <a:ext cx="1063625" cy="212725"/>
          </a:xfrm>
          <a:prstGeom prst="rect">
            <a:avLst/>
          </a:prstGeom>
          <a:noFill/>
          <a:ln>
            <a:noFill/>
          </a:ln>
        </p:spPr>
        <p:txBody>
          <a:bodyPr anchorCtr="0" anchor="t" bIns="0" lIns="0" spcFirstLastPara="1" rIns="0" wrap="square" tIns="0">
            <a:noAutofit/>
          </a:bodyPr>
          <a:lstStyle/>
          <a:p>
            <a:pPr indent="0" lvl="0" marL="114300" marR="0" rtl="0" algn="l">
              <a:spcBef>
                <a:spcPts val="0"/>
              </a:spcBef>
              <a:spcAft>
                <a:spcPts val="0"/>
              </a:spcAft>
              <a:buClr>
                <a:srgbClr val="FFFFFF"/>
              </a:buClr>
              <a:buFont typeface="Arial"/>
              <a:buNone/>
            </a:pPr>
            <a:r>
              <a:rPr b="0" i="0" lang="en-US" sz="1400" u="none" cap="none" strike="noStrike">
                <a:solidFill>
                  <a:srgbClr val="FFFFFF"/>
                </a:solidFill>
                <a:latin typeface="Arial"/>
                <a:ea typeface="Arial"/>
                <a:cs typeface="Arial"/>
                <a:sym typeface="Arial"/>
              </a:rPr>
              <a:t>Version: 2.0</a:t>
            </a:r>
            <a:endParaRPr b="0" i="0" sz="1800" u="none" cap="none" strike="noStrike">
              <a:solidFill>
                <a:schemeClr val="dk1"/>
              </a:solidFill>
              <a:latin typeface="Arial"/>
              <a:ea typeface="Arial"/>
              <a:cs typeface="Arial"/>
              <a:sym typeface="Arial"/>
            </a:endParaRPr>
          </a:p>
        </p:txBody>
      </p:sp>
      <p:sp>
        <p:nvSpPr>
          <p:cNvPr id="58" name="Google Shape;58;p13"/>
          <p:cNvSpPr txBox="1"/>
          <p:nvPr/>
        </p:nvSpPr>
        <p:spPr>
          <a:xfrm>
            <a:off x="3759200" y="8572500"/>
            <a:ext cx="9182100" cy="711200"/>
          </a:xfrm>
          <a:prstGeom prst="rect">
            <a:avLst/>
          </a:prstGeom>
          <a:noFill/>
          <a:ln>
            <a:noFill/>
          </a:ln>
        </p:spPr>
        <p:txBody>
          <a:bodyPr anchorCtr="0" anchor="t" bIns="0" lIns="0" spcFirstLastPara="1" rIns="0" wrap="square" tIns="0">
            <a:noAutofit/>
          </a:bodyPr>
          <a:lstStyle/>
          <a:p>
            <a:pPr indent="0" lvl="0" marL="0" marR="0" rtl="0" algn="ctr">
              <a:spcBef>
                <a:spcPts val="200"/>
              </a:spcBef>
              <a:spcAft>
                <a:spcPts val="0"/>
              </a:spcAft>
              <a:buClr>
                <a:srgbClr val="FFFFFF"/>
              </a:buClr>
              <a:buFont typeface="Arial Black"/>
              <a:buNone/>
            </a:pPr>
            <a:r>
              <a:rPr b="0" i="0" lang="en-US" sz="3600" u="none" cap="none" strike="noStrike">
                <a:solidFill>
                  <a:srgbClr val="FFFFFF"/>
                </a:solidFill>
                <a:latin typeface="Arial Black"/>
                <a:ea typeface="Arial Black"/>
                <a:cs typeface="Arial Black"/>
                <a:sym typeface="Arial Black"/>
              </a:rPr>
              <a:t>Human Evolution</a:t>
            </a:r>
            <a:r>
              <a:rPr b="0" i="0" lang="en-US" sz="3600" u="none" cap="none" strike="noStrike">
                <a:solidFill>
                  <a:srgbClr val="FFFFFF"/>
                </a:solidFill>
                <a:latin typeface="Arial"/>
                <a:ea typeface="Arial"/>
                <a:cs typeface="Arial"/>
                <a:sym typeface="Arial"/>
              </a:rPr>
              <a:t> Series:  </a:t>
            </a:r>
            <a:r>
              <a:rPr b="1" i="0" lang="en-US" sz="3600" u="none" cap="none" strike="noStrike">
                <a:solidFill>
                  <a:srgbClr val="FFFFFF"/>
                </a:solidFill>
                <a:latin typeface="Arial"/>
                <a:ea typeface="Arial"/>
                <a:cs typeface="Arial"/>
                <a:sym typeface="Arial"/>
              </a:rPr>
              <a:t>  </a:t>
            </a:r>
            <a:r>
              <a:rPr b="0" i="0" lang="en-US" sz="3600" u="none" cap="none" strike="noStrike">
                <a:solidFill>
                  <a:srgbClr val="00FFFD"/>
                </a:solidFill>
                <a:latin typeface="Arial Black"/>
                <a:ea typeface="Arial Black"/>
                <a:cs typeface="Arial Black"/>
                <a:sym typeface="Arial Black"/>
              </a:rPr>
              <a:t>Set 3</a:t>
            </a:r>
            <a:endParaRPr b="0" i="0" sz="1800" u="none" cap="none" strike="noStrike">
              <a:solidFill>
                <a:schemeClr val="dk1"/>
              </a:solidFill>
              <a:latin typeface="Arial"/>
              <a:ea typeface="Arial"/>
              <a:cs typeface="Arial"/>
              <a:sym typeface="Arial"/>
            </a:endParaRPr>
          </a:p>
        </p:txBody>
      </p:sp>
      <p:pic>
        <p:nvPicPr>
          <p:cNvPr id="59" name="Google Shape;59;p13"/>
          <p:cNvPicPr preferRelativeResize="0"/>
          <p:nvPr/>
        </p:nvPicPr>
        <p:blipFill>
          <a:blip r:embed="rId6">
            <a:alphaModFix/>
          </a:blip>
          <a:stretch>
            <a:fillRect/>
          </a:stretch>
        </p:blipFill>
        <p:spPr>
          <a:xfrm>
            <a:off x="533400" y="444500"/>
            <a:ext cx="8153400" cy="2692400"/>
          </a:xfrm>
          <a:prstGeom prst="rect">
            <a:avLst/>
          </a:prstGeom>
          <a:noFill/>
          <a:ln>
            <a:noFill/>
          </a:ln>
        </p:spPr>
      </p:pic>
      <p:pic>
        <p:nvPicPr>
          <p:cNvPr id="60" name="Google Shape;60;p13"/>
          <p:cNvPicPr preferRelativeResize="0"/>
          <p:nvPr/>
        </p:nvPicPr>
        <p:blipFill>
          <a:blip r:embed="rId7">
            <a:alphaModFix/>
          </a:blip>
          <a:stretch>
            <a:fillRect/>
          </a:stretch>
        </p:blipFill>
        <p:spPr>
          <a:xfrm>
            <a:off x="9632950" y="4164012"/>
            <a:ext cx="2946400" cy="3817937"/>
          </a:xfrm>
          <a:prstGeom prst="rect">
            <a:avLst/>
          </a:prstGeom>
          <a:noFill/>
          <a:ln>
            <a:noFill/>
          </a:ln>
        </p:spPr>
      </p:pic>
      <p:pic>
        <p:nvPicPr>
          <p:cNvPr id="61" name="Google Shape;61;p13"/>
          <p:cNvPicPr preferRelativeResize="0"/>
          <p:nvPr/>
        </p:nvPicPr>
        <p:blipFill>
          <a:blip r:embed="rId8">
            <a:alphaModFix/>
          </a:blip>
          <a:stretch>
            <a:fillRect/>
          </a:stretch>
        </p:blipFill>
        <p:spPr>
          <a:xfrm>
            <a:off x="444500" y="3778250"/>
            <a:ext cx="2133600" cy="4251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4"/>
          <p:cNvSpPr txBox="1"/>
          <p:nvPr/>
        </p:nvSpPr>
        <p:spPr>
          <a:xfrm>
            <a:off x="609600" y="915987"/>
            <a:ext cx="11509375" cy="7620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33333"/>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With shelter early humans could:</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Provide shelter from the elements and safety from predators</a:t>
            </a:r>
            <a:r>
              <a:rPr b="0" i="0" lang="en-US" sz="2200" u="none" cap="none" strike="noStrike">
                <a:solidFill>
                  <a:schemeClr val="dk2"/>
                </a:solidFill>
                <a:latin typeface="Arial"/>
                <a:ea typeface="Arial"/>
                <a:cs typeface="Arial"/>
                <a:sym typeface="Arial"/>
              </a:rPr>
              <a:t>:  Safety out of the weather meant that they would stay warm dry and probably decreased sickness.  They would be able to defend themselves better in shelter than out in the open</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Home base: </a:t>
            </a:r>
            <a:r>
              <a:rPr b="0" i="0" lang="en-US" sz="2200" u="none" cap="none" strike="noStrike">
                <a:solidFill>
                  <a:schemeClr val="dk2"/>
                </a:solidFill>
                <a:latin typeface="Arial"/>
                <a:ea typeface="Arial"/>
                <a:cs typeface="Arial"/>
                <a:sym typeface="Arial"/>
              </a:rPr>
              <a:t>A community was built around food sharing and division of labor which allowed for greater protection of young by being cared for at home base and increased skills by diversification</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8" name="Google Shape;68;p14"/>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Advancements due to Shelter</a:t>
            </a:r>
            <a:endParaRPr b="0" i="0" sz="6400" u="none" cap="none" strike="noStrike">
              <a:solidFill>
                <a:srgbClr val="000000"/>
              </a:solidFill>
              <a:latin typeface="Arial Black"/>
              <a:ea typeface="Arial Black"/>
              <a:cs typeface="Arial Black"/>
              <a:sym typeface="Arial Black"/>
            </a:endParaRPr>
          </a:p>
        </p:txBody>
      </p:sp>
      <p:pic>
        <p:nvPicPr>
          <p:cNvPr id="69" name="Google Shape;69;p14"/>
          <p:cNvPicPr preferRelativeResize="0"/>
          <p:nvPr/>
        </p:nvPicPr>
        <p:blipFill>
          <a:blip r:embed="rId3">
            <a:alphaModFix/>
          </a:blip>
          <a:stretch>
            <a:fillRect/>
          </a:stretch>
        </p:blipFill>
        <p:spPr>
          <a:xfrm>
            <a:off x="1457325" y="3998912"/>
            <a:ext cx="10380662" cy="751046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5"/>
          <p:cNvSpPr txBox="1"/>
          <p:nvPr/>
        </p:nvSpPr>
        <p:spPr>
          <a:xfrm>
            <a:off x="609600" y="915987"/>
            <a:ext cx="11509500" cy="7620000"/>
          </a:xfrm>
          <a:prstGeom prst="rect">
            <a:avLst/>
          </a:prstGeom>
          <a:noFill/>
          <a:ln>
            <a:noFill/>
          </a:ln>
        </p:spPr>
        <p:txBody>
          <a:bodyPr anchorCtr="0" anchor="t" bIns="50800" lIns="50800" spcFirstLastPara="1" rIns="50800" wrap="square" tIns="50800">
            <a:noAutofit/>
          </a:bodyPr>
          <a:lstStyle/>
          <a:p>
            <a:pPr indent="368300" lvl="0" marL="177800" marR="0" rtl="0" algn="l">
              <a:lnSpc>
                <a:spcPct val="133333"/>
              </a:lnSpc>
              <a:spcBef>
                <a:spcPts val="0"/>
              </a:spcBef>
              <a:spcAft>
                <a:spcPts val="0"/>
              </a:spcAft>
              <a:buClr>
                <a:schemeClr val="dk2"/>
              </a:buClr>
              <a:buSzPts val="2450"/>
              <a:buFont typeface="Arial"/>
              <a:buChar char="●"/>
            </a:pPr>
            <a:r>
              <a:rPr b="0" i="0" lang="en-US" sz="3400" u="none" cap="none" strike="noStrike">
                <a:solidFill>
                  <a:schemeClr val="dk2"/>
                </a:solidFill>
                <a:latin typeface="Arial"/>
                <a:ea typeface="Arial"/>
                <a:cs typeface="Arial"/>
                <a:sym typeface="Arial"/>
              </a:rPr>
              <a:t>With shelter early humans could:</a:t>
            </a:r>
            <a:endParaRPr b="0" i="0" sz="2800" u="none" cap="none" strike="noStrike">
              <a:solidFill>
                <a:schemeClr val="dk1"/>
              </a:solidFill>
              <a:latin typeface="Arial"/>
              <a:ea typeface="Arial"/>
              <a:cs typeface="Arial"/>
              <a:sym typeface="Arial"/>
            </a:endParaRPr>
          </a:p>
          <a:p>
            <a:pPr indent="355600" lvl="1" marL="558800" marR="0" rtl="0" algn="l">
              <a:lnSpc>
                <a:spcPct val="127272"/>
              </a:lnSpc>
              <a:spcBef>
                <a:spcPts val="0"/>
              </a:spcBef>
              <a:spcAft>
                <a:spcPts val="0"/>
              </a:spcAft>
              <a:buClr>
                <a:schemeClr val="dk2"/>
              </a:buClr>
              <a:buSzPts val="2300"/>
              <a:buFont typeface="Arial"/>
              <a:buChar char="●"/>
            </a:pPr>
            <a:r>
              <a:rPr b="1" i="0" lang="en-US" sz="3200" u="none" cap="none" strike="noStrike">
                <a:solidFill>
                  <a:schemeClr val="dk2"/>
                </a:solidFill>
                <a:latin typeface="Arial"/>
                <a:ea typeface="Arial"/>
                <a:cs typeface="Arial"/>
                <a:sym typeface="Arial"/>
              </a:rPr>
              <a:t>Provide shelter from the elements and safety from predators</a:t>
            </a:r>
            <a:r>
              <a:rPr b="0" i="0" lang="en-US" sz="3200" u="none" cap="none" strike="noStrike">
                <a:solidFill>
                  <a:schemeClr val="dk2"/>
                </a:solidFill>
                <a:latin typeface="Arial"/>
                <a:ea typeface="Arial"/>
                <a:cs typeface="Arial"/>
                <a:sym typeface="Arial"/>
              </a:rPr>
              <a:t>:  Safety out of the weather meant that they would stay warm dry and probably decreased sickness.  They would be able to defend themselves better in shelter than out in the open</a:t>
            </a:r>
            <a:endParaRPr b="0" i="0" sz="2800" u="none" cap="none" strike="noStrike">
              <a:solidFill>
                <a:schemeClr val="dk1"/>
              </a:solidFill>
              <a:latin typeface="Arial"/>
              <a:ea typeface="Arial"/>
              <a:cs typeface="Arial"/>
              <a:sym typeface="Arial"/>
            </a:endParaRPr>
          </a:p>
          <a:p>
            <a:pPr indent="355600" lvl="1" marL="558800" marR="0" rtl="0" algn="l">
              <a:lnSpc>
                <a:spcPct val="127272"/>
              </a:lnSpc>
              <a:spcBef>
                <a:spcPts val="0"/>
              </a:spcBef>
              <a:spcAft>
                <a:spcPts val="0"/>
              </a:spcAft>
              <a:buClr>
                <a:schemeClr val="dk2"/>
              </a:buClr>
              <a:buSzPts val="2300"/>
              <a:buFont typeface="Arial"/>
              <a:buChar char="●"/>
            </a:pPr>
            <a:r>
              <a:rPr b="1" i="0" lang="en-US" sz="3200" u="none" cap="none" strike="noStrike">
                <a:solidFill>
                  <a:schemeClr val="dk2"/>
                </a:solidFill>
                <a:latin typeface="Arial"/>
                <a:ea typeface="Arial"/>
                <a:cs typeface="Arial"/>
                <a:sym typeface="Arial"/>
              </a:rPr>
              <a:t>Home base: </a:t>
            </a:r>
            <a:r>
              <a:rPr b="0" i="0" lang="en-US" sz="3200" u="none" cap="none" strike="noStrike">
                <a:solidFill>
                  <a:schemeClr val="dk2"/>
                </a:solidFill>
                <a:latin typeface="Arial"/>
                <a:ea typeface="Arial"/>
                <a:cs typeface="Arial"/>
                <a:sym typeface="Arial"/>
              </a:rPr>
              <a:t>A community was built around food sharing and division of labor which allowed for greater protection of young by being cared for at home base and increased skills by diversification</a:t>
            </a:r>
            <a:endParaRPr b="0" i="0" sz="2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2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2800" u="none" cap="none" strike="noStrike">
              <a:solidFill>
                <a:schemeClr val="dk1"/>
              </a:solidFill>
              <a:latin typeface="Arial"/>
              <a:ea typeface="Arial"/>
              <a:cs typeface="Arial"/>
              <a:sym typeface="Arial"/>
            </a:endParaRPr>
          </a:p>
        </p:txBody>
      </p:sp>
      <p:sp>
        <p:nvSpPr>
          <p:cNvPr id="76" name="Google Shape;76;p15"/>
          <p:cNvSpPr txBox="1"/>
          <p:nvPr>
            <p:ph type="title"/>
          </p:nvPr>
        </p:nvSpPr>
        <p:spPr>
          <a:xfrm>
            <a:off x="-12700" y="-38100"/>
            <a:ext cx="13055700" cy="11556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Advancements due to Shelter</a:t>
            </a:r>
            <a:endParaRPr b="0" i="0" sz="6400" u="none" cap="none" strike="noStrike">
              <a:solidFill>
                <a:srgbClr val="000000"/>
              </a:solidFill>
              <a:latin typeface="Arial Black"/>
              <a:ea typeface="Arial Black"/>
              <a:cs typeface="Arial Black"/>
              <a:sym typeface="Arial Black"/>
            </a:endParaRPr>
          </a:p>
        </p:txBody>
      </p:sp>
      <p:pic>
        <p:nvPicPr>
          <p:cNvPr id="77" name="Google Shape;77;p15"/>
          <p:cNvPicPr preferRelativeResize="0"/>
          <p:nvPr/>
        </p:nvPicPr>
        <p:blipFill>
          <a:blip r:embed="rId3">
            <a:alphaModFix/>
          </a:blip>
          <a:stretch>
            <a:fillRect/>
          </a:stretch>
        </p:blipFill>
        <p:spPr>
          <a:xfrm>
            <a:off x="7110000" y="6518450"/>
            <a:ext cx="5641924" cy="40819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68300" y="152400"/>
            <a:ext cx="12204600" cy="1155600"/>
          </a:xfrm>
          <a:prstGeom prst="rect">
            <a:avLst/>
          </a:prstGeom>
        </p:spPr>
        <p:txBody>
          <a:bodyPr anchorCtr="0" anchor="t" bIns="91425" lIns="91425" spcFirstLastPara="1" rIns="91425" wrap="square" tIns="91425">
            <a:noAutofit/>
          </a:bodyPr>
          <a:lstStyle/>
          <a:p>
            <a:pPr indent="0" lvl="0" marL="0" rtl="0" algn="ctr">
              <a:spcBef>
                <a:spcPts val="200"/>
              </a:spcBef>
              <a:spcAft>
                <a:spcPts val="0"/>
              </a:spcAft>
              <a:buNone/>
            </a:pPr>
            <a:r>
              <a:t/>
            </a:r>
            <a:endParaRPr/>
          </a:p>
        </p:txBody>
      </p:sp>
      <p:sp>
        <p:nvSpPr>
          <p:cNvPr id="84" name="Google Shape;84;p16"/>
          <p:cNvSpPr txBox="1"/>
          <p:nvPr>
            <p:ph idx="1" type="body"/>
          </p:nvPr>
        </p:nvSpPr>
        <p:spPr>
          <a:xfrm>
            <a:off x="1308100" y="2070100"/>
            <a:ext cx="10566300" cy="6273900"/>
          </a:xfrm>
          <a:prstGeom prst="rect">
            <a:avLst/>
          </a:prstGeom>
        </p:spPr>
        <p:txBody>
          <a:bodyPr anchorCtr="0" anchor="t" bIns="91425" lIns="91425" spcFirstLastPara="1" rIns="91425" wrap="square" tIns="91425">
            <a:noAutofit/>
          </a:bodyPr>
          <a:lstStyle/>
          <a:p>
            <a:pPr indent="-247650" lvl="0" marL="568325" rtl="0" algn="l">
              <a:spcBef>
                <a:spcPts val="3200"/>
              </a:spcBef>
              <a:spcAft>
                <a:spcPts val="0"/>
              </a:spcAft>
              <a:buNone/>
            </a:pPr>
            <a:r>
              <a:t/>
            </a:r>
            <a:endParaRPr/>
          </a:p>
        </p:txBody>
      </p:sp>
      <p:pic>
        <p:nvPicPr>
          <p:cNvPr id="85" name="Google Shape;85;p16"/>
          <p:cNvPicPr preferRelativeResize="0"/>
          <p:nvPr/>
        </p:nvPicPr>
        <p:blipFill>
          <a:blip r:embed="rId3">
            <a:alphaModFix/>
          </a:blip>
          <a:stretch>
            <a:fillRect/>
          </a:stretch>
        </p:blipFill>
        <p:spPr>
          <a:xfrm>
            <a:off x="-150350" y="1139275"/>
            <a:ext cx="13241889" cy="95805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habilis use of Shelter</a:t>
            </a:r>
            <a:endParaRPr b="0" i="0" sz="6400" u="none" cap="none" strike="noStrike">
              <a:solidFill>
                <a:srgbClr val="000000"/>
              </a:solidFill>
              <a:latin typeface="Arial Black"/>
              <a:ea typeface="Arial Black"/>
              <a:cs typeface="Arial Black"/>
              <a:sym typeface="Arial Black"/>
            </a:endParaRPr>
          </a:p>
        </p:txBody>
      </p:sp>
      <p:sp>
        <p:nvSpPr>
          <p:cNvPr id="92" name="Google Shape;92;p17"/>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habilis: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Homo habilis were usually on the move to find food, so they did not stay in one place for very long. </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For shelter, they used cliffs, hills, and fallen trees. They didn't live in caves because there was predators in them like bears. There tool making was still very early so they couldn't really defend </a:t>
            </a:r>
            <a:r>
              <a:rPr lang="en-US" sz="2400">
                <a:solidFill>
                  <a:schemeClr val="dk1"/>
                </a:solidFill>
              </a:rPr>
              <a:t>themselves</a:t>
            </a:r>
            <a:r>
              <a:rPr b="0" i="0" lang="en-US" sz="2400" u="none" cap="none" strike="noStrike">
                <a:solidFill>
                  <a:schemeClr val="dk1"/>
                </a:solidFill>
                <a:latin typeface="Arial"/>
                <a:ea typeface="Arial"/>
                <a:cs typeface="Arial"/>
                <a:sym typeface="Arial"/>
              </a:rPr>
              <a:t> and they didn’t control fire. (Same with earlier hominids).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Around 2 million years ago, Homo habilis is believed to have constructed the </a:t>
            </a:r>
            <a:r>
              <a:rPr b="1" i="0" lang="en-US" sz="2400" u="none" cap="none" strike="noStrike">
                <a:solidFill>
                  <a:schemeClr val="dk1"/>
                </a:solidFill>
                <a:latin typeface="Arial"/>
                <a:ea typeface="Arial"/>
                <a:cs typeface="Arial"/>
                <a:sym typeface="Arial"/>
              </a:rPr>
              <a:t>first man-made structure </a:t>
            </a:r>
            <a:r>
              <a:rPr b="0" i="0" lang="en-US" sz="2400" u="none" cap="none" strike="noStrike">
                <a:solidFill>
                  <a:schemeClr val="dk1"/>
                </a:solidFill>
                <a:latin typeface="Arial"/>
                <a:ea typeface="Arial"/>
                <a:cs typeface="Arial"/>
                <a:sym typeface="Arial"/>
              </a:rPr>
              <a:t>in East Africa, consisting of simple arrangements of stones to hold branches of trees in position.</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93" name="Google Shape;93;p17"/>
          <p:cNvPicPr preferRelativeResize="0"/>
          <p:nvPr/>
        </p:nvPicPr>
        <p:blipFill>
          <a:blip r:embed="rId3">
            <a:alphaModFix/>
          </a:blip>
          <a:stretch>
            <a:fillRect/>
          </a:stretch>
        </p:blipFill>
        <p:spPr>
          <a:xfrm>
            <a:off x="7870825" y="1492250"/>
            <a:ext cx="4752975" cy="2376487"/>
          </a:xfrm>
          <a:prstGeom prst="rect">
            <a:avLst/>
          </a:prstGeom>
          <a:noFill/>
          <a:ln>
            <a:noFill/>
          </a:ln>
        </p:spPr>
      </p:pic>
      <p:pic>
        <p:nvPicPr>
          <p:cNvPr id="94" name="Google Shape;94;p17"/>
          <p:cNvPicPr preferRelativeResize="0"/>
          <p:nvPr/>
        </p:nvPicPr>
        <p:blipFill>
          <a:blip r:embed="rId4">
            <a:alphaModFix/>
          </a:blip>
          <a:stretch>
            <a:fillRect/>
          </a:stretch>
        </p:blipFill>
        <p:spPr>
          <a:xfrm>
            <a:off x="7870825" y="4408487"/>
            <a:ext cx="4752975" cy="5076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erectus use of Shelter</a:t>
            </a:r>
            <a:endParaRPr b="0" i="0" sz="6400" u="none" cap="none" strike="noStrike">
              <a:solidFill>
                <a:srgbClr val="000000"/>
              </a:solidFill>
              <a:latin typeface="Arial Black"/>
              <a:ea typeface="Arial Black"/>
              <a:cs typeface="Arial Black"/>
              <a:sym typeface="Arial Black"/>
            </a:endParaRPr>
          </a:p>
        </p:txBody>
      </p:sp>
      <p:sp>
        <p:nvSpPr>
          <p:cNvPr id="101" name="Google Shape;101;p18"/>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erectus: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were able to inhabit caves due to control of fire which scares of predators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also constructed shelters by placing wooden poles in the ground supported by blocks of stone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A site called Terra Amata, located on the French Riviera seems to have been occupied by H. Erectus.  They found evidence of what might have been 21 separate oval living floors within branch and brush huts on the beach. These were up to 12 m long and 6 m wide. </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were able to heat their homes with fire.</a:t>
            </a:r>
            <a:endParaRPr b="0" i="0" sz="1800" u="none" cap="none" strike="noStrike">
              <a:solidFill>
                <a:schemeClr val="dk1"/>
              </a:solidFill>
              <a:latin typeface="Arial"/>
              <a:ea typeface="Arial"/>
              <a:cs typeface="Arial"/>
              <a:sym typeface="Arial"/>
            </a:endParaRPr>
          </a:p>
        </p:txBody>
      </p:sp>
      <p:pic>
        <p:nvPicPr>
          <p:cNvPr id="102" name="Google Shape;102;p18"/>
          <p:cNvPicPr preferRelativeResize="0"/>
          <p:nvPr/>
        </p:nvPicPr>
        <p:blipFill>
          <a:blip r:embed="rId3">
            <a:alphaModFix/>
          </a:blip>
          <a:stretch>
            <a:fillRect/>
          </a:stretch>
        </p:blipFill>
        <p:spPr>
          <a:xfrm>
            <a:off x="7654925" y="1782762"/>
            <a:ext cx="5494337" cy="3886200"/>
          </a:xfrm>
          <a:prstGeom prst="rect">
            <a:avLst/>
          </a:prstGeom>
          <a:noFill/>
          <a:ln>
            <a:noFill/>
          </a:ln>
        </p:spPr>
      </p:pic>
      <p:pic>
        <p:nvPicPr>
          <p:cNvPr id="103" name="Google Shape;103;p18"/>
          <p:cNvPicPr preferRelativeResize="0"/>
          <p:nvPr/>
        </p:nvPicPr>
        <p:blipFill>
          <a:blip r:embed="rId4">
            <a:alphaModFix/>
          </a:blip>
          <a:stretch>
            <a:fillRect/>
          </a:stretch>
        </p:blipFill>
        <p:spPr>
          <a:xfrm>
            <a:off x="6446837" y="5526087"/>
            <a:ext cx="6392862" cy="3959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Neanderthals use of Shelter</a:t>
            </a:r>
            <a:endParaRPr b="0" i="0" sz="6400" u="none" cap="none" strike="noStrike">
              <a:solidFill>
                <a:srgbClr val="000000"/>
              </a:solidFill>
              <a:latin typeface="Arial Black"/>
              <a:ea typeface="Arial Black"/>
              <a:cs typeface="Arial Black"/>
              <a:sym typeface="Arial Black"/>
            </a:endParaRPr>
          </a:p>
        </p:txBody>
      </p:sp>
      <p:sp>
        <p:nvSpPr>
          <p:cNvPr id="110" name="Google Shape;110;p19"/>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neanderthalensis: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constructed wind breaks over cave openings with poles holding up hides or with piles of stones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Like homo erectus they constructed tents, as big as 9m by 7m and 10m high.  They used fire to warm their homes and frighten off predators.</a:t>
            </a:r>
            <a:endParaRPr b="0" i="0" sz="1800" u="none" cap="none" strike="noStrike">
              <a:solidFill>
                <a:schemeClr val="dk1"/>
              </a:solidFill>
              <a:latin typeface="Arial"/>
              <a:ea typeface="Arial"/>
              <a:cs typeface="Arial"/>
              <a:sym typeface="Arial"/>
            </a:endParaRPr>
          </a:p>
        </p:txBody>
      </p:sp>
      <p:pic>
        <p:nvPicPr>
          <p:cNvPr id="111" name="Google Shape;111;p19"/>
          <p:cNvPicPr preferRelativeResize="0"/>
          <p:nvPr/>
        </p:nvPicPr>
        <p:blipFill>
          <a:blip r:embed="rId3">
            <a:alphaModFix/>
          </a:blip>
          <a:stretch>
            <a:fillRect/>
          </a:stretch>
        </p:blipFill>
        <p:spPr>
          <a:xfrm>
            <a:off x="6091237" y="5021262"/>
            <a:ext cx="6670675" cy="46085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0"/>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sapiens use of Shelter</a:t>
            </a:r>
            <a:endParaRPr b="0" i="0" sz="6400" u="none" cap="none" strike="noStrike">
              <a:solidFill>
                <a:srgbClr val="000000"/>
              </a:solidFill>
              <a:latin typeface="Arial Black"/>
              <a:ea typeface="Arial Black"/>
              <a:cs typeface="Arial Black"/>
              <a:sym typeface="Arial Black"/>
            </a:endParaRPr>
          </a:p>
        </p:txBody>
      </p:sp>
      <p:sp>
        <p:nvSpPr>
          <p:cNvPr id="118" name="Google Shape;118;p20"/>
          <p:cNvSpPr txBox="1"/>
          <p:nvPr/>
        </p:nvSpPr>
        <p:spPr>
          <a:xfrm>
            <a:off x="238125" y="1385887"/>
            <a:ext cx="12385674"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sapiens: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As well as possible use of caves, they built permanent homes for the winter and in summer followed herds living in tents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Winter homes were made from branches and mammoth bones covered with animal skins sewn in place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Some held only a small group of people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Long huts had several entrances, with rooms and fires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In summer they had tents that could be moved from place to place</a:t>
            </a:r>
            <a:endParaRPr b="0" i="0" sz="1800" u="none" cap="none" strike="noStrike">
              <a:solidFill>
                <a:schemeClr val="dk1"/>
              </a:solidFill>
              <a:latin typeface="Arial"/>
              <a:ea typeface="Arial"/>
              <a:cs typeface="Arial"/>
              <a:sym typeface="Arial"/>
            </a:endParaRPr>
          </a:p>
        </p:txBody>
      </p:sp>
      <p:pic>
        <p:nvPicPr>
          <p:cNvPr id="119" name="Google Shape;119;p20"/>
          <p:cNvPicPr preferRelativeResize="0"/>
          <p:nvPr/>
        </p:nvPicPr>
        <p:blipFill>
          <a:blip r:embed="rId3">
            <a:alphaModFix/>
          </a:blip>
          <a:stretch>
            <a:fillRect/>
          </a:stretch>
        </p:blipFill>
        <p:spPr>
          <a:xfrm>
            <a:off x="669925" y="5884862"/>
            <a:ext cx="5843587" cy="3529012"/>
          </a:xfrm>
          <a:prstGeom prst="rect">
            <a:avLst/>
          </a:prstGeom>
          <a:noFill/>
          <a:ln>
            <a:noFill/>
          </a:ln>
        </p:spPr>
      </p:pic>
      <p:pic>
        <p:nvPicPr>
          <p:cNvPr id="120" name="Google Shape;120;p20"/>
          <p:cNvPicPr preferRelativeResize="0"/>
          <p:nvPr/>
        </p:nvPicPr>
        <p:blipFill>
          <a:blip r:embed="rId4">
            <a:alphaModFix/>
          </a:blip>
          <a:stretch>
            <a:fillRect/>
          </a:stretch>
        </p:blipFill>
        <p:spPr>
          <a:xfrm>
            <a:off x="6789737" y="5884862"/>
            <a:ext cx="5567362" cy="3581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nvSpPr>
        <p:spPr>
          <a:xfrm>
            <a:off x="609600" y="915987"/>
            <a:ext cx="7315200" cy="7620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33333"/>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With fire early humans could:</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Remain active at night</a:t>
            </a:r>
            <a:r>
              <a:rPr b="0" i="0" lang="en-US" sz="2200" u="none" cap="none" strike="noStrike">
                <a:solidFill>
                  <a:schemeClr val="dk2"/>
                </a:solidFill>
                <a:latin typeface="Arial"/>
                <a:ea typeface="Arial"/>
                <a:cs typeface="Arial"/>
                <a:sym typeface="Arial"/>
              </a:rPr>
              <a:t>:  People began using fire as a source of light to continue their activities after dark and inside their caves.</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Cooking with fire</a:t>
            </a:r>
            <a:r>
              <a:rPr b="0" i="0" lang="en-US" sz="2200" u="none" cap="none" strike="noStrike">
                <a:solidFill>
                  <a:schemeClr val="dk2"/>
                </a:solidFill>
                <a:latin typeface="Arial"/>
                <a:ea typeface="Arial"/>
                <a:cs typeface="Arial"/>
                <a:sym typeface="Arial"/>
              </a:rPr>
              <a:t>:  Made the meat of the animals and plants more palatable digestible, and destroyed some parasites/toxins allowing them to exploit new food sources. Ability to preserve meat by smoking it over a fire, vastly decreasing the danger of periodic starvation. </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Make better weapons and tools</a:t>
            </a:r>
            <a:r>
              <a:rPr b="0" i="0" lang="en-US" sz="2200" u="none" cap="none" strike="noStrike">
                <a:solidFill>
                  <a:schemeClr val="dk2"/>
                </a:solidFill>
                <a:latin typeface="Arial"/>
                <a:ea typeface="Arial"/>
                <a:cs typeface="Arial"/>
                <a:sym typeface="Arial"/>
              </a:rPr>
              <a:t>:  Hunters formed spears from tree branches by burning the tips of the branches and then scraping the charred ends into a point.</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Protect themselves from predators</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Warm themselves: </a:t>
            </a:r>
            <a:r>
              <a:rPr b="0" i="0" lang="en-US" sz="2200" u="none" cap="none" strike="noStrike">
                <a:solidFill>
                  <a:schemeClr val="dk2"/>
                </a:solidFill>
                <a:latin typeface="Arial"/>
                <a:ea typeface="Arial"/>
                <a:cs typeface="Arial"/>
                <a:sym typeface="Arial"/>
              </a:rPr>
              <a:t>This allowed them to adapt to cooler climates, extending their habitat range</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Social gathering: </a:t>
            </a:r>
            <a:r>
              <a:rPr b="0" i="0" lang="en-US" sz="2200" u="none" cap="none" strike="noStrike">
                <a:solidFill>
                  <a:schemeClr val="dk2"/>
                </a:solidFill>
                <a:latin typeface="Arial"/>
                <a:ea typeface="Arial"/>
                <a:cs typeface="Arial"/>
                <a:sym typeface="Arial"/>
              </a:rPr>
              <a:t>A cheery comfortable atmosphere was likely important for social bonding and sharing of ideas and behaviors</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27" name="Google Shape;127;p21"/>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Advancements due to Fire</a:t>
            </a:r>
            <a:endParaRPr b="0" i="0" sz="6400" u="none" cap="none" strike="noStrike">
              <a:solidFill>
                <a:srgbClr val="000000"/>
              </a:solidFill>
              <a:latin typeface="Arial Black"/>
              <a:ea typeface="Arial Black"/>
              <a:cs typeface="Arial Black"/>
              <a:sym typeface="Arial Black"/>
            </a:endParaRPr>
          </a:p>
        </p:txBody>
      </p:sp>
      <p:pic>
        <p:nvPicPr>
          <p:cNvPr id="128" name="Google Shape;128;p21"/>
          <p:cNvPicPr preferRelativeResize="0"/>
          <p:nvPr/>
        </p:nvPicPr>
        <p:blipFill>
          <a:blip r:embed="rId3">
            <a:alphaModFix/>
          </a:blip>
          <a:stretch>
            <a:fillRect/>
          </a:stretch>
        </p:blipFill>
        <p:spPr>
          <a:xfrm>
            <a:off x="8305800" y="1060450"/>
            <a:ext cx="4699000" cy="3560762"/>
          </a:xfrm>
          <a:prstGeom prst="rect">
            <a:avLst/>
          </a:prstGeom>
          <a:noFill/>
          <a:ln>
            <a:noFill/>
          </a:ln>
        </p:spPr>
      </p:pic>
      <p:pic>
        <p:nvPicPr>
          <p:cNvPr id="129" name="Google Shape;129;p21"/>
          <p:cNvPicPr preferRelativeResize="0"/>
          <p:nvPr/>
        </p:nvPicPr>
        <p:blipFill>
          <a:blip r:embed="rId4">
            <a:alphaModFix/>
          </a:blip>
          <a:stretch>
            <a:fillRect/>
          </a:stretch>
        </p:blipFill>
        <p:spPr>
          <a:xfrm>
            <a:off x="8015287" y="3735387"/>
            <a:ext cx="4738687" cy="2654300"/>
          </a:xfrm>
          <a:prstGeom prst="rect">
            <a:avLst/>
          </a:prstGeom>
          <a:noFill/>
          <a:ln>
            <a:noFill/>
          </a:ln>
        </p:spPr>
      </p:pic>
      <p:pic>
        <p:nvPicPr>
          <p:cNvPr id="130" name="Google Shape;130;p21"/>
          <p:cNvPicPr preferRelativeResize="0"/>
          <p:nvPr/>
        </p:nvPicPr>
        <p:blipFill>
          <a:blip r:embed="rId5">
            <a:alphaModFix/>
          </a:blip>
          <a:stretch>
            <a:fillRect/>
          </a:stretch>
        </p:blipFill>
        <p:spPr>
          <a:xfrm>
            <a:off x="8902700" y="5722937"/>
            <a:ext cx="4000500" cy="36496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erectus use of Fire</a:t>
            </a:r>
            <a:endParaRPr b="0" i="0" sz="6400" u="none" cap="none" strike="noStrike">
              <a:solidFill>
                <a:srgbClr val="000000"/>
              </a:solidFill>
              <a:latin typeface="Arial Black"/>
              <a:ea typeface="Arial Black"/>
              <a:cs typeface="Arial Black"/>
              <a:sym typeface="Arial Black"/>
            </a:endParaRPr>
          </a:p>
        </p:txBody>
      </p:sp>
      <p:sp>
        <p:nvSpPr>
          <p:cNvPr id="137" name="Google Shape;137;p22"/>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erectus: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 </a:t>
            </a:r>
            <a:r>
              <a:rPr b="1" i="0" lang="en-US" sz="2400" u="none" cap="none" strike="noStrike">
                <a:solidFill>
                  <a:schemeClr val="dk2"/>
                </a:solidFill>
                <a:latin typeface="Arial"/>
                <a:ea typeface="Arial"/>
                <a:cs typeface="Arial"/>
                <a:sym typeface="Arial"/>
              </a:rPr>
              <a:t>earliest</a:t>
            </a:r>
            <a:r>
              <a:rPr b="0" i="0" lang="en-US" sz="2400" u="none" cap="none" strike="noStrike">
                <a:solidFill>
                  <a:schemeClr val="dk2"/>
                </a:solidFill>
                <a:latin typeface="Arial"/>
                <a:ea typeface="Arial"/>
                <a:cs typeface="Arial"/>
                <a:sym typeface="Arial"/>
              </a:rPr>
              <a:t> </a:t>
            </a:r>
            <a:r>
              <a:rPr b="1" i="0" lang="en-US" sz="2400" u="none" cap="none" strike="noStrike">
                <a:solidFill>
                  <a:schemeClr val="dk2"/>
                </a:solidFill>
                <a:latin typeface="Arial"/>
                <a:ea typeface="Arial"/>
                <a:cs typeface="Arial"/>
                <a:sym typeface="Arial"/>
              </a:rPr>
              <a:t>record</a:t>
            </a:r>
            <a:r>
              <a:rPr b="0" i="0" lang="en-US" sz="2400" u="none" cap="none" strike="noStrike">
                <a:solidFill>
                  <a:schemeClr val="dk2"/>
                </a:solidFill>
                <a:latin typeface="Arial"/>
                <a:ea typeface="Arial"/>
                <a:cs typeface="Arial"/>
                <a:sym typeface="Arial"/>
              </a:rPr>
              <a:t> of humans using </a:t>
            </a:r>
            <a:r>
              <a:rPr b="1" i="0" lang="en-US" sz="2400" u="none" cap="none" strike="noStrike">
                <a:solidFill>
                  <a:schemeClr val="dk2"/>
                </a:solidFill>
                <a:latin typeface="Arial"/>
                <a:ea typeface="Arial"/>
                <a:cs typeface="Arial"/>
                <a:sym typeface="Arial"/>
              </a:rPr>
              <a:t>fire</a:t>
            </a:r>
            <a:r>
              <a:rPr b="0" i="0" lang="en-US" sz="2400" u="none" cap="none" strike="noStrike">
                <a:solidFill>
                  <a:schemeClr val="dk2"/>
                </a:solidFill>
                <a:latin typeface="Arial"/>
                <a:ea typeface="Arial"/>
                <a:cs typeface="Arial"/>
                <a:sym typeface="Arial"/>
              </a:rPr>
              <a:t> was in Africa </a:t>
            </a:r>
            <a:r>
              <a:rPr b="1" i="0" lang="en-US" sz="2400" u="none" cap="none" strike="noStrike">
                <a:solidFill>
                  <a:schemeClr val="dk2"/>
                </a:solidFill>
                <a:latin typeface="Arial"/>
                <a:ea typeface="Arial"/>
                <a:cs typeface="Arial"/>
                <a:sym typeface="Arial"/>
              </a:rPr>
              <a:t>1.5mya</a:t>
            </a:r>
            <a:r>
              <a:rPr b="0" i="0" lang="en-US" sz="2400" u="none" cap="none" strike="noStrike">
                <a:solidFill>
                  <a:schemeClr val="dk2"/>
                </a:solidFill>
                <a:latin typeface="Arial"/>
                <a:ea typeface="Arial"/>
                <a:cs typeface="Arial"/>
                <a:sym typeface="Arial"/>
              </a:rPr>
              <a:t>  during the time of </a:t>
            </a:r>
            <a:r>
              <a:rPr b="1" i="0" lang="en-US" sz="2400" u="none" cap="none" strike="noStrike">
                <a:solidFill>
                  <a:schemeClr val="dk2"/>
                </a:solidFill>
                <a:latin typeface="Arial"/>
                <a:ea typeface="Arial"/>
                <a:cs typeface="Arial"/>
                <a:sym typeface="Arial"/>
              </a:rPr>
              <a:t>Homo erectus</a:t>
            </a:r>
            <a:r>
              <a:rPr b="0" i="0" lang="en-US" sz="2400" u="none" cap="none" strike="noStrike">
                <a:solidFill>
                  <a:schemeClr val="dk2"/>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At first, fire may have been ‘captured’ from natural sources, such as bush fires caused by lightning</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It is unlikely Homo erectus could create fire. They possibly carried it from place to place by keeping live embers alive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Homo erectus used fire for cooking food</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Fire allowed Homo erectus to move out from the homeland of Africa into Europe and Asia</a:t>
            </a:r>
            <a:endParaRPr b="0" i="0" sz="1800" u="none" cap="none" strike="noStrike">
              <a:solidFill>
                <a:schemeClr val="dk1"/>
              </a:solidFill>
              <a:latin typeface="Arial"/>
              <a:ea typeface="Arial"/>
              <a:cs typeface="Arial"/>
              <a:sym typeface="Arial"/>
            </a:endParaRPr>
          </a:p>
        </p:txBody>
      </p:sp>
      <p:pic>
        <p:nvPicPr>
          <p:cNvPr id="138" name="Google Shape;138;p22"/>
          <p:cNvPicPr preferRelativeResize="0"/>
          <p:nvPr/>
        </p:nvPicPr>
        <p:blipFill>
          <a:blip r:embed="rId3">
            <a:alphaModFix/>
          </a:blip>
          <a:stretch>
            <a:fillRect/>
          </a:stretch>
        </p:blipFill>
        <p:spPr>
          <a:xfrm>
            <a:off x="7654925" y="1636712"/>
            <a:ext cx="5111750" cy="34258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3"/>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Neanderthals use of Fire</a:t>
            </a:r>
            <a:endParaRPr b="0" i="0" sz="6400" u="none" cap="none" strike="noStrike">
              <a:solidFill>
                <a:srgbClr val="000000"/>
              </a:solidFill>
              <a:latin typeface="Arial Black"/>
              <a:ea typeface="Arial Black"/>
              <a:cs typeface="Arial Black"/>
              <a:sym typeface="Arial Black"/>
            </a:endParaRPr>
          </a:p>
        </p:txBody>
      </p:sp>
      <p:sp>
        <p:nvSpPr>
          <p:cNvPr id="145" name="Google Shape;145;p23"/>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a:t>
            </a:r>
            <a:r>
              <a:rPr b="0" i="0" lang="en-US" sz="1800" u="none" cap="none" strike="noStrike">
                <a:solidFill>
                  <a:schemeClr val="dk2"/>
                </a:solidFill>
                <a:latin typeface="Arial"/>
                <a:ea typeface="Arial"/>
                <a:cs typeface="Arial"/>
                <a:sym typeface="Arial"/>
              </a:rPr>
              <a:t> </a:t>
            </a:r>
            <a:r>
              <a:rPr b="1" i="0" lang="en-US" sz="1800" u="none" cap="none" strike="noStrike">
                <a:solidFill>
                  <a:schemeClr val="dk2"/>
                </a:solidFill>
                <a:latin typeface="Arial"/>
                <a:ea typeface="Arial"/>
                <a:cs typeface="Arial"/>
                <a:sym typeface="Arial"/>
              </a:rPr>
              <a:t>Neanderthalensis</a:t>
            </a:r>
            <a:r>
              <a:rPr b="0" i="0" lang="en-US" sz="1800" u="none" cap="none" strike="noStrike">
                <a:solidFill>
                  <a:schemeClr val="dk2"/>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 Neanderthals controlled fire within hearths of stone which were reused.</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Slabs of stone showed signs of continued reheating…They were likely used to cook on and were heated up by being placed in a fire</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It is likely that the Neanderthals were among the first to start smoking and drying meats and hides (although it is possibly earlier)</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used fire to make fire hardened points on spears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A burnt bear bone found deep in a cave proved they used fire for illumination.</a:t>
            </a:r>
            <a:endParaRPr b="0" i="0" sz="1800" u="none" cap="none" strike="noStrike">
              <a:solidFill>
                <a:schemeClr val="dk1"/>
              </a:solidFill>
              <a:latin typeface="Arial"/>
              <a:ea typeface="Arial"/>
              <a:cs typeface="Arial"/>
              <a:sym typeface="Arial"/>
            </a:endParaRPr>
          </a:p>
        </p:txBody>
      </p:sp>
      <p:pic>
        <p:nvPicPr>
          <p:cNvPr id="146" name="Google Shape;146;p23"/>
          <p:cNvPicPr preferRelativeResize="0"/>
          <p:nvPr/>
        </p:nvPicPr>
        <p:blipFill>
          <a:blip r:embed="rId3">
            <a:alphaModFix/>
          </a:blip>
          <a:stretch>
            <a:fillRect/>
          </a:stretch>
        </p:blipFill>
        <p:spPr>
          <a:xfrm>
            <a:off x="7439025" y="2068512"/>
            <a:ext cx="5184775" cy="388778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Homo sapiens use of Fire</a:t>
            </a:r>
            <a:endParaRPr b="0" i="0" sz="6400" u="none" cap="none" strike="noStrike">
              <a:solidFill>
                <a:srgbClr val="000000"/>
              </a:solidFill>
              <a:latin typeface="Arial Black"/>
              <a:ea typeface="Arial Black"/>
              <a:cs typeface="Arial Black"/>
              <a:sym typeface="Arial Black"/>
            </a:endParaRPr>
          </a:p>
        </p:txBody>
      </p:sp>
      <p:sp>
        <p:nvSpPr>
          <p:cNvPr id="153" name="Google Shape;153;p24"/>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sapiens: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Like the Neanderthals, Homo sapiens contained fire in hearths, cooked and smoked meat and dried hides and fire hardened tools like spears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They possibly were able to create fire by this stage of development</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154" name="Google Shape;154;p24"/>
          <p:cNvPicPr preferRelativeResize="0"/>
          <p:nvPr/>
        </p:nvPicPr>
        <p:blipFill>
          <a:blip r:embed="rId3">
            <a:alphaModFix/>
          </a:blip>
          <a:stretch>
            <a:fillRect/>
          </a:stretch>
        </p:blipFill>
        <p:spPr>
          <a:xfrm>
            <a:off x="7902575" y="1852612"/>
            <a:ext cx="4781550" cy="705643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5"/>
          <p:cNvSpPr txBox="1"/>
          <p:nvPr/>
        </p:nvSpPr>
        <p:spPr>
          <a:xfrm>
            <a:off x="609600" y="915987"/>
            <a:ext cx="5316537" cy="7620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33333"/>
              </a:lnSpc>
              <a:spcBef>
                <a:spcPts val="0"/>
              </a:spcBef>
              <a:spcAft>
                <a:spcPts val="0"/>
              </a:spcAft>
              <a:buClr>
                <a:schemeClr val="dk2"/>
              </a:buClr>
              <a:buSzPts val="1450"/>
              <a:buFont typeface="Arial"/>
              <a:buChar char="●"/>
            </a:pPr>
            <a:r>
              <a:rPr b="0" i="0" lang="en-US" sz="2400" u="none" cap="none" strike="noStrike">
                <a:solidFill>
                  <a:schemeClr val="dk2"/>
                </a:solidFill>
                <a:latin typeface="Arial"/>
                <a:ea typeface="Arial"/>
                <a:cs typeface="Arial"/>
                <a:sym typeface="Arial"/>
              </a:rPr>
              <a:t>With clothing early humans could:</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Keep themselves warm: </a:t>
            </a:r>
            <a:r>
              <a:rPr b="0" i="0" lang="en-US" sz="2200" u="none" cap="none" strike="noStrike">
                <a:solidFill>
                  <a:schemeClr val="dk2"/>
                </a:solidFill>
                <a:latin typeface="Arial"/>
                <a:ea typeface="Arial"/>
                <a:cs typeface="Arial"/>
                <a:sym typeface="Arial"/>
              </a:rPr>
              <a:t>The evolving of short fine body hair meant more susceptibility to weather.  Clothing allowed them to keep warm and  also adapt to cooler climates, extending their habitat range</a:t>
            </a:r>
            <a:endParaRPr b="0" i="0" sz="1800" u="none" cap="none" strike="noStrike">
              <a:solidFill>
                <a:schemeClr val="dk1"/>
              </a:solidFill>
              <a:latin typeface="Arial"/>
              <a:ea typeface="Arial"/>
              <a:cs typeface="Arial"/>
              <a:sym typeface="Arial"/>
            </a:endParaRPr>
          </a:p>
          <a:p>
            <a:pPr indent="419100" lvl="1" marL="558800" marR="0" rtl="0" algn="l">
              <a:lnSpc>
                <a:spcPct val="127272"/>
              </a:lnSpc>
              <a:spcBef>
                <a:spcPts val="0"/>
              </a:spcBef>
              <a:spcAft>
                <a:spcPts val="0"/>
              </a:spcAft>
              <a:buClr>
                <a:schemeClr val="dk2"/>
              </a:buClr>
              <a:buSzPts val="1300"/>
              <a:buFont typeface="Arial"/>
              <a:buChar char="●"/>
            </a:pPr>
            <a:r>
              <a:rPr b="1" i="0" lang="en-US" sz="2200" u="none" cap="none" strike="noStrike">
                <a:solidFill>
                  <a:schemeClr val="dk2"/>
                </a:solidFill>
                <a:latin typeface="Arial"/>
                <a:ea typeface="Arial"/>
                <a:cs typeface="Arial"/>
                <a:sym typeface="Arial"/>
              </a:rPr>
              <a:t>Social identity: </a:t>
            </a:r>
            <a:r>
              <a:rPr b="0" i="0" lang="en-US" sz="2200" u="none" cap="none" strike="noStrike">
                <a:solidFill>
                  <a:schemeClr val="dk2"/>
                </a:solidFill>
                <a:latin typeface="Arial"/>
                <a:ea typeface="Arial"/>
                <a:cs typeface="Arial"/>
                <a:sym typeface="Arial"/>
              </a:rPr>
              <a:t>Clothing can show identity in terms of ethnicity, gender and class.  Pendants and beading could also show level of success (If they had time to make beads then they must have been well prepared in terms of hunting and storage of food)</a:t>
            </a:r>
            <a:endParaRPr b="0" i="0" sz="1800" u="none" cap="none" strike="noStrike">
              <a:solidFill>
                <a:schemeClr val="dk1"/>
              </a:solidFill>
              <a:latin typeface="Arial"/>
              <a:ea typeface="Arial"/>
              <a:cs typeface="Arial"/>
              <a:sym typeface="Arial"/>
            </a:endParaRPr>
          </a:p>
          <a:p>
            <a:pPr indent="0" lvl="0" marL="0" marR="0" rtl="0" algn="l">
              <a:spcBef>
                <a:spcPts val="2000"/>
              </a:spcBef>
              <a:spcAft>
                <a:spcPts val="0"/>
              </a:spcAft>
              <a:buNone/>
            </a:pPr>
            <a:r>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161" name="Google Shape;161;p25"/>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Advancements due to Clothing</a:t>
            </a:r>
            <a:endParaRPr b="0" i="0" sz="6400" u="none" cap="none" strike="noStrike">
              <a:solidFill>
                <a:srgbClr val="000000"/>
              </a:solidFill>
              <a:latin typeface="Arial Black"/>
              <a:ea typeface="Arial Black"/>
              <a:cs typeface="Arial Black"/>
              <a:sym typeface="Arial Black"/>
            </a:endParaRPr>
          </a:p>
        </p:txBody>
      </p:sp>
      <p:pic>
        <p:nvPicPr>
          <p:cNvPr id="162" name="Google Shape;162;p25"/>
          <p:cNvPicPr preferRelativeResize="0"/>
          <p:nvPr/>
        </p:nvPicPr>
        <p:blipFill>
          <a:blip r:embed="rId3">
            <a:alphaModFix/>
          </a:blip>
          <a:stretch>
            <a:fillRect/>
          </a:stretch>
        </p:blipFill>
        <p:spPr>
          <a:xfrm>
            <a:off x="6429375" y="1204912"/>
            <a:ext cx="6043612" cy="4319587"/>
          </a:xfrm>
          <a:prstGeom prst="rect">
            <a:avLst/>
          </a:prstGeom>
          <a:noFill/>
          <a:ln>
            <a:noFill/>
          </a:ln>
        </p:spPr>
      </p:pic>
      <p:sp>
        <p:nvSpPr>
          <p:cNvPr id="163" name="Google Shape;163;p25"/>
          <p:cNvSpPr txBox="1"/>
          <p:nvPr/>
        </p:nvSpPr>
        <p:spPr>
          <a:xfrm>
            <a:off x="7510462" y="5835650"/>
            <a:ext cx="4125912" cy="76993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2"/>
              </a:buClr>
              <a:buFont typeface="Arial"/>
              <a:buNone/>
            </a:pPr>
            <a:r>
              <a:rPr b="0" i="0" lang="en-US" sz="2200" u="none" cap="none" strike="noStrike">
                <a:solidFill>
                  <a:schemeClr val="dk2"/>
                </a:solidFill>
                <a:latin typeface="Arial"/>
                <a:ea typeface="Arial"/>
                <a:cs typeface="Arial"/>
                <a:sym typeface="Arial"/>
              </a:rPr>
              <a:t>There is no evidence of homo erectus use of clothing</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Neanderthals use of Clothing</a:t>
            </a:r>
            <a:endParaRPr b="0" i="0" sz="6400" u="none" cap="none" strike="noStrike">
              <a:solidFill>
                <a:srgbClr val="000000"/>
              </a:solidFill>
              <a:latin typeface="Arial Black"/>
              <a:ea typeface="Arial Black"/>
              <a:cs typeface="Arial Black"/>
              <a:sym typeface="Arial Black"/>
            </a:endParaRPr>
          </a:p>
        </p:txBody>
      </p:sp>
      <p:sp>
        <p:nvSpPr>
          <p:cNvPr id="170" name="Google Shape;170;p26"/>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neanderthalensis: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 </a:t>
            </a:r>
            <a:r>
              <a:rPr b="1" i="0" lang="en-US" sz="2400" u="none" cap="none" strike="noStrike">
                <a:solidFill>
                  <a:schemeClr val="dk1"/>
                </a:solidFill>
                <a:latin typeface="Arial"/>
                <a:ea typeface="Arial"/>
                <a:cs typeface="Arial"/>
                <a:sym typeface="Arial"/>
              </a:rPr>
              <a:t>first known </a:t>
            </a:r>
            <a:r>
              <a:rPr b="0" i="0" lang="en-US" sz="2400" u="none" cap="none" strike="noStrike">
                <a:solidFill>
                  <a:schemeClr val="dk1"/>
                </a:solidFill>
                <a:latin typeface="Arial"/>
                <a:ea typeface="Arial"/>
                <a:cs typeface="Arial"/>
                <a:sym typeface="Arial"/>
              </a:rPr>
              <a:t>humans to make </a:t>
            </a:r>
            <a:r>
              <a:rPr b="1" i="0" lang="en-US" sz="2400" u="none" cap="none" strike="noStrike">
                <a:solidFill>
                  <a:schemeClr val="dk1"/>
                </a:solidFill>
                <a:latin typeface="Arial"/>
                <a:ea typeface="Arial"/>
                <a:cs typeface="Arial"/>
                <a:sym typeface="Arial"/>
              </a:rPr>
              <a:t>clothing</a:t>
            </a:r>
            <a:r>
              <a:rPr b="0" i="0" lang="en-US" sz="2400" u="none" cap="none" strike="noStrike">
                <a:solidFill>
                  <a:schemeClr val="dk1"/>
                </a:solidFill>
                <a:latin typeface="Arial"/>
                <a:ea typeface="Arial"/>
                <a:cs typeface="Arial"/>
                <a:sym typeface="Arial"/>
              </a:rPr>
              <a:t> are the </a:t>
            </a:r>
            <a:r>
              <a:rPr b="1" i="0" lang="en-US" sz="2400" u="none" cap="none" strike="noStrike">
                <a:solidFill>
                  <a:schemeClr val="dk1"/>
                </a:solidFill>
                <a:latin typeface="Arial"/>
                <a:ea typeface="Arial"/>
                <a:cs typeface="Arial"/>
                <a:sym typeface="Arial"/>
              </a:rPr>
              <a:t>Neanderthals</a:t>
            </a:r>
            <a:r>
              <a:rPr b="0" i="0" lang="en-US" sz="24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It is believe hides were cut into shapes with holes made for the head and perhaps the arms, then draped over their bodies. They may have used thin strips of hide to tie the furs about themselves.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They produced pendants by drilling holes in animal teeth and stringing them on twine or sinew</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It is unlikely that they produces anything woven or textile-like, thought they may have bound grasses or reeds together for various purposes.</a:t>
            </a:r>
            <a:endParaRPr b="0" i="0" sz="1800" u="none" cap="none" strike="noStrike">
              <a:solidFill>
                <a:schemeClr val="dk1"/>
              </a:solidFill>
              <a:latin typeface="Arial"/>
              <a:ea typeface="Arial"/>
              <a:cs typeface="Arial"/>
              <a:sym typeface="Arial"/>
            </a:endParaRPr>
          </a:p>
        </p:txBody>
      </p:sp>
      <p:pic>
        <p:nvPicPr>
          <p:cNvPr id="171" name="Google Shape;171;p26"/>
          <p:cNvPicPr preferRelativeResize="0"/>
          <p:nvPr/>
        </p:nvPicPr>
        <p:blipFill>
          <a:blip r:embed="rId3">
            <a:alphaModFix/>
          </a:blip>
          <a:stretch>
            <a:fillRect/>
          </a:stretch>
        </p:blipFill>
        <p:spPr>
          <a:xfrm>
            <a:off x="7581900" y="1347787"/>
            <a:ext cx="4681537" cy="78359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12700" y="-38100"/>
            <a:ext cx="13055600" cy="1155700"/>
          </a:xfrm>
          <a:prstGeom prst="rect">
            <a:avLst/>
          </a:prstGeom>
          <a:noFill/>
          <a:ln>
            <a:noFill/>
          </a:ln>
        </p:spPr>
        <p:txBody>
          <a:bodyPr anchorCtr="0" anchor="t" bIns="50800" lIns="50800" spcFirstLastPara="1" rIns="50800" wrap="square" tIns="50800">
            <a:noAutofit/>
          </a:bodyPr>
          <a:lstStyle/>
          <a:p>
            <a:pPr indent="0" lvl="0" marL="0" marR="0" rtl="0" algn="ctr">
              <a:spcBef>
                <a:spcPts val="200"/>
              </a:spcBef>
              <a:spcAft>
                <a:spcPts val="0"/>
              </a:spcAft>
              <a:buClr>
                <a:srgbClr val="000000"/>
              </a:buClr>
              <a:buFont typeface="Arial Black"/>
              <a:buNone/>
            </a:pPr>
            <a:r>
              <a:rPr b="0" i="0" lang="en-US" sz="6000" u="none" cap="none" strike="noStrike">
                <a:solidFill>
                  <a:srgbClr val="000000"/>
                </a:solidFill>
                <a:latin typeface="Arial Black"/>
                <a:ea typeface="Arial Black"/>
                <a:cs typeface="Arial Black"/>
                <a:sym typeface="Arial Black"/>
              </a:rPr>
              <a:t>Homo sapiens use of Clothing</a:t>
            </a:r>
            <a:endParaRPr b="0" i="0" sz="6400" u="none" cap="none" strike="noStrike">
              <a:solidFill>
                <a:srgbClr val="000000"/>
              </a:solidFill>
              <a:latin typeface="Arial Black"/>
              <a:ea typeface="Arial Black"/>
              <a:cs typeface="Arial Black"/>
              <a:sym typeface="Arial Black"/>
            </a:endParaRPr>
          </a:p>
        </p:txBody>
      </p:sp>
      <p:sp>
        <p:nvSpPr>
          <p:cNvPr id="178" name="Google Shape;178;p27"/>
          <p:cNvSpPr txBox="1"/>
          <p:nvPr/>
        </p:nvSpPr>
        <p:spPr>
          <a:xfrm>
            <a:off x="238125" y="1817687"/>
            <a:ext cx="7315200" cy="67310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77777"/>
              </a:lnSpc>
              <a:spcBef>
                <a:spcPts val="0"/>
              </a:spcBef>
              <a:spcAft>
                <a:spcPts val="0"/>
              </a:spcAft>
              <a:buClr>
                <a:schemeClr val="dk2"/>
              </a:buClr>
              <a:buSzPts val="1100"/>
              <a:buFont typeface="Arial"/>
              <a:buChar char="●"/>
            </a:pPr>
            <a:r>
              <a:rPr b="1" i="0" lang="en-US" sz="1800" u="none" cap="none" strike="noStrike">
                <a:solidFill>
                  <a:schemeClr val="dk2"/>
                </a:solidFill>
                <a:latin typeface="Arial"/>
                <a:ea typeface="Arial"/>
                <a:cs typeface="Arial"/>
                <a:sym typeface="Arial"/>
              </a:rPr>
              <a:t>Homo sapiens:</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They would have used hides and fur of improved design with the advancement in tools such as needles to sew hides together</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They also produced pendants by drilling holes in animal teeth and stringing them on twine or sinew</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They decorated their bodies with paint and tattoos, made from natural dyes (possibly signs of social standing)</a:t>
            </a:r>
            <a:endParaRPr b="0" i="0" sz="1800" u="none" cap="none" strike="noStrike">
              <a:solidFill>
                <a:schemeClr val="dk1"/>
              </a:solidFill>
              <a:latin typeface="Arial"/>
              <a:ea typeface="Arial"/>
              <a:cs typeface="Arial"/>
              <a:sym typeface="Arial"/>
            </a:endParaRPr>
          </a:p>
          <a:p>
            <a:pPr indent="419100" lvl="1" marL="558800" marR="0" rtl="0" algn="l">
              <a:lnSpc>
                <a:spcPct val="116666"/>
              </a:lnSpc>
              <a:spcBef>
                <a:spcPts val="0"/>
              </a:spcBef>
              <a:spcAft>
                <a:spcPts val="0"/>
              </a:spcAft>
              <a:buClr>
                <a:schemeClr val="dk1"/>
              </a:buClr>
              <a:buSzPts val="1450"/>
              <a:buFont typeface="Arial"/>
              <a:buChar char="●"/>
            </a:pPr>
            <a:r>
              <a:rPr b="0" i="0" lang="en-US" sz="2400" u="none" cap="none" strike="noStrike">
                <a:solidFill>
                  <a:schemeClr val="dk1"/>
                </a:solidFill>
                <a:latin typeface="Arial"/>
                <a:ea typeface="Arial"/>
                <a:cs typeface="Arial"/>
                <a:sym typeface="Arial"/>
              </a:rPr>
              <a:t>Finds of spun, dyed, and knotted flax fibres among Cro-Magnon artefacts in Dzudzuana shows they made cords for sewing garments, and suggest that they knew how to make woven clothing</a:t>
            </a:r>
            <a:endParaRPr b="0" i="0" sz="1800" u="none" cap="none" strike="noStrike">
              <a:solidFill>
                <a:schemeClr val="dk1"/>
              </a:solidFill>
              <a:latin typeface="Arial"/>
              <a:ea typeface="Arial"/>
              <a:cs typeface="Arial"/>
              <a:sym typeface="Arial"/>
            </a:endParaRPr>
          </a:p>
        </p:txBody>
      </p:sp>
      <p:pic>
        <p:nvPicPr>
          <p:cNvPr id="179" name="Google Shape;179;p27"/>
          <p:cNvPicPr preferRelativeResize="0"/>
          <p:nvPr/>
        </p:nvPicPr>
        <p:blipFill>
          <a:blip r:embed="rId3">
            <a:alphaModFix/>
          </a:blip>
          <a:stretch>
            <a:fillRect/>
          </a:stretch>
        </p:blipFill>
        <p:spPr>
          <a:xfrm>
            <a:off x="7581900" y="1870075"/>
            <a:ext cx="4892675" cy="63198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nvSpPr>
        <p:spPr>
          <a:xfrm>
            <a:off x="-114300" y="-139700"/>
            <a:ext cx="13169899" cy="9969500"/>
          </a:xfrm>
          <a:prstGeom prst="rect">
            <a:avLst/>
          </a:prstGeom>
          <a:solidFill>
            <a:srgbClr val="000000"/>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id="186" name="Google Shape;186;p28"/>
          <p:cNvPicPr preferRelativeResize="0"/>
          <p:nvPr/>
        </p:nvPicPr>
        <p:blipFill>
          <a:blip r:embed="rId3">
            <a:alphaModFix/>
          </a:blip>
          <a:stretch>
            <a:fillRect/>
          </a:stretch>
        </p:blipFill>
        <p:spPr>
          <a:xfrm>
            <a:off x="1397000" y="2155825"/>
            <a:ext cx="10160000" cy="53689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9"/>
          <p:cNvSpPr txBox="1"/>
          <p:nvPr>
            <p:ph type="title"/>
          </p:nvPr>
        </p:nvSpPr>
        <p:spPr>
          <a:xfrm>
            <a:off x="-12700" y="-12700"/>
            <a:ext cx="13030200" cy="1155700"/>
          </a:xfrm>
          <a:prstGeom prst="rect">
            <a:avLst/>
          </a:prstGeom>
          <a:noFill/>
          <a:ln>
            <a:noFill/>
          </a:ln>
        </p:spPr>
        <p:txBody>
          <a:bodyPr anchorCtr="0" anchor="b" bIns="50800" lIns="50800" spcFirstLastPara="1" rIns="50800" wrap="square" tIns="50800">
            <a:noAutofit/>
          </a:bodyPr>
          <a:lstStyle/>
          <a:p>
            <a:pPr indent="0" lvl="0" marL="0" marR="0" rtl="0" algn="ctr">
              <a:lnSpc>
                <a:spcPct val="75000"/>
              </a:lnSpc>
              <a:spcBef>
                <a:spcPts val="200"/>
              </a:spcBef>
              <a:spcAft>
                <a:spcPts val="0"/>
              </a:spcAft>
              <a:buClr>
                <a:schemeClr val="dk2"/>
              </a:buClr>
              <a:buFont typeface="Arial Black"/>
              <a:buNone/>
            </a:pPr>
            <a:r>
              <a:rPr b="0" i="0" lang="en-US" sz="6400" u="none" cap="none" strike="noStrike">
                <a:solidFill>
                  <a:schemeClr val="dk2"/>
                </a:solidFill>
                <a:latin typeface="Arial Black"/>
                <a:ea typeface="Arial Black"/>
                <a:cs typeface="Arial Black"/>
                <a:sym typeface="Arial Black"/>
              </a:rPr>
              <a:t>Terms of Use</a:t>
            </a:r>
            <a:endParaRPr b="0" i="0" sz="6400" u="none" cap="none" strike="noStrike">
              <a:solidFill>
                <a:srgbClr val="000000"/>
              </a:solidFill>
              <a:latin typeface="Arial Black"/>
              <a:ea typeface="Arial Black"/>
              <a:cs typeface="Arial Black"/>
              <a:sym typeface="Arial Black"/>
            </a:endParaRPr>
          </a:p>
        </p:txBody>
      </p:sp>
      <p:sp>
        <p:nvSpPr>
          <p:cNvPr id="192" name="Google Shape;192;p29"/>
          <p:cNvSpPr txBox="1"/>
          <p:nvPr>
            <p:ph idx="1" type="body"/>
          </p:nvPr>
        </p:nvSpPr>
        <p:spPr>
          <a:xfrm>
            <a:off x="1612900" y="1778000"/>
            <a:ext cx="9779000" cy="7099300"/>
          </a:xfrm>
          <a:prstGeom prst="rect">
            <a:avLst/>
          </a:prstGeom>
          <a:noFill/>
          <a:ln>
            <a:noFill/>
          </a:ln>
        </p:spPr>
        <p:txBody>
          <a:bodyPr anchorCtr="0" anchor="t" bIns="0" lIns="0" spcFirstLastPara="1" rIns="0" wrap="square" tIns="0">
            <a:noAutofit/>
          </a:bodyPr>
          <a:lstStyle/>
          <a:p>
            <a:pPr indent="317500" lvl="0" marL="177800" marR="0" rtl="0" algn="l">
              <a:lnSpc>
                <a:spcPct val="117000"/>
              </a:lnSpc>
              <a:spcBef>
                <a:spcPts val="0"/>
              </a:spcBef>
              <a:spcAft>
                <a:spcPts val="0"/>
              </a:spcAft>
              <a:buClr>
                <a:srgbClr val="000000"/>
              </a:buClr>
              <a:buSzPts val="1584"/>
              <a:buFont typeface="Arial"/>
              <a:buAutoNum type="arabicPeriod"/>
            </a:pPr>
            <a:r>
              <a:rPr b="0" i="0" lang="en-US" sz="1600" u="none" cap="none" strike="noStrike">
                <a:solidFill>
                  <a:srgbClr val="000000"/>
                </a:solidFill>
                <a:latin typeface="Arial"/>
                <a:ea typeface="Arial"/>
                <a:cs typeface="Arial"/>
                <a:sym typeface="Arial"/>
              </a:rPr>
              <a:t>Biozone International retains copyright to the intellectual property included in this presentation file, with acknowledgement that certain photos are used under license and are credited appropriately on the next screen.</a:t>
            </a:r>
            <a:endParaRPr b="0" i="0" sz="2800" u="none" cap="none" strike="noStrike">
              <a:solidFill>
                <a:schemeClr val="dk1"/>
              </a:solidFill>
              <a:latin typeface="Arial"/>
              <a:ea typeface="Arial"/>
              <a:cs typeface="Arial"/>
              <a:sym typeface="Arial"/>
            </a:endParaRPr>
          </a:p>
          <a:p>
            <a:pPr indent="317500" lvl="0" marL="177800" marR="0" rtl="0" algn="l">
              <a:lnSpc>
                <a:spcPct val="117000"/>
              </a:lnSpc>
              <a:spcBef>
                <a:spcPts val="0"/>
              </a:spcBef>
              <a:spcAft>
                <a:spcPts val="0"/>
              </a:spcAft>
              <a:buClr>
                <a:srgbClr val="000000"/>
              </a:buClr>
              <a:buSzPts val="1584"/>
              <a:buFont typeface="Arial"/>
              <a:buAutoNum type="arabicPeriod"/>
            </a:pPr>
            <a:r>
              <a:rPr b="0" i="0" lang="en-US" sz="1600" u="none" cap="none" strike="noStrike">
                <a:solidFill>
                  <a:srgbClr val="000000"/>
                </a:solidFill>
                <a:latin typeface="Arial"/>
                <a:ea typeface="Arial"/>
                <a:cs typeface="Arial"/>
                <a:sym typeface="Arial"/>
              </a:rPr>
              <a:t>You </a:t>
            </a:r>
            <a:r>
              <a:rPr b="1" i="0" lang="en-US" sz="1600" u="none" cap="none" strike="noStrike">
                <a:solidFill>
                  <a:srgbClr val="37820D"/>
                </a:solidFill>
                <a:latin typeface="Arial"/>
                <a:ea typeface="Arial"/>
                <a:cs typeface="Arial"/>
                <a:sym typeface="Arial"/>
              </a:rPr>
              <a:t>MAY</a:t>
            </a:r>
            <a:r>
              <a:rPr b="0" i="0" lang="en-US" sz="1600" u="none" cap="none" strike="noStrike">
                <a:solidFill>
                  <a:srgbClr val="000000"/>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Use these slides for presentations in your classrooms using a data projector, interactive whiteboard, and overhead projector.</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Place these files on the school’s intranet (school computer network), but not in contradiction of clause 3 (a) below.</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Edit and customize this file by adding, deleting, and modifying information to better suit your needs.</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Place these presentation files on any computer within the school, including staff laptops.</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Print out this file in PowerPoint “</a:t>
            </a:r>
            <a:r>
              <a:rPr b="1" i="0" lang="en-US" sz="1600" u="none" cap="none" strike="noStrike">
                <a:solidFill>
                  <a:srgbClr val="000000"/>
                </a:solidFill>
                <a:latin typeface="Arial"/>
                <a:ea typeface="Arial"/>
                <a:cs typeface="Arial"/>
                <a:sym typeface="Arial"/>
              </a:rPr>
              <a:t>Handouts</a:t>
            </a:r>
            <a:r>
              <a:rPr b="0" i="0" lang="en-US" sz="1600" u="none" cap="none" strike="noStrike">
                <a:solidFill>
                  <a:srgbClr val="000000"/>
                </a:solidFill>
                <a:latin typeface="Arial"/>
                <a:ea typeface="Arial"/>
                <a:cs typeface="Arial"/>
                <a:sym typeface="Arial"/>
              </a:rPr>
              <a:t>” format as per the print dialogue box, for the express purpose of allowing students to make their own notes about the presentation.</a:t>
            </a:r>
            <a:endParaRPr b="0" i="0" sz="2800" u="none" cap="none" strike="noStrike">
              <a:solidFill>
                <a:schemeClr val="dk1"/>
              </a:solidFill>
              <a:latin typeface="Arial"/>
              <a:ea typeface="Arial"/>
              <a:cs typeface="Arial"/>
              <a:sym typeface="Arial"/>
            </a:endParaRPr>
          </a:p>
          <a:p>
            <a:pPr indent="317500" lvl="0" marL="177800" marR="0" rtl="0" algn="l">
              <a:lnSpc>
                <a:spcPct val="117000"/>
              </a:lnSpc>
              <a:spcBef>
                <a:spcPts val="0"/>
              </a:spcBef>
              <a:spcAft>
                <a:spcPts val="0"/>
              </a:spcAft>
              <a:buClr>
                <a:srgbClr val="000000"/>
              </a:buClr>
              <a:buSzPts val="1584"/>
              <a:buFont typeface="Arial"/>
              <a:buAutoNum type="arabicPeriod"/>
            </a:pPr>
            <a:r>
              <a:rPr b="0" i="0" lang="en-US" sz="1600" u="none" cap="none" strike="noStrike">
                <a:solidFill>
                  <a:srgbClr val="000000"/>
                </a:solidFill>
                <a:latin typeface="Arial"/>
                <a:ea typeface="Arial"/>
                <a:cs typeface="Arial"/>
                <a:sym typeface="Arial"/>
              </a:rPr>
              <a:t>You </a:t>
            </a:r>
            <a:r>
              <a:rPr b="1" i="0" lang="en-US" sz="1600" u="none" cap="none" strike="noStrike">
                <a:solidFill>
                  <a:srgbClr val="FF0017"/>
                </a:solidFill>
                <a:latin typeface="Arial"/>
                <a:ea typeface="Arial"/>
                <a:cs typeface="Arial"/>
                <a:sym typeface="Arial"/>
              </a:rPr>
              <a:t>MAY NOT</a:t>
            </a:r>
            <a:r>
              <a:rPr b="0" i="0" lang="en-US" sz="1600" u="none" cap="none" strike="noStrike">
                <a:solidFill>
                  <a:srgbClr val="000000"/>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Put these presentation files onto the </a:t>
            </a:r>
            <a:r>
              <a:rPr b="1" i="0" lang="en-US" sz="1600" u="none" cap="none" strike="noStrike">
                <a:solidFill>
                  <a:srgbClr val="000000"/>
                </a:solidFill>
                <a:latin typeface="Arial"/>
                <a:ea typeface="Arial"/>
                <a:cs typeface="Arial"/>
                <a:sym typeface="Arial"/>
              </a:rPr>
              <a:t>internet</a:t>
            </a:r>
            <a:r>
              <a:rPr b="0" i="0" lang="en-US" sz="1600" u="none" cap="none" strike="noStrike">
                <a:solidFill>
                  <a:srgbClr val="000000"/>
                </a:solidFill>
                <a:latin typeface="Arial"/>
                <a:ea typeface="Arial"/>
                <a:cs typeface="Arial"/>
                <a:sym typeface="Arial"/>
              </a:rPr>
              <a:t> or on a service that may be accessed </a:t>
            </a:r>
            <a:r>
              <a:rPr b="1" i="0" lang="en-US" sz="1600" u="none" cap="none" strike="noStrike">
                <a:solidFill>
                  <a:srgbClr val="000000"/>
                </a:solidFill>
                <a:latin typeface="Arial"/>
                <a:ea typeface="Arial"/>
                <a:cs typeface="Arial"/>
                <a:sym typeface="Arial"/>
              </a:rPr>
              <a:t>offsite</a:t>
            </a:r>
            <a:r>
              <a:rPr b="0" i="0" lang="en-US" sz="1600" u="none" cap="none" strike="noStrike">
                <a:solidFill>
                  <a:srgbClr val="000000"/>
                </a:solidFill>
                <a:latin typeface="Arial"/>
                <a:ea typeface="Arial"/>
                <a:cs typeface="Arial"/>
                <a:sym typeface="Arial"/>
              </a:rPr>
              <a:t> from the campus, </a:t>
            </a:r>
            <a:r>
              <a:rPr b="1" i="0" lang="en-US" sz="1600" u="none" cap="none" strike="noStrike">
                <a:solidFill>
                  <a:srgbClr val="000000"/>
                </a:solidFill>
                <a:latin typeface="Arial"/>
                <a:ea typeface="Arial"/>
                <a:cs typeface="Arial"/>
                <a:sym typeface="Arial"/>
              </a:rPr>
              <a:t>unless</a:t>
            </a:r>
            <a:r>
              <a:rPr b="0" i="0" lang="en-US" sz="1600" u="none" cap="none" strike="noStrike">
                <a:solidFill>
                  <a:srgbClr val="000000"/>
                </a:solidFill>
                <a:latin typeface="Arial"/>
                <a:ea typeface="Arial"/>
                <a:cs typeface="Arial"/>
                <a:sym typeface="Arial"/>
              </a:rPr>
              <a:t> access to the service is protected by a user login and password protocol.</a:t>
            </a:r>
            <a:br>
              <a:rPr b="0" i="0" lang="en-US" sz="1600" u="none" cap="none" strike="noStrike">
                <a:solidFill>
                  <a:srgbClr val="000000"/>
                </a:solidFill>
                <a:latin typeface="Arial"/>
                <a:ea typeface="Arial"/>
                <a:cs typeface="Arial"/>
                <a:sym typeface="Arial"/>
              </a:rPr>
            </a:br>
            <a:endParaRPr b="0" i="0" sz="2800" u="none" cap="none" strike="noStrike">
              <a:solidFill>
                <a:schemeClr val="dk1"/>
              </a:solidFill>
              <a:latin typeface="Arial"/>
              <a:ea typeface="Arial"/>
              <a:cs typeface="Arial"/>
              <a:sym typeface="Arial"/>
            </a:endParaRPr>
          </a:p>
          <a:p>
            <a:pPr indent="317500" lvl="1" marL="558800" marR="0" rtl="0" algn="l">
              <a:lnSpc>
                <a:spcPct val="100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Print these files onto </a:t>
            </a:r>
            <a:r>
              <a:rPr b="1" i="0" lang="en-US" sz="1600" u="none" cap="none" strike="noStrike">
                <a:solidFill>
                  <a:srgbClr val="000000"/>
                </a:solidFill>
                <a:latin typeface="Arial"/>
                <a:ea typeface="Arial"/>
                <a:cs typeface="Arial"/>
                <a:sym typeface="Arial"/>
              </a:rPr>
              <a:t>paper</a:t>
            </a:r>
            <a:r>
              <a:rPr b="0" i="0" lang="en-US" sz="1600" u="none" cap="none" strike="noStrike">
                <a:solidFill>
                  <a:srgbClr val="000000"/>
                </a:solidFill>
                <a:latin typeface="Arial"/>
                <a:ea typeface="Arial"/>
                <a:cs typeface="Arial"/>
                <a:sym typeface="Arial"/>
              </a:rPr>
              <a:t> to make your own </a:t>
            </a:r>
            <a:r>
              <a:rPr b="1" i="0" lang="en-US" sz="1600" u="none" cap="none" strike="noStrike">
                <a:solidFill>
                  <a:srgbClr val="000000"/>
                </a:solidFill>
                <a:latin typeface="Arial"/>
                <a:ea typeface="Arial"/>
                <a:cs typeface="Arial"/>
                <a:sym typeface="Arial"/>
              </a:rPr>
              <a:t>worksheets </a:t>
            </a:r>
            <a:r>
              <a:rPr b="0" i="0" lang="en-US" sz="1600" u="none" cap="none" strike="noStrike">
                <a:solidFill>
                  <a:srgbClr val="000000"/>
                </a:solidFill>
                <a:latin typeface="Arial"/>
                <a:ea typeface="Arial"/>
                <a:cs typeface="Arial"/>
                <a:sym typeface="Arial"/>
              </a:rPr>
              <a:t>for distribution to students.</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1" i="0" lang="en-US" sz="1600" u="none" cap="none" strike="noStrike">
                <a:solidFill>
                  <a:srgbClr val="000000"/>
                </a:solidFill>
                <a:latin typeface="Arial"/>
                <a:ea typeface="Arial"/>
                <a:cs typeface="Arial"/>
                <a:sym typeface="Arial"/>
              </a:rPr>
              <a:t>Create</a:t>
            </a:r>
            <a:r>
              <a:rPr b="0" i="0" lang="en-US" sz="1600" u="none" cap="none" strike="noStrike">
                <a:solidFill>
                  <a:srgbClr val="000000"/>
                </a:solidFill>
                <a:latin typeface="Arial"/>
                <a:ea typeface="Arial"/>
                <a:cs typeface="Arial"/>
                <a:sym typeface="Arial"/>
              </a:rPr>
              <a:t> a </a:t>
            </a:r>
            <a:r>
              <a:rPr b="1" i="0" lang="en-US" sz="1600" u="none" cap="none" strike="noStrike">
                <a:solidFill>
                  <a:srgbClr val="000000"/>
                </a:solidFill>
                <a:latin typeface="Arial"/>
                <a:ea typeface="Arial"/>
                <a:cs typeface="Arial"/>
                <a:sym typeface="Arial"/>
              </a:rPr>
              <a:t>NEW</a:t>
            </a:r>
            <a:r>
              <a:rPr b="0" i="0" lang="en-US" sz="1600" u="none" cap="none" strike="noStrike">
                <a:solidFill>
                  <a:srgbClr val="000000"/>
                </a:solidFill>
                <a:latin typeface="Arial"/>
                <a:ea typeface="Arial"/>
                <a:cs typeface="Arial"/>
                <a:sym typeface="Arial"/>
              </a:rPr>
              <a:t> document using any of the graphics/images in this presentation file.</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0" i="0" lang="en-US" sz="1600" u="none" cap="none" strike="noStrike">
                <a:solidFill>
                  <a:srgbClr val="000000"/>
                </a:solidFill>
                <a:latin typeface="Arial"/>
                <a:ea typeface="Arial"/>
                <a:cs typeface="Arial"/>
                <a:sym typeface="Arial"/>
              </a:rPr>
              <a:t>Incorporate any part of this presentation file for the production of another </a:t>
            </a:r>
            <a:r>
              <a:rPr b="1" i="0" lang="en-US" sz="1600" u="none" cap="none" strike="noStrike">
                <a:solidFill>
                  <a:srgbClr val="000000"/>
                </a:solidFill>
                <a:latin typeface="Arial"/>
                <a:ea typeface="Arial"/>
                <a:cs typeface="Arial"/>
                <a:sym typeface="Arial"/>
              </a:rPr>
              <a:t>commercial</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product</a:t>
            </a:r>
            <a:r>
              <a:rPr b="0" i="0" lang="en-US" sz="1600" u="none" cap="none" strike="noStrike">
                <a:solidFill>
                  <a:srgbClr val="000000"/>
                </a:solidFill>
                <a:latin typeface="Arial"/>
                <a:ea typeface="Arial"/>
                <a:cs typeface="Arial"/>
                <a:sym typeface="Arial"/>
              </a:rPr>
              <a:t>.</a:t>
            </a:r>
            <a:endParaRPr b="0" i="0" sz="2800" u="none" cap="none" strike="noStrike">
              <a:solidFill>
                <a:schemeClr val="dk1"/>
              </a:solidFill>
              <a:latin typeface="Arial"/>
              <a:ea typeface="Arial"/>
              <a:cs typeface="Arial"/>
              <a:sym typeface="Arial"/>
            </a:endParaRPr>
          </a:p>
          <a:p>
            <a:pPr indent="317500" lvl="1" marL="558800" marR="0" rtl="0" algn="l">
              <a:lnSpc>
                <a:spcPct val="117000"/>
              </a:lnSpc>
              <a:spcBef>
                <a:spcPts val="0"/>
              </a:spcBef>
              <a:spcAft>
                <a:spcPts val="0"/>
              </a:spcAft>
              <a:buClr>
                <a:srgbClr val="000000"/>
              </a:buClr>
              <a:buSzPts val="1584"/>
              <a:buFont typeface="Arial"/>
              <a:buAutoNum type="alphaLcPeriod"/>
            </a:pPr>
            <a:r>
              <a:rPr b="1" i="0" lang="en-US" sz="1600" u="none" cap="none" strike="noStrike">
                <a:solidFill>
                  <a:srgbClr val="000000"/>
                </a:solidFill>
                <a:latin typeface="Arial"/>
                <a:ea typeface="Arial"/>
                <a:cs typeface="Arial"/>
                <a:sym typeface="Arial"/>
              </a:rPr>
              <a:t>REMOVE</a:t>
            </a:r>
            <a:r>
              <a:rPr b="0" i="0" lang="en-US" sz="1600" u="none" cap="none" strike="noStrike">
                <a:solidFill>
                  <a:srgbClr val="000000"/>
                </a:solidFill>
                <a:latin typeface="Arial"/>
                <a:ea typeface="Arial"/>
                <a:cs typeface="Arial"/>
                <a:sym typeface="Arial"/>
              </a:rPr>
              <a:t> any of the references to </a:t>
            </a:r>
            <a:r>
              <a:rPr b="1" i="0" lang="en-US" sz="1600" u="none" cap="none" strike="noStrike">
                <a:solidFill>
                  <a:srgbClr val="000000"/>
                </a:solidFill>
                <a:latin typeface="Arial"/>
                <a:ea typeface="Arial"/>
                <a:cs typeface="Arial"/>
                <a:sym typeface="Arial"/>
              </a:rPr>
              <a:t>Biozone</a:t>
            </a:r>
            <a:r>
              <a:rPr b="0" i="0" lang="en-US" sz="1600" u="none" cap="none" strike="noStrike">
                <a:solidFill>
                  <a:srgbClr val="000000"/>
                </a:solidFill>
                <a:latin typeface="Arial"/>
                <a:ea typeface="Arial"/>
                <a:cs typeface="Arial"/>
                <a:sym typeface="Arial"/>
              </a:rPr>
              <a:t>, the </a:t>
            </a:r>
            <a:r>
              <a:rPr b="1" i="0" lang="en-US" sz="1600" u="none" cap="none" strike="noStrike">
                <a:solidFill>
                  <a:srgbClr val="000000"/>
                </a:solidFill>
                <a:latin typeface="Arial"/>
                <a:ea typeface="Arial"/>
                <a:cs typeface="Arial"/>
                <a:sym typeface="Arial"/>
              </a:rPr>
              <a:t>copyright</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notices</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photo</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credits</a:t>
            </a:r>
            <a:r>
              <a:rPr b="0" i="0" lang="en-US" sz="1600" u="none" cap="none" strike="noStrike">
                <a:solidFill>
                  <a:srgbClr val="000000"/>
                </a:solidFill>
                <a:latin typeface="Arial"/>
                <a:ea typeface="Arial"/>
                <a:cs typeface="Arial"/>
                <a:sym typeface="Arial"/>
              </a:rPr>
              <a:t>, or </a:t>
            </a:r>
            <a:r>
              <a:rPr b="1" i="0" lang="en-US" sz="1600" u="none" cap="none" strike="noStrike">
                <a:solidFill>
                  <a:srgbClr val="000000"/>
                </a:solidFill>
                <a:latin typeface="Arial"/>
                <a:ea typeface="Arial"/>
                <a:cs typeface="Arial"/>
                <a:sym typeface="Arial"/>
              </a:rPr>
              <a:t>terms</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of</a:t>
            </a:r>
            <a:r>
              <a:rPr b="0" i="0" lang="en-US" sz="1600" u="none" cap="none" strike="noStrike">
                <a:solidFill>
                  <a:srgbClr val="000000"/>
                </a:solidFill>
                <a:latin typeface="Arial"/>
                <a:ea typeface="Arial"/>
                <a:cs typeface="Arial"/>
                <a:sym typeface="Arial"/>
              </a:rPr>
              <a:t> </a:t>
            </a:r>
            <a:r>
              <a:rPr b="1" i="0" lang="en-US" sz="1600" u="none" cap="none" strike="noStrike">
                <a:solidFill>
                  <a:srgbClr val="000000"/>
                </a:solidFill>
                <a:latin typeface="Arial"/>
                <a:ea typeface="Arial"/>
                <a:cs typeface="Arial"/>
                <a:sym typeface="Arial"/>
              </a:rPr>
              <a:t>use</a:t>
            </a:r>
            <a:r>
              <a:rPr b="0" i="0" lang="en-US" sz="1600" u="none" cap="none" strike="noStrike">
                <a:solidFill>
                  <a:srgbClr val="000000"/>
                </a:solidFill>
                <a:latin typeface="Arial"/>
                <a:ea typeface="Arial"/>
                <a:cs typeface="Arial"/>
                <a:sym typeface="Arial"/>
              </a:rPr>
              <a:t> from this file.</a:t>
            </a:r>
            <a:endParaRPr b="0" i="0" sz="2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nvSpPr>
        <p:spPr>
          <a:xfrm>
            <a:off x="-101600" y="7835900"/>
            <a:ext cx="13131801" cy="1917700"/>
          </a:xfrm>
          <a:prstGeom prst="rect">
            <a:avLst/>
          </a:prstGeom>
          <a:solidFill>
            <a:srgbClr val="000000"/>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pic>
        <p:nvPicPr>
          <p:cNvPr id="199" name="Google Shape;199;p30"/>
          <p:cNvPicPr preferRelativeResize="0"/>
          <p:nvPr/>
        </p:nvPicPr>
        <p:blipFill>
          <a:blip r:embed="rId3">
            <a:alphaModFix/>
          </a:blip>
          <a:stretch>
            <a:fillRect/>
          </a:stretch>
        </p:blipFill>
        <p:spPr>
          <a:xfrm>
            <a:off x="508000" y="8039100"/>
            <a:ext cx="3592512" cy="1433512"/>
          </a:xfrm>
          <a:prstGeom prst="rect">
            <a:avLst/>
          </a:prstGeom>
          <a:noFill/>
          <a:ln>
            <a:noFill/>
          </a:ln>
        </p:spPr>
      </p:pic>
      <p:sp>
        <p:nvSpPr>
          <p:cNvPr id="200" name="Google Shape;200;p30"/>
          <p:cNvSpPr txBox="1"/>
          <p:nvPr>
            <p:ph type="title"/>
          </p:nvPr>
        </p:nvSpPr>
        <p:spPr>
          <a:xfrm>
            <a:off x="-12700" y="-12700"/>
            <a:ext cx="13055600" cy="1155700"/>
          </a:xfrm>
          <a:prstGeom prst="rect">
            <a:avLst/>
          </a:prstGeom>
          <a:noFill/>
          <a:ln>
            <a:noFill/>
          </a:ln>
        </p:spPr>
        <p:txBody>
          <a:bodyPr anchorCtr="0" anchor="b" bIns="50800" lIns="50800" spcFirstLastPara="1" rIns="50800" wrap="square" tIns="50800">
            <a:noAutofit/>
          </a:bodyPr>
          <a:lstStyle/>
          <a:p>
            <a:pPr indent="0" lvl="0" marL="0" marR="0" rtl="0" algn="ctr">
              <a:lnSpc>
                <a:spcPct val="75000"/>
              </a:lnSpc>
              <a:spcBef>
                <a:spcPts val="200"/>
              </a:spcBef>
              <a:spcAft>
                <a:spcPts val="0"/>
              </a:spcAft>
              <a:buClr>
                <a:srgbClr val="000000"/>
              </a:buClr>
              <a:buFont typeface="Arial Black"/>
              <a:buNone/>
            </a:pPr>
            <a:r>
              <a:rPr b="0" i="0" lang="en-US" sz="6400" u="none" cap="none" strike="noStrike">
                <a:solidFill>
                  <a:srgbClr val="000000"/>
                </a:solidFill>
                <a:latin typeface="Arial Black"/>
                <a:ea typeface="Arial Black"/>
                <a:cs typeface="Arial Black"/>
                <a:sym typeface="Arial Black"/>
              </a:rPr>
              <a:t>Photo Credits</a:t>
            </a:r>
            <a:endParaRPr b="0" i="0" sz="6400" u="none" cap="none" strike="noStrike">
              <a:solidFill>
                <a:srgbClr val="000000"/>
              </a:solidFill>
              <a:latin typeface="Arial Black"/>
              <a:ea typeface="Arial Black"/>
              <a:cs typeface="Arial Black"/>
              <a:sym typeface="Arial Black"/>
            </a:endParaRPr>
          </a:p>
        </p:txBody>
      </p:sp>
      <p:sp>
        <p:nvSpPr>
          <p:cNvPr id="201" name="Google Shape;201;p30"/>
          <p:cNvSpPr txBox="1"/>
          <p:nvPr>
            <p:ph idx="1" type="body"/>
          </p:nvPr>
        </p:nvSpPr>
        <p:spPr>
          <a:xfrm>
            <a:off x="2578100" y="1447800"/>
            <a:ext cx="7797800" cy="5448300"/>
          </a:xfrm>
          <a:prstGeom prst="rect">
            <a:avLst/>
          </a:prstGeom>
          <a:noFill/>
          <a:ln>
            <a:noFill/>
          </a:ln>
        </p:spPr>
        <p:txBody>
          <a:bodyPr anchorCtr="0" anchor="t" bIns="50800" lIns="50800" spcFirstLastPara="1" rIns="50800" wrap="square" tIns="50800">
            <a:noAutofit/>
          </a:bodyPr>
          <a:lstStyle/>
          <a:p>
            <a:pPr indent="431800" lvl="0" marL="177800" marR="0" rtl="0" algn="l">
              <a:lnSpc>
                <a:spcPct val="113000"/>
              </a:lnSpc>
              <a:spcBef>
                <a:spcPts val="0"/>
              </a:spcBef>
              <a:spcAft>
                <a:spcPts val="0"/>
              </a:spcAft>
              <a:buClr>
                <a:srgbClr val="000000"/>
              </a:buClr>
              <a:buSzPts val="2600"/>
              <a:buFont typeface="Arial"/>
              <a:buChar char="●"/>
            </a:pPr>
            <a:r>
              <a:rPr b="0" i="0" lang="en-US" sz="2400" u="none" cap="none" strike="noStrike">
                <a:solidFill>
                  <a:srgbClr val="000000"/>
                </a:solidFill>
                <a:latin typeface="Arial"/>
                <a:ea typeface="Arial"/>
                <a:cs typeface="Arial"/>
                <a:sym typeface="Arial"/>
              </a:rPr>
              <a:t>Photographic images are used under licence from the following photo libraries:</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Corel Corporation</a:t>
            </a:r>
            <a:r>
              <a:rPr b="0" i="0" lang="en-US" sz="1800" u="none" cap="none" strike="noStrike">
                <a:solidFill>
                  <a:srgbClr val="000000"/>
                </a:solidFill>
                <a:latin typeface="Arial"/>
                <a:ea typeface="Arial"/>
                <a:cs typeface="Arial"/>
                <a:sym typeface="Arial"/>
              </a:rPr>
              <a:t> Professional Photos</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ArtToday</a:t>
            </a:r>
            <a:r>
              <a:rPr b="0" i="0" lang="en-US" sz="1800" u="none" cap="none" strike="noStrike">
                <a:solidFill>
                  <a:srgbClr val="000000"/>
                </a:solidFill>
                <a:latin typeface="Arial"/>
                <a:ea typeface="Arial"/>
                <a:cs typeface="Arial"/>
                <a:sym typeface="Arial"/>
              </a:rPr>
              <a:t>.com,  </a:t>
            </a:r>
            <a:r>
              <a:rPr b="1" i="0" lang="en-US" sz="1800" u="none" cap="none" strike="noStrike">
                <a:solidFill>
                  <a:srgbClr val="000000"/>
                </a:solidFill>
                <a:latin typeface="Arial"/>
                <a:ea typeface="Arial"/>
                <a:cs typeface="Arial"/>
                <a:sym typeface="Arial"/>
              </a:rPr>
              <a:t>Clipart</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iStockPhotos</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PhotoDisc</a:t>
            </a:r>
            <a:r>
              <a:rPr b="0" i="0" lang="en-US" sz="1800" u="none" cap="none" strike="noStrike">
                <a:solidFill>
                  <a:srgbClr val="000000"/>
                </a:solidFill>
                <a:latin typeface="Arial"/>
                <a:ea typeface="Arial"/>
                <a:cs typeface="Arial"/>
                <a:sym typeface="Arial"/>
              </a:rPr>
              <a:t> Inc.</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Hemera</a:t>
            </a:r>
            <a:r>
              <a:rPr b="0" i="0" lang="en-US" sz="1800" u="none" cap="none" strike="noStrike">
                <a:solidFill>
                  <a:srgbClr val="000000"/>
                </a:solidFill>
                <a:latin typeface="Arial"/>
                <a:ea typeface="Arial"/>
                <a:cs typeface="Arial"/>
                <a:sym typeface="Arial"/>
              </a:rPr>
              <a:t> Technologies Inc.</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PhotoObjects</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Photos</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304800" lvl="1" marL="558800" marR="0" rtl="0" algn="l">
              <a:lnSpc>
                <a:spcPct val="117000"/>
              </a:lnSpc>
              <a:spcBef>
                <a:spcPts val="0"/>
              </a:spcBef>
              <a:spcAft>
                <a:spcPts val="0"/>
              </a:spcAft>
              <a:buClr>
                <a:srgbClr val="000000"/>
              </a:buClr>
              <a:buSzPts val="1900"/>
              <a:buFont typeface="Arial"/>
              <a:buChar char="●"/>
            </a:pPr>
            <a:r>
              <a:rPr b="1" i="0" lang="en-US" sz="1800" u="none" cap="none" strike="noStrike">
                <a:solidFill>
                  <a:srgbClr val="000000"/>
                </a:solidFill>
                <a:latin typeface="Arial"/>
                <a:ea typeface="Arial"/>
                <a:cs typeface="Arial"/>
                <a:sym typeface="Arial"/>
              </a:rPr>
              <a:t>SkullsUnlimited</a:t>
            </a:r>
            <a:r>
              <a:rPr b="0" i="0" lang="en-US" sz="1800" u="none" cap="none" strike="noStrike">
                <a:solidFill>
                  <a:srgbClr val="000000"/>
                </a:solidFill>
                <a:latin typeface="Arial"/>
                <a:ea typeface="Arial"/>
                <a:cs typeface="Arial"/>
                <a:sym typeface="Arial"/>
              </a:rPr>
              <a:t>.com</a:t>
            </a:r>
            <a:endParaRPr b="0" i="0" sz="2800" u="none" cap="none" strike="noStrike">
              <a:solidFill>
                <a:schemeClr val="dk1"/>
              </a:solidFill>
              <a:latin typeface="Arial"/>
              <a:ea typeface="Arial"/>
              <a:cs typeface="Arial"/>
              <a:sym typeface="Arial"/>
            </a:endParaRPr>
          </a:p>
          <a:p>
            <a:pPr indent="431800" lvl="0" marL="177800" marR="0" rtl="0" algn="l">
              <a:lnSpc>
                <a:spcPct val="113000"/>
              </a:lnSpc>
              <a:spcBef>
                <a:spcPts val="0"/>
              </a:spcBef>
              <a:spcAft>
                <a:spcPts val="0"/>
              </a:spcAft>
              <a:buClr>
                <a:srgbClr val="000000"/>
              </a:buClr>
              <a:buSzPts val="2600"/>
              <a:buFont typeface="Arial"/>
              <a:buChar char="●"/>
            </a:pPr>
            <a:r>
              <a:rPr b="0" i="0" lang="en-US" sz="2400" u="none" cap="none" strike="noStrike">
                <a:solidFill>
                  <a:srgbClr val="000000"/>
                </a:solidFill>
                <a:latin typeface="Arial"/>
                <a:ea typeface="Arial"/>
                <a:cs typeface="Arial"/>
                <a:sym typeface="Arial"/>
              </a:rPr>
              <a:t>Additional artwork and photographs are the property of Biozone International Ltd.</a:t>
            </a:r>
            <a:endParaRPr b="0" i="0" sz="2800" u="none" cap="none" strike="noStrike">
              <a:solidFill>
                <a:schemeClr val="dk1"/>
              </a:solidFill>
              <a:latin typeface="Arial"/>
              <a:ea typeface="Arial"/>
              <a:cs typeface="Arial"/>
              <a:sym typeface="Arial"/>
            </a:endParaRPr>
          </a:p>
        </p:txBody>
      </p:sp>
      <p:sp>
        <p:nvSpPr>
          <p:cNvPr id="202" name="Google Shape;202;p30"/>
          <p:cNvSpPr txBox="1"/>
          <p:nvPr/>
        </p:nvSpPr>
        <p:spPr>
          <a:xfrm>
            <a:off x="4775200" y="8267700"/>
            <a:ext cx="7708900" cy="977900"/>
          </a:xfrm>
          <a:prstGeom prst="rect">
            <a:avLst/>
          </a:prstGeom>
          <a:noFill/>
          <a:ln>
            <a:noFill/>
          </a:ln>
        </p:spPr>
        <p:txBody>
          <a:bodyPr anchorCtr="0" anchor="t" bIns="0" lIns="0" spcFirstLastPara="1" rIns="0" wrap="square" tIns="0">
            <a:noAutofit/>
          </a:bodyPr>
          <a:lstStyle/>
          <a:p>
            <a:pPr indent="0" lvl="0" marL="114300" marR="0" rtl="0" algn="l">
              <a:spcBef>
                <a:spcPts val="1400"/>
              </a:spcBef>
              <a:spcAft>
                <a:spcPts val="0"/>
              </a:spcAft>
              <a:buClr>
                <a:srgbClr val="FFFFFF"/>
              </a:buClr>
              <a:buFont typeface="Arial"/>
              <a:buNone/>
            </a:pPr>
            <a:r>
              <a:rPr b="0" i="0" lang="en-US" sz="1800" u="none" cap="none" strike="noStrike">
                <a:solidFill>
                  <a:srgbClr val="FFFFFF"/>
                </a:solidFill>
                <a:latin typeface="Arial"/>
                <a:ea typeface="Arial"/>
                <a:cs typeface="Arial"/>
                <a:sym typeface="Arial"/>
              </a:rPr>
              <a:t>Copyright © 2005   </a:t>
            </a:r>
            <a:r>
              <a:rPr b="1" i="0" lang="en-US" sz="1800" u="none" cap="none" strike="noStrike">
                <a:solidFill>
                  <a:srgbClr val="FFFFFF"/>
                </a:solidFill>
                <a:latin typeface="Arial"/>
                <a:ea typeface="Arial"/>
                <a:cs typeface="Arial"/>
                <a:sym typeface="Arial"/>
              </a:rPr>
              <a:t>Biozone International Ltd</a:t>
            </a:r>
            <a:endParaRPr b="0" i="0" sz="1800" u="none" cap="none" strike="noStrike">
              <a:solidFill>
                <a:schemeClr val="dk1"/>
              </a:solidFill>
              <a:latin typeface="Arial"/>
              <a:ea typeface="Arial"/>
              <a:cs typeface="Arial"/>
              <a:sym typeface="Arial"/>
            </a:endParaRPr>
          </a:p>
          <a:p>
            <a:pPr indent="0" lvl="0" marL="114300" marR="0" rtl="0" algn="l">
              <a:spcBef>
                <a:spcPts val="1400"/>
              </a:spcBef>
              <a:spcAft>
                <a:spcPts val="0"/>
              </a:spcAft>
              <a:buClr>
                <a:srgbClr val="FFFFFF"/>
              </a:buClr>
              <a:buFont typeface="Arial"/>
              <a:buNone/>
            </a:pPr>
            <a:r>
              <a:rPr b="0" i="0" lang="en-US" sz="1800" u="none" cap="none" strike="noStrike">
                <a:solidFill>
                  <a:srgbClr val="FFFFFF"/>
                </a:solidFill>
                <a:latin typeface="Arial"/>
                <a:ea typeface="Arial"/>
                <a:cs typeface="Arial"/>
                <a:sym typeface="Arial"/>
              </a:rPr>
              <a:t>All rights reserved</a:t>
            </a:r>
            <a:endParaRPr b="0" i="0" sz="1800" u="none" cap="none" strike="noStrike">
              <a:solidFill>
                <a:schemeClr val="dk1"/>
              </a:solidFill>
              <a:latin typeface="Arial"/>
              <a:ea typeface="Arial"/>
              <a:cs typeface="Arial"/>
              <a:sym typeface="Arial"/>
            </a:endParaRPr>
          </a:p>
        </p:txBody>
      </p:sp>
      <p:sp>
        <p:nvSpPr>
          <p:cNvPr id="203" name="Google Shape;203;p30"/>
          <p:cNvSpPr txBox="1"/>
          <p:nvPr/>
        </p:nvSpPr>
        <p:spPr>
          <a:xfrm>
            <a:off x="2159000" y="7073900"/>
            <a:ext cx="9347200" cy="520700"/>
          </a:xfrm>
          <a:prstGeom prst="rect">
            <a:avLst/>
          </a:prstGeom>
          <a:noFill/>
          <a:ln>
            <a:noFill/>
          </a:ln>
        </p:spPr>
        <p:txBody>
          <a:bodyPr anchorCtr="0" anchor="t" bIns="0" lIns="0" spcFirstLastPara="1" rIns="187325" wrap="square" tIns="0">
            <a:noAutofit/>
          </a:bodyPr>
          <a:lstStyle/>
          <a:p>
            <a:pPr indent="0" lvl="0" marL="0" marR="0" rtl="0" algn="ctr">
              <a:lnSpc>
                <a:spcPct val="178571"/>
              </a:lnSpc>
              <a:spcBef>
                <a:spcPts val="0"/>
              </a:spcBef>
              <a:spcAft>
                <a:spcPts val="0"/>
              </a:spcAft>
              <a:buClr>
                <a:srgbClr val="171412"/>
              </a:buClr>
              <a:buFont typeface="Arial"/>
              <a:buNone/>
            </a:pPr>
            <a:r>
              <a:rPr b="1" i="0" lang="en-US" sz="1400" u="none" cap="none" strike="noStrike">
                <a:solidFill>
                  <a:srgbClr val="171412"/>
                </a:solidFill>
                <a:latin typeface="Arial"/>
                <a:ea typeface="Arial"/>
                <a:cs typeface="Arial"/>
                <a:sym typeface="Arial"/>
              </a:rPr>
              <a:t>BIOZONE International Ltd  </a:t>
            </a:r>
            <a:r>
              <a:rPr b="1" i="0" lang="en-US" sz="1400" u="none" cap="none" strike="noStrike">
                <a:solidFill>
                  <a:srgbClr val="FF0017"/>
                </a:solidFill>
                <a:latin typeface="Arial"/>
                <a:ea typeface="Arial"/>
                <a:cs typeface="Arial"/>
                <a:sym typeface="Arial"/>
              </a:rPr>
              <a:t>|</a:t>
            </a:r>
            <a:r>
              <a:rPr b="1" i="0" lang="en-US" sz="1400" u="none" cap="none" strike="noStrike">
                <a:solidFill>
                  <a:srgbClr val="171412"/>
                </a:solidFill>
                <a:latin typeface="Arial"/>
                <a:ea typeface="Arial"/>
                <a:cs typeface="Arial"/>
                <a:sym typeface="Arial"/>
              </a:rPr>
              <a:t>  </a:t>
            </a:r>
            <a:r>
              <a:rPr b="0" i="0" lang="en-US" sz="1400" u="none" cap="none" strike="noStrike">
                <a:solidFill>
                  <a:srgbClr val="171412"/>
                </a:solidFill>
                <a:latin typeface="Arial"/>
                <a:ea typeface="Arial"/>
                <a:cs typeface="Arial"/>
                <a:sym typeface="Arial"/>
              </a:rPr>
              <a:t>P.O.  Box 13-034, 109 Cambridge Road, Hamilton, NEW ZEALAND</a:t>
            </a:r>
            <a:endParaRPr b="0" i="0" sz="1800" u="none" cap="none" strike="noStrike">
              <a:solidFill>
                <a:schemeClr val="dk1"/>
              </a:solidFill>
              <a:latin typeface="Arial"/>
              <a:ea typeface="Arial"/>
              <a:cs typeface="Arial"/>
              <a:sym typeface="Arial"/>
            </a:endParaRPr>
          </a:p>
          <a:p>
            <a:pPr indent="0" lvl="0" marL="0" marR="0" rtl="0" algn="ctr">
              <a:lnSpc>
                <a:spcPct val="178571"/>
              </a:lnSpc>
              <a:spcBef>
                <a:spcPts val="0"/>
              </a:spcBef>
              <a:spcAft>
                <a:spcPts val="0"/>
              </a:spcAft>
              <a:buClr>
                <a:srgbClr val="171412"/>
              </a:buClr>
              <a:buFont typeface="Arial"/>
              <a:buNone/>
            </a:pPr>
            <a:r>
              <a:rPr b="0" i="0" lang="en-US" sz="1400" u="none" cap="none" strike="noStrike">
                <a:solidFill>
                  <a:srgbClr val="171412"/>
                </a:solidFill>
                <a:latin typeface="Arial"/>
                <a:ea typeface="Arial"/>
                <a:cs typeface="Arial"/>
                <a:sym typeface="Arial"/>
              </a:rPr>
              <a:t>Phone:  + 64 7 856-8104</a:t>
            </a:r>
            <a:r>
              <a:rPr b="1" i="0" lang="en-US" sz="1400" u="none" cap="none" strike="noStrike">
                <a:solidFill>
                  <a:srgbClr val="171412"/>
                </a:solidFill>
                <a:latin typeface="Arial"/>
                <a:ea typeface="Arial"/>
                <a:cs typeface="Arial"/>
                <a:sym typeface="Arial"/>
              </a:rPr>
              <a:t>  </a:t>
            </a:r>
            <a:r>
              <a:rPr b="1" i="0" lang="en-US" sz="1400" u="none" cap="none" strike="noStrike">
                <a:solidFill>
                  <a:srgbClr val="FF0017"/>
                </a:solidFill>
                <a:latin typeface="Arial"/>
                <a:ea typeface="Arial"/>
                <a:cs typeface="Arial"/>
                <a:sym typeface="Arial"/>
              </a:rPr>
              <a:t>|</a:t>
            </a:r>
            <a:r>
              <a:rPr b="1" i="0" lang="en-US" sz="1400" u="none" cap="none" strike="noStrike">
                <a:solidFill>
                  <a:srgbClr val="171412"/>
                </a:solidFill>
                <a:latin typeface="Arial"/>
                <a:ea typeface="Arial"/>
                <a:cs typeface="Arial"/>
                <a:sym typeface="Arial"/>
              </a:rPr>
              <a:t>  </a:t>
            </a:r>
            <a:r>
              <a:rPr b="0" i="0" lang="en-US" sz="1400" u="none" cap="none" strike="noStrike">
                <a:solidFill>
                  <a:srgbClr val="171412"/>
                </a:solidFill>
                <a:latin typeface="Arial"/>
                <a:ea typeface="Arial"/>
                <a:cs typeface="Arial"/>
                <a:sym typeface="Arial"/>
              </a:rPr>
              <a:t>Fax:  + 64 7 856-9243</a:t>
            </a:r>
            <a:r>
              <a:rPr b="1" i="0" lang="en-US" sz="1400" u="none" cap="none" strike="noStrike">
                <a:solidFill>
                  <a:srgbClr val="171412"/>
                </a:solidFill>
                <a:latin typeface="Arial"/>
                <a:ea typeface="Arial"/>
                <a:cs typeface="Arial"/>
                <a:sym typeface="Arial"/>
              </a:rPr>
              <a:t>  </a:t>
            </a:r>
            <a:r>
              <a:rPr b="1" i="0" lang="en-US" sz="1400" u="none" cap="none" strike="noStrike">
                <a:solidFill>
                  <a:srgbClr val="FF0017"/>
                </a:solidFill>
                <a:latin typeface="Arial"/>
                <a:ea typeface="Arial"/>
                <a:cs typeface="Arial"/>
                <a:sym typeface="Arial"/>
              </a:rPr>
              <a:t>|</a:t>
            </a:r>
            <a:r>
              <a:rPr b="1" i="0" lang="en-US" sz="1400" u="none" cap="none" strike="noStrike">
                <a:solidFill>
                  <a:srgbClr val="171412"/>
                </a:solidFill>
                <a:latin typeface="Arial"/>
                <a:ea typeface="Arial"/>
                <a:cs typeface="Arial"/>
                <a:sym typeface="Arial"/>
              </a:rPr>
              <a:t>  </a:t>
            </a:r>
            <a:r>
              <a:rPr b="0" i="0" lang="en-US" sz="1400" u="none" cap="none" strike="noStrike">
                <a:solidFill>
                  <a:srgbClr val="171412"/>
                </a:solidFill>
                <a:latin typeface="Arial"/>
                <a:ea typeface="Arial"/>
                <a:cs typeface="Arial"/>
                <a:sym typeface="Arial"/>
              </a:rPr>
              <a:t>E-mail: </a:t>
            </a:r>
            <a:r>
              <a:rPr b="0" i="0" lang="en-US" sz="1400" u="sng" cap="none" strike="noStrike">
                <a:solidFill>
                  <a:schemeClr val="hlink"/>
                </a:solidFill>
                <a:latin typeface="Arial"/>
                <a:ea typeface="Arial"/>
                <a:cs typeface="Arial"/>
                <a:sym typeface="Arial"/>
                <a:hlinkClick r:id="rId4"/>
              </a:rPr>
              <a:t>sales@biozone.co.nz</a:t>
            </a:r>
            <a:r>
              <a:rPr b="1" i="0" lang="en-US" sz="1400" u="none" cap="none" strike="noStrike">
                <a:solidFill>
                  <a:srgbClr val="171412"/>
                </a:solidFill>
                <a:latin typeface="Arial"/>
                <a:ea typeface="Arial"/>
                <a:cs typeface="Arial"/>
                <a:sym typeface="Arial"/>
              </a:rPr>
              <a:t>  </a:t>
            </a:r>
            <a:r>
              <a:rPr b="1" i="0" lang="en-US" sz="1400" u="none" cap="none" strike="noStrike">
                <a:solidFill>
                  <a:srgbClr val="FF0017"/>
                </a:solidFill>
                <a:latin typeface="Arial"/>
                <a:ea typeface="Arial"/>
                <a:cs typeface="Arial"/>
                <a:sym typeface="Arial"/>
              </a:rPr>
              <a:t>|</a:t>
            </a:r>
            <a:r>
              <a:rPr b="1" i="0" lang="en-US" sz="1400" u="none" cap="none" strike="noStrike">
                <a:solidFill>
                  <a:srgbClr val="171412"/>
                </a:solidFill>
                <a:latin typeface="Arial"/>
                <a:ea typeface="Arial"/>
                <a:cs typeface="Arial"/>
                <a:sym typeface="Arial"/>
              </a:rPr>
              <a:t>  </a:t>
            </a:r>
            <a:r>
              <a:rPr b="0" i="0" lang="en-US" sz="1400" u="none" cap="none" strike="noStrike">
                <a:solidFill>
                  <a:srgbClr val="171412"/>
                </a:solidFill>
                <a:latin typeface="Arial"/>
                <a:ea typeface="Arial"/>
                <a:cs typeface="Arial"/>
                <a:sym typeface="Arial"/>
              </a:rPr>
              <a:t>Internet: </a:t>
            </a:r>
            <a:r>
              <a:rPr b="0" i="0" lang="en-US" sz="1400" u="sng" cap="none" strike="noStrike">
                <a:solidFill>
                  <a:srgbClr val="2D00FA"/>
                </a:solidFill>
                <a:latin typeface="Arial"/>
                <a:ea typeface="Arial"/>
                <a:cs typeface="Arial"/>
                <a:sym typeface="Arial"/>
              </a:rPr>
              <a:t>www.biozone.co.nz</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pic>
        <p:nvPicPr>
          <p:cNvPr id="209" name="Google Shape;209;p31"/>
          <p:cNvPicPr preferRelativeResize="0"/>
          <p:nvPr/>
        </p:nvPicPr>
        <p:blipFill>
          <a:blip r:embed="rId3">
            <a:alphaModFix/>
          </a:blip>
          <a:stretch>
            <a:fillRect/>
          </a:stretch>
        </p:blipFill>
        <p:spPr>
          <a:xfrm>
            <a:off x="1917700" y="1866900"/>
            <a:ext cx="3594100" cy="3594100"/>
          </a:xfrm>
          <a:prstGeom prst="rect">
            <a:avLst/>
          </a:prstGeom>
          <a:noFill/>
          <a:ln>
            <a:noFill/>
          </a:ln>
        </p:spPr>
      </p:pic>
      <p:pic>
        <p:nvPicPr>
          <p:cNvPr id="210" name="Google Shape;210;p31"/>
          <p:cNvPicPr preferRelativeResize="0"/>
          <p:nvPr/>
        </p:nvPicPr>
        <p:blipFill>
          <a:blip r:embed="rId4">
            <a:alphaModFix/>
          </a:blip>
          <a:stretch>
            <a:fillRect/>
          </a:stretch>
        </p:blipFill>
        <p:spPr>
          <a:xfrm>
            <a:off x="4711700" y="1866900"/>
            <a:ext cx="3594100" cy="3594100"/>
          </a:xfrm>
          <a:prstGeom prst="rect">
            <a:avLst/>
          </a:prstGeom>
          <a:noFill/>
          <a:ln>
            <a:noFill/>
          </a:ln>
        </p:spPr>
      </p:pic>
      <p:pic>
        <p:nvPicPr>
          <p:cNvPr id="211" name="Google Shape;211;p31"/>
          <p:cNvPicPr preferRelativeResize="0"/>
          <p:nvPr/>
        </p:nvPicPr>
        <p:blipFill>
          <a:blip r:embed="rId5">
            <a:alphaModFix/>
          </a:blip>
          <a:stretch>
            <a:fillRect/>
          </a:stretch>
        </p:blipFill>
        <p:spPr>
          <a:xfrm>
            <a:off x="7493000" y="1866900"/>
            <a:ext cx="3594100" cy="3594100"/>
          </a:xfrm>
          <a:prstGeom prst="rect">
            <a:avLst/>
          </a:prstGeom>
          <a:noFill/>
          <a:ln>
            <a:noFill/>
          </a:ln>
        </p:spPr>
      </p:pic>
      <p:pic>
        <p:nvPicPr>
          <p:cNvPr id="212" name="Google Shape;212;p31"/>
          <p:cNvPicPr preferRelativeResize="0"/>
          <p:nvPr/>
        </p:nvPicPr>
        <p:blipFill>
          <a:blip r:embed="rId6">
            <a:alphaModFix/>
          </a:blip>
          <a:stretch>
            <a:fillRect/>
          </a:stretch>
        </p:blipFill>
        <p:spPr>
          <a:xfrm>
            <a:off x="533400" y="4699000"/>
            <a:ext cx="3594100" cy="3594100"/>
          </a:xfrm>
          <a:prstGeom prst="rect">
            <a:avLst/>
          </a:prstGeom>
          <a:noFill/>
          <a:ln>
            <a:noFill/>
          </a:ln>
        </p:spPr>
      </p:pic>
      <p:sp>
        <p:nvSpPr>
          <p:cNvPr id="213" name="Google Shape;213;p31"/>
          <p:cNvSpPr txBox="1"/>
          <p:nvPr>
            <p:ph type="title"/>
          </p:nvPr>
        </p:nvSpPr>
        <p:spPr>
          <a:xfrm>
            <a:off x="-38100" y="-12700"/>
            <a:ext cx="13081000" cy="2006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Font typeface="Arial Black"/>
              <a:buNone/>
            </a:pPr>
            <a:r>
              <a:rPr b="0" i="0" lang="en-US" sz="7900" u="none" cap="none" strike="noStrike">
                <a:solidFill>
                  <a:srgbClr val="000000"/>
                </a:solidFill>
                <a:latin typeface="Arial Black"/>
                <a:ea typeface="Arial Black"/>
                <a:cs typeface="Arial Black"/>
                <a:sym typeface="Arial Black"/>
              </a:rPr>
              <a:t>Presentation MEDIA</a:t>
            </a:r>
            <a:br>
              <a:rPr b="0" i="0" lang="en-US" sz="7900" u="none" cap="none" strike="noStrike">
                <a:solidFill>
                  <a:srgbClr val="000000"/>
                </a:solidFill>
                <a:latin typeface="Arial Black"/>
                <a:ea typeface="Arial Black"/>
                <a:cs typeface="Arial Black"/>
                <a:sym typeface="Arial Black"/>
              </a:rPr>
            </a:br>
            <a:r>
              <a:rPr b="0" i="0" lang="en-US" sz="4500" u="none" cap="none" strike="noStrike">
                <a:solidFill>
                  <a:srgbClr val="000000"/>
                </a:solidFill>
                <a:latin typeface="Arial Black"/>
                <a:ea typeface="Arial Black"/>
                <a:cs typeface="Arial Black"/>
                <a:sym typeface="Arial Black"/>
              </a:rPr>
              <a:t>See our other titles:</a:t>
            </a:r>
            <a:endParaRPr b="0" i="0" sz="6400" u="none" cap="none" strike="noStrike">
              <a:solidFill>
                <a:srgbClr val="000000"/>
              </a:solidFill>
              <a:latin typeface="Arial Black"/>
              <a:ea typeface="Arial Black"/>
              <a:cs typeface="Arial Black"/>
              <a:sym typeface="Arial Black"/>
            </a:endParaRPr>
          </a:p>
        </p:txBody>
      </p:sp>
      <p:sp>
        <p:nvSpPr>
          <p:cNvPr id="214" name="Google Shape;214;p31"/>
          <p:cNvSpPr txBox="1"/>
          <p:nvPr/>
        </p:nvSpPr>
        <p:spPr>
          <a:xfrm>
            <a:off x="2628900" y="8432800"/>
            <a:ext cx="7747000" cy="9652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Font typeface="Arial"/>
              <a:buNone/>
            </a:pPr>
            <a:r>
              <a:rPr b="0" i="0" lang="en-US" sz="2400" u="none" cap="none" strike="noStrike">
                <a:solidFill>
                  <a:srgbClr val="000000"/>
                </a:solidFill>
                <a:latin typeface="Arial"/>
                <a:ea typeface="Arial"/>
                <a:cs typeface="Arial"/>
                <a:sym typeface="Arial"/>
              </a:rPr>
              <a:t>See full details on our web site:</a:t>
            </a:r>
            <a:endParaRPr b="0" i="0" sz="1800" u="none" cap="none" strike="noStrike">
              <a:solidFill>
                <a:schemeClr val="dk1"/>
              </a:solidFill>
              <a:latin typeface="Arial"/>
              <a:ea typeface="Arial"/>
              <a:cs typeface="Arial"/>
              <a:sym typeface="Arial"/>
            </a:endParaRPr>
          </a:p>
          <a:p>
            <a:pPr indent="0" lvl="0" marL="0" marR="0" rtl="0" algn="ctr">
              <a:spcBef>
                <a:spcPts val="0"/>
              </a:spcBef>
              <a:spcAft>
                <a:spcPts val="0"/>
              </a:spcAft>
              <a:buClr>
                <a:srgbClr val="2D00FA"/>
              </a:buClr>
              <a:buFont typeface="Arial"/>
              <a:buNone/>
            </a:pPr>
            <a:r>
              <a:rPr b="0" i="0" lang="en-US" sz="1800" u="sng" cap="none" strike="noStrike">
                <a:solidFill>
                  <a:schemeClr val="hlink"/>
                </a:solidFill>
                <a:latin typeface="Arial"/>
                <a:ea typeface="Arial"/>
                <a:cs typeface="Arial"/>
                <a:sym typeface="Arial"/>
                <a:hlinkClick r:id="rId7"/>
              </a:rPr>
              <a:t>www.thebiozone.com/media.html</a:t>
            </a:r>
            <a:endParaRPr b="0" i="0" sz="1800" u="none" cap="none" strike="noStrike">
              <a:solidFill>
                <a:schemeClr val="dk1"/>
              </a:solidFill>
              <a:latin typeface="Arial"/>
              <a:ea typeface="Arial"/>
              <a:cs typeface="Arial"/>
              <a:sym typeface="Arial"/>
            </a:endParaRPr>
          </a:p>
        </p:txBody>
      </p:sp>
      <p:pic>
        <p:nvPicPr>
          <p:cNvPr id="215" name="Google Shape;215;p31"/>
          <p:cNvPicPr preferRelativeResize="0"/>
          <p:nvPr/>
        </p:nvPicPr>
        <p:blipFill>
          <a:blip r:embed="rId8">
            <a:alphaModFix/>
          </a:blip>
          <a:stretch>
            <a:fillRect/>
          </a:stretch>
        </p:blipFill>
        <p:spPr>
          <a:xfrm>
            <a:off x="3314700" y="4699000"/>
            <a:ext cx="3594100" cy="3594100"/>
          </a:xfrm>
          <a:prstGeom prst="rect">
            <a:avLst/>
          </a:prstGeom>
          <a:noFill/>
          <a:ln>
            <a:noFill/>
          </a:ln>
        </p:spPr>
      </p:pic>
      <p:pic>
        <p:nvPicPr>
          <p:cNvPr id="216" name="Google Shape;216;p31"/>
          <p:cNvPicPr preferRelativeResize="0"/>
          <p:nvPr/>
        </p:nvPicPr>
        <p:blipFill>
          <a:blip r:embed="rId9">
            <a:alphaModFix/>
          </a:blip>
          <a:stretch>
            <a:fillRect/>
          </a:stretch>
        </p:blipFill>
        <p:spPr>
          <a:xfrm>
            <a:off x="6083300" y="4699000"/>
            <a:ext cx="3594100" cy="3594100"/>
          </a:xfrm>
          <a:prstGeom prst="rect">
            <a:avLst/>
          </a:prstGeom>
          <a:noFill/>
          <a:ln>
            <a:noFill/>
          </a:ln>
        </p:spPr>
      </p:pic>
      <p:pic>
        <p:nvPicPr>
          <p:cNvPr id="217" name="Google Shape;217;p31"/>
          <p:cNvPicPr preferRelativeResize="0"/>
          <p:nvPr/>
        </p:nvPicPr>
        <p:blipFill>
          <a:blip r:embed="rId10">
            <a:alphaModFix/>
          </a:blip>
          <a:stretch>
            <a:fillRect/>
          </a:stretch>
        </p:blipFill>
        <p:spPr>
          <a:xfrm>
            <a:off x="8864600" y="4699000"/>
            <a:ext cx="3594100" cy="3594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Title &amp; Bullets 1">
      <a:dk1>
        <a:srgbClr val="373029"/>
      </a:dk1>
      <a:lt1>
        <a:srgbClr val="C8CFD6"/>
      </a:lt1>
      <a:dk2>
        <a:srgbClr val="000000"/>
      </a:dk2>
      <a:lt2>
        <a:srgbClr val="000000"/>
      </a:lt2>
      <a:accent1>
        <a:srgbClr val="D5A656"/>
      </a:accent1>
      <a:accent2>
        <a:srgbClr val="333399"/>
      </a:accent2>
      <a:accent3>
        <a:srgbClr val="C8CFD6"/>
      </a:accent3>
      <a:accent4>
        <a:srgbClr val="D5A656"/>
      </a:accent4>
      <a:accent5>
        <a:srgbClr val="333399"/>
      </a:accent5>
      <a:accent6>
        <a:srgbClr val="C8CFD6"/>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