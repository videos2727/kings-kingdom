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Lst>
  <p:sldSz cy="9753600" cx="130048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22" Type="http://schemas.openxmlformats.org/officeDocument/2006/relationships/slide" Target="slides/slide18.xml"/><Relationship Id="rId10" Type="http://schemas.openxmlformats.org/officeDocument/2006/relationships/slide" Target="slides/slide6.xml"/><Relationship Id="rId21" Type="http://schemas.openxmlformats.org/officeDocument/2006/relationships/slide" Target="slides/slide17.xml"/><Relationship Id="rId13" Type="http://schemas.openxmlformats.org/officeDocument/2006/relationships/slide" Target="slides/slide9.xml"/><Relationship Id="rId12" Type="http://schemas.openxmlformats.org/officeDocument/2006/relationships/slide" Target="slides/slide8.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 name="Google Shape;4;n"/>
          <p:cNvSpPr txBox="1"/>
          <p:nvPr>
            <p:ph idx="10" type="dt"/>
          </p:nvPr>
        </p:nvSpPr>
        <p:spPr>
          <a:xfrm>
            <a:off x="3886200" y="0"/>
            <a:ext cx="2971800" cy="4572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
        <p:nvSpPr>
          <p:cNvPr id="6" name="Google Shape;6;n"/>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7" name="Google Shape;7;n"/>
          <p:cNvSpPr txBox="1"/>
          <p:nvPr>
            <p:ph idx="11" type="ftr"/>
          </p:nvPr>
        </p:nvSpPr>
        <p:spPr>
          <a:xfrm>
            <a:off x="0" y="8686800"/>
            <a:ext cx="2971800" cy="4572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8" name="Google Shape;8;n"/>
          <p:cNvSpPr txBox="1"/>
          <p:nvPr>
            <p:ph idx="12" type="sldNum"/>
          </p:nvPr>
        </p:nvSpPr>
        <p:spPr>
          <a:xfrm>
            <a:off x="3886200" y="8686800"/>
            <a:ext cx="2971800" cy="457200"/>
          </a:xfrm>
          <a:prstGeom prst="rect">
            <a:avLst/>
          </a:prstGeom>
          <a:noFill/>
          <a:ln>
            <a:noFill/>
          </a:ln>
        </p:spPr>
        <p:txBody>
          <a:bodyPr anchorCtr="0" anchor="b" bIns="91425" lIns="91425" spcFirstLastPara="1" rIns="91425" wrap="square" tIns="91425">
            <a:noAutofit/>
          </a:bodyPr>
          <a:lstStyle/>
          <a:p>
            <a:pPr indent="-88900" lvl="0" marL="0" marR="0" rtl="0" algn="r">
              <a:spcBef>
                <a:spcPts val="0"/>
              </a:spcBef>
              <a:spcAft>
                <a:spcPts val="0"/>
              </a:spcAft>
              <a:buSzPts val="1400"/>
              <a:buChar char="●"/>
            </a:pPr>
            <a:r>
              <a:t/>
            </a:r>
            <a:endParaRPr b="0" i="0" sz="1200" u="none" cap="none" strike="noStrike"/>
          </a:p>
          <a:p>
            <a:pPr indent="-88900" lvl="1" marL="0" rtl="0" algn="l">
              <a:spcBef>
                <a:spcPts val="0"/>
              </a:spcBef>
              <a:spcAft>
                <a:spcPts val="0"/>
              </a:spcAft>
              <a:buSzPts val="1400"/>
              <a:buChar char="○"/>
            </a:pPr>
            <a:r>
              <a:t/>
            </a:r>
            <a:endParaRPr/>
          </a:p>
          <a:p>
            <a:pPr indent="-88900" lvl="2" marL="0" rtl="0" algn="l">
              <a:spcBef>
                <a:spcPts val="0"/>
              </a:spcBef>
              <a:spcAft>
                <a:spcPts val="0"/>
              </a:spcAft>
              <a:buSzPts val="1400"/>
              <a:buChar char="■"/>
            </a:pPr>
            <a:r>
              <a:t/>
            </a:r>
            <a:endParaRPr/>
          </a:p>
          <a:p>
            <a:pPr indent="-88900" lvl="3" marL="0" rtl="0" algn="l">
              <a:spcBef>
                <a:spcPts val="0"/>
              </a:spcBef>
              <a:spcAft>
                <a:spcPts val="0"/>
              </a:spcAft>
              <a:buSzPts val="1400"/>
              <a:buChar char="●"/>
            </a:pPr>
            <a:r>
              <a:t/>
            </a:r>
            <a:endParaRPr/>
          </a:p>
          <a:p>
            <a:pPr indent="-88900" lvl="4" marL="0" rtl="0" algn="l">
              <a:spcBef>
                <a:spcPts val="0"/>
              </a:spcBef>
              <a:spcAft>
                <a:spcPts val="0"/>
              </a:spcAft>
              <a:buSzPts val="1400"/>
              <a:buChar char="○"/>
            </a:pPr>
            <a:r>
              <a:t/>
            </a:r>
            <a:endParaRPr/>
          </a:p>
          <a:p>
            <a:pPr indent="-88900" lvl="5" marL="0" rtl="0" algn="l">
              <a:spcBef>
                <a:spcPts val="0"/>
              </a:spcBef>
              <a:spcAft>
                <a:spcPts val="0"/>
              </a:spcAft>
              <a:buSzPts val="1400"/>
              <a:buChar char="■"/>
            </a:pPr>
            <a:r>
              <a:t/>
            </a:r>
            <a:endParaRPr/>
          </a:p>
          <a:p>
            <a:pPr indent="-88900" lvl="6" marL="0" rtl="0" algn="l">
              <a:spcBef>
                <a:spcPts val="0"/>
              </a:spcBef>
              <a:spcAft>
                <a:spcPts val="0"/>
              </a:spcAft>
              <a:buSzPts val="1400"/>
              <a:buChar char="●"/>
            </a:pPr>
            <a:r>
              <a:t/>
            </a:r>
            <a:endParaRPr/>
          </a:p>
          <a:p>
            <a:pPr indent="-88900" lvl="7" marL="0" rtl="0" algn="l">
              <a:spcBef>
                <a:spcPts val="0"/>
              </a:spcBef>
              <a:spcAft>
                <a:spcPts val="0"/>
              </a:spcAft>
              <a:buSzPts val="1400"/>
              <a:buChar char="○"/>
            </a:pPr>
            <a:r>
              <a:t/>
            </a:r>
            <a:endParaRPr/>
          </a:p>
          <a:p>
            <a:pPr indent="-88900" lvl="8" marL="0" rtl="0" algn="l">
              <a:spcBef>
                <a:spcPts val="0"/>
              </a:spcBef>
              <a:spcAft>
                <a:spcPts val="0"/>
              </a:spcAft>
              <a:buSzPts val="1400"/>
              <a:buChar char="■"/>
            </a:pPr>
            <a:r>
              <a:t/>
            </a:r>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14: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
        <p:nvSpPr>
          <p:cNvPr id="49" name="Google Shape;49;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 name="Google Shape;50;p1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16: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
        <p:nvSpPr>
          <p:cNvPr id="64" name="Google Shape;64;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 name="Google Shape;65;p1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1ff2ee2428_0_0: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
        <p:nvSpPr>
          <p:cNvPr id="72" name="Google Shape;72;g1ff2ee2428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 name="Google Shape;73;g1ff2ee2428_0_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1ff2ee2428_0_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1ff2ee2428_0_7:notes"/>
          <p:cNvSpPr txBox="1"/>
          <p:nvPr>
            <p:ph idx="1" type="body"/>
          </p:nvPr>
        </p:nvSpPr>
        <p:spPr>
          <a:xfrm>
            <a:off x="914400" y="4343400"/>
            <a:ext cx="50292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g1ff2ee2428_0_7:notes"/>
          <p:cNvSpPr txBox="1"/>
          <p:nvPr>
            <p:ph idx="12" type="sldNum"/>
          </p:nvPr>
        </p:nvSpPr>
        <p:spPr>
          <a:xfrm>
            <a:off x="3886200" y="8686800"/>
            <a:ext cx="2971800" cy="4572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Clr>
                <a:srgbClr val="000000"/>
              </a:buClr>
              <a:buSzPts val="1400"/>
              <a:buFont typeface="Arial"/>
              <a:buNone/>
            </a:pPr>
            <a:r>
              <a:t/>
            </a:r>
            <a:endParaRPr/>
          </a:p>
          <a:p>
            <a:pPr indent="0" lvl="1" marL="0" rtl="0" algn="l">
              <a:spcBef>
                <a:spcPts val="0"/>
              </a:spcBef>
              <a:spcAft>
                <a:spcPts val="0"/>
              </a:spcAft>
              <a:buClr>
                <a:srgbClr val="000000"/>
              </a:buClr>
              <a:buSzPts val="1400"/>
              <a:buFont typeface="Arial"/>
              <a:buNone/>
            </a:pPr>
            <a:r>
              <a:t/>
            </a:r>
            <a:endParaRPr/>
          </a:p>
          <a:p>
            <a:pPr indent="0" lvl="2" marL="0" rtl="0" algn="l">
              <a:spcBef>
                <a:spcPts val="0"/>
              </a:spcBef>
              <a:spcAft>
                <a:spcPts val="0"/>
              </a:spcAft>
              <a:buClr>
                <a:srgbClr val="000000"/>
              </a:buClr>
              <a:buSzPts val="1400"/>
              <a:buFont typeface="Arial"/>
              <a:buNone/>
            </a:pPr>
            <a:r>
              <a:t/>
            </a:r>
            <a:endParaRPr/>
          </a:p>
          <a:p>
            <a:pPr indent="0" lvl="3" marL="0" rtl="0" algn="l">
              <a:spcBef>
                <a:spcPts val="0"/>
              </a:spcBef>
              <a:spcAft>
                <a:spcPts val="0"/>
              </a:spcAft>
              <a:buClr>
                <a:srgbClr val="000000"/>
              </a:buClr>
              <a:buSzPts val="1400"/>
              <a:buFont typeface="Arial"/>
              <a:buNone/>
            </a:pPr>
            <a:r>
              <a:t/>
            </a:r>
            <a:endParaRPr/>
          </a:p>
          <a:p>
            <a:pPr indent="0" lvl="4" marL="0" rtl="0" algn="l">
              <a:spcBef>
                <a:spcPts val="0"/>
              </a:spcBef>
              <a:spcAft>
                <a:spcPts val="0"/>
              </a:spcAft>
              <a:buClr>
                <a:srgbClr val="000000"/>
              </a:buClr>
              <a:buSzPts val="1400"/>
              <a:buFont typeface="Arial"/>
              <a:buNone/>
            </a:pPr>
            <a:r>
              <a:t/>
            </a:r>
            <a:endParaRPr/>
          </a:p>
          <a:p>
            <a:pPr indent="0" lvl="5" marL="0" rtl="0" algn="l">
              <a:spcBef>
                <a:spcPts val="0"/>
              </a:spcBef>
              <a:spcAft>
                <a:spcPts val="0"/>
              </a:spcAft>
              <a:buClr>
                <a:srgbClr val="000000"/>
              </a:buClr>
              <a:buSzPts val="1400"/>
              <a:buFont typeface="Arial"/>
              <a:buNone/>
            </a:pPr>
            <a:r>
              <a:t/>
            </a:r>
            <a:endParaRPr/>
          </a:p>
          <a:p>
            <a:pPr indent="0" lvl="6" marL="0" rtl="0" algn="l">
              <a:spcBef>
                <a:spcPts val="0"/>
              </a:spcBef>
              <a:spcAft>
                <a:spcPts val="0"/>
              </a:spcAft>
              <a:buClr>
                <a:srgbClr val="000000"/>
              </a:buClr>
              <a:buSzPts val="1400"/>
              <a:buFont typeface="Arial"/>
              <a:buNone/>
            </a:pPr>
            <a:r>
              <a:t/>
            </a:r>
            <a:endParaRPr/>
          </a:p>
          <a:p>
            <a:pPr indent="0" lvl="7" marL="0" rtl="0" algn="l">
              <a:spcBef>
                <a:spcPts val="0"/>
              </a:spcBef>
              <a:spcAft>
                <a:spcPts val="0"/>
              </a:spcAft>
              <a:buClr>
                <a:srgbClr val="000000"/>
              </a:buClr>
              <a:buSzPts val="1400"/>
              <a:buFont typeface="Arial"/>
              <a:buNone/>
            </a:pPr>
            <a:r>
              <a:t/>
            </a:r>
            <a:endParaRPr/>
          </a:p>
          <a:p>
            <a:pPr indent="0" lvl="8" marL="0" rtl="0" algn="l">
              <a:spcBef>
                <a:spcPts val="0"/>
              </a:spcBef>
              <a:spcAft>
                <a:spcPts val="0"/>
              </a:spcAft>
              <a:buClr>
                <a:srgbClr val="000000"/>
              </a:buClr>
              <a:buSzPts val="1400"/>
              <a:buFont typeface="Arial"/>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18: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
        <p:nvSpPr>
          <p:cNvPr id="88" name="Google Shape;88;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 name="Google Shape;89;p1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0: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
        <p:nvSpPr>
          <p:cNvPr id="97" name="Google Shape;97;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8" name="Google Shape;98;p2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22: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
        <p:nvSpPr>
          <p:cNvPr id="106" name="Google Shape;106;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7" name="Google Shape;107;p2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24: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
        <p:nvSpPr>
          <p:cNvPr id="114" name="Google Shape;114;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5" name="Google Shape;115;p2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26: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
        <p:nvSpPr>
          <p:cNvPr id="123" name="Google Shape;123;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4" name="Google Shape;124;p2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28: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
        <p:nvSpPr>
          <p:cNvPr id="133" name="Google Shape;133;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4" name="Google Shape;134;p2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30: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
        <p:nvSpPr>
          <p:cNvPr id="141" name="Google Shape;141;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2" name="Google Shape;142;p3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32: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
        <p:nvSpPr>
          <p:cNvPr id="149" name="Google Shape;149;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0" name="Google Shape;150;p3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34: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
        <p:nvSpPr>
          <p:cNvPr id="157" name="Google Shape;157;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8" name="Google Shape;158;p3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36: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
        <p:nvSpPr>
          <p:cNvPr id="166" name="Google Shape;166;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7" name="Google Shape;167;p3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38: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
        <p:nvSpPr>
          <p:cNvPr id="174" name="Google Shape;174;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5" name="Google Shape;175;p3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40: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
        <p:nvSpPr>
          <p:cNvPr id="182" name="Google Shape;182;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3" name="Google Shape;183;p4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42:notes"/>
          <p:cNvSpPr txBox="1"/>
          <p:nvPr>
            <p:ph idx="1" type="body"/>
          </p:nvPr>
        </p:nvSpPr>
        <p:spPr>
          <a:xfrm>
            <a:off x="914400" y="4343400"/>
            <a:ext cx="50292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43: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
        <p:nvSpPr>
          <p:cNvPr id="195" name="Google Shape;195;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6" name="Google Shape;196;p4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45: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
        <p:nvSpPr>
          <p:cNvPr id="206" name="Google Shape;206;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7" name="Google Shape;207;p4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_TITLE_AND_VERTICAL_TEXT" type="vertTitleAndTx">
  <p:cSld name="VERTICAL_TITLE_AND_VERTICAL_TEXT">
    <p:spTree>
      <p:nvGrpSpPr>
        <p:cNvPr id="12" name="Shape 12"/>
        <p:cNvGrpSpPr/>
        <p:nvPr/>
      </p:nvGrpSpPr>
      <p:grpSpPr>
        <a:xfrm>
          <a:off x="0" y="0"/>
          <a:ext cx="0" cy="0"/>
          <a:chOff x="0" y="0"/>
          <a:chExt cx="0" cy="0"/>
        </a:xfrm>
      </p:grpSpPr>
      <p:sp>
        <p:nvSpPr>
          <p:cNvPr id="13" name="Google Shape;13;p2"/>
          <p:cNvSpPr txBox="1"/>
          <p:nvPr>
            <p:ph type="title"/>
          </p:nvPr>
        </p:nvSpPr>
        <p:spPr>
          <a:xfrm rot="5400000">
            <a:off x="6951662" y="2722562"/>
            <a:ext cx="8191500" cy="3051175"/>
          </a:xfrm>
          <a:prstGeom prst="rect">
            <a:avLst/>
          </a:prstGeom>
          <a:noFill/>
          <a:ln>
            <a:noFill/>
          </a:ln>
        </p:spPr>
        <p:txBody>
          <a:bodyPr anchorCtr="0" anchor="t" bIns="91425" lIns="91425" spcFirstLastPara="1" rIns="91425" wrap="square" tIns="91425">
            <a:noAutofit/>
          </a:bodyPr>
          <a:lstStyle>
            <a:lvl1pPr lvl="0" rtl="0" algn="ctr">
              <a:spcBef>
                <a:spcPts val="200"/>
              </a:spcBef>
              <a:spcAft>
                <a:spcPts val="0"/>
              </a:spcAft>
              <a:buSzPts val="1400"/>
              <a:buChar char="●"/>
              <a:defRPr sz="6400">
                <a:solidFill>
                  <a:srgbClr val="000000"/>
                </a:solidFill>
                <a:latin typeface="Arial Black"/>
                <a:ea typeface="Arial Black"/>
                <a:cs typeface="Arial Black"/>
                <a:sym typeface="Arial Black"/>
              </a:defRPr>
            </a:lvl1pPr>
            <a:lvl2pPr lvl="1" rtl="0" algn="ctr">
              <a:spcBef>
                <a:spcPts val="0"/>
              </a:spcBef>
              <a:spcAft>
                <a:spcPts val="0"/>
              </a:spcAft>
              <a:buSzPts val="1400"/>
              <a:buChar char="○"/>
              <a:defRPr sz="6400">
                <a:solidFill>
                  <a:srgbClr val="000000"/>
                </a:solidFill>
                <a:latin typeface="Arial Black"/>
                <a:ea typeface="Arial Black"/>
                <a:cs typeface="Arial Black"/>
                <a:sym typeface="Arial Black"/>
              </a:defRPr>
            </a:lvl2pPr>
            <a:lvl3pPr lvl="2" rtl="0" algn="ctr">
              <a:spcBef>
                <a:spcPts val="0"/>
              </a:spcBef>
              <a:spcAft>
                <a:spcPts val="0"/>
              </a:spcAft>
              <a:buSzPts val="1400"/>
              <a:buChar char="■"/>
              <a:defRPr sz="6400">
                <a:solidFill>
                  <a:srgbClr val="000000"/>
                </a:solidFill>
                <a:latin typeface="Arial Black"/>
                <a:ea typeface="Arial Black"/>
                <a:cs typeface="Arial Black"/>
                <a:sym typeface="Arial Black"/>
              </a:defRPr>
            </a:lvl3pPr>
            <a:lvl4pPr lvl="3" rtl="0" algn="ctr">
              <a:spcBef>
                <a:spcPts val="0"/>
              </a:spcBef>
              <a:spcAft>
                <a:spcPts val="0"/>
              </a:spcAft>
              <a:buSzPts val="1400"/>
              <a:buChar char="●"/>
              <a:defRPr sz="6400">
                <a:solidFill>
                  <a:srgbClr val="000000"/>
                </a:solidFill>
                <a:latin typeface="Arial Black"/>
                <a:ea typeface="Arial Black"/>
                <a:cs typeface="Arial Black"/>
                <a:sym typeface="Arial Black"/>
              </a:defRPr>
            </a:lvl4pPr>
            <a:lvl5pPr lvl="4" rtl="0" algn="ctr">
              <a:spcBef>
                <a:spcPts val="0"/>
              </a:spcBef>
              <a:spcAft>
                <a:spcPts val="0"/>
              </a:spcAft>
              <a:buSzPts val="1400"/>
              <a:buChar char="○"/>
              <a:defRPr sz="6400">
                <a:solidFill>
                  <a:srgbClr val="000000"/>
                </a:solidFill>
                <a:latin typeface="Arial Black"/>
                <a:ea typeface="Arial Black"/>
                <a:cs typeface="Arial Black"/>
                <a:sym typeface="Arial Black"/>
              </a:defRPr>
            </a:lvl5pPr>
            <a:lvl6pPr lvl="5" marL="457200" rtl="0" algn="ctr">
              <a:spcBef>
                <a:spcPts val="0"/>
              </a:spcBef>
              <a:spcAft>
                <a:spcPts val="0"/>
              </a:spcAft>
              <a:buSzPts val="1400"/>
              <a:buChar char="■"/>
              <a:defRPr sz="6400">
                <a:solidFill>
                  <a:srgbClr val="000000"/>
                </a:solidFill>
                <a:latin typeface="Arial Black"/>
                <a:ea typeface="Arial Black"/>
                <a:cs typeface="Arial Black"/>
                <a:sym typeface="Arial Black"/>
              </a:defRPr>
            </a:lvl6pPr>
            <a:lvl7pPr lvl="6" marL="914400" rtl="0" algn="ctr">
              <a:spcBef>
                <a:spcPts val="0"/>
              </a:spcBef>
              <a:spcAft>
                <a:spcPts val="0"/>
              </a:spcAft>
              <a:buSzPts val="1400"/>
              <a:buChar char="●"/>
              <a:defRPr sz="6400">
                <a:solidFill>
                  <a:srgbClr val="000000"/>
                </a:solidFill>
                <a:latin typeface="Arial Black"/>
                <a:ea typeface="Arial Black"/>
                <a:cs typeface="Arial Black"/>
                <a:sym typeface="Arial Black"/>
              </a:defRPr>
            </a:lvl7pPr>
            <a:lvl8pPr lvl="7" marL="1371600" rtl="0" algn="ctr">
              <a:spcBef>
                <a:spcPts val="0"/>
              </a:spcBef>
              <a:spcAft>
                <a:spcPts val="0"/>
              </a:spcAft>
              <a:buSzPts val="1400"/>
              <a:buChar char="○"/>
              <a:defRPr sz="6400">
                <a:solidFill>
                  <a:srgbClr val="000000"/>
                </a:solidFill>
                <a:latin typeface="Arial Black"/>
                <a:ea typeface="Arial Black"/>
                <a:cs typeface="Arial Black"/>
                <a:sym typeface="Arial Black"/>
              </a:defRPr>
            </a:lvl8pPr>
            <a:lvl9pPr lvl="8" marL="1828800" rtl="0" algn="ctr">
              <a:spcBef>
                <a:spcPts val="0"/>
              </a:spcBef>
              <a:spcAft>
                <a:spcPts val="0"/>
              </a:spcAft>
              <a:buSzPts val="1400"/>
              <a:buChar char="■"/>
              <a:defRPr sz="6400">
                <a:solidFill>
                  <a:srgbClr val="000000"/>
                </a:solidFill>
                <a:latin typeface="Arial Black"/>
                <a:ea typeface="Arial Black"/>
                <a:cs typeface="Arial Black"/>
                <a:sym typeface="Arial Black"/>
              </a:defRPr>
            </a:lvl9pPr>
          </a:lstStyle>
          <a:p/>
        </p:txBody>
      </p:sp>
      <p:sp>
        <p:nvSpPr>
          <p:cNvPr id="14" name="Google Shape;14;p2"/>
          <p:cNvSpPr txBox="1"/>
          <p:nvPr>
            <p:ph idx="1" type="body"/>
          </p:nvPr>
        </p:nvSpPr>
        <p:spPr>
          <a:xfrm rot="5400000">
            <a:off x="773112" y="-252413"/>
            <a:ext cx="8191500" cy="9001125"/>
          </a:xfrm>
          <a:prstGeom prst="rect">
            <a:avLst/>
          </a:prstGeom>
          <a:noFill/>
          <a:ln>
            <a:noFill/>
          </a:ln>
        </p:spPr>
        <p:txBody>
          <a:bodyPr anchorCtr="0" anchor="t" bIns="91425" lIns="91425" spcFirstLastPara="1" rIns="91425" wrap="square" tIns="91425">
            <a:noAutofit/>
          </a:bodyPr>
          <a:lstStyle>
            <a:lvl1pPr indent="-317500" lvl="0" marL="457200" rtl="0" algn="l">
              <a:lnSpc>
                <a:spcPct val="136000"/>
              </a:lnSpc>
              <a:spcBef>
                <a:spcPts val="3200"/>
              </a:spcBef>
              <a:spcAft>
                <a:spcPts val="0"/>
              </a:spcAft>
              <a:buClr>
                <a:schemeClr val="dk1"/>
              </a:buClr>
              <a:buSzPts val="1400"/>
              <a:buFont typeface="Arial"/>
              <a:buChar char="●"/>
              <a:defRPr sz="2800">
                <a:solidFill>
                  <a:schemeClr val="dk1"/>
                </a:solidFill>
                <a:latin typeface="Arial"/>
                <a:ea typeface="Arial"/>
                <a:cs typeface="Arial"/>
                <a:sym typeface="Arial"/>
              </a:defRPr>
            </a:lvl1pPr>
            <a:lvl2pPr indent="-317500" lvl="1" marL="914400" rtl="0" algn="l">
              <a:lnSpc>
                <a:spcPct val="136000"/>
              </a:lnSpc>
              <a:spcBef>
                <a:spcPts val="0"/>
              </a:spcBef>
              <a:spcAft>
                <a:spcPts val="0"/>
              </a:spcAft>
              <a:buClr>
                <a:schemeClr val="dk1"/>
              </a:buClr>
              <a:buSzPts val="1400"/>
              <a:buFont typeface="Arial"/>
              <a:buChar char="●"/>
              <a:defRPr sz="2800">
                <a:solidFill>
                  <a:schemeClr val="dk1"/>
                </a:solidFill>
                <a:latin typeface="Arial"/>
                <a:ea typeface="Arial"/>
                <a:cs typeface="Arial"/>
                <a:sym typeface="Arial"/>
              </a:defRPr>
            </a:lvl2pPr>
            <a:lvl3pPr indent="-317500" lvl="2" marL="1371600" rtl="0" algn="l">
              <a:lnSpc>
                <a:spcPct val="136000"/>
              </a:lnSpc>
              <a:spcBef>
                <a:spcPts val="0"/>
              </a:spcBef>
              <a:spcAft>
                <a:spcPts val="0"/>
              </a:spcAft>
              <a:buClr>
                <a:schemeClr val="dk1"/>
              </a:buClr>
              <a:buSzPts val="1400"/>
              <a:buFont typeface="Arial"/>
              <a:buChar char="●"/>
              <a:defRPr sz="2800">
                <a:solidFill>
                  <a:schemeClr val="dk1"/>
                </a:solidFill>
                <a:latin typeface="Arial"/>
                <a:ea typeface="Arial"/>
                <a:cs typeface="Arial"/>
                <a:sym typeface="Arial"/>
              </a:defRPr>
            </a:lvl3pPr>
            <a:lvl4pPr indent="-317500" lvl="3" marL="1828800" rtl="0" algn="l">
              <a:lnSpc>
                <a:spcPct val="142000"/>
              </a:lnSpc>
              <a:spcBef>
                <a:spcPts val="0"/>
              </a:spcBef>
              <a:spcAft>
                <a:spcPts val="0"/>
              </a:spcAft>
              <a:buClr>
                <a:schemeClr val="dk1"/>
              </a:buClr>
              <a:buSzPts val="1400"/>
              <a:buFont typeface="Arial"/>
              <a:buChar char="●"/>
              <a:defRPr sz="2400">
                <a:solidFill>
                  <a:schemeClr val="dk1"/>
                </a:solidFill>
                <a:latin typeface="Arial"/>
                <a:ea typeface="Arial"/>
                <a:cs typeface="Arial"/>
                <a:sym typeface="Arial"/>
              </a:defRPr>
            </a:lvl4pPr>
            <a:lvl5pPr indent="-317500" lvl="4" marL="2286000" rtl="0" algn="l">
              <a:lnSpc>
                <a:spcPct val="142000"/>
              </a:lnSpc>
              <a:spcBef>
                <a:spcPts val="0"/>
              </a:spcBef>
              <a:spcAft>
                <a:spcPts val="0"/>
              </a:spcAft>
              <a:buClr>
                <a:schemeClr val="dk1"/>
              </a:buClr>
              <a:buSzPts val="1400"/>
              <a:buFont typeface="Arial"/>
              <a:buChar char="●"/>
              <a:defRPr sz="2400">
                <a:solidFill>
                  <a:schemeClr val="dk1"/>
                </a:solidFill>
                <a:latin typeface="Arial"/>
                <a:ea typeface="Arial"/>
                <a:cs typeface="Arial"/>
                <a:sym typeface="Arial"/>
              </a:defRPr>
            </a:lvl5pPr>
            <a:lvl6pPr indent="-317500" lvl="5" marL="2743200" rtl="0" algn="l">
              <a:lnSpc>
                <a:spcPct val="142000"/>
              </a:lnSpc>
              <a:spcBef>
                <a:spcPts val="0"/>
              </a:spcBef>
              <a:spcAft>
                <a:spcPts val="0"/>
              </a:spcAft>
              <a:buClr>
                <a:schemeClr val="dk1"/>
              </a:buClr>
              <a:buSzPts val="1400"/>
              <a:buFont typeface="Arial"/>
              <a:buChar char="●"/>
              <a:defRPr sz="2400">
                <a:solidFill>
                  <a:schemeClr val="dk1"/>
                </a:solidFill>
                <a:latin typeface="Arial"/>
                <a:ea typeface="Arial"/>
                <a:cs typeface="Arial"/>
                <a:sym typeface="Arial"/>
              </a:defRPr>
            </a:lvl6pPr>
            <a:lvl7pPr indent="-317500" lvl="6" marL="3200400" rtl="0" algn="l">
              <a:lnSpc>
                <a:spcPct val="142000"/>
              </a:lnSpc>
              <a:spcBef>
                <a:spcPts val="0"/>
              </a:spcBef>
              <a:spcAft>
                <a:spcPts val="0"/>
              </a:spcAft>
              <a:buClr>
                <a:schemeClr val="dk1"/>
              </a:buClr>
              <a:buSzPts val="1400"/>
              <a:buFont typeface="Arial"/>
              <a:buChar char="●"/>
              <a:defRPr sz="2400">
                <a:solidFill>
                  <a:schemeClr val="dk1"/>
                </a:solidFill>
                <a:latin typeface="Arial"/>
                <a:ea typeface="Arial"/>
                <a:cs typeface="Arial"/>
                <a:sym typeface="Arial"/>
              </a:defRPr>
            </a:lvl7pPr>
            <a:lvl8pPr indent="-317500" lvl="7" marL="3657600" rtl="0" algn="l">
              <a:lnSpc>
                <a:spcPct val="142000"/>
              </a:lnSpc>
              <a:spcBef>
                <a:spcPts val="0"/>
              </a:spcBef>
              <a:spcAft>
                <a:spcPts val="0"/>
              </a:spcAft>
              <a:buClr>
                <a:schemeClr val="dk1"/>
              </a:buClr>
              <a:buSzPts val="1400"/>
              <a:buFont typeface="Arial"/>
              <a:buChar char="●"/>
              <a:defRPr sz="2400">
                <a:solidFill>
                  <a:schemeClr val="dk1"/>
                </a:solidFill>
                <a:latin typeface="Arial"/>
                <a:ea typeface="Arial"/>
                <a:cs typeface="Arial"/>
                <a:sym typeface="Arial"/>
              </a:defRPr>
            </a:lvl8pPr>
            <a:lvl9pPr indent="-317500" lvl="8" marL="4114800" rtl="0" algn="l">
              <a:lnSpc>
                <a:spcPct val="142000"/>
              </a:lnSpc>
              <a:spcBef>
                <a:spcPts val="0"/>
              </a:spcBef>
              <a:spcAft>
                <a:spcPts val="0"/>
              </a:spcAft>
              <a:buClr>
                <a:schemeClr val="dk1"/>
              </a:buClr>
              <a:buSzPts val="1400"/>
              <a:buFont typeface="Arial"/>
              <a:buChar char="●"/>
              <a:defRPr sz="2400">
                <a:solidFill>
                  <a:schemeClr val="dk1"/>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_TEXT" type="vertTx">
  <p:cSld name="VERTICAL_TEXT">
    <p:spTree>
      <p:nvGrpSpPr>
        <p:cNvPr id="15" name="Shape 15"/>
        <p:cNvGrpSpPr/>
        <p:nvPr/>
      </p:nvGrpSpPr>
      <p:grpSpPr>
        <a:xfrm>
          <a:off x="0" y="0"/>
          <a:ext cx="0" cy="0"/>
          <a:chOff x="0" y="0"/>
          <a:chExt cx="0" cy="0"/>
        </a:xfrm>
      </p:grpSpPr>
      <p:sp>
        <p:nvSpPr>
          <p:cNvPr id="16" name="Google Shape;16;p3"/>
          <p:cNvSpPr txBox="1"/>
          <p:nvPr>
            <p:ph type="title"/>
          </p:nvPr>
        </p:nvSpPr>
        <p:spPr>
          <a:xfrm>
            <a:off x="368300" y="152400"/>
            <a:ext cx="12204700" cy="1155700"/>
          </a:xfrm>
          <a:prstGeom prst="rect">
            <a:avLst/>
          </a:prstGeom>
          <a:noFill/>
          <a:ln>
            <a:noFill/>
          </a:ln>
        </p:spPr>
        <p:txBody>
          <a:bodyPr anchorCtr="0" anchor="t" bIns="91425" lIns="91425" spcFirstLastPara="1" rIns="91425" wrap="square" tIns="91425">
            <a:noAutofit/>
          </a:bodyPr>
          <a:lstStyle>
            <a:lvl1pPr lvl="0" rtl="0" algn="ctr">
              <a:spcBef>
                <a:spcPts val="200"/>
              </a:spcBef>
              <a:spcAft>
                <a:spcPts val="0"/>
              </a:spcAft>
              <a:buSzPts val="1400"/>
              <a:buChar char="●"/>
              <a:defRPr sz="6400">
                <a:solidFill>
                  <a:srgbClr val="000000"/>
                </a:solidFill>
                <a:latin typeface="Arial Black"/>
                <a:ea typeface="Arial Black"/>
                <a:cs typeface="Arial Black"/>
                <a:sym typeface="Arial Black"/>
              </a:defRPr>
            </a:lvl1pPr>
            <a:lvl2pPr lvl="1" rtl="0" algn="ctr">
              <a:spcBef>
                <a:spcPts val="0"/>
              </a:spcBef>
              <a:spcAft>
                <a:spcPts val="0"/>
              </a:spcAft>
              <a:buSzPts val="1400"/>
              <a:buChar char="○"/>
              <a:defRPr sz="6400">
                <a:solidFill>
                  <a:srgbClr val="000000"/>
                </a:solidFill>
                <a:latin typeface="Arial Black"/>
                <a:ea typeface="Arial Black"/>
                <a:cs typeface="Arial Black"/>
                <a:sym typeface="Arial Black"/>
              </a:defRPr>
            </a:lvl2pPr>
            <a:lvl3pPr lvl="2" rtl="0" algn="ctr">
              <a:spcBef>
                <a:spcPts val="0"/>
              </a:spcBef>
              <a:spcAft>
                <a:spcPts val="0"/>
              </a:spcAft>
              <a:buSzPts val="1400"/>
              <a:buChar char="■"/>
              <a:defRPr sz="6400">
                <a:solidFill>
                  <a:srgbClr val="000000"/>
                </a:solidFill>
                <a:latin typeface="Arial Black"/>
                <a:ea typeface="Arial Black"/>
                <a:cs typeface="Arial Black"/>
                <a:sym typeface="Arial Black"/>
              </a:defRPr>
            </a:lvl3pPr>
            <a:lvl4pPr lvl="3" rtl="0" algn="ctr">
              <a:spcBef>
                <a:spcPts val="0"/>
              </a:spcBef>
              <a:spcAft>
                <a:spcPts val="0"/>
              </a:spcAft>
              <a:buSzPts val="1400"/>
              <a:buChar char="●"/>
              <a:defRPr sz="6400">
                <a:solidFill>
                  <a:srgbClr val="000000"/>
                </a:solidFill>
                <a:latin typeface="Arial Black"/>
                <a:ea typeface="Arial Black"/>
                <a:cs typeface="Arial Black"/>
                <a:sym typeface="Arial Black"/>
              </a:defRPr>
            </a:lvl4pPr>
            <a:lvl5pPr lvl="4" rtl="0" algn="ctr">
              <a:spcBef>
                <a:spcPts val="0"/>
              </a:spcBef>
              <a:spcAft>
                <a:spcPts val="0"/>
              </a:spcAft>
              <a:buSzPts val="1400"/>
              <a:buChar char="○"/>
              <a:defRPr sz="6400">
                <a:solidFill>
                  <a:srgbClr val="000000"/>
                </a:solidFill>
                <a:latin typeface="Arial Black"/>
                <a:ea typeface="Arial Black"/>
                <a:cs typeface="Arial Black"/>
                <a:sym typeface="Arial Black"/>
              </a:defRPr>
            </a:lvl5pPr>
            <a:lvl6pPr lvl="5" marL="457200" rtl="0" algn="ctr">
              <a:spcBef>
                <a:spcPts val="0"/>
              </a:spcBef>
              <a:spcAft>
                <a:spcPts val="0"/>
              </a:spcAft>
              <a:buSzPts val="1400"/>
              <a:buChar char="■"/>
              <a:defRPr sz="6400">
                <a:solidFill>
                  <a:srgbClr val="000000"/>
                </a:solidFill>
                <a:latin typeface="Arial Black"/>
                <a:ea typeface="Arial Black"/>
                <a:cs typeface="Arial Black"/>
                <a:sym typeface="Arial Black"/>
              </a:defRPr>
            </a:lvl6pPr>
            <a:lvl7pPr lvl="6" marL="914400" rtl="0" algn="ctr">
              <a:spcBef>
                <a:spcPts val="0"/>
              </a:spcBef>
              <a:spcAft>
                <a:spcPts val="0"/>
              </a:spcAft>
              <a:buSzPts val="1400"/>
              <a:buChar char="●"/>
              <a:defRPr sz="6400">
                <a:solidFill>
                  <a:srgbClr val="000000"/>
                </a:solidFill>
                <a:latin typeface="Arial Black"/>
                <a:ea typeface="Arial Black"/>
                <a:cs typeface="Arial Black"/>
                <a:sym typeface="Arial Black"/>
              </a:defRPr>
            </a:lvl7pPr>
            <a:lvl8pPr lvl="7" marL="1371600" rtl="0" algn="ctr">
              <a:spcBef>
                <a:spcPts val="0"/>
              </a:spcBef>
              <a:spcAft>
                <a:spcPts val="0"/>
              </a:spcAft>
              <a:buSzPts val="1400"/>
              <a:buChar char="○"/>
              <a:defRPr sz="6400">
                <a:solidFill>
                  <a:srgbClr val="000000"/>
                </a:solidFill>
                <a:latin typeface="Arial Black"/>
                <a:ea typeface="Arial Black"/>
                <a:cs typeface="Arial Black"/>
                <a:sym typeface="Arial Black"/>
              </a:defRPr>
            </a:lvl8pPr>
            <a:lvl9pPr lvl="8" marL="1828800" rtl="0" algn="ctr">
              <a:spcBef>
                <a:spcPts val="0"/>
              </a:spcBef>
              <a:spcAft>
                <a:spcPts val="0"/>
              </a:spcAft>
              <a:buSzPts val="1400"/>
              <a:buChar char="■"/>
              <a:defRPr sz="6400">
                <a:solidFill>
                  <a:srgbClr val="000000"/>
                </a:solidFill>
                <a:latin typeface="Arial Black"/>
                <a:ea typeface="Arial Black"/>
                <a:cs typeface="Arial Black"/>
                <a:sym typeface="Arial Black"/>
              </a:defRPr>
            </a:lvl9pPr>
          </a:lstStyle>
          <a:p/>
        </p:txBody>
      </p:sp>
      <p:sp>
        <p:nvSpPr>
          <p:cNvPr id="17" name="Google Shape;17;p3"/>
          <p:cNvSpPr txBox="1"/>
          <p:nvPr>
            <p:ph idx="1" type="body"/>
          </p:nvPr>
        </p:nvSpPr>
        <p:spPr>
          <a:xfrm rot="5400000">
            <a:off x="3454400" y="-76200"/>
            <a:ext cx="6273800" cy="10566400"/>
          </a:xfrm>
          <a:prstGeom prst="rect">
            <a:avLst/>
          </a:prstGeom>
          <a:noFill/>
          <a:ln>
            <a:noFill/>
          </a:ln>
        </p:spPr>
        <p:txBody>
          <a:bodyPr anchorCtr="0" anchor="t" bIns="91425" lIns="91425" spcFirstLastPara="1" rIns="91425" wrap="square" tIns="91425">
            <a:noAutofit/>
          </a:bodyPr>
          <a:lstStyle>
            <a:lvl1pPr indent="-317500" lvl="0" marL="457200" rtl="0" algn="l">
              <a:lnSpc>
                <a:spcPct val="136000"/>
              </a:lnSpc>
              <a:spcBef>
                <a:spcPts val="3200"/>
              </a:spcBef>
              <a:spcAft>
                <a:spcPts val="0"/>
              </a:spcAft>
              <a:buClr>
                <a:schemeClr val="dk1"/>
              </a:buClr>
              <a:buSzPts val="1400"/>
              <a:buFont typeface="Arial"/>
              <a:buChar char="●"/>
              <a:defRPr sz="2800">
                <a:solidFill>
                  <a:schemeClr val="dk1"/>
                </a:solidFill>
                <a:latin typeface="Arial"/>
                <a:ea typeface="Arial"/>
                <a:cs typeface="Arial"/>
                <a:sym typeface="Arial"/>
              </a:defRPr>
            </a:lvl1pPr>
            <a:lvl2pPr indent="-317500" lvl="1" marL="914400" rtl="0" algn="l">
              <a:lnSpc>
                <a:spcPct val="136000"/>
              </a:lnSpc>
              <a:spcBef>
                <a:spcPts val="0"/>
              </a:spcBef>
              <a:spcAft>
                <a:spcPts val="0"/>
              </a:spcAft>
              <a:buClr>
                <a:schemeClr val="dk1"/>
              </a:buClr>
              <a:buSzPts val="1400"/>
              <a:buFont typeface="Arial"/>
              <a:buChar char="●"/>
              <a:defRPr sz="2800">
                <a:solidFill>
                  <a:schemeClr val="dk1"/>
                </a:solidFill>
                <a:latin typeface="Arial"/>
                <a:ea typeface="Arial"/>
                <a:cs typeface="Arial"/>
                <a:sym typeface="Arial"/>
              </a:defRPr>
            </a:lvl2pPr>
            <a:lvl3pPr indent="-317500" lvl="2" marL="1371600" rtl="0" algn="l">
              <a:lnSpc>
                <a:spcPct val="136000"/>
              </a:lnSpc>
              <a:spcBef>
                <a:spcPts val="0"/>
              </a:spcBef>
              <a:spcAft>
                <a:spcPts val="0"/>
              </a:spcAft>
              <a:buClr>
                <a:schemeClr val="dk1"/>
              </a:buClr>
              <a:buSzPts val="1400"/>
              <a:buFont typeface="Arial"/>
              <a:buChar char="●"/>
              <a:defRPr sz="2800">
                <a:solidFill>
                  <a:schemeClr val="dk1"/>
                </a:solidFill>
                <a:latin typeface="Arial"/>
                <a:ea typeface="Arial"/>
                <a:cs typeface="Arial"/>
                <a:sym typeface="Arial"/>
              </a:defRPr>
            </a:lvl3pPr>
            <a:lvl4pPr indent="-317500" lvl="3" marL="1828800" rtl="0" algn="l">
              <a:lnSpc>
                <a:spcPct val="142000"/>
              </a:lnSpc>
              <a:spcBef>
                <a:spcPts val="0"/>
              </a:spcBef>
              <a:spcAft>
                <a:spcPts val="0"/>
              </a:spcAft>
              <a:buClr>
                <a:schemeClr val="dk1"/>
              </a:buClr>
              <a:buSzPts val="1400"/>
              <a:buFont typeface="Arial"/>
              <a:buChar char="●"/>
              <a:defRPr sz="2400">
                <a:solidFill>
                  <a:schemeClr val="dk1"/>
                </a:solidFill>
                <a:latin typeface="Arial"/>
                <a:ea typeface="Arial"/>
                <a:cs typeface="Arial"/>
                <a:sym typeface="Arial"/>
              </a:defRPr>
            </a:lvl4pPr>
            <a:lvl5pPr indent="-317500" lvl="4" marL="2286000" rtl="0" algn="l">
              <a:lnSpc>
                <a:spcPct val="142000"/>
              </a:lnSpc>
              <a:spcBef>
                <a:spcPts val="0"/>
              </a:spcBef>
              <a:spcAft>
                <a:spcPts val="0"/>
              </a:spcAft>
              <a:buClr>
                <a:schemeClr val="dk1"/>
              </a:buClr>
              <a:buSzPts val="1400"/>
              <a:buFont typeface="Arial"/>
              <a:buChar char="●"/>
              <a:defRPr sz="2400">
                <a:solidFill>
                  <a:schemeClr val="dk1"/>
                </a:solidFill>
                <a:latin typeface="Arial"/>
                <a:ea typeface="Arial"/>
                <a:cs typeface="Arial"/>
                <a:sym typeface="Arial"/>
              </a:defRPr>
            </a:lvl5pPr>
            <a:lvl6pPr indent="-317500" lvl="5" marL="2743200" rtl="0" algn="l">
              <a:lnSpc>
                <a:spcPct val="142000"/>
              </a:lnSpc>
              <a:spcBef>
                <a:spcPts val="0"/>
              </a:spcBef>
              <a:spcAft>
                <a:spcPts val="0"/>
              </a:spcAft>
              <a:buClr>
                <a:schemeClr val="dk1"/>
              </a:buClr>
              <a:buSzPts val="1400"/>
              <a:buFont typeface="Arial"/>
              <a:buChar char="●"/>
              <a:defRPr sz="2400">
                <a:solidFill>
                  <a:schemeClr val="dk1"/>
                </a:solidFill>
                <a:latin typeface="Arial"/>
                <a:ea typeface="Arial"/>
                <a:cs typeface="Arial"/>
                <a:sym typeface="Arial"/>
              </a:defRPr>
            </a:lvl6pPr>
            <a:lvl7pPr indent="-317500" lvl="6" marL="3200400" rtl="0" algn="l">
              <a:lnSpc>
                <a:spcPct val="142000"/>
              </a:lnSpc>
              <a:spcBef>
                <a:spcPts val="0"/>
              </a:spcBef>
              <a:spcAft>
                <a:spcPts val="0"/>
              </a:spcAft>
              <a:buClr>
                <a:schemeClr val="dk1"/>
              </a:buClr>
              <a:buSzPts val="1400"/>
              <a:buFont typeface="Arial"/>
              <a:buChar char="●"/>
              <a:defRPr sz="2400">
                <a:solidFill>
                  <a:schemeClr val="dk1"/>
                </a:solidFill>
                <a:latin typeface="Arial"/>
                <a:ea typeface="Arial"/>
                <a:cs typeface="Arial"/>
                <a:sym typeface="Arial"/>
              </a:defRPr>
            </a:lvl7pPr>
            <a:lvl8pPr indent="-317500" lvl="7" marL="3657600" rtl="0" algn="l">
              <a:lnSpc>
                <a:spcPct val="142000"/>
              </a:lnSpc>
              <a:spcBef>
                <a:spcPts val="0"/>
              </a:spcBef>
              <a:spcAft>
                <a:spcPts val="0"/>
              </a:spcAft>
              <a:buClr>
                <a:schemeClr val="dk1"/>
              </a:buClr>
              <a:buSzPts val="1400"/>
              <a:buFont typeface="Arial"/>
              <a:buChar char="●"/>
              <a:defRPr sz="2400">
                <a:solidFill>
                  <a:schemeClr val="dk1"/>
                </a:solidFill>
                <a:latin typeface="Arial"/>
                <a:ea typeface="Arial"/>
                <a:cs typeface="Arial"/>
                <a:sym typeface="Arial"/>
              </a:defRPr>
            </a:lvl8pPr>
            <a:lvl9pPr indent="-317500" lvl="8" marL="4114800" rtl="0" algn="l">
              <a:lnSpc>
                <a:spcPct val="142000"/>
              </a:lnSpc>
              <a:spcBef>
                <a:spcPts val="0"/>
              </a:spcBef>
              <a:spcAft>
                <a:spcPts val="0"/>
              </a:spcAft>
              <a:buClr>
                <a:schemeClr val="dk1"/>
              </a:buClr>
              <a:buSzPts val="1400"/>
              <a:buFont typeface="Arial"/>
              <a:buChar char="●"/>
              <a:defRPr sz="2400">
                <a:solidFill>
                  <a:schemeClr val="dk1"/>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_WITH_CAPTION_TEXT" type="picTx">
  <p:cSld name="PICTURE_WITH_CAPTION_TEXT">
    <p:spTree>
      <p:nvGrpSpPr>
        <p:cNvPr id="18" name="Shape 18"/>
        <p:cNvGrpSpPr/>
        <p:nvPr/>
      </p:nvGrpSpPr>
      <p:grpSpPr>
        <a:xfrm>
          <a:off x="0" y="0"/>
          <a:ext cx="0" cy="0"/>
          <a:chOff x="0" y="0"/>
          <a:chExt cx="0" cy="0"/>
        </a:xfrm>
      </p:grpSpPr>
      <p:sp>
        <p:nvSpPr>
          <p:cNvPr id="19" name="Google Shape;19;p4"/>
          <p:cNvSpPr txBox="1"/>
          <p:nvPr>
            <p:ph type="title"/>
          </p:nvPr>
        </p:nvSpPr>
        <p:spPr>
          <a:xfrm>
            <a:off x="2549525" y="6827838"/>
            <a:ext cx="7802563" cy="806450"/>
          </a:xfrm>
          <a:prstGeom prst="rect">
            <a:avLst/>
          </a:prstGeom>
          <a:noFill/>
          <a:ln>
            <a:noFill/>
          </a:ln>
        </p:spPr>
        <p:txBody>
          <a:bodyPr anchorCtr="0" anchor="b" bIns="91425" lIns="91425" spcFirstLastPara="1" rIns="91425" wrap="square" tIns="91425">
            <a:noAutofit/>
          </a:bodyPr>
          <a:lstStyle>
            <a:lvl1pPr lvl="0" rtl="0" algn="l">
              <a:spcBef>
                <a:spcPts val="200"/>
              </a:spcBef>
              <a:spcAft>
                <a:spcPts val="0"/>
              </a:spcAft>
              <a:buSzPts val="1400"/>
              <a:buChar char="●"/>
              <a:defRPr b="1" sz="2000"/>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20" name="Google Shape;20;p4"/>
          <p:cNvSpPr txBox="1"/>
          <p:nvPr>
            <p:ph idx="1" type="body"/>
          </p:nvPr>
        </p:nvSpPr>
        <p:spPr>
          <a:xfrm>
            <a:off x="2549525" y="7634288"/>
            <a:ext cx="7802563" cy="1144587"/>
          </a:xfrm>
          <a:prstGeom prst="rect">
            <a:avLst/>
          </a:prstGeom>
          <a:noFill/>
          <a:ln>
            <a:noFill/>
          </a:ln>
        </p:spPr>
        <p:txBody>
          <a:bodyPr anchorCtr="0" anchor="t" bIns="91425" lIns="91425" spcFirstLastPara="1" rIns="91425" wrap="square" tIns="91425">
            <a:noAutofit/>
          </a:bodyPr>
          <a:lstStyle>
            <a:lvl1pPr indent="-228600" lvl="0" marL="457200" rtl="0">
              <a:spcBef>
                <a:spcPts val="3200"/>
              </a:spcBef>
              <a:spcAft>
                <a:spcPts val="0"/>
              </a:spcAft>
              <a:buSzPts val="1400"/>
              <a:buFont typeface="Arial"/>
              <a:buNone/>
              <a:defRPr sz="1400"/>
            </a:lvl1pPr>
            <a:lvl2pPr indent="-228600" lvl="1" marL="914400" rtl="0">
              <a:spcBef>
                <a:spcPts val="0"/>
              </a:spcBef>
              <a:spcAft>
                <a:spcPts val="0"/>
              </a:spcAft>
              <a:buSzPts val="1400"/>
              <a:buFont typeface="Arial"/>
              <a:buNone/>
              <a:defRPr sz="1200"/>
            </a:lvl2pPr>
            <a:lvl3pPr indent="-228600" lvl="2" marL="1371600" rtl="0">
              <a:spcBef>
                <a:spcPts val="0"/>
              </a:spcBef>
              <a:spcAft>
                <a:spcPts val="0"/>
              </a:spcAft>
              <a:buSzPts val="1400"/>
              <a:buFont typeface="Arial"/>
              <a:buNone/>
              <a:defRPr sz="1000"/>
            </a:lvl3pPr>
            <a:lvl4pPr indent="-228600" lvl="3" marL="1828800" rtl="0">
              <a:spcBef>
                <a:spcPts val="0"/>
              </a:spcBef>
              <a:spcAft>
                <a:spcPts val="0"/>
              </a:spcAft>
              <a:buSzPts val="1400"/>
              <a:buFont typeface="Arial"/>
              <a:buNone/>
              <a:defRPr sz="900"/>
            </a:lvl4pPr>
            <a:lvl5pPr indent="-228600" lvl="4" marL="2286000" rtl="0">
              <a:spcBef>
                <a:spcPts val="0"/>
              </a:spcBef>
              <a:spcAft>
                <a:spcPts val="0"/>
              </a:spcAft>
              <a:buSzPts val="1400"/>
              <a:buFont typeface="Arial"/>
              <a:buNone/>
              <a:defRPr sz="900"/>
            </a:lvl5pPr>
            <a:lvl6pPr indent="-228600" lvl="5" marL="2743200" rtl="0">
              <a:spcBef>
                <a:spcPts val="0"/>
              </a:spcBef>
              <a:spcAft>
                <a:spcPts val="0"/>
              </a:spcAft>
              <a:buSzPts val="1400"/>
              <a:buFont typeface="Arial"/>
              <a:buNone/>
              <a:defRPr sz="900"/>
            </a:lvl6pPr>
            <a:lvl7pPr indent="-228600" lvl="6" marL="3200400" rtl="0">
              <a:spcBef>
                <a:spcPts val="0"/>
              </a:spcBef>
              <a:spcAft>
                <a:spcPts val="0"/>
              </a:spcAft>
              <a:buSzPts val="1400"/>
              <a:buFont typeface="Arial"/>
              <a:buNone/>
              <a:defRPr sz="900"/>
            </a:lvl7pPr>
            <a:lvl8pPr indent="-228600" lvl="7" marL="3657600" rtl="0">
              <a:spcBef>
                <a:spcPts val="0"/>
              </a:spcBef>
              <a:spcAft>
                <a:spcPts val="0"/>
              </a:spcAft>
              <a:buSzPts val="1400"/>
              <a:buFont typeface="Arial"/>
              <a:buNone/>
              <a:defRPr sz="900"/>
            </a:lvl8pPr>
            <a:lvl9pPr indent="-228600" lvl="8" marL="4114800" rtl="0">
              <a:spcBef>
                <a:spcPts val="0"/>
              </a:spcBef>
              <a:spcAft>
                <a:spcPts val="0"/>
              </a:spcAft>
              <a:buSzPts val="1400"/>
              <a:buFont typeface="Arial"/>
              <a:buNone/>
              <a:defRPr sz="9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_WITH_CAPTION_TEXT" type="objTx">
  <p:cSld name="OBJECT_WITH_CAPTION_TEXT">
    <p:spTree>
      <p:nvGrpSpPr>
        <p:cNvPr id="21" name="Shape 21"/>
        <p:cNvGrpSpPr/>
        <p:nvPr/>
      </p:nvGrpSpPr>
      <p:grpSpPr>
        <a:xfrm>
          <a:off x="0" y="0"/>
          <a:ext cx="0" cy="0"/>
          <a:chOff x="0" y="0"/>
          <a:chExt cx="0" cy="0"/>
        </a:xfrm>
      </p:grpSpPr>
      <p:sp>
        <p:nvSpPr>
          <p:cNvPr id="22" name="Google Shape;22;p5"/>
          <p:cNvSpPr txBox="1"/>
          <p:nvPr>
            <p:ph type="title"/>
          </p:nvPr>
        </p:nvSpPr>
        <p:spPr>
          <a:xfrm>
            <a:off x="650875" y="388938"/>
            <a:ext cx="4278313" cy="1652587"/>
          </a:xfrm>
          <a:prstGeom prst="rect">
            <a:avLst/>
          </a:prstGeom>
          <a:noFill/>
          <a:ln>
            <a:noFill/>
          </a:ln>
        </p:spPr>
        <p:txBody>
          <a:bodyPr anchorCtr="0" anchor="b" bIns="91425" lIns="91425" spcFirstLastPara="1" rIns="91425" wrap="square" tIns="91425">
            <a:noAutofit/>
          </a:bodyPr>
          <a:lstStyle>
            <a:lvl1pPr lvl="0" rtl="0" algn="l">
              <a:spcBef>
                <a:spcPts val="200"/>
              </a:spcBef>
              <a:spcAft>
                <a:spcPts val="0"/>
              </a:spcAft>
              <a:buSzPts val="1400"/>
              <a:buChar char="●"/>
              <a:defRPr b="1" sz="2000"/>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23" name="Google Shape;23;p5"/>
          <p:cNvSpPr txBox="1"/>
          <p:nvPr>
            <p:ph idx="1" type="body"/>
          </p:nvPr>
        </p:nvSpPr>
        <p:spPr>
          <a:xfrm>
            <a:off x="5084763" y="388938"/>
            <a:ext cx="7269162" cy="8323262"/>
          </a:xfrm>
          <a:prstGeom prst="rect">
            <a:avLst/>
          </a:prstGeom>
          <a:noFill/>
          <a:ln>
            <a:noFill/>
          </a:ln>
        </p:spPr>
        <p:txBody>
          <a:bodyPr anchorCtr="0" anchor="t" bIns="91425" lIns="91425" spcFirstLastPara="1" rIns="91425" wrap="square" tIns="91425">
            <a:noAutofit/>
          </a:bodyPr>
          <a:lstStyle>
            <a:lvl1pPr indent="-317500" lvl="0" marL="457200" rtl="0">
              <a:spcBef>
                <a:spcPts val="3200"/>
              </a:spcBef>
              <a:spcAft>
                <a:spcPts val="0"/>
              </a:spcAft>
              <a:buSzPts val="1400"/>
              <a:buChar char="●"/>
              <a:defRPr sz="3200"/>
            </a:lvl1pPr>
            <a:lvl2pPr indent="-317500" lvl="1" marL="914400" rtl="0">
              <a:spcBef>
                <a:spcPts val="0"/>
              </a:spcBef>
              <a:spcAft>
                <a:spcPts val="0"/>
              </a:spcAft>
              <a:buSzPts val="1400"/>
              <a:buChar char="●"/>
              <a:defRPr sz="2800"/>
            </a:lvl2pPr>
            <a:lvl3pPr indent="-317500" lvl="2" marL="1371600" rtl="0">
              <a:spcBef>
                <a:spcPts val="0"/>
              </a:spcBef>
              <a:spcAft>
                <a:spcPts val="0"/>
              </a:spcAft>
              <a:buSzPts val="1400"/>
              <a:buChar char="●"/>
              <a:defRPr sz="2400"/>
            </a:lvl3pPr>
            <a:lvl4pPr indent="-317500" lvl="3" marL="1828800" rtl="0">
              <a:spcBef>
                <a:spcPts val="0"/>
              </a:spcBef>
              <a:spcAft>
                <a:spcPts val="0"/>
              </a:spcAft>
              <a:buSzPts val="1400"/>
              <a:buChar char="●"/>
              <a:defRPr sz="2000"/>
            </a:lvl4pPr>
            <a:lvl5pPr indent="-317500" lvl="4" marL="2286000" rtl="0">
              <a:spcBef>
                <a:spcPts val="0"/>
              </a:spcBef>
              <a:spcAft>
                <a:spcPts val="0"/>
              </a:spcAft>
              <a:buSzPts val="1400"/>
              <a:buChar char="●"/>
              <a:defRPr sz="2000"/>
            </a:lvl5pPr>
            <a:lvl6pPr indent="-317500" lvl="5" marL="2743200" rtl="0">
              <a:spcBef>
                <a:spcPts val="0"/>
              </a:spcBef>
              <a:spcAft>
                <a:spcPts val="0"/>
              </a:spcAft>
              <a:buSzPts val="1400"/>
              <a:buChar char="●"/>
              <a:defRPr sz="2000"/>
            </a:lvl6pPr>
            <a:lvl7pPr indent="-317500" lvl="6" marL="3200400" rtl="0">
              <a:spcBef>
                <a:spcPts val="0"/>
              </a:spcBef>
              <a:spcAft>
                <a:spcPts val="0"/>
              </a:spcAft>
              <a:buSzPts val="1400"/>
              <a:buChar char="●"/>
              <a:defRPr sz="2000"/>
            </a:lvl7pPr>
            <a:lvl8pPr indent="-317500" lvl="7" marL="3657600" rtl="0">
              <a:spcBef>
                <a:spcPts val="0"/>
              </a:spcBef>
              <a:spcAft>
                <a:spcPts val="0"/>
              </a:spcAft>
              <a:buSzPts val="1400"/>
              <a:buChar char="●"/>
              <a:defRPr sz="2000"/>
            </a:lvl8pPr>
            <a:lvl9pPr indent="-317500" lvl="8" marL="4114800" rtl="0">
              <a:spcBef>
                <a:spcPts val="0"/>
              </a:spcBef>
              <a:spcAft>
                <a:spcPts val="0"/>
              </a:spcAft>
              <a:buSzPts val="1400"/>
              <a:buChar char="●"/>
              <a:defRPr sz="2000"/>
            </a:lvl9pPr>
          </a:lstStyle>
          <a:p/>
        </p:txBody>
      </p:sp>
      <p:sp>
        <p:nvSpPr>
          <p:cNvPr id="24" name="Google Shape;24;p5"/>
          <p:cNvSpPr txBox="1"/>
          <p:nvPr>
            <p:ph idx="2" type="body"/>
          </p:nvPr>
        </p:nvSpPr>
        <p:spPr>
          <a:xfrm>
            <a:off x="650875" y="2041525"/>
            <a:ext cx="4278313" cy="6670675"/>
          </a:xfrm>
          <a:prstGeom prst="rect">
            <a:avLst/>
          </a:prstGeom>
          <a:noFill/>
          <a:ln>
            <a:noFill/>
          </a:ln>
        </p:spPr>
        <p:txBody>
          <a:bodyPr anchorCtr="0" anchor="t" bIns="91425" lIns="91425" spcFirstLastPara="1" rIns="91425" wrap="square" tIns="91425">
            <a:noAutofit/>
          </a:bodyPr>
          <a:lstStyle>
            <a:lvl1pPr indent="-228600" lvl="0" marL="457200" rtl="0">
              <a:spcBef>
                <a:spcPts val="3200"/>
              </a:spcBef>
              <a:spcAft>
                <a:spcPts val="0"/>
              </a:spcAft>
              <a:buSzPts val="1400"/>
              <a:buFont typeface="Arial"/>
              <a:buNone/>
              <a:defRPr sz="1400"/>
            </a:lvl1pPr>
            <a:lvl2pPr indent="-228600" lvl="1" marL="914400" rtl="0">
              <a:spcBef>
                <a:spcPts val="0"/>
              </a:spcBef>
              <a:spcAft>
                <a:spcPts val="0"/>
              </a:spcAft>
              <a:buSzPts val="1400"/>
              <a:buFont typeface="Arial"/>
              <a:buNone/>
              <a:defRPr sz="1200"/>
            </a:lvl2pPr>
            <a:lvl3pPr indent="-228600" lvl="2" marL="1371600" rtl="0">
              <a:spcBef>
                <a:spcPts val="0"/>
              </a:spcBef>
              <a:spcAft>
                <a:spcPts val="0"/>
              </a:spcAft>
              <a:buSzPts val="1400"/>
              <a:buFont typeface="Arial"/>
              <a:buNone/>
              <a:defRPr sz="1000"/>
            </a:lvl3pPr>
            <a:lvl4pPr indent="-228600" lvl="3" marL="1828800" rtl="0">
              <a:spcBef>
                <a:spcPts val="0"/>
              </a:spcBef>
              <a:spcAft>
                <a:spcPts val="0"/>
              </a:spcAft>
              <a:buSzPts val="1400"/>
              <a:buFont typeface="Arial"/>
              <a:buNone/>
              <a:defRPr sz="900"/>
            </a:lvl4pPr>
            <a:lvl5pPr indent="-228600" lvl="4" marL="2286000" rtl="0">
              <a:spcBef>
                <a:spcPts val="0"/>
              </a:spcBef>
              <a:spcAft>
                <a:spcPts val="0"/>
              </a:spcAft>
              <a:buSzPts val="1400"/>
              <a:buFont typeface="Arial"/>
              <a:buNone/>
              <a:defRPr sz="900"/>
            </a:lvl5pPr>
            <a:lvl6pPr indent="-228600" lvl="5" marL="2743200" rtl="0">
              <a:spcBef>
                <a:spcPts val="0"/>
              </a:spcBef>
              <a:spcAft>
                <a:spcPts val="0"/>
              </a:spcAft>
              <a:buSzPts val="1400"/>
              <a:buFont typeface="Arial"/>
              <a:buNone/>
              <a:defRPr sz="900"/>
            </a:lvl6pPr>
            <a:lvl7pPr indent="-228600" lvl="6" marL="3200400" rtl="0">
              <a:spcBef>
                <a:spcPts val="0"/>
              </a:spcBef>
              <a:spcAft>
                <a:spcPts val="0"/>
              </a:spcAft>
              <a:buSzPts val="1400"/>
              <a:buFont typeface="Arial"/>
              <a:buNone/>
              <a:defRPr sz="900"/>
            </a:lvl7pPr>
            <a:lvl8pPr indent="-228600" lvl="7" marL="3657600" rtl="0">
              <a:spcBef>
                <a:spcPts val="0"/>
              </a:spcBef>
              <a:spcAft>
                <a:spcPts val="0"/>
              </a:spcAft>
              <a:buSzPts val="1400"/>
              <a:buFont typeface="Arial"/>
              <a:buNone/>
              <a:defRPr sz="900"/>
            </a:lvl8pPr>
            <a:lvl9pPr indent="-228600" lvl="8" marL="4114800" rtl="0">
              <a:spcBef>
                <a:spcPts val="0"/>
              </a:spcBef>
              <a:spcAft>
                <a:spcPts val="0"/>
              </a:spcAft>
              <a:buSzPts val="1400"/>
              <a:buFont typeface="Arial"/>
              <a:buNone/>
              <a:defRPr sz="9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5" name="Shape 25"/>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7"/>
          <p:cNvSpPr txBox="1"/>
          <p:nvPr>
            <p:ph type="title"/>
          </p:nvPr>
        </p:nvSpPr>
        <p:spPr>
          <a:xfrm>
            <a:off x="368300" y="152400"/>
            <a:ext cx="12204700" cy="1155700"/>
          </a:xfrm>
          <a:prstGeom prst="rect">
            <a:avLst/>
          </a:prstGeom>
          <a:noFill/>
          <a:ln>
            <a:noFill/>
          </a:ln>
        </p:spPr>
        <p:txBody>
          <a:bodyPr anchorCtr="0" anchor="t" bIns="91425" lIns="91425" spcFirstLastPara="1" rIns="91425" wrap="square" tIns="91425">
            <a:noAutofit/>
          </a:bodyPr>
          <a:lstStyle>
            <a:lvl1pPr lvl="0" rtl="0" algn="ctr">
              <a:spcBef>
                <a:spcPts val="200"/>
              </a:spcBef>
              <a:spcAft>
                <a:spcPts val="0"/>
              </a:spcAft>
              <a:buSzPts val="1400"/>
              <a:buChar char="●"/>
              <a:defRPr sz="6400">
                <a:solidFill>
                  <a:srgbClr val="000000"/>
                </a:solidFill>
                <a:latin typeface="Arial Black"/>
                <a:ea typeface="Arial Black"/>
                <a:cs typeface="Arial Black"/>
                <a:sym typeface="Arial Black"/>
              </a:defRPr>
            </a:lvl1pPr>
            <a:lvl2pPr lvl="1" rtl="0" algn="ctr">
              <a:spcBef>
                <a:spcPts val="0"/>
              </a:spcBef>
              <a:spcAft>
                <a:spcPts val="0"/>
              </a:spcAft>
              <a:buSzPts val="1400"/>
              <a:buChar char="○"/>
              <a:defRPr sz="6400">
                <a:solidFill>
                  <a:srgbClr val="000000"/>
                </a:solidFill>
                <a:latin typeface="Arial Black"/>
                <a:ea typeface="Arial Black"/>
                <a:cs typeface="Arial Black"/>
                <a:sym typeface="Arial Black"/>
              </a:defRPr>
            </a:lvl2pPr>
            <a:lvl3pPr lvl="2" rtl="0" algn="ctr">
              <a:spcBef>
                <a:spcPts val="0"/>
              </a:spcBef>
              <a:spcAft>
                <a:spcPts val="0"/>
              </a:spcAft>
              <a:buSzPts val="1400"/>
              <a:buChar char="■"/>
              <a:defRPr sz="6400">
                <a:solidFill>
                  <a:srgbClr val="000000"/>
                </a:solidFill>
                <a:latin typeface="Arial Black"/>
                <a:ea typeface="Arial Black"/>
                <a:cs typeface="Arial Black"/>
                <a:sym typeface="Arial Black"/>
              </a:defRPr>
            </a:lvl3pPr>
            <a:lvl4pPr lvl="3" rtl="0" algn="ctr">
              <a:spcBef>
                <a:spcPts val="0"/>
              </a:spcBef>
              <a:spcAft>
                <a:spcPts val="0"/>
              </a:spcAft>
              <a:buSzPts val="1400"/>
              <a:buChar char="●"/>
              <a:defRPr sz="6400">
                <a:solidFill>
                  <a:srgbClr val="000000"/>
                </a:solidFill>
                <a:latin typeface="Arial Black"/>
                <a:ea typeface="Arial Black"/>
                <a:cs typeface="Arial Black"/>
                <a:sym typeface="Arial Black"/>
              </a:defRPr>
            </a:lvl4pPr>
            <a:lvl5pPr lvl="4" rtl="0" algn="ctr">
              <a:spcBef>
                <a:spcPts val="0"/>
              </a:spcBef>
              <a:spcAft>
                <a:spcPts val="0"/>
              </a:spcAft>
              <a:buSzPts val="1400"/>
              <a:buChar char="○"/>
              <a:defRPr sz="6400">
                <a:solidFill>
                  <a:srgbClr val="000000"/>
                </a:solidFill>
                <a:latin typeface="Arial Black"/>
                <a:ea typeface="Arial Black"/>
                <a:cs typeface="Arial Black"/>
                <a:sym typeface="Arial Black"/>
              </a:defRPr>
            </a:lvl5pPr>
            <a:lvl6pPr lvl="5" marL="457200" rtl="0" algn="ctr">
              <a:spcBef>
                <a:spcPts val="0"/>
              </a:spcBef>
              <a:spcAft>
                <a:spcPts val="0"/>
              </a:spcAft>
              <a:buSzPts val="1400"/>
              <a:buChar char="■"/>
              <a:defRPr sz="6400">
                <a:solidFill>
                  <a:srgbClr val="000000"/>
                </a:solidFill>
                <a:latin typeface="Arial Black"/>
                <a:ea typeface="Arial Black"/>
                <a:cs typeface="Arial Black"/>
                <a:sym typeface="Arial Black"/>
              </a:defRPr>
            </a:lvl6pPr>
            <a:lvl7pPr lvl="6" marL="914400" rtl="0" algn="ctr">
              <a:spcBef>
                <a:spcPts val="0"/>
              </a:spcBef>
              <a:spcAft>
                <a:spcPts val="0"/>
              </a:spcAft>
              <a:buSzPts val="1400"/>
              <a:buChar char="●"/>
              <a:defRPr sz="6400">
                <a:solidFill>
                  <a:srgbClr val="000000"/>
                </a:solidFill>
                <a:latin typeface="Arial Black"/>
                <a:ea typeface="Arial Black"/>
                <a:cs typeface="Arial Black"/>
                <a:sym typeface="Arial Black"/>
              </a:defRPr>
            </a:lvl7pPr>
            <a:lvl8pPr lvl="7" marL="1371600" rtl="0" algn="ctr">
              <a:spcBef>
                <a:spcPts val="0"/>
              </a:spcBef>
              <a:spcAft>
                <a:spcPts val="0"/>
              </a:spcAft>
              <a:buSzPts val="1400"/>
              <a:buChar char="○"/>
              <a:defRPr sz="6400">
                <a:solidFill>
                  <a:srgbClr val="000000"/>
                </a:solidFill>
                <a:latin typeface="Arial Black"/>
                <a:ea typeface="Arial Black"/>
                <a:cs typeface="Arial Black"/>
                <a:sym typeface="Arial Black"/>
              </a:defRPr>
            </a:lvl8pPr>
            <a:lvl9pPr lvl="8" marL="1828800" rtl="0" algn="ctr">
              <a:spcBef>
                <a:spcPts val="0"/>
              </a:spcBef>
              <a:spcAft>
                <a:spcPts val="0"/>
              </a:spcAft>
              <a:buSzPts val="1400"/>
              <a:buChar char="■"/>
              <a:defRPr sz="6400">
                <a:solidFill>
                  <a:srgbClr val="000000"/>
                </a:solidFill>
                <a:latin typeface="Arial Black"/>
                <a:ea typeface="Arial Black"/>
                <a:cs typeface="Arial Black"/>
                <a:sym typeface="Arial Black"/>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_OBJECTS_WITH_TEXT" type="twoTxTwoObj">
  <p:cSld name="TWO_OBJECTS_WITH_TEXT">
    <p:spTree>
      <p:nvGrpSpPr>
        <p:cNvPr id="28" name="Shape 28"/>
        <p:cNvGrpSpPr/>
        <p:nvPr/>
      </p:nvGrpSpPr>
      <p:grpSpPr>
        <a:xfrm>
          <a:off x="0" y="0"/>
          <a:ext cx="0" cy="0"/>
          <a:chOff x="0" y="0"/>
          <a:chExt cx="0" cy="0"/>
        </a:xfrm>
      </p:grpSpPr>
      <p:sp>
        <p:nvSpPr>
          <p:cNvPr id="29" name="Google Shape;29;p8"/>
          <p:cNvSpPr txBox="1"/>
          <p:nvPr>
            <p:ph type="title"/>
          </p:nvPr>
        </p:nvSpPr>
        <p:spPr>
          <a:xfrm>
            <a:off x="650875" y="390525"/>
            <a:ext cx="11703050" cy="1625600"/>
          </a:xfrm>
          <a:prstGeom prst="rect">
            <a:avLst/>
          </a:prstGeom>
          <a:noFill/>
          <a:ln>
            <a:noFill/>
          </a:ln>
        </p:spPr>
        <p:txBody>
          <a:bodyPr anchorCtr="0" anchor="t" bIns="91425" lIns="91425" spcFirstLastPara="1" rIns="91425" wrap="square" tIns="91425">
            <a:noAutofit/>
          </a:bodyPr>
          <a:lstStyle>
            <a:lvl1pPr lvl="0" rtl="0">
              <a:spcBef>
                <a:spcPts val="20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0" name="Google Shape;30;p8"/>
          <p:cNvSpPr txBox="1"/>
          <p:nvPr>
            <p:ph idx="1" type="body"/>
          </p:nvPr>
        </p:nvSpPr>
        <p:spPr>
          <a:xfrm>
            <a:off x="650875" y="2182813"/>
            <a:ext cx="5745163" cy="909637"/>
          </a:xfrm>
          <a:prstGeom prst="rect">
            <a:avLst/>
          </a:prstGeom>
          <a:noFill/>
          <a:ln>
            <a:noFill/>
          </a:ln>
        </p:spPr>
        <p:txBody>
          <a:bodyPr anchorCtr="0" anchor="b" bIns="91425" lIns="91425" spcFirstLastPara="1" rIns="91425" wrap="square" tIns="91425">
            <a:noAutofit/>
          </a:bodyPr>
          <a:lstStyle>
            <a:lvl1pPr indent="-228600" lvl="0" marL="457200" rtl="0">
              <a:spcBef>
                <a:spcPts val="3200"/>
              </a:spcBef>
              <a:spcAft>
                <a:spcPts val="0"/>
              </a:spcAft>
              <a:buSzPts val="1400"/>
              <a:buFont typeface="Arial"/>
              <a:buNone/>
              <a:defRPr b="1" sz="2400"/>
            </a:lvl1pPr>
            <a:lvl2pPr indent="-228600" lvl="1" marL="914400" rtl="0">
              <a:spcBef>
                <a:spcPts val="0"/>
              </a:spcBef>
              <a:spcAft>
                <a:spcPts val="0"/>
              </a:spcAft>
              <a:buSzPts val="1400"/>
              <a:buFont typeface="Arial"/>
              <a:buNone/>
              <a:defRPr b="1" sz="2000"/>
            </a:lvl2pPr>
            <a:lvl3pPr indent="-228600" lvl="2" marL="1371600" rtl="0">
              <a:spcBef>
                <a:spcPts val="0"/>
              </a:spcBef>
              <a:spcAft>
                <a:spcPts val="0"/>
              </a:spcAft>
              <a:buSzPts val="1400"/>
              <a:buFont typeface="Arial"/>
              <a:buNone/>
              <a:defRPr b="1" sz="1800"/>
            </a:lvl3pPr>
            <a:lvl4pPr indent="-228600" lvl="3" marL="1828800" rtl="0">
              <a:spcBef>
                <a:spcPts val="0"/>
              </a:spcBef>
              <a:spcAft>
                <a:spcPts val="0"/>
              </a:spcAft>
              <a:buSzPts val="1400"/>
              <a:buFont typeface="Arial"/>
              <a:buNone/>
              <a:defRPr b="1" sz="1600"/>
            </a:lvl4pPr>
            <a:lvl5pPr indent="-228600" lvl="4" marL="2286000" rtl="0">
              <a:spcBef>
                <a:spcPts val="0"/>
              </a:spcBef>
              <a:spcAft>
                <a:spcPts val="0"/>
              </a:spcAft>
              <a:buSzPts val="1400"/>
              <a:buFont typeface="Arial"/>
              <a:buNone/>
              <a:defRPr b="1" sz="1600"/>
            </a:lvl5pPr>
            <a:lvl6pPr indent="-228600" lvl="5" marL="2743200" rtl="0">
              <a:spcBef>
                <a:spcPts val="0"/>
              </a:spcBef>
              <a:spcAft>
                <a:spcPts val="0"/>
              </a:spcAft>
              <a:buSzPts val="1400"/>
              <a:buFont typeface="Arial"/>
              <a:buNone/>
              <a:defRPr b="1" sz="1600"/>
            </a:lvl6pPr>
            <a:lvl7pPr indent="-228600" lvl="6" marL="3200400" rtl="0">
              <a:spcBef>
                <a:spcPts val="0"/>
              </a:spcBef>
              <a:spcAft>
                <a:spcPts val="0"/>
              </a:spcAft>
              <a:buSzPts val="1400"/>
              <a:buFont typeface="Arial"/>
              <a:buNone/>
              <a:defRPr b="1" sz="1600"/>
            </a:lvl7pPr>
            <a:lvl8pPr indent="-228600" lvl="7" marL="3657600" rtl="0">
              <a:spcBef>
                <a:spcPts val="0"/>
              </a:spcBef>
              <a:spcAft>
                <a:spcPts val="0"/>
              </a:spcAft>
              <a:buSzPts val="1400"/>
              <a:buFont typeface="Arial"/>
              <a:buNone/>
              <a:defRPr b="1" sz="1600"/>
            </a:lvl8pPr>
            <a:lvl9pPr indent="-228600" lvl="8" marL="4114800" rtl="0">
              <a:spcBef>
                <a:spcPts val="0"/>
              </a:spcBef>
              <a:spcAft>
                <a:spcPts val="0"/>
              </a:spcAft>
              <a:buSzPts val="1400"/>
              <a:buFont typeface="Arial"/>
              <a:buNone/>
              <a:defRPr b="1" sz="1600"/>
            </a:lvl9pPr>
          </a:lstStyle>
          <a:p/>
        </p:txBody>
      </p:sp>
      <p:sp>
        <p:nvSpPr>
          <p:cNvPr id="31" name="Google Shape;31;p8"/>
          <p:cNvSpPr txBox="1"/>
          <p:nvPr>
            <p:ph idx="2" type="body"/>
          </p:nvPr>
        </p:nvSpPr>
        <p:spPr>
          <a:xfrm>
            <a:off x="650875" y="3092450"/>
            <a:ext cx="5745163" cy="5619750"/>
          </a:xfrm>
          <a:prstGeom prst="rect">
            <a:avLst/>
          </a:prstGeom>
          <a:noFill/>
          <a:ln>
            <a:noFill/>
          </a:ln>
        </p:spPr>
        <p:txBody>
          <a:bodyPr anchorCtr="0" anchor="t" bIns="91425" lIns="91425" spcFirstLastPara="1" rIns="91425" wrap="square" tIns="91425">
            <a:noAutofit/>
          </a:bodyPr>
          <a:lstStyle>
            <a:lvl1pPr indent="-317500" lvl="0" marL="457200" rtl="0">
              <a:spcBef>
                <a:spcPts val="3200"/>
              </a:spcBef>
              <a:spcAft>
                <a:spcPts val="0"/>
              </a:spcAft>
              <a:buSzPts val="1400"/>
              <a:buChar char="●"/>
              <a:defRPr sz="2400"/>
            </a:lvl1pPr>
            <a:lvl2pPr indent="-317500" lvl="1" marL="914400" rtl="0">
              <a:spcBef>
                <a:spcPts val="0"/>
              </a:spcBef>
              <a:spcAft>
                <a:spcPts val="0"/>
              </a:spcAft>
              <a:buSzPts val="1400"/>
              <a:buChar char="●"/>
              <a:defRPr sz="2000"/>
            </a:lvl2pPr>
            <a:lvl3pPr indent="-317500" lvl="2" marL="1371600" rtl="0">
              <a:spcBef>
                <a:spcPts val="0"/>
              </a:spcBef>
              <a:spcAft>
                <a:spcPts val="0"/>
              </a:spcAft>
              <a:buSzPts val="1400"/>
              <a:buChar char="●"/>
              <a:defRPr sz="1800"/>
            </a:lvl3pPr>
            <a:lvl4pPr indent="-317500" lvl="3" marL="1828800" rtl="0">
              <a:spcBef>
                <a:spcPts val="0"/>
              </a:spcBef>
              <a:spcAft>
                <a:spcPts val="0"/>
              </a:spcAft>
              <a:buSzPts val="1400"/>
              <a:buChar char="●"/>
              <a:defRPr sz="1600"/>
            </a:lvl4pPr>
            <a:lvl5pPr indent="-317500" lvl="4" marL="2286000" rtl="0">
              <a:spcBef>
                <a:spcPts val="0"/>
              </a:spcBef>
              <a:spcAft>
                <a:spcPts val="0"/>
              </a:spcAft>
              <a:buSzPts val="1400"/>
              <a:buChar char="●"/>
              <a:defRPr sz="1600"/>
            </a:lvl5pPr>
            <a:lvl6pPr indent="-317500" lvl="5" marL="2743200" rtl="0">
              <a:spcBef>
                <a:spcPts val="0"/>
              </a:spcBef>
              <a:spcAft>
                <a:spcPts val="0"/>
              </a:spcAft>
              <a:buSzPts val="1400"/>
              <a:buChar char="●"/>
              <a:defRPr sz="1600"/>
            </a:lvl6pPr>
            <a:lvl7pPr indent="-317500" lvl="6" marL="3200400" rtl="0">
              <a:spcBef>
                <a:spcPts val="0"/>
              </a:spcBef>
              <a:spcAft>
                <a:spcPts val="0"/>
              </a:spcAft>
              <a:buSzPts val="1400"/>
              <a:buChar char="●"/>
              <a:defRPr sz="1600"/>
            </a:lvl7pPr>
            <a:lvl8pPr indent="-317500" lvl="7" marL="3657600" rtl="0">
              <a:spcBef>
                <a:spcPts val="0"/>
              </a:spcBef>
              <a:spcAft>
                <a:spcPts val="0"/>
              </a:spcAft>
              <a:buSzPts val="1400"/>
              <a:buChar char="●"/>
              <a:defRPr sz="1600"/>
            </a:lvl8pPr>
            <a:lvl9pPr indent="-317500" lvl="8" marL="4114800" rtl="0">
              <a:spcBef>
                <a:spcPts val="0"/>
              </a:spcBef>
              <a:spcAft>
                <a:spcPts val="0"/>
              </a:spcAft>
              <a:buSzPts val="1400"/>
              <a:buChar char="●"/>
              <a:defRPr sz="1600"/>
            </a:lvl9pPr>
          </a:lstStyle>
          <a:p/>
        </p:txBody>
      </p:sp>
      <p:sp>
        <p:nvSpPr>
          <p:cNvPr id="32" name="Google Shape;32;p8"/>
          <p:cNvSpPr txBox="1"/>
          <p:nvPr>
            <p:ph idx="3" type="body"/>
          </p:nvPr>
        </p:nvSpPr>
        <p:spPr>
          <a:xfrm>
            <a:off x="6605588" y="2182813"/>
            <a:ext cx="5748337" cy="909637"/>
          </a:xfrm>
          <a:prstGeom prst="rect">
            <a:avLst/>
          </a:prstGeom>
          <a:noFill/>
          <a:ln>
            <a:noFill/>
          </a:ln>
        </p:spPr>
        <p:txBody>
          <a:bodyPr anchorCtr="0" anchor="b" bIns="91425" lIns="91425" spcFirstLastPara="1" rIns="91425" wrap="square" tIns="91425">
            <a:noAutofit/>
          </a:bodyPr>
          <a:lstStyle>
            <a:lvl1pPr indent="-228600" lvl="0" marL="457200" rtl="0">
              <a:spcBef>
                <a:spcPts val="3200"/>
              </a:spcBef>
              <a:spcAft>
                <a:spcPts val="0"/>
              </a:spcAft>
              <a:buSzPts val="1400"/>
              <a:buFont typeface="Arial"/>
              <a:buNone/>
              <a:defRPr b="1" sz="2400"/>
            </a:lvl1pPr>
            <a:lvl2pPr indent="-228600" lvl="1" marL="914400" rtl="0">
              <a:spcBef>
                <a:spcPts val="0"/>
              </a:spcBef>
              <a:spcAft>
                <a:spcPts val="0"/>
              </a:spcAft>
              <a:buSzPts val="1400"/>
              <a:buFont typeface="Arial"/>
              <a:buNone/>
              <a:defRPr b="1" sz="2000"/>
            </a:lvl2pPr>
            <a:lvl3pPr indent="-228600" lvl="2" marL="1371600" rtl="0">
              <a:spcBef>
                <a:spcPts val="0"/>
              </a:spcBef>
              <a:spcAft>
                <a:spcPts val="0"/>
              </a:spcAft>
              <a:buSzPts val="1400"/>
              <a:buFont typeface="Arial"/>
              <a:buNone/>
              <a:defRPr b="1" sz="1800"/>
            </a:lvl3pPr>
            <a:lvl4pPr indent="-228600" lvl="3" marL="1828800" rtl="0">
              <a:spcBef>
                <a:spcPts val="0"/>
              </a:spcBef>
              <a:spcAft>
                <a:spcPts val="0"/>
              </a:spcAft>
              <a:buSzPts val="1400"/>
              <a:buFont typeface="Arial"/>
              <a:buNone/>
              <a:defRPr b="1" sz="1600"/>
            </a:lvl4pPr>
            <a:lvl5pPr indent="-228600" lvl="4" marL="2286000" rtl="0">
              <a:spcBef>
                <a:spcPts val="0"/>
              </a:spcBef>
              <a:spcAft>
                <a:spcPts val="0"/>
              </a:spcAft>
              <a:buSzPts val="1400"/>
              <a:buFont typeface="Arial"/>
              <a:buNone/>
              <a:defRPr b="1" sz="1600"/>
            </a:lvl5pPr>
            <a:lvl6pPr indent="-228600" lvl="5" marL="2743200" rtl="0">
              <a:spcBef>
                <a:spcPts val="0"/>
              </a:spcBef>
              <a:spcAft>
                <a:spcPts val="0"/>
              </a:spcAft>
              <a:buSzPts val="1400"/>
              <a:buFont typeface="Arial"/>
              <a:buNone/>
              <a:defRPr b="1" sz="1600"/>
            </a:lvl6pPr>
            <a:lvl7pPr indent="-228600" lvl="6" marL="3200400" rtl="0">
              <a:spcBef>
                <a:spcPts val="0"/>
              </a:spcBef>
              <a:spcAft>
                <a:spcPts val="0"/>
              </a:spcAft>
              <a:buSzPts val="1400"/>
              <a:buFont typeface="Arial"/>
              <a:buNone/>
              <a:defRPr b="1" sz="1600"/>
            </a:lvl7pPr>
            <a:lvl8pPr indent="-228600" lvl="7" marL="3657600" rtl="0">
              <a:spcBef>
                <a:spcPts val="0"/>
              </a:spcBef>
              <a:spcAft>
                <a:spcPts val="0"/>
              </a:spcAft>
              <a:buSzPts val="1400"/>
              <a:buFont typeface="Arial"/>
              <a:buNone/>
              <a:defRPr b="1" sz="1600"/>
            </a:lvl8pPr>
            <a:lvl9pPr indent="-228600" lvl="8" marL="4114800" rtl="0">
              <a:spcBef>
                <a:spcPts val="0"/>
              </a:spcBef>
              <a:spcAft>
                <a:spcPts val="0"/>
              </a:spcAft>
              <a:buSzPts val="1400"/>
              <a:buFont typeface="Arial"/>
              <a:buNone/>
              <a:defRPr b="1" sz="1600"/>
            </a:lvl9pPr>
          </a:lstStyle>
          <a:p/>
        </p:txBody>
      </p:sp>
      <p:sp>
        <p:nvSpPr>
          <p:cNvPr id="33" name="Google Shape;33;p8"/>
          <p:cNvSpPr txBox="1"/>
          <p:nvPr>
            <p:ph idx="4" type="body"/>
          </p:nvPr>
        </p:nvSpPr>
        <p:spPr>
          <a:xfrm>
            <a:off x="6605588" y="3092450"/>
            <a:ext cx="5748337" cy="5619750"/>
          </a:xfrm>
          <a:prstGeom prst="rect">
            <a:avLst/>
          </a:prstGeom>
          <a:noFill/>
          <a:ln>
            <a:noFill/>
          </a:ln>
        </p:spPr>
        <p:txBody>
          <a:bodyPr anchorCtr="0" anchor="t" bIns="91425" lIns="91425" spcFirstLastPara="1" rIns="91425" wrap="square" tIns="91425">
            <a:noAutofit/>
          </a:bodyPr>
          <a:lstStyle>
            <a:lvl1pPr indent="-317500" lvl="0" marL="457200" rtl="0">
              <a:spcBef>
                <a:spcPts val="3200"/>
              </a:spcBef>
              <a:spcAft>
                <a:spcPts val="0"/>
              </a:spcAft>
              <a:buSzPts val="1400"/>
              <a:buChar char="●"/>
              <a:defRPr sz="2400"/>
            </a:lvl1pPr>
            <a:lvl2pPr indent="-317500" lvl="1" marL="914400" rtl="0">
              <a:spcBef>
                <a:spcPts val="0"/>
              </a:spcBef>
              <a:spcAft>
                <a:spcPts val="0"/>
              </a:spcAft>
              <a:buSzPts val="1400"/>
              <a:buChar char="●"/>
              <a:defRPr sz="2000"/>
            </a:lvl2pPr>
            <a:lvl3pPr indent="-317500" lvl="2" marL="1371600" rtl="0">
              <a:spcBef>
                <a:spcPts val="0"/>
              </a:spcBef>
              <a:spcAft>
                <a:spcPts val="0"/>
              </a:spcAft>
              <a:buSzPts val="1400"/>
              <a:buChar char="●"/>
              <a:defRPr sz="1800"/>
            </a:lvl3pPr>
            <a:lvl4pPr indent="-317500" lvl="3" marL="1828800" rtl="0">
              <a:spcBef>
                <a:spcPts val="0"/>
              </a:spcBef>
              <a:spcAft>
                <a:spcPts val="0"/>
              </a:spcAft>
              <a:buSzPts val="1400"/>
              <a:buChar char="●"/>
              <a:defRPr sz="1600"/>
            </a:lvl4pPr>
            <a:lvl5pPr indent="-317500" lvl="4" marL="2286000" rtl="0">
              <a:spcBef>
                <a:spcPts val="0"/>
              </a:spcBef>
              <a:spcAft>
                <a:spcPts val="0"/>
              </a:spcAft>
              <a:buSzPts val="1400"/>
              <a:buChar char="●"/>
              <a:defRPr sz="1600"/>
            </a:lvl5pPr>
            <a:lvl6pPr indent="-317500" lvl="5" marL="2743200" rtl="0">
              <a:spcBef>
                <a:spcPts val="0"/>
              </a:spcBef>
              <a:spcAft>
                <a:spcPts val="0"/>
              </a:spcAft>
              <a:buSzPts val="1400"/>
              <a:buChar char="●"/>
              <a:defRPr sz="1600"/>
            </a:lvl6pPr>
            <a:lvl7pPr indent="-317500" lvl="6" marL="3200400" rtl="0">
              <a:spcBef>
                <a:spcPts val="0"/>
              </a:spcBef>
              <a:spcAft>
                <a:spcPts val="0"/>
              </a:spcAft>
              <a:buSzPts val="1400"/>
              <a:buChar char="●"/>
              <a:defRPr sz="1600"/>
            </a:lvl7pPr>
            <a:lvl8pPr indent="-317500" lvl="7" marL="3657600" rtl="0">
              <a:spcBef>
                <a:spcPts val="0"/>
              </a:spcBef>
              <a:spcAft>
                <a:spcPts val="0"/>
              </a:spcAft>
              <a:buSzPts val="1400"/>
              <a:buChar char="●"/>
              <a:defRPr sz="1600"/>
            </a:lvl8pPr>
            <a:lvl9pPr indent="-317500" lvl="8" marL="4114800" rtl="0">
              <a:spcBef>
                <a:spcPts val="0"/>
              </a:spcBef>
              <a:spcAft>
                <a:spcPts val="0"/>
              </a:spcAft>
              <a:buSzPts val="1400"/>
              <a:buChar char="●"/>
              <a:defRPr sz="16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_OBJECTS" type="twoObj">
  <p:cSld name="TWO_OBJECTS">
    <p:spTree>
      <p:nvGrpSpPr>
        <p:cNvPr id="34" name="Shape 34"/>
        <p:cNvGrpSpPr/>
        <p:nvPr/>
      </p:nvGrpSpPr>
      <p:grpSpPr>
        <a:xfrm>
          <a:off x="0" y="0"/>
          <a:ext cx="0" cy="0"/>
          <a:chOff x="0" y="0"/>
          <a:chExt cx="0" cy="0"/>
        </a:xfrm>
      </p:grpSpPr>
      <p:sp>
        <p:nvSpPr>
          <p:cNvPr id="35" name="Google Shape;35;p9"/>
          <p:cNvSpPr txBox="1"/>
          <p:nvPr>
            <p:ph type="title"/>
          </p:nvPr>
        </p:nvSpPr>
        <p:spPr>
          <a:xfrm>
            <a:off x="368300" y="152400"/>
            <a:ext cx="12204700" cy="1155700"/>
          </a:xfrm>
          <a:prstGeom prst="rect">
            <a:avLst/>
          </a:prstGeom>
          <a:noFill/>
          <a:ln>
            <a:noFill/>
          </a:ln>
        </p:spPr>
        <p:txBody>
          <a:bodyPr anchorCtr="0" anchor="t" bIns="91425" lIns="91425" spcFirstLastPara="1" rIns="91425" wrap="square" tIns="91425">
            <a:noAutofit/>
          </a:bodyPr>
          <a:lstStyle>
            <a:lvl1pPr lvl="0" rtl="0" algn="ctr">
              <a:spcBef>
                <a:spcPts val="200"/>
              </a:spcBef>
              <a:spcAft>
                <a:spcPts val="0"/>
              </a:spcAft>
              <a:buSzPts val="1400"/>
              <a:buChar char="●"/>
              <a:defRPr sz="6400">
                <a:solidFill>
                  <a:srgbClr val="000000"/>
                </a:solidFill>
                <a:latin typeface="Arial Black"/>
                <a:ea typeface="Arial Black"/>
                <a:cs typeface="Arial Black"/>
                <a:sym typeface="Arial Black"/>
              </a:defRPr>
            </a:lvl1pPr>
            <a:lvl2pPr lvl="1" rtl="0" algn="ctr">
              <a:spcBef>
                <a:spcPts val="0"/>
              </a:spcBef>
              <a:spcAft>
                <a:spcPts val="0"/>
              </a:spcAft>
              <a:buSzPts val="1400"/>
              <a:buChar char="○"/>
              <a:defRPr sz="6400">
                <a:solidFill>
                  <a:srgbClr val="000000"/>
                </a:solidFill>
                <a:latin typeface="Arial Black"/>
                <a:ea typeface="Arial Black"/>
                <a:cs typeface="Arial Black"/>
                <a:sym typeface="Arial Black"/>
              </a:defRPr>
            </a:lvl2pPr>
            <a:lvl3pPr lvl="2" rtl="0" algn="ctr">
              <a:spcBef>
                <a:spcPts val="0"/>
              </a:spcBef>
              <a:spcAft>
                <a:spcPts val="0"/>
              </a:spcAft>
              <a:buSzPts val="1400"/>
              <a:buChar char="■"/>
              <a:defRPr sz="6400">
                <a:solidFill>
                  <a:srgbClr val="000000"/>
                </a:solidFill>
                <a:latin typeface="Arial Black"/>
                <a:ea typeface="Arial Black"/>
                <a:cs typeface="Arial Black"/>
                <a:sym typeface="Arial Black"/>
              </a:defRPr>
            </a:lvl3pPr>
            <a:lvl4pPr lvl="3" rtl="0" algn="ctr">
              <a:spcBef>
                <a:spcPts val="0"/>
              </a:spcBef>
              <a:spcAft>
                <a:spcPts val="0"/>
              </a:spcAft>
              <a:buSzPts val="1400"/>
              <a:buChar char="●"/>
              <a:defRPr sz="6400">
                <a:solidFill>
                  <a:srgbClr val="000000"/>
                </a:solidFill>
                <a:latin typeface="Arial Black"/>
                <a:ea typeface="Arial Black"/>
                <a:cs typeface="Arial Black"/>
                <a:sym typeface="Arial Black"/>
              </a:defRPr>
            </a:lvl4pPr>
            <a:lvl5pPr lvl="4" rtl="0" algn="ctr">
              <a:spcBef>
                <a:spcPts val="0"/>
              </a:spcBef>
              <a:spcAft>
                <a:spcPts val="0"/>
              </a:spcAft>
              <a:buSzPts val="1400"/>
              <a:buChar char="○"/>
              <a:defRPr sz="6400">
                <a:solidFill>
                  <a:srgbClr val="000000"/>
                </a:solidFill>
                <a:latin typeface="Arial Black"/>
                <a:ea typeface="Arial Black"/>
                <a:cs typeface="Arial Black"/>
                <a:sym typeface="Arial Black"/>
              </a:defRPr>
            </a:lvl5pPr>
            <a:lvl6pPr lvl="5" marL="457200" rtl="0" algn="ctr">
              <a:spcBef>
                <a:spcPts val="0"/>
              </a:spcBef>
              <a:spcAft>
                <a:spcPts val="0"/>
              </a:spcAft>
              <a:buSzPts val="1400"/>
              <a:buChar char="■"/>
              <a:defRPr sz="6400">
                <a:solidFill>
                  <a:srgbClr val="000000"/>
                </a:solidFill>
                <a:latin typeface="Arial Black"/>
                <a:ea typeface="Arial Black"/>
                <a:cs typeface="Arial Black"/>
                <a:sym typeface="Arial Black"/>
              </a:defRPr>
            </a:lvl6pPr>
            <a:lvl7pPr lvl="6" marL="914400" rtl="0" algn="ctr">
              <a:spcBef>
                <a:spcPts val="0"/>
              </a:spcBef>
              <a:spcAft>
                <a:spcPts val="0"/>
              </a:spcAft>
              <a:buSzPts val="1400"/>
              <a:buChar char="●"/>
              <a:defRPr sz="6400">
                <a:solidFill>
                  <a:srgbClr val="000000"/>
                </a:solidFill>
                <a:latin typeface="Arial Black"/>
                <a:ea typeface="Arial Black"/>
                <a:cs typeface="Arial Black"/>
                <a:sym typeface="Arial Black"/>
              </a:defRPr>
            </a:lvl7pPr>
            <a:lvl8pPr lvl="7" marL="1371600" rtl="0" algn="ctr">
              <a:spcBef>
                <a:spcPts val="0"/>
              </a:spcBef>
              <a:spcAft>
                <a:spcPts val="0"/>
              </a:spcAft>
              <a:buSzPts val="1400"/>
              <a:buChar char="○"/>
              <a:defRPr sz="6400">
                <a:solidFill>
                  <a:srgbClr val="000000"/>
                </a:solidFill>
                <a:latin typeface="Arial Black"/>
                <a:ea typeface="Arial Black"/>
                <a:cs typeface="Arial Black"/>
                <a:sym typeface="Arial Black"/>
              </a:defRPr>
            </a:lvl8pPr>
            <a:lvl9pPr lvl="8" marL="1828800" rtl="0" algn="ctr">
              <a:spcBef>
                <a:spcPts val="0"/>
              </a:spcBef>
              <a:spcAft>
                <a:spcPts val="0"/>
              </a:spcAft>
              <a:buSzPts val="1400"/>
              <a:buChar char="■"/>
              <a:defRPr sz="6400">
                <a:solidFill>
                  <a:srgbClr val="000000"/>
                </a:solidFill>
                <a:latin typeface="Arial Black"/>
                <a:ea typeface="Arial Black"/>
                <a:cs typeface="Arial Black"/>
                <a:sym typeface="Arial Black"/>
              </a:defRPr>
            </a:lvl9pPr>
          </a:lstStyle>
          <a:p/>
        </p:txBody>
      </p:sp>
      <p:sp>
        <p:nvSpPr>
          <p:cNvPr id="36" name="Google Shape;36;p9"/>
          <p:cNvSpPr txBox="1"/>
          <p:nvPr>
            <p:ph idx="1" type="body"/>
          </p:nvPr>
        </p:nvSpPr>
        <p:spPr>
          <a:xfrm>
            <a:off x="1308100" y="2070100"/>
            <a:ext cx="5207000" cy="6273800"/>
          </a:xfrm>
          <a:prstGeom prst="rect">
            <a:avLst/>
          </a:prstGeom>
          <a:noFill/>
          <a:ln>
            <a:noFill/>
          </a:ln>
        </p:spPr>
        <p:txBody>
          <a:bodyPr anchorCtr="0" anchor="t" bIns="91425" lIns="91425" spcFirstLastPara="1" rIns="91425" wrap="square" tIns="91425">
            <a:noAutofit/>
          </a:bodyPr>
          <a:lstStyle>
            <a:lvl1pPr indent="-317500" lvl="0" marL="457200" rtl="0">
              <a:spcBef>
                <a:spcPts val="3200"/>
              </a:spcBef>
              <a:spcAft>
                <a:spcPts val="0"/>
              </a:spcAft>
              <a:buSzPts val="1400"/>
              <a:buChar char="●"/>
              <a:defRPr sz="2800"/>
            </a:lvl1pPr>
            <a:lvl2pPr indent="-317500" lvl="1" marL="914400" rtl="0">
              <a:spcBef>
                <a:spcPts val="0"/>
              </a:spcBef>
              <a:spcAft>
                <a:spcPts val="0"/>
              </a:spcAft>
              <a:buSzPts val="1400"/>
              <a:buChar char="●"/>
              <a:defRPr sz="2400"/>
            </a:lvl2pPr>
            <a:lvl3pPr indent="-317500" lvl="2" marL="1371600" rtl="0">
              <a:spcBef>
                <a:spcPts val="0"/>
              </a:spcBef>
              <a:spcAft>
                <a:spcPts val="0"/>
              </a:spcAft>
              <a:buSzPts val="1400"/>
              <a:buChar char="●"/>
              <a:defRPr sz="2000"/>
            </a:lvl3pPr>
            <a:lvl4pPr indent="-317500" lvl="3" marL="1828800" rtl="0">
              <a:spcBef>
                <a:spcPts val="0"/>
              </a:spcBef>
              <a:spcAft>
                <a:spcPts val="0"/>
              </a:spcAft>
              <a:buSzPts val="1400"/>
              <a:buChar char="●"/>
              <a:defRPr sz="1800"/>
            </a:lvl4pPr>
            <a:lvl5pPr indent="-317500" lvl="4" marL="2286000" rtl="0">
              <a:spcBef>
                <a:spcPts val="0"/>
              </a:spcBef>
              <a:spcAft>
                <a:spcPts val="0"/>
              </a:spcAft>
              <a:buSzPts val="1400"/>
              <a:buChar char="●"/>
              <a:defRPr sz="1800"/>
            </a:lvl5pPr>
            <a:lvl6pPr indent="-317500" lvl="5" marL="2743200" rtl="0">
              <a:spcBef>
                <a:spcPts val="0"/>
              </a:spcBef>
              <a:spcAft>
                <a:spcPts val="0"/>
              </a:spcAft>
              <a:buSzPts val="1400"/>
              <a:buChar char="●"/>
              <a:defRPr sz="1800"/>
            </a:lvl6pPr>
            <a:lvl7pPr indent="-317500" lvl="6" marL="3200400" rtl="0">
              <a:spcBef>
                <a:spcPts val="0"/>
              </a:spcBef>
              <a:spcAft>
                <a:spcPts val="0"/>
              </a:spcAft>
              <a:buSzPts val="1400"/>
              <a:buChar char="●"/>
              <a:defRPr sz="1800"/>
            </a:lvl7pPr>
            <a:lvl8pPr indent="-317500" lvl="7" marL="3657600" rtl="0">
              <a:spcBef>
                <a:spcPts val="0"/>
              </a:spcBef>
              <a:spcAft>
                <a:spcPts val="0"/>
              </a:spcAft>
              <a:buSzPts val="1400"/>
              <a:buChar char="●"/>
              <a:defRPr sz="1800"/>
            </a:lvl8pPr>
            <a:lvl9pPr indent="-317500" lvl="8" marL="4114800" rtl="0">
              <a:spcBef>
                <a:spcPts val="0"/>
              </a:spcBef>
              <a:spcAft>
                <a:spcPts val="0"/>
              </a:spcAft>
              <a:buSzPts val="1400"/>
              <a:buChar char="●"/>
              <a:defRPr sz="1800"/>
            </a:lvl9pPr>
          </a:lstStyle>
          <a:p/>
        </p:txBody>
      </p:sp>
      <p:sp>
        <p:nvSpPr>
          <p:cNvPr id="37" name="Google Shape;37;p9"/>
          <p:cNvSpPr txBox="1"/>
          <p:nvPr>
            <p:ph idx="2" type="body"/>
          </p:nvPr>
        </p:nvSpPr>
        <p:spPr>
          <a:xfrm>
            <a:off x="6667500" y="2070100"/>
            <a:ext cx="5207000" cy="6273800"/>
          </a:xfrm>
          <a:prstGeom prst="rect">
            <a:avLst/>
          </a:prstGeom>
          <a:noFill/>
          <a:ln>
            <a:noFill/>
          </a:ln>
        </p:spPr>
        <p:txBody>
          <a:bodyPr anchorCtr="0" anchor="t" bIns="91425" lIns="91425" spcFirstLastPara="1" rIns="91425" wrap="square" tIns="91425">
            <a:noAutofit/>
          </a:bodyPr>
          <a:lstStyle>
            <a:lvl1pPr indent="-317500" lvl="0" marL="457200" rtl="0">
              <a:spcBef>
                <a:spcPts val="3200"/>
              </a:spcBef>
              <a:spcAft>
                <a:spcPts val="0"/>
              </a:spcAft>
              <a:buSzPts val="1400"/>
              <a:buChar char="●"/>
              <a:defRPr sz="2800"/>
            </a:lvl1pPr>
            <a:lvl2pPr indent="-317500" lvl="1" marL="914400" rtl="0">
              <a:spcBef>
                <a:spcPts val="0"/>
              </a:spcBef>
              <a:spcAft>
                <a:spcPts val="0"/>
              </a:spcAft>
              <a:buSzPts val="1400"/>
              <a:buChar char="●"/>
              <a:defRPr sz="2400"/>
            </a:lvl2pPr>
            <a:lvl3pPr indent="-317500" lvl="2" marL="1371600" rtl="0">
              <a:spcBef>
                <a:spcPts val="0"/>
              </a:spcBef>
              <a:spcAft>
                <a:spcPts val="0"/>
              </a:spcAft>
              <a:buSzPts val="1400"/>
              <a:buChar char="●"/>
              <a:defRPr sz="2000"/>
            </a:lvl3pPr>
            <a:lvl4pPr indent="-317500" lvl="3" marL="1828800" rtl="0">
              <a:spcBef>
                <a:spcPts val="0"/>
              </a:spcBef>
              <a:spcAft>
                <a:spcPts val="0"/>
              </a:spcAft>
              <a:buSzPts val="1400"/>
              <a:buChar char="●"/>
              <a:defRPr sz="1800"/>
            </a:lvl4pPr>
            <a:lvl5pPr indent="-317500" lvl="4" marL="2286000" rtl="0">
              <a:spcBef>
                <a:spcPts val="0"/>
              </a:spcBef>
              <a:spcAft>
                <a:spcPts val="0"/>
              </a:spcAft>
              <a:buSzPts val="1400"/>
              <a:buChar char="●"/>
              <a:defRPr sz="1800"/>
            </a:lvl5pPr>
            <a:lvl6pPr indent="-317500" lvl="5" marL="2743200" rtl="0">
              <a:spcBef>
                <a:spcPts val="0"/>
              </a:spcBef>
              <a:spcAft>
                <a:spcPts val="0"/>
              </a:spcAft>
              <a:buSzPts val="1400"/>
              <a:buChar char="●"/>
              <a:defRPr sz="1800"/>
            </a:lvl6pPr>
            <a:lvl7pPr indent="-317500" lvl="6" marL="3200400" rtl="0">
              <a:spcBef>
                <a:spcPts val="0"/>
              </a:spcBef>
              <a:spcAft>
                <a:spcPts val="0"/>
              </a:spcAft>
              <a:buSzPts val="1400"/>
              <a:buChar char="●"/>
              <a:defRPr sz="1800"/>
            </a:lvl7pPr>
            <a:lvl8pPr indent="-317500" lvl="7" marL="3657600" rtl="0">
              <a:spcBef>
                <a:spcPts val="0"/>
              </a:spcBef>
              <a:spcAft>
                <a:spcPts val="0"/>
              </a:spcAft>
              <a:buSzPts val="1400"/>
              <a:buChar char="●"/>
              <a:defRPr sz="1800"/>
            </a:lvl8pPr>
            <a:lvl9pPr indent="-317500" lvl="8" marL="4114800" rtl="0">
              <a:spcBef>
                <a:spcPts val="0"/>
              </a:spcBef>
              <a:spcAft>
                <a:spcPts val="0"/>
              </a:spcAft>
              <a:buSzPts val="1400"/>
              <a:buChar char="●"/>
              <a:defRPr sz="18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8" name="Shape 38"/>
        <p:cNvGrpSpPr/>
        <p:nvPr/>
      </p:nvGrpSpPr>
      <p:grpSpPr>
        <a:xfrm>
          <a:off x="0" y="0"/>
          <a:ext cx="0" cy="0"/>
          <a:chOff x="0" y="0"/>
          <a:chExt cx="0" cy="0"/>
        </a:xfrm>
      </p:grpSpPr>
      <p:sp>
        <p:nvSpPr>
          <p:cNvPr id="39" name="Google Shape;39;p10"/>
          <p:cNvSpPr txBox="1"/>
          <p:nvPr>
            <p:ph type="title"/>
          </p:nvPr>
        </p:nvSpPr>
        <p:spPr>
          <a:xfrm>
            <a:off x="1027113" y="6267450"/>
            <a:ext cx="11053762" cy="1936750"/>
          </a:xfrm>
          <a:prstGeom prst="rect">
            <a:avLst/>
          </a:prstGeom>
          <a:noFill/>
          <a:ln>
            <a:noFill/>
          </a:ln>
        </p:spPr>
        <p:txBody>
          <a:bodyPr anchorCtr="0" anchor="t" bIns="91425" lIns="91425" spcFirstLastPara="1" rIns="91425" wrap="square" tIns="91425">
            <a:noAutofit/>
          </a:bodyPr>
          <a:lstStyle>
            <a:lvl1pPr lvl="0" rtl="0" algn="l">
              <a:spcBef>
                <a:spcPts val="200"/>
              </a:spcBef>
              <a:spcAft>
                <a:spcPts val="0"/>
              </a:spcAft>
              <a:buSzPts val="1400"/>
              <a:buChar char="●"/>
              <a:defRPr b="1" sz="4000" cap="small"/>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0" name="Google Shape;40;p10"/>
          <p:cNvSpPr txBox="1"/>
          <p:nvPr>
            <p:ph idx="1" type="body"/>
          </p:nvPr>
        </p:nvSpPr>
        <p:spPr>
          <a:xfrm>
            <a:off x="1027113" y="4133850"/>
            <a:ext cx="11053762" cy="2133600"/>
          </a:xfrm>
          <a:prstGeom prst="rect">
            <a:avLst/>
          </a:prstGeom>
          <a:noFill/>
          <a:ln>
            <a:noFill/>
          </a:ln>
        </p:spPr>
        <p:txBody>
          <a:bodyPr anchorCtr="0" anchor="b" bIns="91425" lIns="91425" spcFirstLastPara="1" rIns="91425" wrap="square" tIns="91425">
            <a:noAutofit/>
          </a:bodyPr>
          <a:lstStyle>
            <a:lvl1pPr indent="-228600" lvl="0" marL="457200" rtl="0">
              <a:spcBef>
                <a:spcPts val="3200"/>
              </a:spcBef>
              <a:spcAft>
                <a:spcPts val="0"/>
              </a:spcAft>
              <a:buSzPts val="1400"/>
              <a:buFont typeface="Arial"/>
              <a:buNone/>
              <a:defRPr sz="2000"/>
            </a:lvl1pPr>
            <a:lvl2pPr indent="-228600" lvl="1" marL="914400" rtl="0">
              <a:spcBef>
                <a:spcPts val="0"/>
              </a:spcBef>
              <a:spcAft>
                <a:spcPts val="0"/>
              </a:spcAft>
              <a:buSzPts val="1400"/>
              <a:buFont typeface="Arial"/>
              <a:buNone/>
              <a:defRPr sz="1800"/>
            </a:lvl2pPr>
            <a:lvl3pPr indent="-228600" lvl="2" marL="1371600" rtl="0">
              <a:spcBef>
                <a:spcPts val="0"/>
              </a:spcBef>
              <a:spcAft>
                <a:spcPts val="0"/>
              </a:spcAft>
              <a:buSzPts val="1400"/>
              <a:buFont typeface="Arial"/>
              <a:buNone/>
              <a:defRPr sz="1600"/>
            </a:lvl3pPr>
            <a:lvl4pPr indent="-228600" lvl="3" marL="1828800" rtl="0">
              <a:spcBef>
                <a:spcPts val="0"/>
              </a:spcBef>
              <a:spcAft>
                <a:spcPts val="0"/>
              </a:spcAft>
              <a:buSzPts val="1400"/>
              <a:buFont typeface="Arial"/>
              <a:buNone/>
              <a:defRPr sz="1400"/>
            </a:lvl4pPr>
            <a:lvl5pPr indent="-228600" lvl="4" marL="2286000" rtl="0">
              <a:spcBef>
                <a:spcPts val="0"/>
              </a:spcBef>
              <a:spcAft>
                <a:spcPts val="0"/>
              </a:spcAft>
              <a:buSzPts val="1400"/>
              <a:buFont typeface="Arial"/>
              <a:buNone/>
              <a:defRPr sz="1400"/>
            </a:lvl5pPr>
            <a:lvl6pPr indent="-228600" lvl="5" marL="2743200" rtl="0">
              <a:spcBef>
                <a:spcPts val="0"/>
              </a:spcBef>
              <a:spcAft>
                <a:spcPts val="0"/>
              </a:spcAft>
              <a:buSzPts val="1400"/>
              <a:buFont typeface="Arial"/>
              <a:buNone/>
              <a:defRPr sz="1400"/>
            </a:lvl6pPr>
            <a:lvl7pPr indent="-228600" lvl="6" marL="3200400" rtl="0">
              <a:spcBef>
                <a:spcPts val="0"/>
              </a:spcBef>
              <a:spcAft>
                <a:spcPts val="0"/>
              </a:spcAft>
              <a:buSzPts val="1400"/>
              <a:buFont typeface="Arial"/>
              <a:buNone/>
              <a:defRPr sz="1400"/>
            </a:lvl7pPr>
            <a:lvl8pPr indent="-228600" lvl="7" marL="3657600" rtl="0">
              <a:spcBef>
                <a:spcPts val="0"/>
              </a:spcBef>
              <a:spcAft>
                <a:spcPts val="0"/>
              </a:spcAft>
              <a:buSzPts val="1400"/>
              <a:buFont typeface="Arial"/>
              <a:buNone/>
              <a:defRPr sz="1400"/>
            </a:lvl8pPr>
            <a:lvl9pPr indent="-228600" lvl="8" marL="4114800" rtl="0">
              <a:spcBef>
                <a:spcPts val="0"/>
              </a:spcBef>
              <a:spcAft>
                <a:spcPts val="0"/>
              </a:spcAft>
              <a:buSzPts val="1400"/>
              <a:buFont typeface="Arial"/>
              <a:buNone/>
              <a:defRPr sz="14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 type="obj">
  <p:cSld name="OBJECT">
    <p:spTree>
      <p:nvGrpSpPr>
        <p:cNvPr id="41" name="Shape 41"/>
        <p:cNvGrpSpPr/>
        <p:nvPr/>
      </p:nvGrpSpPr>
      <p:grpSpPr>
        <a:xfrm>
          <a:off x="0" y="0"/>
          <a:ext cx="0" cy="0"/>
          <a:chOff x="0" y="0"/>
          <a:chExt cx="0" cy="0"/>
        </a:xfrm>
      </p:grpSpPr>
      <p:sp>
        <p:nvSpPr>
          <p:cNvPr id="42" name="Google Shape;42;p11"/>
          <p:cNvSpPr txBox="1"/>
          <p:nvPr>
            <p:ph type="title"/>
          </p:nvPr>
        </p:nvSpPr>
        <p:spPr>
          <a:xfrm>
            <a:off x="368300" y="152400"/>
            <a:ext cx="12204700" cy="1155700"/>
          </a:xfrm>
          <a:prstGeom prst="rect">
            <a:avLst/>
          </a:prstGeom>
          <a:noFill/>
          <a:ln>
            <a:noFill/>
          </a:ln>
        </p:spPr>
        <p:txBody>
          <a:bodyPr anchorCtr="0" anchor="t" bIns="91425" lIns="91425" spcFirstLastPara="1" rIns="91425" wrap="square" tIns="91425">
            <a:noAutofit/>
          </a:bodyPr>
          <a:lstStyle>
            <a:lvl1pPr lvl="0" rtl="0" algn="ctr">
              <a:spcBef>
                <a:spcPts val="200"/>
              </a:spcBef>
              <a:spcAft>
                <a:spcPts val="0"/>
              </a:spcAft>
              <a:buSzPts val="1400"/>
              <a:buChar char="●"/>
              <a:defRPr sz="6400">
                <a:solidFill>
                  <a:srgbClr val="000000"/>
                </a:solidFill>
                <a:latin typeface="Arial Black"/>
                <a:ea typeface="Arial Black"/>
                <a:cs typeface="Arial Black"/>
                <a:sym typeface="Arial Black"/>
              </a:defRPr>
            </a:lvl1pPr>
            <a:lvl2pPr lvl="1" rtl="0" algn="ctr">
              <a:spcBef>
                <a:spcPts val="0"/>
              </a:spcBef>
              <a:spcAft>
                <a:spcPts val="0"/>
              </a:spcAft>
              <a:buSzPts val="1400"/>
              <a:buChar char="○"/>
              <a:defRPr sz="6400">
                <a:solidFill>
                  <a:srgbClr val="000000"/>
                </a:solidFill>
                <a:latin typeface="Arial Black"/>
                <a:ea typeface="Arial Black"/>
                <a:cs typeface="Arial Black"/>
                <a:sym typeface="Arial Black"/>
              </a:defRPr>
            </a:lvl2pPr>
            <a:lvl3pPr lvl="2" rtl="0" algn="ctr">
              <a:spcBef>
                <a:spcPts val="0"/>
              </a:spcBef>
              <a:spcAft>
                <a:spcPts val="0"/>
              </a:spcAft>
              <a:buSzPts val="1400"/>
              <a:buChar char="■"/>
              <a:defRPr sz="6400">
                <a:solidFill>
                  <a:srgbClr val="000000"/>
                </a:solidFill>
                <a:latin typeface="Arial Black"/>
                <a:ea typeface="Arial Black"/>
                <a:cs typeface="Arial Black"/>
                <a:sym typeface="Arial Black"/>
              </a:defRPr>
            </a:lvl3pPr>
            <a:lvl4pPr lvl="3" rtl="0" algn="ctr">
              <a:spcBef>
                <a:spcPts val="0"/>
              </a:spcBef>
              <a:spcAft>
                <a:spcPts val="0"/>
              </a:spcAft>
              <a:buSzPts val="1400"/>
              <a:buChar char="●"/>
              <a:defRPr sz="6400">
                <a:solidFill>
                  <a:srgbClr val="000000"/>
                </a:solidFill>
                <a:latin typeface="Arial Black"/>
                <a:ea typeface="Arial Black"/>
                <a:cs typeface="Arial Black"/>
                <a:sym typeface="Arial Black"/>
              </a:defRPr>
            </a:lvl4pPr>
            <a:lvl5pPr lvl="4" rtl="0" algn="ctr">
              <a:spcBef>
                <a:spcPts val="0"/>
              </a:spcBef>
              <a:spcAft>
                <a:spcPts val="0"/>
              </a:spcAft>
              <a:buSzPts val="1400"/>
              <a:buChar char="○"/>
              <a:defRPr sz="6400">
                <a:solidFill>
                  <a:srgbClr val="000000"/>
                </a:solidFill>
                <a:latin typeface="Arial Black"/>
                <a:ea typeface="Arial Black"/>
                <a:cs typeface="Arial Black"/>
                <a:sym typeface="Arial Black"/>
              </a:defRPr>
            </a:lvl5pPr>
            <a:lvl6pPr lvl="5" marL="457200" rtl="0" algn="ctr">
              <a:spcBef>
                <a:spcPts val="0"/>
              </a:spcBef>
              <a:spcAft>
                <a:spcPts val="0"/>
              </a:spcAft>
              <a:buSzPts val="1400"/>
              <a:buChar char="■"/>
              <a:defRPr sz="6400">
                <a:solidFill>
                  <a:srgbClr val="000000"/>
                </a:solidFill>
                <a:latin typeface="Arial Black"/>
                <a:ea typeface="Arial Black"/>
                <a:cs typeface="Arial Black"/>
                <a:sym typeface="Arial Black"/>
              </a:defRPr>
            </a:lvl6pPr>
            <a:lvl7pPr lvl="6" marL="914400" rtl="0" algn="ctr">
              <a:spcBef>
                <a:spcPts val="0"/>
              </a:spcBef>
              <a:spcAft>
                <a:spcPts val="0"/>
              </a:spcAft>
              <a:buSzPts val="1400"/>
              <a:buChar char="●"/>
              <a:defRPr sz="6400">
                <a:solidFill>
                  <a:srgbClr val="000000"/>
                </a:solidFill>
                <a:latin typeface="Arial Black"/>
                <a:ea typeface="Arial Black"/>
                <a:cs typeface="Arial Black"/>
                <a:sym typeface="Arial Black"/>
              </a:defRPr>
            </a:lvl7pPr>
            <a:lvl8pPr lvl="7" marL="1371600" rtl="0" algn="ctr">
              <a:spcBef>
                <a:spcPts val="0"/>
              </a:spcBef>
              <a:spcAft>
                <a:spcPts val="0"/>
              </a:spcAft>
              <a:buSzPts val="1400"/>
              <a:buChar char="○"/>
              <a:defRPr sz="6400">
                <a:solidFill>
                  <a:srgbClr val="000000"/>
                </a:solidFill>
                <a:latin typeface="Arial Black"/>
                <a:ea typeface="Arial Black"/>
                <a:cs typeface="Arial Black"/>
                <a:sym typeface="Arial Black"/>
              </a:defRPr>
            </a:lvl8pPr>
            <a:lvl9pPr lvl="8" marL="1828800" rtl="0" algn="ctr">
              <a:spcBef>
                <a:spcPts val="0"/>
              </a:spcBef>
              <a:spcAft>
                <a:spcPts val="0"/>
              </a:spcAft>
              <a:buSzPts val="1400"/>
              <a:buChar char="■"/>
              <a:defRPr sz="6400">
                <a:solidFill>
                  <a:srgbClr val="000000"/>
                </a:solidFill>
                <a:latin typeface="Arial Black"/>
                <a:ea typeface="Arial Black"/>
                <a:cs typeface="Arial Black"/>
                <a:sym typeface="Arial Black"/>
              </a:defRPr>
            </a:lvl9pPr>
          </a:lstStyle>
          <a:p/>
        </p:txBody>
      </p:sp>
      <p:sp>
        <p:nvSpPr>
          <p:cNvPr id="43" name="Google Shape;43;p11"/>
          <p:cNvSpPr txBox="1"/>
          <p:nvPr>
            <p:ph idx="1" type="body"/>
          </p:nvPr>
        </p:nvSpPr>
        <p:spPr>
          <a:xfrm>
            <a:off x="1308100" y="2070100"/>
            <a:ext cx="10566400" cy="6273800"/>
          </a:xfrm>
          <a:prstGeom prst="rect">
            <a:avLst/>
          </a:prstGeom>
          <a:noFill/>
          <a:ln>
            <a:noFill/>
          </a:ln>
        </p:spPr>
        <p:txBody>
          <a:bodyPr anchorCtr="0" anchor="t" bIns="91425" lIns="91425" spcFirstLastPara="1" rIns="91425" wrap="square" tIns="91425">
            <a:noAutofit/>
          </a:bodyPr>
          <a:lstStyle>
            <a:lvl1pPr indent="-317500" lvl="0" marL="457200" rtl="0" algn="l">
              <a:lnSpc>
                <a:spcPct val="136000"/>
              </a:lnSpc>
              <a:spcBef>
                <a:spcPts val="3200"/>
              </a:spcBef>
              <a:spcAft>
                <a:spcPts val="0"/>
              </a:spcAft>
              <a:buClr>
                <a:schemeClr val="dk1"/>
              </a:buClr>
              <a:buSzPts val="1400"/>
              <a:buFont typeface="Arial"/>
              <a:buChar char="●"/>
              <a:defRPr sz="2800">
                <a:solidFill>
                  <a:schemeClr val="dk1"/>
                </a:solidFill>
                <a:latin typeface="Arial"/>
                <a:ea typeface="Arial"/>
                <a:cs typeface="Arial"/>
                <a:sym typeface="Arial"/>
              </a:defRPr>
            </a:lvl1pPr>
            <a:lvl2pPr indent="-317500" lvl="1" marL="914400" rtl="0" algn="l">
              <a:lnSpc>
                <a:spcPct val="136000"/>
              </a:lnSpc>
              <a:spcBef>
                <a:spcPts val="0"/>
              </a:spcBef>
              <a:spcAft>
                <a:spcPts val="0"/>
              </a:spcAft>
              <a:buClr>
                <a:schemeClr val="dk1"/>
              </a:buClr>
              <a:buSzPts val="1400"/>
              <a:buFont typeface="Arial"/>
              <a:buChar char="●"/>
              <a:defRPr sz="2800">
                <a:solidFill>
                  <a:schemeClr val="dk1"/>
                </a:solidFill>
                <a:latin typeface="Arial"/>
                <a:ea typeface="Arial"/>
                <a:cs typeface="Arial"/>
                <a:sym typeface="Arial"/>
              </a:defRPr>
            </a:lvl2pPr>
            <a:lvl3pPr indent="-317500" lvl="2" marL="1371600" rtl="0" algn="l">
              <a:lnSpc>
                <a:spcPct val="136000"/>
              </a:lnSpc>
              <a:spcBef>
                <a:spcPts val="0"/>
              </a:spcBef>
              <a:spcAft>
                <a:spcPts val="0"/>
              </a:spcAft>
              <a:buClr>
                <a:schemeClr val="dk1"/>
              </a:buClr>
              <a:buSzPts val="1400"/>
              <a:buFont typeface="Arial"/>
              <a:buChar char="●"/>
              <a:defRPr sz="2800">
                <a:solidFill>
                  <a:schemeClr val="dk1"/>
                </a:solidFill>
                <a:latin typeface="Arial"/>
                <a:ea typeface="Arial"/>
                <a:cs typeface="Arial"/>
                <a:sym typeface="Arial"/>
              </a:defRPr>
            </a:lvl3pPr>
            <a:lvl4pPr indent="-317500" lvl="3" marL="1828800" rtl="0" algn="l">
              <a:lnSpc>
                <a:spcPct val="142000"/>
              </a:lnSpc>
              <a:spcBef>
                <a:spcPts val="0"/>
              </a:spcBef>
              <a:spcAft>
                <a:spcPts val="0"/>
              </a:spcAft>
              <a:buClr>
                <a:schemeClr val="dk1"/>
              </a:buClr>
              <a:buSzPts val="1400"/>
              <a:buFont typeface="Arial"/>
              <a:buChar char="●"/>
              <a:defRPr sz="2400">
                <a:solidFill>
                  <a:schemeClr val="dk1"/>
                </a:solidFill>
                <a:latin typeface="Arial"/>
                <a:ea typeface="Arial"/>
                <a:cs typeface="Arial"/>
                <a:sym typeface="Arial"/>
              </a:defRPr>
            </a:lvl4pPr>
            <a:lvl5pPr indent="-317500" lvl="4" marL="2286000" rtl="0" algn="l">
              <a:lnSpc>
                <a:spcPct val="142000"/>
              </a:lnSpc>
              <a:spcBef>
                <a:spcPts val="0"/>
              </a:spcBef>
              <a:spcAft>
                <a:spcPts val="0"/>
              </a:spcAft>
              <a:buClr>
                <a:schemeClr val="dk1"/>
              </a:buClr>
              <a:buSzPts val="1400"/>
              <a:buFont typeface="Arial"/>
              <a:buChar char="●"/>
              <a:defRPr sz="2400">
                <a:solidFill>
                  <a:schemeClr val="dk1"/>
                </a:solidFill>
                <a:latin typeface="Arial"/>
                <a:ea typeface="Arial"/>
                <a:cs typeface="Arial"/>
                <a:sym typeface="Arial"/>
              </a:defRPr>
            </a:lvl5pPr>
            <a:lvl6pPr indent="-317500" lvl="5" marL="2743200" rtl="0" algn="l">
              <a:lnSpc>
                <a:spcPct val="142000"/>
              </a:lnSpc>
              <a:spcBef>
                <a:spcPts val="0"/>
              </a:spcBef>
              <a:spcAft>
                <a:spcPts val="0"/>
              </a:spcAft>
              <a:buClr>
                <a:schemeClr val="dk1"/>
              </a:buClr>
              <a:buSzPts val="1400"/>
              <a:buFont typeface="Arial"/>
              <a:buChar char="●"/>
              <a:defRPr sz="2400">
                <a:solidFill>
                  <a:schemeClr val="dk1"/>
                </a:solidFill>
                <a:latin typeface="Arial"/>
                <a:ea typeface="Arial"/>
                <a:cs typeface="Arial"/>
                <a:sym typeface="Arial"/>
              </a:defRPr>
            </a:lvl6pPr>
            <a:lvl7pPr indent="-317500" lvl="6" marL="3200400" rtl="0" algn="l">
              <a:lnSpc>
                <a:spcPct val="142000"/>
              </a:lnSpc>
              <a:spcBef>
                <a:spcPts val="0"/>
              </a:spcBef>
              <a:spcAft>
                <a:spcPts val="0"/>
              </a:spcAft>
              <a:buClr>
                <a:schemeClr val="dk1"/>
              </a:buClr>
              <a:buSzPts val="1400"/>
              <a:buFont typeface="Arial"/>
              <a:buChar char="●"/>
              <a:defRPr sz="2400">
                <a:solidFill>
                  <a:schemeClr val="dk1"/>
                </a:solidFill>
                <a:latin typeface="Arial"/>
                <a:ea typeface="Arial"/>
                <a:cs typeface="Arial"/>
                <a:sym typeface="Arial"/>
              </a:defRPr>
            </a:lvl7pPr>
            <a:lvl8pPr indent="-317500" lvl="7" marL="3657600" rtl="0" algn="l">
              <a:lnSpc>
                <a:spcPct val="142000"/>
              </a:lnSpc>
              <a:spcBef>
                <a:spcPts val="0"/>
              </a:spcBef>
              <a:spcAft>
                <a:spcPts val="0"/>
              </a:spcAft>
              <a:buClr>
                <a:schemeClr val="dk1"/>
              </a:buClr>
              <a:buSzPts val="1400"/>
              <a:buFont typeface="Arial"/>
              <a:buChar char="●"/>
              <a:defRPr sz="2400">
                <a:solidFill>
                  <a:schemeClr val="dk1"/>
                </a:solidFill>
                <a:latin typeface="Arial"/>
                <a:ea typeface="Arial"/>
                <a:cs typeface="Arial"/>
                <a:sym typeface="Arial"/>
              </a:defRPr>
            </a:lvl8pPr>
            <a:lvl9pPr indent="-317500" lvl="8" marL="4114800" rtl="0" algn="l">
              <a:lnSpc>
                <a:spcPct val="142000"/>
              </a:lnSpc>
              <a:spcBef>
                <a:spcPts val="0"/>
              </a:spcBef>
              <a:spcAft>
                <a:spcPts val="0"/>
              </a:spcAft>
              <a:buClr>
                <a:schemeClr val="dk1"/>
              </a:buClr>
              <a:buSzPts val="1400"/>
              <a:buFont typeface="Arial"/>
              <a:buChar char="●"/>
              <a:defRPr sz="2400">
                <a:solidFill>
                  <a:schemeClr val="dk1"/>
                </a:solidFill>
                <a:latin typeface="Arial"/>
                <a:ea typeface="Arial"/>
                <a:cs typeface="Arial"/>
                <a:sym typeface="Aria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4" name="Shape 44"/>
        <p:cNvGrpSpPr/>
        <p:nvPr/>
      </p:nvGrpSpPr>
      <p:grpSpPr>
        <a:xfrm>
          <a:off x="0" y="0"/>
          <a:ext cx="0" cy="0"/>
          <a:chOff x="0" y="0"/>
          <a:chExt cx="0" cy="0"/>
        </a:xfrm>
      </p:grpSpPr>
      <p:sp>
        <p:nvSpPr>
          <p:cNvPr id="45" name="Google Shape;45;p12"/>
          <p:cNvSpPr txBox="1"/>
          <p:nvPr>
            <p:ph type="ctrTitle"/>
          </p:nvPr>
        </p:nvSpPr>
        <p:spPr>
          <a:xfrm>
            <a:off x="974725" y="3030538"/>
            <a:ext cx="11055350" cy="2090737"/>
          </a:xfrm>
          <a:prstGeom prst="rect">
            <a:avLst/>
          </a:prstGeom>
          <a:noFill/>
          <a:ln>
            <a:noFill/>
          </a:ln>
        </p:spPr>
        <p:txBody>
          <a:bodyPr anchorCtr="0" anchor="t" bIns="91425" lIns="91425" spcFirstLastPara="1" rIns="91425" wrap="square" tIns="91425">
            <a:noAutofit/>
          </a:bodyPr>
          <a:lstStyle>
            <a:lvl1pPr indent="-88900" lvl="0" marL="0" marR="0" rtl="0" algn="ctr">
              <a:spcBef>
                <a:spcPts val="200"/>
              </a:spcBef>
              <a:spcAft>
                <a:spcPts val="0"/>
              </a:spcAft>
              <a:buSzPts val="1400"/>
              <a:buChar char="●"/>
              <a:defRPr b="0" i="0" sz="6400" u="none" cap="none" strike="noStrike">
                <a:solidFill>
                  <a:srgbClr val="000000"/>
                </a:solidFill>
                <a:latin typeface="Arial Black"/>
                <a:ea typeface="Arial Black"/>
                <a:cs typeface="Arial Black"/>
                <a:sym typeface="Arial Black"/>
              </a:defRPr>
            </a:lvl1pPr>
            <a:lvl2pPr indent="-88900" lvl="1" marL="0" marR="0" rtl="0" algn="ctr">
              <a:spcBef>
                <a:spcPts val="0"/>
              </a:spcBef>
              <a:spcAft>
                <a:spcPts val="0"/>
              </a:spcAft>
              <a:buSzPts val="1400"/>
              <a:buChar char="○"/>
              <a:defRPr b="0" i="0" sz="6400" u="none" cap="none" strike="noStrike">
                <a:solidFill>
                  <a:srgbClr val="000000"/>
                </a:solidFill>
                <a:latin typeface="Arial Black"/>
                <a:ea typeface="Arial Black"/>
                <a:cs typeface="Arial Black"/>
                <a:sym typeface="Arial Black"/>
              </a:defRPr>
            </a:lvl2pPr>
            <a:lvl3pPr indent="-88900" lvl="2" marL="0" marR="0" rtl="0" algn="ctr">
              <a:spcBef>
                <a:spcPts val="0"/>
              </a:spcBef>
              <a:spcAft>
                <a:spcPts val="0"/>
              </a:spcAft>
              <a:buSzPts val="1400"/>
              <a:buChar char="■"/>
              <a:defRPr b="0" i="0" sz="6400" u="none" cap="none" strike="noStrike">
                <a:solidFill>
                  <a:srgbClr val="000000"/>
                </a:solidFill>
                <a:latin typeface="Arial Black"/>
                <a:ea typeface="Arial Black"/>
                <a:cs typeface="Arial Black"/>
                <a:sym typeface="Arial Black"/>
              </a:defRPr>
            </a:lvl3pPr>
            <a:lvl4pPr indent="-88900" lvl="3" marL="0" marR="0" rtl="0" algn="ctr">
              <a:spcBef>
                <a:spcPts val="0"/>
              </a:spcBef>
              <a:spcAft>
                <a:spcPts val="0"/>
              </a:spcAft>
              <a:buSzPts val="1400"/>
              <a:buChar char="●"/>
              <a:defRPr b="0" i="0" sz="6400" u="none" cap="none" strike="noStrike">
                <a:solidFill>
                  <a:srgbClr val="000000"/>
                </a:solidFill>
                <a:latin typeface="Arial Black"/>
                <a:ea typeface="Arial Black"/>
                <a:cs typeface="Arial Black"/>
                <a:sym typeface="Arial Black"/>
              </a:defRPr>
            </a:lvl4pPr>
            <a:lvl5pPr indent="-88900" lvl="4" marL="0" marR="0" rtl="0" algn="ctr">
              <a:spcBef>
                <a:spcPts val="0"/>
              </a:spcBef>
              <a:spcAft>
                <a:spcPts val="0"/>
              </a:spcAft>
              <a:buSzPts val="1400"/>
              <a:buChar char="○"/>
              <a:defRPr b="0" i="0" sz="6400" u="none" cap="none" strike="noStrike">
                <a:solidFill>
                  <a:srgbClr val="000000"/>
                </a:solidFill>
                <a:latin typeface="Arial Black"/>
                <a:ea typeface="Arial Black"/>
                <a:cs typeface="Arial Black"/>
                <a:sym typeface="Arial Black"/>
              </a:defRPr>
            </a:lvl5pPr>
            <a:lvl6pPr indent="-88900" lvl="5" marL="457200" marR="0" rtl="0" algn="ctr">
              <a:spcBef>
                <a:spcPts val="0"/>
              </a:spcBef>
              <a:spcAft>
                <a:spcPts val="0"/>
              </a:spcAft>
              <a:buSzPts val="1400"/>
              <a:buChar char="■"/>
              <a:defRPr b="0" i="0" sz="6400" u="none" cap="none" strike="noStrike">
                <a:solidFill>
                  <a:srgbClr val="000000"/>
                </a:solidFill>
                <a:latin typeface="Arial Black"/>
                <a:ea typeface="Arial Black"/>
                <a:cs typeface="Arial Black"/>
                <a:sym typeface="Arial Black"/>
              </a:defRPr>
            </a:lvl6pPr>
            <a:lvl7pPr indent="-88900" lvl="6" marL="914400" marR="0" rtl="0" algn="ctr">
              <a:spcBef>
                <a:spcPts val="0"/>
              </a:spcBef>
              <a:spcAft>
                <a:spcPts val="0"/>
              </a:spcAft>
              <a:buSzPts val="1400"/>
              <a:buChar char="●"/>
              <a:defRPr b="0" i="0" sz="6400" u="none" cap="none" strike="noStrike">
                <a:solidFill>
                  <a:srgbClr val="000000"/>
                </a:solidFill>
                <a:latin typeface="Arial Black"/>
                <a:ea typeface="Arial Black"/>
                <a:cs typeface="Arial Black"/>
                <a:sym typeface="Arial Black"/>
              </a:defRPr>
            </a:lvl7pPr>
            <a:lvl8pPr indent="-88900" lvl="7" marL="1371600" marR="0" rtl="0" algn="ctr">
              <a:spcBef>
                <a:spcPts val="0"/>
              </a:spcBef>
              <a:spcAft>
                <a:spcPts val="0"/>
              </a:spcAft>
              <a:buSzPts val="1400"/>
              <a:buChar char="○"/>
              <a:defRPr b="0" i="0" sz="6400" u="none" cap="none" strike="noStrike">
                <a:solidFill>
                  <a:srgbClr val="000000"/>
                </a:solidFill>
                <a:latin typeface="Arial Black"/>
                <a:ea typeface="Arial Black"/>
                <a:cs typeface="Arial Black"/>
                <a:sym typeface="Arial Black"/>
              </a:defRPr>
            </a:lvl8pPr>
            <a:lvl9pPr indent="-88900" lvl="8" marL="1828800" marR="0" rtl="0" algn="ctr">
              <a:spcBef>
                <a:spcPts val="0"/>
              </a:spcBef>
              <a:spcAft>
                <a:spcPts val="0"/>
              </a:spcAft>
              <a:buSzPts val="1400"/>
              <a:buChar char="■"/>
              <a:defRPr b="0" i="0" sz="6400" u="none" cap="none" strike="noStrike">
                <a:solidFill>
                  <a:srgbClr val="000000"/>
                </a:solidFill>
                <a:latin typeface="Arial Black"/>
                <a:ea typeface="Arial Black"/>
                <a:cs typeface="Arial Black"/>
                <a:sym typeface="Arial Black"/>
              </a:defRPr>
            </a:lvl9pPr>
          </a:lstStyle>
          <a:p/>
        </p:txBody>
      </p:sp>
      <p:sp>
        <p:nvSpPr>
          <p:cNvPr id="46" name="Google Shape;46;p12"/>
          <p:cNvSpPr txBox="1"/>
          <p:nvPr>
            <p:ph idx="1" type="subTitle"/>
          </p:nvPr>
        </p:nvSpPr>
        <p:spPr>
          <a:xfrm>
            <a:off x="1951038" y="5527675"/>
            <a:ext cx="9102725" cy="2492375"/>
          </a:xfrm>
          <a:prstGeom prst="rect">
            <a:avLst/>
          </a:prstGeom>
          <a:noFill/>
          <a:ln>
            <a:noFill/>
          </a:ln>
        </p:spPr>
        <p:txBody>
          <a:bodyPr anchorCtr="0" anchor="t" bIns="91425" lIns="91425" spcFirstLastPara="1" rIns="91425" wrap="square" tIns="91425">
            <a:noAutofit/>
          </a:bodyPr>
          <a:lstStyle>
            <a:lvl1pPr indent="0" lvl="0" marL="0" marR="0" rtl="0" algn="ctr">
              <a:lnSpc>
                <a:spcPct val="136000"/>
              </a:lnSpc>
              <a:spcBef>
                <a:spcPts val="3200"/>
              </a:spcBef>
              <a:spcAft>
                <a:spcPts val="0"/>
              </a:spcAft>
              <a:buClr>
                <a:schemeClr val="dk1"/>
              </a:buClr>
              <a:buSzPts val="1400"/>
              <a:buFont typeface="Arial"/>
              <a:buNone/>
              <a:defRPr b="0" i="0" sz="2800" u="none" cap="none" strike="noStrike">
                <a:solidFill>
                  <a:schemeClr val="dk1"/>
                </a:solidFill>
                <a:latin typeface="Arial"/>
                <a:ea typeface="Arial"/>
                <a:cs typeface="Arial"/>
                <a:sym typeface="Arial"/>
              </a:defRPr>
            </a:lvl1pPr>
            <a:lvl2pPr indent="0" lvl="1" marL="457200" marR="0" rtl="0" algn="ctr">
              <a:lnSpc>
                <a:spcPct val="136000"/>
              </a:lnSpc>
              <a:spcBef>
                <a:spcPts val="0"/>
              </a:spcBef>
              <a:spcAft>
                <a:spcPts val="0"/>
              </a:spcAft>
              <a:buClr>
                <a:schemeClr val="dk1"/>
              </a:buClr>
              <a:buSzPts val="1400"/>
              <a:buFont typeface="Arial"/>
              <a:buNone/>
              <a:defRPr b="0" i="0" sz="2800" u="none" cap="none" strike="noStrike">
                <a:solidFill>
                  <a:schemeClr val="dk1"/>
                </a:solidFill>
                <a:latin typeface="Arial"/>
                <a:ea typeface="Arial"/>
                <a:cs typeface="Arial"/>
                <a:sym typeface="Arial"/>
              </a:defRPr>
            </a:lvl2pPr>
            <a:lvl3pPr indent="0" lvl="2" marL="914400" marR="0" rtl="0" algn="ctr">
              <a:lnSpc>
                <a:spcPct val="136000"/>
              </a:lnSpc>
              <a:spcBef>
                <a:spcPts val="0"/>
              </a:spcBef>
              <a:spcAft>
                <a:spcPts val="0"/>
              </a:spcAft>
              <a:buClr>
                <a:schemeClr val="dk1"/>
              </a:buClr>
              <a:buSzPts val="1400"/>
              <a:buFont typeface="Arial"/>
              <a:buNone/>
              <a:defRPr b="0" i="0" sz="2800" u="none" cap="none" strike="noStrike">
                <a:solidFill>
                  <a:schemeClr val="dk1"/>
                </a:solidFill>
                <a:latin typeface="Arial"/>
                <a:ea typeface="Arial"/>
                <a:cs typeface="Arial"/>
                <a:sym typeface="Arial"/>
              </a:defRPr>
            </a:lvl3pPr>
            <a:lvl4pPr indent="0" lvl="3" marL="1371600" marR="0" rtl="0" algn="ctr">
              <a:lnSpc>
                <a:spcPct val="142000"/>
              </a:lnSpc>
              <a:spcBef>
                <a:spcPts val="0"/>
              </a:spcBef>
              <a:spcAft>
                <a:spcPts val="0"/>
              </a:spcAft>
              <a:buClr>
                <a:schemeClr val="dk1"/>
              </a:buClr>
              <a:buSzPts val="1400"/>
              <a:buFont typeface="Arial"/>
              <a:buNone/>
              <a:defRPr b="0" i="0" sz="2400" u="none" cap="none" strike="noStrike">
                <a:solidFill>
                  <a:schemeClr val="dk1"/>
                </a:solidFill>
                <a:latin typeface="Arial"/>
                <a:ea typeface="Arial"/>
                <a:cs typeface="Arial"/>
                <a:sym typeface="Arial"/>
              </a:defRPr>
            </a:lvl4pPr>
            <a:lvl5pPr indent="0" lvl="4" marL="1828800" marR="0" rtl="0" algn="ctr">
              <a:lnSpc>
                <a:spcPct val="142000"/>
              </a:lnSpc>
              <a:spcBef>
                <a:spcPts val="0"/>
              </a:spcBef>
              <a:spcAft>
                <a:spcPts val="0"/>
              </a:spcAft>
              <a:buClr>
                <a:schemeClr val="dk1"/>
              </a:buClr>
              <a:buSzPts val="1400"/>
              <a:buFont typeface="Arial"/>
              <a:buNone/>
              <a:defRPr b="0" i="0" sz="2400" u="none" cap="none" strike="noStrike">
                <a:solidFill>
                  <a:schemeClr val="dk1"/>
                </a:solidFill>
                <a:latin typeface="Arial"/>
                <a:ea typeface="Arial"/>
                <a:cs typeface="Arial"/>
                <a:sym typeface="Arial"/>
              </a:defRPr>
            </a:lvl5pPr>
            <a:lvl6pPr indent="0" lvl="5" marL="2286000" marR="0" rtl="0" algn="ctr">
              <a:lnSpc>
                <a:spcPct val="142000"/>
              </a:lnSpc>
              <a:spcBef>
                <a:spcPts val="0"/>
              </a:spcBef>
              <a:spcAft>
                <a:spcPts val="0"/>
              </a:spcAft>
              <a:buClr>
                <a:schemeClr val="dk1"/>
              </a:buClr>
              <a:buSzPts val="1400"/>
              <a:buFont typeface="Arial"/>
              <a:buNone/>
              <a:defRPr b="0" i="0" sz="2400" u="none" cap="none" strike="noStrike">
                <a:solidFill>
                  <a:schemeClr val="dk1"/>
                </a:solidFill>
                <a:latin typeface="Arial"/>
                <a:ea typeface="Arial"/>
                <a:cs typeface="Arial"/>
                <a:sym typeface="Arial"/>
              </a:defRPr>
            </a:lvl6pPr>
            <a:lvl7pPr indent="0" lvl="6" marL="2743200" marR="0" rtl="0" algn="ctr">
              <a:lnSpc>
                <a:spcPct val="142000"/>
              </a:lnSpc>
              <a:spcBef>
                <a:spcPts val="0"/>
              </a:spcBef>
              <a:spcAft>
                <a:spcPts val="0"/>
              </a:spcAft>
              <a:buClr>
                <a:schemeClr val="dk1"/>
              </a:buClr>
              <a:buSzPts val="1400"/>
              <a:buFont typeface="Arial"/>
              <a:buNone/>
              <a:defRPr b="0" i="0" sz="2400" u="none" cap="none" strike="noStrike">
                <a:solidFill>
                  <a:schemeClr val="dk1"/>
                </a:solidFill>
                <a:latin typeface="Arial"/>
                <a:ea typeface="Arial"/>
                <a:cs typeface="Arial"/>
                <a:sym typeface="Arial"/>
              </a:defRPr>
            </a:lvl7pPr>
            <a:lvl8pPr indent="0" lvl="7" marL="3200400" marR="0" rtl="0" algn="ctr">
              <a:lnSpc>
                <a:spcPct val="142000"/>
              </a:lnSpc>
              <a:spcBef>
                <a:spcPts val="0"/>
              </a:spcBef>
              <a:spcAft>
                <a:spcPts val="0"/>
              </a:spcAft>
              <a:buClr>
                <a:schemeClr val="dk1"/>
              </a:buClr>
              <a:buSzPts val="1400"/>
              <a:buFont typeface="Arial"/>
              <a:buNone/>
              <a:defRPr b="0" i="0" sz="2400" u="none" cap="none" strike="noStrike">
                <a:solidFill>
                  <a:schemeClr val="dk1"/>
                </a:solidFill>
                <a:latin typeface="Arial"/>
                <a:ea typeface="Arial"/>
                <a:cs typeface="Arial"/>
                <a:sym typeface="Arial"/>
              </a:defRPr>
            </a:lvl8pPr>
            <a:lvl9pPr indent="0" lvl="8" marL="3657600" marR="0" rtl="0" algn="ctr">
              <a:lnSpc>
                <a:spcPct val="142000"/>
              </a:lnSpc>
              <a:spcBef>
                <a:spcPts val="0"/>
              </a:spcBef>
              <a:spcAft>
                <a:spcPts val="0"/>
              </a:spcAft>
              <a:buClr>
                <a:schemeClr val="dk1"/>
              </a:buClr>
              <a:buSzPts val="1400"/>
              <a:buFont typeface="Arial"/>
              <a:buNone/>
              <a:defRPr b="0" i="0" sz="2400" u="none" cap="none" strike="noStrike">
                <a:solidFill>
                  <a:schemeClr val="dk1"/>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368300" y="152400"/>
            <a:ext cx="12204700" cy="1155700"/>
          </a:xfrm>
          <a:prstGeom prst="rect">
            <a:avLst/>
          </a:prstGeom>
          <a:noFill/>
          <a:ln>
            <a:noFill/>
          </a:ln>
        </p:spPr>
        <p:txBody>
          <a:bodyPr anchorCtr="0" anchor="t" bIns="91425" lIns="91425" spcFirstLastPara="1" rIns="91425" wrap="square" tIns="91425">
            <a:noAutofit/>
          </a:bodyPr>
          <a:lstStyle>
            <a:lvl1pPr indent="-88900" lvl="0" marL="0" marR="0" rtl="0" algn="ctr">
              <a:spcBef>
                <a:spcPts val="200"/>
              </a:spcBef>
              <a:spcAft>
                <a:spcPts val="0"/>
              </a:spcAft>
              <a:buSzPts val="1400"/>
              <a:buChar char="●"/>
              <a:defRPr b="0" i="0" sz="6400" u="none" cap="none" strike="noStrike">
                <a:solidFill>
                  <a:srgbClr val="000000"/>
                </a:solidFill>
                <a:latin typeface="Arial Black"/>
                <a:ea typeface="Arial Black"/>
                <a:cs typeface="Arial Black"/>
                <a:sym typeface="Arial Black"/>
              </a:defRPr>
            </a:lvl1pPr>
            <a:lvl2pPr indent="-88900" lvl="1" marL="0" marR="0" rtl="0" algn="ctr">
              <a:spcBef>
                <a:spcPts val="0"/>
              </a:spcBef>
              <a:spcAft>
                <a:spcPts val="0"/>
              </a:spcAft>
              <a:buSzPts val="1400"/>
              <a:buChar char="○"/>
              <a:defRPr b="0" i="0" sz="6400" u="none" cap="none" strike="noStrike">
                <a:solidFill>
                  <a:srgbClr val="000000"/>
                </a:solidFill>
                <a:latin typeface="Arial Black"/>
                <a:ea typeface="Arial Black"/>
                <a:cs typeface="Arial Black"/>
                <a:sym typeface="Arial Black"/>
              </a:defRPr>
            </a:lvl2pPr>
            <a:lvl3pPr indent="-88900" lvl="2" marL="0" marR="0" rtl="0" algn="ctr">
              <a:spcBef>
                <a:spcPts val="0"/>
              </a:spcBef>
              <a:spcAft>
                <a:spcPts val="0"/>
              </a:spcAft>
              <a:buSzPts val="1400"/>
              <a:buChar char="■"/>
              <a:defRPr b="0" i="0" sz="6400" u="none" cap="none" strike="noStrike">
                <a:solidFill>
                  <a:srgbClr val="000000"/>
                </a:solidFill>
                <a:latin typeface="Arial Black"/>
                <a:ea typeface="Arial Black"/>
                <a:cs typeface="Arial Black"/>
                <a:sym typeface="Arial Black"/>
              </a:defRPr>
            </a:lvl3pPr>
            <a:lvl4pPr indent="-88900" lvl="3" marL="0" marR="0" rtl="0" algn="ctr">
              <a:spcBef>
                <a:spcPts val="0"/>
              </a:spcBef>
              <a:spcAft>
                <a:spcPts val="0"/>
              </a:spcAft>
              <a:buSzPts val="1400"/>
              <a:buChar char="●"/>
              <a:defRPr b="0" i="0" sz="6400" u="none" cap="none" strike="noStrike">
                <a:solidFill>
                  <a:srgbClr val="000000"/>
                </a:solidFill>
                <a:latin typeface="Arial Black"/>
                <a:ea typeface="Arial Black"/>
                <a:cs typeface="Arial Black"/>
                <a:sym typeface="Arial Black"/>
              </a:defRPr>
            </a:lvl4pPr>
            <a:lvl5pPr indent="-88900" lvl="4" marL="0" marR="0" rtl="0" algn="ctr">
              <a:spcBef>
                <a:spcPts val="0"/>
              </a:spcBef>
              <a:spcAft>
                <a:spcPts val="0"/>
              </a:spcAft>
              <a:buSzPts val="1400"/>
              <a:buChar char="○"/>
              <a:defRPr b="0" i="0" sz="6400" u="none" cap="none" strike="noStrike">
                <a:solidFill>
                  <a:srgbClr val="000000"/>
                </a:solidFill>
                <a:latin typeface="Arial Black"/>
                <a:ea typeface="Arial Black"/>
                <a:cs typeface="Arial Black"/>
                <a:sym typeface="Arial Black"/>
              </a:defRPr>
            </a:lvl5pPr>
            <a:lvl6pPr indent="-88900" lvl="5" marL="457200" marR="0" rtl="0" algn="ctr">
              <a:spcBef>
                <a:spcPts val="0"/>
              </a:spcBef>
              <a:spcAft>
                <a:spcPts val="0"/>
              </a:spcAft>
              <a:buSzPts val="1400"/>
              <a:buChar char="■"/>
              <a:defRPr b="0" i="0" sz="6400" u="none" cap="none" strike="noStrike">
                <a:solidFill>
                  <a:srgbClr val="000000"/>
                </a:solidFill>
                <a:latin typeface="Arial Black"/>
                <a:ea typeface="Arial Black"/>
                <a:cs typeface="Arial Black"/>
                <a:sym typeface="Arial Black"/>
              </a:defRPr>
            </a:lvl6pPr>
            <a:lvl7pPr indent="-88900" lvl="6" marL="914400" marR="0" rtl="0" algn="ctr">
              <a:spcBef>
                <a:spcPts val="0"/>
              </a:spcBef>
              <a:spcAft>
                <a:spcPts val="0"/>
              </a:spcAft>
              <a:buSzPts val="1400"/>
              <a:buChar char="●"/>
              <a:defRPr b="0" i="0" sz="6400" u="none" cap="none" strike="noStrike">
                <a:solidFill>
                  <a:srgbClr val="000000"/>
                </a:solidFill>
                <a:latin typeface="Arial Black"/>
                <a:ea typeface="Arial Black"/>
                <a:cs typeface="Arial Black"/>
                <a:sym typeface="Arial Black"/>
              </a:defRPr>
            </a:lvl7pPr>
            <a:lvl8pPr indent="-88900" lvl="7" marL="1371600" marR="0" rtl="0" algn="ctr">
              <a:spcBef>
                <a:spcPts val="0"/>
              </a:spcBef>
              <a:spcAft>
                <a:spcPts val="0"/>
              </a:spcAft>
              <a:buSzPts val="1400"/>
              <a:buChar char="○"/>
              <a:defRPr b="0" i="0" sz="6400" u="none" cap="none" strike="noStrike">
                <a:solidFill>
                  <a:srgbClr val="000000"/>
                </a:solidFill>
                <a:latin typeface="Arial Black"/>
                <a:ea typeface="Arial Black"/>
                <a:cs typeface="Arial Black"/>
                <a:sym typeface="Arial Black"/>
              </a:defRPr>
            </a:lvl8pPr>
            <a:lvl9pPr indent="-88900" lvl="8" marL="1828800" marR="0" rtl="0" algn="ctr">
              <a:spcBef>
                <a:spcPts val="0"/>
              </a:spcBef>
              <a:spcAft>
                <a:spcPts val="0"/>
              </a:spcAft>
              <a:buSzPts val="1400"/>
              <a:buChar char="■"/>
              <a:defRPr b="0" i="0" sz="6400" u="none" cap="none" strike="noStrike">
                <a:solidFill>
                  <a:srgbClr val="000000"/>
                </a:solidFill>
                <a:latin typeface="Arial Black"/>
                <a:ea typeface="Arial Black"/>
                <a:cs typeface="Arial Black"/>
                <a:sym typeface="Arial Black"/>
              </a:defRPr>
            </a:lvl9pPr>
          </a:lstStyle>
          <a:p/>
        </p:txBody>
      </p:sp>
      <p:sp>
        <p:nvSpPr>
          <p:cNvPr id="11" name="Google Shape;11;p1"/>
          <p:cNvSpPr txBox="1"/>
          <p:nvPr>
            <p:ph idx="1" type="body"/>
          </p:nvPr>
        </p:nvSpPr>
        <p:spPr>
          <a:xfrm>
            <a:off x="1308100" y="2070100"/>
            <a:ext cx="10566400" cy="62738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36000"/>
              </a:lnSpc>
              <a:spcBef>
                <a:spcPts val="3200"/>
              </a:spcBef>
              <a:spcAft>
                <a:spcPts val="0"/>
              </a:spcAft>
              <a:buClr>
                <a:schemeClr val="dk1"/>
              </a:buClr>
              <a:buSzPts val="1400"/>
              <a:buFont typeface="Arial"/>
              <a:buChar char="●"/>
              <a:defRPr b="0" i="0" sz="2800" u="none" cap="none" strike="noStrike">
                <a:solidFill>
                  <a:schemeClr val="dk1"/>
                </a:solidFill>
                <a:latin typeface="Arial"/>
                <a:ea typeface="Arial"/>
                <a:cs typeface="Arial"/>
                <a:sym typeface="Arial"/>
              </a:defRPr>
            </a:lvl1pPr>
            <a:lvl2pPr indent="-317500" lvl="1" marL="914400" marR="0" rtl="0" algn="l">
              <a:lnSpc>
                <a:spcPct val="136000"/>
              </a:lnSpc>
              <a:spcBef>
                <a:spcPts val="0"/>
              </a:spcBef>
              <a:spcAft>
                <a:spcPts val="0"/>
              </a:spcAft>
              <a:buClr>
                <a:schemeClr val="dk1"/>
              </a:buClr>
              <a:buSzPts val="1400"/>
              <a:buFont typeface="Arial"/>
              <a:buChar char="●"/>
              <a:defRPr b="0" i="0" sz="2800" u="none" cap="none" strike="noStrike">
                <a:solidFill>
                  <a:schemeClr val="dk1"/>
                </a:solidFill>
                <a:latin typeface="Arial"/>
                <a:ea typeface="Arial"/>
                <a:cs typeface="Arial"/>
                <a:sym typeface="Arial"/>
              </a:defRPr>
            </a:lvl2pPr>
            <a:lvl3pPr indent="-317500" lvl="2" marL="1371600" marR="0" rtl="0" algn="l">
              <a:lnSpc>
                <a:spcPct val="136000"/>
              </a:lnSpc>
              <a:spcBef>
                <a:spcPts val="0"/>
              </a:spcBef>
              <a:spcAft>
                <a:spcPts val="0"/>
              </a:spcAft>
              <a:buClr>
                <a:schemeClr val="dk1"/>
              </a:buClr>
              <a:buSzPts val="1400"/>
              <a:buFont typeface="Arial"/>
              <a:buChar char="●"/>
              <a:defRPr b="0" i="0" sz="2800" u="none" cap="none" strike="noStrike">
                <a:solidFill>
                  <a:schemeClr val="dk1"/>
                </a:solidFill>
                <a:latin typeface="Arial"/>
                <a:ea typeface="Arial"/>
                <a:cs typeface="Arial"/>
                <a:sym typeface="Arial"/>
              </a:defRPr>
            </a:lvl3pPr>
            <a:lvl4pPr indent="-317500" lvl="3" marL="1828800" marR="0" rtl="0" algn="l">
              <a:lnSpc>
                <a:spcPct val="142000"/>
              </a:lnSpc>
              <a:spcBef>
                <a:spcPts val="0"/>
              </a:spcBef>
              <a:spcAft>
                <a:spcPts val="0"/>
              </a:spcAft>
              <a:buClr>
                <a:schemeClr val="dk1"/>
              </a:buClr>
              <a:buSzPts val="1400"/>
              <a:buFont typeface="Arial"/>
              <a:buChar char="●"/>
              <a:defRPr b="0" i="0" sz="2400" u="none" cap="none" strike="noStrike">
                <a:solidFill>
                  <a:schemeClr val="dk1"/>
                </a:solidFill>
                <a:latin typeface="Arial"/>
                <a:ea typeface="Arial"/>
                <a:cs typeface="Arial"/>
                <a:sym typeface="Arial"/>
              </a:defRPr>
            </a:lvl4pPr>
            <a:lvl5pPr indent="-317500" lvl="4" marL="2286000" marR="0" rtl="0" algn="l">
              <a:lnSpc>
                <a:spcPct val="142000"/>
              </a:lnSpc>
              <a:spcBef>
                <a:spcPts val="0"/>
              </a:spcBef>
              <a:spcAft>
                <a:spcPts val="0"/>
              </a:spcAft>
              <a:buClr>
                <a:schemeClr val="dk1"/>
              </a:buClr>
              <a:buSzPts val="1400"/>
              <a:buFont typeface="Arial"/>
              <a:buChar char="●"/>
              <a:defRPr b="0" i="0" sz="2400" u="none" cap="none" strike="noStrike">
                <a:solidFill>
                  <a:schemeClr val="dk1"/>
                </a:solidFill>
                <a:latin typeface="Arial"/>
                <a:ea typeface="Arial"/>
                <a:cs typeface="Arial"/>
                <a:sym typeface="Arial"/>
              </a:defRPr>
            </a:lvl5pPr>
            <a:lvl6pPr indent="-317500" lvl="5" marL="2743200" marR="0" rtl="0" algn="l">
              <a:lnSpc>
                <a:spcPct val="142000"/>
              </a:lnSpc>
              <a:spcBef>
                <a:spcPts val="0"/>
              </a:spcBef>
              <a:spcAft>
                <a:spcPts val="0"/>
              </a:spcAft>
              <a:buClr>
                <a:schemeClr val="dk1"/>
              </a:buClr>
              <a:buSzPts val="1400"/>
              <a:buFont typeface="Arial"/>
              <a:buChar char="●"/>
              <a:defRPr b="0" i="0" sz="2400" u="none" cap="none" strike="noStrike">
                <a:solidFill>
                  <a:schemeClr val="dk1"/>
                </a:solidFill>
                <a:latin typeface="Arial"/>
                <a:ea typeface="Arial"/>
                <a:cs typeface="Arial"/>
                <a:sym typeface="Arial"/>
              </a:defRPr>
            </a:lvl6pPr>
            <a:lvl7pPr indent="-317500" lvl="6" marL="3200400" marR="0" rtl="0" algn="l">
              <a:lnSpc>
                <a:spcPct val="142000"/>
              </a:lnSpc>
              <a:spcBef>
                <a:spcPts val="0"/>
              </a:spcBef>
              <a:spcAft>
                <a:spcPts val="0"/>
              </a:spcAft>
              <a:buClr>
                <a:schemeClr val="dk1"/>
              </a:buClr>
              <a:buSzPts val="1400"/>
              <a:buFont typeface="Arial"/>
              <a:buChar char="●"/>
              <a:defRPr b="0" i="0" sz="2400" u="none" cap="none" strike="noStrike">
                <a:solidFill>
                  <a:schemeClr val="dk1"/>
                </a:solidFill>
                <a:latin typeface="Arial"/>
                <a:ea typeface="Arial"/>
                <a:cs typeface="Arial"/>
                <a:sym typeface="Arial"/>
              </a:defRPr>
            </a:lvl7pPr>
            <a:lvl8pPr indent="-317500" lvl="7" marL="3657600" marR="0" rtl="0" algn="l">
              <a:lnSpc>
                <a:spcPct val="142000"/>
              </a:lnSpc>
              <a:spcBef>
                <a:spcPts val="0"/>
              </a:spcBef>
              <a:spcAft>
                <a:spcPts val="0"/>
              </a:spcAft>
              <a:buClr>
                <a:schemeClr val="dk1"/>
              </a:buClr>
              <a:buSzPts val="1400"/>
              <a:buFont typeface="Arial"/>
              <a:buChar char="●"/>
              <a:defRPr b="0" i="0" sz="2400" u="none" cap="none" strike="noStrike">
                <a:solidFill>
                  <a:schemeClr val="dk1"/>
                </a:solidFill>
                <a:latin typeface="Arial"/>
                <a:ea typeface="Arial"/>
                <a:cs typeface="Arial"/>
                <a:sym typeface="Arial"/>
              </a:defRPr>
            </a:lvl8pPr>
            <a:lvl9pPr indent="-317500" lvl="8" marL="4114800" marR="0" rtl="0" algn="l">
              <a:lnSpc>
                <a:spcPct val="142000"/>
              </a:lnSpc>
              <a:spcBef>
                <a:spcPts val="0"/>
              </a:spcBef>
              <a:spcAft>
                <a:spcPts val="0"/>
              </a:spcAft>
              <a:buClr>
                <a:schemeClr val="dk1"/>
              </a:buClr>
              <a:buSzPts val="1400"/>
              <a:buFont typeface="Arial"/>
              <a:buChar char="●"/>
              <a:defRPr b="0" i="0" sz="24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 Id="rId3" Type="http://schemas.openxmlformats.org/officeDocument/2006/relationships/image" Target="../media/image26.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6.png"/><Relationship Id="rId7" Type="http://schemas.openxmlformats.org/officeDocument/2006/relationships/image" Target="../media/image15.png"/><Relationship Id="rId8"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Relationship Id="rId3" Type="http://schemas.openxmlformats.org/officeDocument/2006/relationships/image" Target="../media/image3.jpg"/><Relationship Id="rId4"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xml"/><Relationship Id="rId3" Type="http://schemas.openxmlformats.org/officeDocument/2006/relationships/image" Target="../media/image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xml"/><Relationship Id="rId3" Type="http://schemas.openxmlformats.org/officeDocument/2006/relationships/image" Target="../media/image12.jpg"/><Relationship Id="rId4" Type="http://schemas.openxmlformats.org/officeDocument/2006/relationships/image" Target="../media/image1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 Id="rId3" Type="http://schemas.openxmlformats.org/officeDocument/2006/relationships/image" Target="../media/image14.png"/><Relationship Id="rId4" Type="http://schemas.openxmlformats.org/officeDocument/2006/relationships/image" Target="../media/image11.png"/><Relationship Id="rId5"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 Id="rId3" Type="http://schemas.openxmlformats.org/officeDocument/2006/relationships/image" Target="../media/image2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1.xml"/><Relationship Id="rId3" Type="http://schemas.openxmlformats.org/officeDocument/2006/relationships/image" Target="../media/image2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Relationship Id="rId3" Type="http://schemas.openxmlformats.org/officeDocument/2006/relationships/image" Target="../media/image2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3.xml"/><Relationship Id="rId3"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4.xml"/><Relationship Id="rId3" Type="http://schemas.openxmlformats.org/officeDocument/2006/relationships/image" Target="../media/image2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5.xml"/><Relationship Id="rId3" Type="http://schemas.openxmlformats.org/officeDocument/2006/relationships/image" Target="../media/image19.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32.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8.xml"/><Relationship Id="rId3" Type="http://schemas.openxmlformats.org/officeDocument/2006/relationships/image" Target="../media/image9.png"/><Relationship Id="rId4" Type="http://schemas.openxmlformats.org/officeDocument/2006/relationships/hyperlink" Target="mailto:sales@biozone.co.nz" TargetMode="External"/></Relationships>
</file>

<file path=ppt/slides/_rels/slide19.xml.rels><?xml version="1.0" encoding="UTF-8" standalone="yes"?><Relationships xmlns="http://schemas.openxmlformats.org/package/2006/relationships"><Relationship Id="rId10" Type="http://schemas.openxmlformats.org/officeDocument/2006/relationships/image" Target="../media/image29.png"/><Relationship Id="rId1" Type="http://schemas.openxmlformats.org/officeDocument/2006/relationships/slideLayout" Target="../slideLayouts/slideLayout10.xml"/><Relationship Id="rId2" Type="http://schemas.openxmlformats.org/officeDocument/2006/relationships/notesSlide" Target="../notesSlides/notesSlide19.xml"/><Relationship Id="rId3" Type="http://schemas.openxmlformats.org/officeDocument/2006/relationships/image" Target="../media/image20.png"/><Relationship Id="rId4" Type="http://schemas.openxmlformats.org/officeDocument/2006/relationships/image" Target="../media/image30.png"/><Relationship Id="rId9" Type="http://schemas.openxmlformats.org/officeDocument/2006/relationships/image" Target="../media/image24.png"/><Relationship Id="rId5" Type="http://schemas.openxmlformats.org/officeDocument/2006/relationships/image" Target="../media/image31.png"/><Relationship Id="rId6" Type="http://schemas.openxmlformats.org/officeDocument/2006/relationships/image" Target="../media/image22.png"/><Relationship Id="rId7" Type="http://schemas.openxmlformats.org/officeDocument/2006/relationships/hyperlink" Target="http://www.thebiozone.com/media.html" TargetMode="External"/><Relationship Id="rId8"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pic>
        <p:nvPicPr>
          <p:cNvPr id="52" name="Google Shape;52;p13"/>
          <p:cNvPicPr preferRelativeResize="0"/>
          <p:nvPr/>
        </p:nvPicPr>
        <p:blipFill>
          <a:blip r:embed="rId3">
            <a:alphaModFix/>
          </a:blip>
          <a:stretch>
            <a:fillRect/>
          </a:stretch>
        </p:blipFill>
        <p:spPr>
          <a:xfrm>
            <a:off x="2089150" y="3581400"/>
            <a:ext cx="8005762" cy="3797300"/>
          </a:xfrm>
          <a:prstGeom prst="rect">
            <a:avLst/>
          </a:prstGeom>
          <a:noFill/>
          <a:ln>
            <a:noFill/>
          </a:ln>
        </p:spPr>
      </p:pic>
      <p:pic>
        <p:nvPicPr>
          <p:cNvPr id="53" name="Google Shape;53;p13"/>
          <p:cNvPicPr preferRelativeResize="0"/>
          <p:nvPr/>
        </p:nvPicPr>
        <p:blipFill>
          <a:blip r:embed="rId4">
            <a:alphaModFix/>
          </a:blip>
          <a:stretch>
            <a:fillRect/>
          </a:stretch>
        </p:blipFill>
        <p:spPr>
          <a:xfrm rot="1919984">
            <a:off x="8965302" y="1920668"/>
            <a:ext cx="3311504" cy="2098836"/>
          </a:xfrm>
          <a:prstGeom prst="rect">
            <a:avLst/>
          </a:prstGeom>
          <a:noFill/>
          <a:ln>
            <a:noFill/>
          </a:ln>
        </p:spPr>
      </p:pic>
      <p:sp>
        <p:nvSpPr>
          <p:cNvPr id="54" name="Google Shape;54;p13"/>
          <p:cNvSpPr txBox="1"/>
          <p:nvPr/>
        </p:nvSpPr>
        <p:spPr>
          <a:xfrm>
            <a:off x="-63500" y="8178800"/>
            <a:ext cx="13119101" cy="1727200"/>
          </a:xfrm>
          <a:prstGeom prst="rect">
            <a:avLst/>
          </a:prstGeom>
          <a:solidFill>
            <a:srgbClr val="000000"/>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pic>
        <p:nvPicPr>
          <p:cNvPr id="55" name="Google Shape;55;p13"/>
          <p:cNvPicPr preferRelativeResize="0"/>
          <p:nvPr/>
        </p:nvPicPr>
        <p:blipFill>
          <a:blip r:embed="rId5">
            <a:alphaModFix/>
          </a:blip>
          <a:stretch>
            <a:fillRect/>
          </a:stretch>
        </p:blipFill>
        <p:spPr>
          <a:xfrm>
            <a:off x="165100" y="8318500"/>
            <a:ext cx="3592512" cy="1433512"/>
          </a:xfrm>
          <a:prstGeom prst="rect">
            <a:avLst/>
          </a:prstGeom>
          <a:noFill/>
          <a:ln>
            <a:noFill/>
          </a:ln>
        </p:spPr>
      </p:pic>
      <p:sp>
        <p:nvSpPr>
          <p:cNvPr id="56" name="Google Shape;56;p13"/>
          <p:cNvSpPr txBox="1"/>
          <p:nvPr/>
        </p:nvSpPr>
        <p:spPr>
          <a:xfrm>
            <a:off x="1536700" y="9334500"/>
            <a:ext cx="1500187" cy="212725"/>
          </a:xfrm>
          <a:prstGeom prst="rect">
            <a:avLst/>
          </a:prstGeom>
          <a:noFill/>
          <a:ln>
            <a:noFill/>
          </a:ln>
        </p:spPr>
        <p:txBody>
          <a:bodyPr anchorCtr="0" anchor="t" bIns="0" lIns="0" spcFirstLastPara="1" rIns="0" wrap="square" tIns="0">
            <a:noAutofit/>
          </a:bodyPr>
          <a:lstStyle/>
          <a:p>
            <a:pPr indent="0" lvl="0" marL="114300" marR="0" rtl="0" algn="l">
              <a:spcBef>
                <a:spcPts val="0"/>
              </a:spcBef>
              <a:spcAft>
                <a:spcPts val="0"/>
              </a:spcAft>
              <a:buClr>
                <a:srgbClr val="FFFFFF"/>
              </a:buClr>
              <a:buFont typeface="Arial"/>
              <a:buNone/>
            </a:pPr>
            <a:r>
              <a:rPr b="0" i="0" lang="en-US" sz="1400" u="none" cap="none" strike="noStrike">
                <a:solidFill>
                  <a:srgbClr val="FFFFFF"/>
                </a:solidFill>
                <a:latin typeface="Arial"/>
                <a:ea typeface="Arial"/>
                <a:cs typeface="Arial"/>
                <a:sym typeface="Arial"/>
              </a:rPr>
              <a:t>Copyright © 2005</a:t>
            </a:r>
            <a:endParaRPr b="0" i="0" sz="1800" u="none" cap="none" strike="noStrike">
              <a:solidFill>
                <a:schemeClr val="dk1"/>
              </a:solidFill>
              <a:latin typeface="Arial"/>
              <a:ea typeface="Arial"/>
              <a:cs typeface="Arial"/>
              <a:sym typeface="Arial"/>
            </a:endParaRPr>
          </a:p>
        </p:txBody>
      </p:sp>
      <p:sp>
        <p:nvSpPr>
          <p:cNvPr id="57" name="Google Shape;57;p13"/>
          <p:cNvSpPr txBox="1"/>
          <p:nvPr/>
        </p:nvSpPr>
        <p:spPr>
          <a:xfrm>
            <a:off x="9105900" y="9334500"/>
            <a:ext cx="1063625" cy="212725"/>
          </a:xfrm>
          <a:prstGeom prst="rect">
            <a:avLst/>
          </a:prstGeom>
          <a:noFill/>
          <a:ln>
            <a:noFill/>
          </a:ln>
        </p:spPr>
        <p:txBody>
          <a:bodyPr anchorCtr="0" anchor="t" bIns="0" lIns="0" spcFirstLastPara="1" rIns="0" wrap="square" tIns="0">
            <a:noAutofit/>
          </a:bodyPr>
          <a:lstStyle/>
          <a:p>
            <a:pPr indent="0" lvl="0" marL="114300" marR="0" rtl="0" algn="l">
              <a:spcBef>
                <a:spcPts val="0"/>
              </a:spcBef>
              <a:spcAft>
                <a:spcPts val="0"/>
              </a:spcAft>
              <a:buClr>
                <a:srgbClr val="FFFFFF"/>
              </a:buClr>
              <a:buFont typeface="Arial"/>
              <a:buNone/>
            </a:pPr>
            <a:r>
              <a:rPr b="0" i="0" lang="en-US" sz="1400" u="none" cap="none" strike="noStrike">
                <a:solidFill>
                  <a:srgbClr val="FFFFFF"/>
                </a:solidFill>
                <a:latin typeface="Arial"/>
                <a:ea typeface="Arial"/>
                <a:cs typeface="Arial"/>
                <a:sym typeface="Arial"/>
              </a:rPr>
              <a:t>Version: 2.0</a:t>
            </a:r>
            <a:endParaRPr b="0" i="0" sz="1800" u="none" cap="none" strike="noStrike">
              <a:solidFill>
                <a:schemeClr val="dk1"/>
              </a:solidFill>
              <a:latin typeface="Arial"/>
              <a:ea typeface="Arial"/>
              <a:cs typeface="Arial"/>
              <a:sym typeface="Arial"/>
            </a:endParaRPr>
          </a:p>
        </p:txBody>
      </p:sp>
      <p:sp>
        <p:nvSpPr>
          <p:cNvPr id="58" name="Google Shape;58;p13"/>
          <p:cNvSpPr txBox="1"/>
          <p:nvPr/>
        </p:nvSpPr>
        <p:spPr>
          <a:xfrm>
            <a:off x="3759200" y="8572500"/>
            <a:ext cx="9182100" cy="711200"/>
          </a:xfrm>
          <a:prstGeom prst="rect">
            <a:avLst/>
          </a:prstGeom>
          <a:noFill/>
          <a:ln>
            <a:noFill/>
          </a:ln>
        </p:spPr>
        <p:txBody>
          <a:bodyPr anchorCtr="0" anchor="t" bIns="0" lIns="0" spcFirstLastPara="1" rIns="0" wrap="square" tIns="0">
            <a:noAutofit/>
          </a:bodyPr>
          <a:lstStyle/>
          <a:p>
            <a:pPr indent="0" lvl="0" marL="0" marR="0" rtl="0" algn="ctr">
              <a:spcBef>
                <a:spcPts val="200"/>
              </a:spcBef>
              <a:spcAft>
                <a:spcPts val="0"/>
              </a:spcAft>
              <a:buClr>
                <a:srgbClr val="FFFFFF"/>
              </a:buClr>
              <a:buFont typeface="Arial Black"/>
              <a:buNone/>
            </a:pPr>
            <a:r>
              <a:rPr b="0" i="0" lang="en-US" sz="3600" u="none" cap="none" strike="noStrike">
                <a:solidFill>
                  <a:srgbClr val="FFFFFF"/>
                </a:solidFill>
                <a:latin typeface="Arial Black"/>
                <a:ea typeface="Arial Black"/>
                <a:cs typeface="Arial Black"/>
                <a:sym typeface="Arial Black"/>
              </a:rPr>
              <a:t>Human Evolution</a:t>
            </a:r>
            <a:r>
              <a:rPr b="0" i="0" lang="en-US" sz="3600" u="none" cap="none" strike="noStrike">
                <a:solidFill>
                  <a:srgbClr val="FFFFFF"/>
                </a:solidFill>
                <a:latin typeface="Arial"/>
                <a:ea typeface="Arial"/>
                <a:cs typeface="Arial"/>
                <a:sym typeface="Arial"/>
              </a:rPr>
              <a:t> Series:  </a:t>
            </a:r>
            <a:r>
              <a:rPr b="1" i="0" lang="en-US" sz="3600" u="none" cap="none" strike="noStrike">
                <a:solidFill>
                  <a:srgbClr val="FFFFFF"/>
                </a:solidFill>
                <a:latin typeface="Arial"/>
                <a:ea typeface="Arial"/>
                <a:cs typeface="Arial"/>
                <a:sym typeface="Arial"/>
              </a:rPr>
              <a:t>  </a:t>
            </a:r>
            <a:r>
              <a:rPr b="0" i="0" lang="en-US" sz="3600" u="none" cap="none" strike="noStrike">
                <a:solidFill>
                  <a:srgbClr val="00FFFD"/>
                </a:solidFill>
                <a:latin typeface="Arial Black"/>
                <a:ea typeface="Arial Black"/>
                <a:cs typeface="Arial Black"/>
                <a:sym typeface="Arial Black"/>
              </a:rPr>
              <a:t>Set 3</a:t>
            </a:r>
            <a:endParaRPr b="0" i="0" sz="1800" u="none" cap="none" strike="noStrike">
              <a:solidFill>
                <a:schemeClr val="dk1"/>
              </a:solidFill>
              <a:latin typeface="Arial"/>
              <a:ea typeface="Arial"/>
              <a:cs typeface="Arial"/>
              <a:sym typeface="Arial"/>
            </a:endParaRPr>
          </a:p>
        </p:txBody>
      </p:sp>
      <p:pic>
        <p:nvPicPr>
          <p:cNvPr id="59" name="Google Shape;59;p13"/>
          <p:cNvPicPr preferRelativeResize="0"/>
          <p:nvPr/>
        </p:nvPicPr>
        <p:blipFill>
          <a:blip r:embed="rId6">
            <a:alphaModFix/>
          </a:blip>
          <a:stretch>
            <a:fillRect/>
          </a:stretch>
        </p:blipFill>
        <p:spPr>
          <a:xfrm>
            <a:off x="533400" y="444500"/>
            <a:ext cx="8153400" cy="2692400"/>
          </a:xfrm>
          <a:prstGeom prst="rect">
            <a:avLst/>
          </a:prstGeom>
          <a:noFill/>
          <a:ln>
            <a:noFill/>
          </a:ln>
        </p:spPr>
      </p:pic>
      <p:pic>
        <p:nvPicPr>
          <p:cNvPr id="60" name="Google Shape;60;p13"/>
          <p:cNvPicPr preferRelativeResize="0"/>
          <p:nvPr/>
        </p:nvPicPr>
        <p:blipFill>
          <a:blip r:embed="rId7">
            <a:alphaModFix/>
          </a:blip>
          <a:stretch>
            <a:fillRect/>
          </a:stretch>
        </p:blipFill>
        <p:spPr>
          <a:xfrm>
            <a:off x="9632950" y="4164012"/>
            <a:ext cx="2946400" cy="3817937"/>
          </a:xfrm>
          <a:prstGeom prst="rect">
            <a:avLst/>
          </a:prstGeom>
          <a:noFill/>
          <a:ln>
            <a:noFill/>
          </a:ln>
        </p:spPr>
      </p:pic>
      <p:pic>
        <p:nvPicPr>
          <p:cNvPr id="61" name="Google Shape;61;p13"/>
          <p:cNvPicPr preferRelativeResize="0"/>
          <p:nvPr/>
        </p:nvPicPr>
        <p:blipFill>
          <a:blip r:embed="rId8">
            <a:alphaModFix/>
          </a:blip>
          <a:stretch>
            <a:fillRect/>
          </a:stretch>
        </p:blipFill>
        <p:spPr>
          <a:xfrm>
            <a:off x="444500" y="3778250"/>
            <a:ext cx="2133600" cy="42513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4"/>
          <p:cNvSpPr txBox="1"/>
          <p:nvPr/>
        </p:nvSpPr>
        <p:spPr>
          <a:xfrm>
            <a:off x="609600" y="915987"/>
            <a:ext cx="11509375" cy="7620000"/>
          </a:xfrm>
          <a:prstGeom prst="rect">
            <a:avLst/>
          </a:prstGeom>
          <a:noFill/>
          <a:ln>
            <a:noFill/>
          </a:ln>
        </p:spPr>
        <p:txBody>
          <a:bodyPr anchorCtr="0" anchor="t" bIns="50800" lIns="50800" spcFirstLastPara="1" rIns="50800" wrap="square" tIns="50800">
            <a:noAutofit/>
          </a:bodyPr>
          <a:lstStyle/>
          <a:p>
            <a:pPr indent="431800" lvl="0" marL="177800" marR="0" rtl="0" algn="l">
              <a:lnSpc>
                <a:spcPct val="133333"/>
              </a:lnSpc>
              <a:spcBef>
                <a:spcPts val="0"/>
              </a:spcBef>
              <a:spcAft>
                <a:spcPts val="0"/>
              </a:spcAft>
              <a:buClr>
                <a:schemeClr val="dk2"/>
              </a:buClr>
              <a:buSzPts val="1450"/>
              <a:buFont typeface="Arial"/>
              <a:buChar char="●"/>
            </a:pPr>
            <a:r>
              <a:rPr b="0" i="0" lang="en-US" sz="2400" u="none" cap="none" strike="noStrike">
                <a:solidFill>
                  <a:schemeClr val="dk2"/>
                </a:solidFill>
                <a:latin typeface="Arial"/>
                <a:ea typeface="Arial"/>
                <a:cs typeface="Arial"/>
                <a:sym typeface="Arial"/>
              </a:rPr>
              <a:t>With shelter early humans could:</a:t>
            </a:r>
            <a:endParaRPr b="0" i="0" sz="1800" u="none" cap="none" strike="noStrike">
              <a:solidFill>
                <a:schemeClr val="dk1"/>
              </a:solidFill>
              <a:latin typeface="Arial"/>
              <a:ea typeface="Arial"/>
              <a:cs typeface="Arial"/>
              <a:sym typeface="Arial"/>
            </a:endParaRPr>
          </a:p>
          <a:p>
            <a:pPr indent="419100" lvl="1" marL="558800" marR="0" rtl="0" algn="l">
              <a:lnSpc>
                <a:spcPct val="127272"/>
              </a:lnSpc>
              <a:spcBef>
                <a:spcPts val="0"/>
              </a:spcBef>
              <a:spcAft>
                <a:spcPts val="0"/>
              </a:spcAft>
              <a:buClr>
                <a:schemeClr val="dk2"/>
              </a:buClr>
              <a:buSzPts val="1300"/>
              <a:buFont typeface="Arial"/>
              <a:buChar char="●"/>
            </a:pPr>
            <a:r>
              <a:rPr b="1" i="0" lang="en-US" sz="2200" u="none" cap="none" strike="noStrike">
                <a:solidFill>
                  <a:schemeClr val="dk2"/>
                </a:solidFill>
                <a:latin typeface="Arial"/>
                <a:ea typeface="Arial"/>
                <a:cs typeface="Arial"/>
                <a:sym typeface="Arial"/>
              </a:rPr>
              <a:t>Provide shelter from the elements and safety from predators</a:t>
            </a:r>
            <a:r>
              <a:rPr b="0" i="0" lang="en-US" sz="2200" u="none" cap="none" strike="noStrike">
                <a:solidFill>
                  <a:schemeClr val="dk2"/>
                </a:solidFill>
                <a:latin typeface="Arial"/>
                <a:ea typeface="Arial"/>
                <a:cs typeface="Arial"/>
                <a:sym typeface="Arial"/>
              </a:rPr>
              <a:t>:  Safety out of the weather meant that they would stay warm dry and probably decreased sickness.  They would be able to defend themselves better in shelter than out in the open</a:t>
            </a:r>
            <a:endParaRPr b="0" i="0" sz="1800" u="none" cap="none" strike="noStrike">
              <a:solidFill>
                <a:schemeClr val="dk1"/>
              </a:solidFill>
              <a:latin typeface="Arial"/>
              <a:ea typeface="Arial"/>
              <a:cs typeface="Arial"/>
              <a:sym typeface="Arial"/>
            </a:endParaRPr>
          </a:p>
          <a:p>
            <a:pPr indent="419100" lvl="1" marL="558800" marR="0" rtl="0" algn="l">
              <a:lnSpc>
                <a:spcPct val="127272"/>
              </a:lnSpc>
              <a:spcBef>
                <a:spcPts val="0"/>
              </a:spcBef>
              <a:spcAft>
                <a:spcPts val="0"/>
              </a:spcAft>
              <a:buClr>
                <a:schemeClr val="dk2"/>
              </a:buClr>
              <a:buSzPts val="1300"/>
              <a:buFont typeface="Arial"/>
              <a:buChar char="●"/>
            </a:pPr>
            <a:r>
              <a:rPr b="1" i="0" lang="en-US" sz="2200" u="none" cap="none" strike="noStrike">
                <a:solidFill>
                  <a:schemeClr val="dk2"/>
                </a:solidFill>
                <a:latin typeface="Arial"/>
                <a:ea typeface="Arial"/>
                <a:cs typeface="Arial"/>
                <a:sym typeface="Arial"/>
              </a:rPr>
              <a:t>Home base: </a:t>
            </a:r>
            <a:r>
              <a:rPr b="0" i="0" lang="en-US" sz="2200" u="none" cap="none" strike="noStrike">
                <a:solidFill>
                  <a:schemeClr val="dk2"/>
                </a:solidFill>
                <a:latin typeface="Arial"/>
                <a:ea typeface="Arial"/>
                <a:cs typeface="Arial"/>
                <a:sym typeface="Arial"/>
              </a:rPr>
              <a:t>A community was built around food sharing and division of labor which allowed for greater protection of young by being cared for at home base and increased skills by diversification</a:t>
            </a:r>
            <a:endParaRPr b="0" i="0" sz="1800" u="none" cap="none" strike="noStrike">
              <a:solidFill>
                <a:schemeClr val="dk1"/>
              </a:solidFill>
              <a:latin typeface="Arial"/>
              <a:ea typeface="Arial"/>
              <a:cs typeface="Arial"/>
              <a:sym typeface="Arial"/>
            </a:endParaRPr>
          </a:p>
          <a:p>
            <a:pPr indent="0" lvl="0" marL="0" marR="0" rtl="0" algn="l">
              <a:spcBef>
                <a:spcPts val="2000"/>
              </a:spcBef>
              <a:spcAft>
                <a:spcPts val="0"/>
              </a:spcAft>
              <a:buNone/>
            </a:pPr>
            <a:r>
              <a:t/>
            </a:r>
            <a:endParaRPr b="0" i="0" sz="180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8" name="Google Shape;68;p14"/>
          <p:cNvSpPr txBox="1"/>
          <p:nvPr>
            <p:ph type="title"/>
          </p:nvPr>
        </p:nvSpPr>
        <p:spPr>
          <a:xfrm>
            <a:off x="-12700" y="-38100"/>
            <a:ext cx="13055600" cy="1155700"/>
          </a:xfrm>
          <a:prstGeom prst="rect">
            <a:avLst/>
          </a:prstGeom>
          <a:noFill/>
          <a:ln>
            <a:noFill/>
          </a:ln>
        </p:spPr>
        <p:txBody>
          <a:bodyPr anchorCtr="0" anchor="t" bIns="50800" lIns="50800" spcFirstLastPara="1" rIns="50800" wrap="square" tIns="50800">
            <a:noAutofit/>
          </a:bodyPr>
          <a:lstStyle/>
          <a:p>
            <a:pPr indent="0" lvl="0" marL="0" marR="0" rtl="0" algn="ctr">
              <a:spcBef>
                <a:spcPts val="200"/>
              </a:spcBef>
              <a:spcAft>
                <a:spcPts val="0"/>
              </a:spcAft>
              <a:buClr>
                <a:srgbClr val="000000"/>
              </a:buClr>
              <a:buFont typeface="Arial Black"/>
              <a:buNone/>
            </a:pPr>
            <a:r>
              <a:rPr b="0" i="0" lang="en-US" sz="6000" u="none" cap="none" strike="noStrike">
                <a:solidFill>
                  <a:srgbClr val="000000"/>
                </a:solidFill>
                <a:latin typeface="Arial Black"/>
                <a:ea typeface="Arial Black"/>
                <a:cs typeface="Arial Black"/>
                <a:sym typeface="Arial Black"/>
              </a:rPr>
              <a:t>Advancements due to Shelter</a:t>
            </a:r>
            <a:endParaRPr b="0" i="0" sz="6400" u="none" cap="none" strike="noStrike">
              <a:solidFill>
                <a:srgbClr val="000000"/>
              </a:solidFill>
              <a:latin typeface="Arial Black"/>
              <a:ea typeface="Arial Black"/>
              <a:cs typeface="Arial Black"/>
              <a:sym typeface="Arial Black"/>
            </a:endParaRPr>
          </a:p>
        </p:txBody>
      </p:sp>
      <p:pic>
        <p:nvPicPr>
          <p:cNvPr id="69" name="Google Shape;69;p14"/>
          <p:cNvPicPr preferRelativeResize="0"/>
          <p:nvPr/>
        </p:nvPicPr>
        <p:blipFill>
          <a:blip r:embed="rId3">
            <a:alphaModFix/>
          </a:blip>
          <a:stretch>
            <a:fillRect/>
          </a:stretch>
        </p:blipFill>
        <p:spPr>
          <a:xfrm>
            <a:off x="1457325" y="3998912"/>
            <a:ext cx="10380662" cy="751046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5"/>
          <p:cNvSpPr txBox="1"/>
          <p:nvPr/>
        </p:nvSpPr>
        <p:spPr>
          <a:xfrm>
            <a:off x="609600" y="915987"/>
            <a:ext cx="11509500" cy="7620000"/>
          </a:xfrm>
          <a:prstGeom prst="rect">
            <a:avLst/>
          </a:prstGeom>
          <a:noFill/>
          <a:ln>
            <a:noFill/>
          </a:ln>
        </p:spPr>
        <p:txBody>
          <a:bodyPr anchorCtr="0" anchor="t" bIns="50800" lIns="50800" spcFirstLastPara="1" rIns="50800" wrap="square" tIns="50800">
            <a:noAutofit/>
          </a:bodyPr>
          <a:lstStyle/>
          <a:p>
            <a:pPr indent="368300" lvl="0" marL="177800" marR="0" rtl="0" algn="l">
              <a:lnSpc>
                <a:spcPct val="133333"/>
              </a:lnSpc>
              <a:spcBef>
                <a:spcPts val="0"/>
              </a:spcBef>
              <a:spcAft>
                <a:spcPts val="0"/>
              </a:spcAft>
              <a:buClr>
                <a:schemeClr val="dk2"/>
              </a:buClr>
              <a:buSzPts val="2450"/>
              <a:buFont typeface="Arial"/>
              <a:buChar char="●"/>
            </a:pPr>
            <a:r>
              <a:rPr b="0" i="0" lang="en-US" sz="3400" u="none" cap="none" strike="noStrike">
                <a:solidFill>
                  <a:schemeClr val="dk2"/>
                </a:solidFill>
                <a:latin typeface="Arial"/>
                <a:ea typeface="Arial"/>
                <a:cs typeface="Arial"/>
                <a:sym typeface="Arial"/>
              </a:rPr>
              <a:t>With shelter early humans could:</a:t>
            </a:r>
            <a:endParaRPr b="0" i="0" sz="2800" u="none" cap="none" strike="noStrike">
              <a:solidFill>
                <a:schemeClr val="dk1"/>
              </a:solidFill>
              <a:latin typeface="Arial"/>
              <a:ea typeface="Arial"/>
              <a:cs typeface="Arial"/>
              <a:sym typeface="Arial"/>
            </a:endParaRPr>
          </a:p>
          <a:p>
            <a:pPr indent="355600" lvl="1" marL="558800" marR="0" rtl="0" algn="l">
              <a:lnSpc>
                <a:spcPct val="127272"/>
              </a:lnSpc>
              <a:spcBef>
                <a:spcPts val="0"/>
              </a:spcBef>
              <a:spcAft>
                <a:spcPts val="0"/>
              </a:spcAft>
              <a:buClr>
                <a:schemeClr val="dk2"/>
              </a:buClr>
              <a:buSzPts val="2300"/>
              <a:buFont typeface="Arial"/>
              <a:buChar char="●"/>
            </a:pPr>
            <a:r>
              <a:rPr b="1" i="0" lang="en-US" sz="3200" u="none" cap="none" strike="noStrike">
                <a:solidFill>
                  <a:schemeClr val="dk2"/>
                </a:solidFill>
                <a:latin typeface="Arial"/>
                <a:ea typeface="Arial"/>
                <a:cs typeface="Arial"/>
                <a:sym typeface="Arial"/>
              </a:rPr>
              <a:t>Provide shelter from the elements and safety from predators</a:t>
            </a:r>
            <a:r>
              <a:rPr b="0" i="0" lang="en-US" sz="3200" u="none" cap="none" strike="noStrike">
                <a:solidFill>
                  <a:schemeClr val="dk2"/>
                </a:solidFill>
                <a:latin typeface="Arial"/>
                <a:ea typeface="Arial"/>
                <a:cs typeface="Arial"/>
                <a:sym typeface="Arial"/>
              </a:rPr>
              <a:t>:  Safety out of the weather meant that they would stay warm dry and probably decreased sickness.  They would be able to defend themselves better in shelter than out in the open</a:t>
            </a:r>
            <a:endParaRPr b="0" i="0" sz="2800" u="none" cap="none" strike="noStrike">
              <a:solidFill>
                <a:schemeClr val="dk1"/>
              </a:solidFill>
              <a:latin typeface="Arial"/>
              <a:ea typeface="Arial"/>
              <a:cs typeface="Arial"/>
              <a:sym typeface="Arial"/>
            </a:endParaRPr>
          </a:p>
          <a:p>
            <a:pPr indent="355600" lvl="1" marL="558800" marR="0" rtl="0" algn="l">
              <a:lnSpc>
                <a:spcPct val="127272"/>
              </a:lnSpc>
              <a:spcBef>
                <a:spcPts val="0"/>
              </a:spcBef>
              <a:spcAft>
                <a:spcPts val="0"/>
              </a:spcAft>
              <a:buClr>
                <a:schemeClr val="dk2"/>
              </a:buClr>
              <a:buSzPts val="2300"/>
              <a:buFont typeface="Arial"/>
              <a:buChar char="●"/>
            </a:pPr>
            <a:r>
              <a:rPr b="1" i="0" lang="en-US" sz="3200" u="none" cap="none" strike="noStrike">
                <a:solidFill>
                  <a:schemeClr val="dk2"/>
                </a:solidFill>
                <a:latin typeface="Arial"/>
                <a:ea typeface="Arial"/>
                <a:cs typeface="Arial"/>
                <a:sym typeface="Arial"/>
              </a:rPr>
              <a:t>Home base: </a:t>
            </a:r>
            <a:r>
              <a:rPr b="0" i="0" lang="en-US" sz="3200" u="none" cap="none" strike="noStrike">
                <a:solidFill>
                  <a:schemeClr val="dk2"/>
                </a:solidFill>
                <a:latin typeface="Arial"/>
                <a:ea typeface="Arial"/>
                <a:cs typeface="Arial"/>
                <a:sym typeface="Arial"/>
              </a:rPr>
              <a:t>A community was built around food sharing and division of labor which allowed for greater protection of young by being cared for at home base and increased skills by diversification</a:t>
            </a:r>
            <a:endParaRPr b="0" i="0" sz="2800" u="none" cap="none" strike="noStrike">
              <a:solidFill>
                <a:schemeClr val="dk1"/>
              </a:solidFill>
              <a:latin typeface="Arial"/>
              <a:ea typeface="Arial"/>
              <a:cs typeface="Arial"/>
              <a:sym typeface="Arial"/>
            </a:endParaRPr>
          </a:p>
          <a:p>
            <a:pPr indent="0" lvl="0" marL="0" marR="0" rtl="0" algn="l">
              <a:spcBef>
                <a:spcPts val="2000"/>
              </a:spcBef>
              <a:spcAft>
                <a:spcPts val="0"/>
              </a:spcAft>
              <a:buNone/>
            </a:pPr>
            <a:r>
              <a:t/>
            </a:r>
            <a:endParaRPr b="0" i="0" sz="280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t/>
            </a:r>
            <a:endParaRPr b="0" i="0" sz="2800" u="none" cap="none" strike="noStrike">
              <a:solidFill>
                <a:schemeClr val="dk1"/>
              </a:solidFill>
              <a:latin typeface="Arial"/>
              <a:ea typeface="Arial"/>
              <a:cs typeface="Arial"/>
              <a:sym typeface="Arial"/>
            </a:endParaRPr>
          </a:p>
        </p:txBody>
      </p:sp>
      <p:sp>
        <p:nvSpPr>
          <p:cNvPr id="76" name="Google Shape;76;p15"/>
          <p:cNvSpPr txBox="1"/>
          <p:nvPr>
            <p:ph type="title"/>
          </p:nvPr>
        </p:nvSpPr>
        <p:spPr>
          <a:xfrm>
            <a:off x="-12700" y="-38100"/>
            <a:ext cx="13055700" cy="1155600"/>
          </a:xfrm>
          <a:prstGeom prst="rect">
            <a:avLst/>
          </a:prstGeom>
          <a:noFill/>
          <a:ln>
            <a:noFill/>
          </a:ln>
        </p:spPr>
        <p:txBody>
          <a:bodyPr anchorCtr="0" anchor="t" bIns="50800" lIns="50800" spcFirstLastPara="1" rIns="50800" wrap="square" tIns="50800">
            <a:noAutofit/>
          </a:bodyPr>
          <a:lstStyle/>
          <a:p>
            <a:pPr indent="0" lvl="0" marL="0" marR="0" rtl="0" algn="ctr">
              <a:spcBef>
                <a:spcPts val="200"/>
              </a:spcBef>
              <a:spcAft>
                <a:spcPts val="0"/>
              </a:spcAft>
              <a:buClr>
                <a:srgbClr val="000000"/>
              </a:buClr>
              <a:buFont typeface="Arial Black"/>
              <a:buNone/>
            </a:pPr>
            <a:r>
              <a:rPr b="0" i="0" lang="en-US" sz="6000" u="none" cap="none" strike="noStrike">
                <a:solidFill>
                  <a:srgbClr val="000000"/>
                </a:solidFill>
                <a:latin typeface="Arial Black"/>
                <a:ea typeface="Arial Black"/>
                <a:cs typeface="Arial Black"/>
                <a:sym typeface="Arial Black"/>
              </a:rPr>
              <a:t>Advancements due to Shelter</a:t>
            </a:r>
            <a:endParaRPr b="0" i="0" sz="6400" u="none" cap="none" strike="noStrike">
              <a:solidFill>
                <a:srgbClr val="000000"/>
              </a:solidFill>
              <a:latin typeface="Arial Black"/>
              <a:ea typeface="Arial Black"/>
              <a:cs typeface="Arial Black"/>
              <a:sym typeface="Arial Black"/>
            </a:endParaRPr>
          </a:p>
        </p:txBody>
      </p:sp>
      <p:pic>
        <p:nvPicPr>
          <p:cNvPr id="77" name="Google Shape;77;p15"/>
          <p:cNvPicPr preferRelativeResize="0"/>
          <p:nvPr/>
        </p:nvPicPr>
        <p:blipFill>
          <a:blip r:embed="rId3">
            <a:alphaModFix/>
          </a:blip>
          <a:stretch>
            <a:fillRect/>
          </a:stretch>
        </p:blipFill>
        <p:spPr>
          <a:xfrm>
            <a:off x="7110000" y="6518450"/>
            <a:ext cx="5641924" cy="408197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6"/>
          <p:cNvSpPr txBox="1"/>
          <p:nvPr>
            <p:ph type="title"/>
          </p:nvPr>
        </p:nvSpPr>
        <p:spPr>
          <a:xfrm>
            <a:off x="368300" y="152400"/>
            <a:ext cx="12204600" cy="1155600"/>
          </a:xfrm>
          <a:prstGeom prst="rect">
            <a:avLst/>
          </a:prstGeom>
        </p:spPr>
        <p:txBody>
          <a:bodyPr anchorCtr="0" anchor="t" bIns="91425" lIns="91425" spcFirstLastPara="1" rIns="91425" wrap="square" tIns="91425">
            <a:noAutofit/>
          </a:bodyPr>
          <a:lstStyle/>
          <a:p>
            <a:pPr indent="0" lvl="0" marL="0" rtl="0" algn="ctr">
              <a:spcBef>
                <a:spcPts val="200"/>
              </a:spcBef>
              <a:spcAft>
                <a:spcPts val="0"/>
              </a:spcAft>
              <a:buNone/>
            </a:pPr>
            <a:r>
              <a:t/>
            </a:r>
            <a:endParaRPr/>
          </a:p>
        </p:txBody>
      </p:sp>
      <p:sp>
        <p:nvSpPr>
          <p:cNvPr id="84" name="Google Shape;84;p16"/>
          <p:cNvSpPr txBox="1"/>
          <p:nvPr>
            <p:ph idx="1" type="body"/>
          </p:nvPr>
        </p:nvSpPr>
        <p:spPr>
          <a:xfrm>
            <a:off x="1308100" y="2070100"/>
            <a:ext cx="10566300" cy="6273900"/>
          </a:xfrm>
          <a:prstGeom prst="rect">
            <a:avLst/>
          </a:prstGeom>
        </p:spPr>
        <p:txBody>
          <a:bodyPr anchorCtr="0" anchor="t" bIns="91425" lIns="91425" spcFirstLastPara="1" rIns="91425" wrap="square" tIns="91425">
            <a:noAutofit/>
          </a:bodyPr>
          <a:lstStyle/>
          <a:p>
            <a:pPr indent="-247650" lvl="0" marL="568325" rtl="0" algn="l">
              <a:spcBef>
                <a:spcPts val="3200"/>
              </a:spcBef>
              <a:spcAft>
                <a:spcPts val="0"/>
              </a:spcAft>
              <a:buNone/>
            </a:pPr>
            <a:r>
              <a:t/>
            </a:r>
            <a:endParaRPr/>
          </a:p>
        </p:txBody>
      </p:sp>
      <p:pic>
        <p:nvPicPr>
          <p:cNvPr id="85" name="Google Shape;85;p16"/>
          <p:cNvPicPr preferRelativeResize="0"/>
          <p:nvPr/>
        </p:nvPicPr>
        <p:blipFill>
          <a:blip r:embed="rId3">
            <a:alphaModFix/>
          </a:blip>
          <a:stretch>
            <a:fillRect/>
          </a:stretch>
        </p:blipFill>
        <p:spPr>
          <a:xfrm>
            <a:off x="-150350" y="1139275"/>
            <a:ext cx="13241889" cy="958057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7"/>
          <p:cNvSpPr txBox="1"/>
          <p:nvPr>
            <p:ph type="title"/>
          </p:nvPr>
        </p:nvSpPr>
        <p:spPr>
          <a:xfrm>
            <a:off x="-12700" y="-38100"/>
            <a:ext cx="13055600" cy="1155700"/>
          </a:xfrm>
          <a:prstGeom prst="rect">
            <a:avLst/>
          </a:prstGeom>
          <a:noFill/>
          <a:ln>
            <a:noFill/>
          </a:ln>
        </p:spPr>
        <p:txBody>
          <a:bodyPr anchorCtr="0" anchor="t" bIns="50800" lIns="50800" spcFirstLastPara="1" rIns="50800" wrap="square" tIns="50800">
            <a:noAutofit/>
          </a:bodyPr>
          <a:lstStyle/>
          <a:p>
            <a:pPr indent="0" lvl="0" marL="0" marR="0" rtl="0" algn="ctr">
              <a:spcBef>
                <a:spcPts val="200"/>
              </a:spcBef>
              <a:spcAft>
                <a:spcPts val="0"/>
              </a:spcAft>
              <a:buClr>
                <a:srgbClr val="000000"/>
              </a:buClr>
              <a:buFont typeface="Arial Black"/>
              <a:buNone/>
            </a:pPr>
            <a:r>
              <a:rPr b="0" i="0" lang="en-US" sz="6400" u="none" cap="none" strike="noStrike">
                <a:solidFill>
                  <a:srgbClr val="000000"/>
                </a:solidFill>
                <a:latin typeface="Arial Black"/>
                <a:ea typeface="Arial Black"/>
                <a:cs typeface="Arial Black"/>
                <a:sym typeface="Arial Black"/>
              </a:rPr>
              <a:t>Homo habilis use of Shelter</a:t>
            </a:r>
            <a:endParaRPr b="0" i="0" sz="6400" u="none" cap="none" strike="noStrike">
              <a:solidFill>
                <a:srgbClr val="000000"/>
              </a:solidFill>
              <a:latin typeface="Arial Black"/>
              <a:ea typeface="Arial Black"/>
              <a:cs typeface="Arial Black"/>
              <a:sym typeface="Arial Black"/>
            </a:endParaRPr>
          </a:p>
        </p:txBody>
      </p:sp>
      <p:sp>
        <p:nvSpPr>
          <p:cNvPr id="92" name="Google Shape;92;p17"/>
          <p:cNvSpPr txBox="1"/>
          <p:nvPr/>
        </p:nvSpPr>
        <p:spPr>
          <a:xfrm>
            <a:off x="238125" y="1817687"/>
            <a:ext cx="7315200" cy="6731000"/>
          </a:xfrm>
          <a:prstGeom prst="rect">
            <a:avLst/>
          </a:prstGeom>
          <a:noFill/>
          <a:ln>
            <a:noFill/>
          </a:ln>
        </p:spPr>
        <p:txBody>
          <a:bodyPr anchorCtr="0" anchor="t" bIns="50800" lIns="50800" spcFirstLastPara="1" rIns="50800" wrap="square" tIns="50800">
            <a:noAutofit/>
          </a:bodyPr>
          <a:lstStyle/>
          <a:p>
            <a:pPr indent="431800" lvl="0" marL="177800" marR="0" rtl="0" algn="l">
              <a:lnSpc>
                <a:spcPct val="177777"/>
              </a:lnSpc>
              <a:spcBef>
                <a:spcPts val="0"/>
              </a:spcBef>
              <a:spcAft>
                <a:spcPts val="0"/>
              </a:spcAft>
              <a:buClr>
                <a:schemeClr val="dk2"/>
              </a:buClr>
              <a:buSzPts val="1100"/>
              <a:buFont typeface="Arial"/>
              <a:buChar char="●"/>
            </a:pPr>
            <a:r>
              <a:rPr b="1" i="0" lang="en-US" sz="1800" u="none" cap="none" strike="noStrike">
                <a:solidFill>
                  <a:schemeClr val="dk2"/>
                </a:solidFill>
                <a:latin typeface="Arial"/>
                <a:ea typeface="Arial"/>
                <a:cs typeface="Arial"/>
                <a:sym typeface="Arial"/>
              </a:rPr>
              <a:t>Homo habilis:</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1"/>
              </a:buClr>
              <a:buSzPts val="1450"/>
              <a:buFont typeface="Arial"/>
              <a:buChar char="●"/>
            </a:pPr>
            <a:r>
              <a:rPr b="0" i="0" lang="en-US" sz="2400" u="none" cap="none" strike="noStrike">
                <a:solidFill>
                  <a:schemeClr val="dk1"/>
                </a:solidFill>
                <a:latin typeface="Arial"/>
                <a:ea typeface="Arial"/>
                <a:cs typeface="Arial"/>
                <a:sym typeface="Arial"/>
              </a:rPr>
              <a:t>Homo habilis were usually on the move to find food, so they did not stay in one place for very long. </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1"/>
              </a:buClr>
              <a:buSzPts val="1450"/>
              <a:buFont typeface="Arial"/>
              <a:buChar char="●"/>
            </a:pPr>
            <a:r>
              <a:rPr b="0" i="0" lang="en-US" sz="2400" u="none" cap="none" strike="noStrike">
                <a:solidFill>
                  <a:schemeClr val="dk1"/>
                </a:solidFill>
                <a:latin typeface="Arial"/>
                <a:ea typeface="Arial"/>
                <a:cs typeface="Arial"/>
                <a:sym typeface="Arial"/>
              </a:rPr>
              <a:t>For shelter, they used cliffs, hills, and fallen trees. They didn't live in caves because there was predators in them like bears. There tool making was still very early so they couldn't really defend </a:t>
            </a:r>
            <a:r>
              <a:rPr lang="en-US" sz="2400">
                <a:solidFill>
                  <a:schemeClr val="dk1"/>
                </a:solidFill>
              </a:rPr>
              <a:t>themselves</a:t>
            </a:r>
            <a:r>
              <a:rPr b="0" i="0" lang="en-US" sz="2400" u="none" cap="none" strike="noStrike">
                <a:solidFill>
                  <a:schemeClr val="dk1"/>
                </a:solidFill>
                <a:latin typeface="Arial"/>
                <a:ea typeface="Arial"/>
                <a:cs typeface="Arial"/>
                <a:sym typeface="Arial"/>
              </a:rPr>
              <a:t> and they didn’t control fire. (Same with earlier hominids).</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1"/>
              </a:buClr>
              <a:buSzPts val="1450"/>
              <a:buFont typeface="Arial"/>
              <a:buChar char="●"/>
            </a:pPr>
            <a:r>
              <a:rPr b="0" i="0" lang="en-US" sz="2400" u="none" cap="none" strike="noStrike">
                <a:solidFill>
                  <a:schemeClr val="dk1"/>
                </a:solidFill>
                <a:latin typeface="Arial"/>
                <a:ea typeface="Arial"/>
                <a:cs typeface="Arial"/>
                <a:sym typeface="Arial"/>
              </a:rPr>
              <a:t>Around 2 million years ago, Homo habilis is believed to have constructed the </a:t>
            </a:r>
            <a:r>
              <a:rPr b="1" i="0" lang="en-US" sz="2400" u="none" cap="none" strike="noStrike">
                <a:solidFill>
                  <a:schemeClr val="dk1"/>
                </a:solidFill>
                <a:latin typeface="Arial"/>
                <a:ea typeface="Arial"/>
                <a:cs typeface="Arial"/>
                <a:sym typeface="Arial"/>
              </a:rPr>
              <a:t>first man-made structure </a:t>
            </a:r>
            <a:r>
              <a:rPr b="0" i="0" lang="en-US" sz="2400" u="none" cap="none" strike="noStrike">
                <a:solidFill>
                  <a:schemeClr val="dk1"/>
                </a:solidFill>
                <a:latin typeface="Arial"/>
                <a:ea typeface="Arial"/>
                <a:cs typeface="Arial"/>
                <a:sym typeface="Arial"/>
              </a:rPr>
              <a:t>in East Africa, consisting of simple arrangements of stones to hold branches of trees in position.</a:t>
            </a:r>
            <a:endParaRPr b="0" i="0" sz="1800" u="none" cap="none" strike="noStrike">
              <a:solidFill>
                <a:schemeClr val="dk1"/>
              </a:solidFill>
              <a:latin typeface="Arial"/>
              <a:ea typeface="Arial"/>
              <a:cs typeface="Arial"/>
              <a:sym typeface="Arial"/>
            </a:endParaRPr>
          </a:p>
          <a:p>
            <a:pPr indent="0" lvl="0" marL="0" marR="0" rtl="0" algn="l">
              <a:spcBef>
                <a:spcPts val="2000"/>
              </a:spcBef>
              <a:spcAft>
                <a:spcPts val="0"/>
              </a:spcAft>
              <a:buNone/>
            </a:pPr>
            <a:r>
              <a:t/>
            </a:r>
            <a:endParaRPr b="0" i="0" sz="1800" u="none" cap="none" strike="noStrike">
              <a:solidFill>
                <a:schemeClr val="dk1"/>
              </a:solidFill>
              <a:latin typeface="Arial"/>
              <a:ea typeface="Arial"/>
              <a:cs typeface="Arial"/>
              <a:sym typeface="Arial"/>
            </a:endParaRPr>
          </a:p>
        </p:txBody>
      </p:sp>
      <p:pic>
        <p:nvPicPr>
          <p:cNvPr id="93" name="Google Shape;93;p17"/>
          <p:cNvPicPr preferRelativeResize="0"/>
          <p:nvPr/>
        </p:nvPicPr>
        <p:blipFill>
          <a:blip r:embed="rId3">
            <a:alphaModFix/>
          </a:blip>
          <a:stretch>
            <a:fillRect/>
          </a:stretch>
        </p:blipFill>
        <p:spPr>
          <a:xfrm>
            <a:off x="7870825" y="1492250"/>
            <a:ext cx="4752975" cy="2376487"/>
          </a:xfrm>
          <a:prstGeom prst="rect">
            <a:avLst/>
          </a:prstGeom>
          <a:noFill/>
          <a:ln>
            <a:noFill/>
          </a:ln>
        </p:spPr>
      </p:pic>
      <p:pic>
        <p:nvPicPr>
          <p:cNvPr id="94" name="Google Shape;94;p17"/>
          <p:cNvPicPr preferRelativeResize="0"/>
          <p:nvPr/>
        </p:nvPicPr>
        <p:blipFill>
          <a:blip r:embed="rId4">
            <a:alphaModFix/>
          </a:blip>
          <a:stretch>
            <a:fillRect/>
          </a:stretch>
        </p:blipFill>
        <p:spPr>
          <a:xfrm>
            <a:off x="7870825" y="4408487"/>
            <a:ext cx="4752975" cy="50768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8"/>
          <p:cNvSpPr txBox="1"/>
          <p:nvPr>
            <p:ph type="title"/>
          </p:nvPr>
        </p:nvSpPr>
        <p:spPr>
          <a:xfrm>
            <a:off x="-12700" y="-38100"/>
            <a:ext cx="13055600" cy="1155700"/>
          </a:xfrm>
          <a:prstGeom prst="rect">
            <a:avLst/>
          </a:prstGeom>
          <a:noFill/>
          <a:ln>
            <a:noFill/>
          </a:ln>
        </p:spPr>
        <p:txBody>
          <a:bodyPr anchorCtr="0" anchor="t" bIns="50800" lIns="50800" spcFirstLastPara="1" rIns="50800" wrap="square" tIns="50800">
            <a:noAutofit/>
          </a:bodyPr>
          <a:lstStyle/>
          <a:p>
            <a:pPr indent="0" lvl="0" marL="0" marR="0" rtl="0" algn="ctr">
              <a:spcBef>
                <a:spcPts val="200"/>
              </a:spcBef>
              <a:spcAft>
                <a:spcPts val="0"/>
              </a:spcAft>
              <a:buClr>
                <a:srgbClr val="000000"/>
              </a:buClr>
              <a:buFont typeface="Arial Black"/>
              <a:buNone/>
            </a:pPr>
            <a:r>
              <a:rPr b="0" i="0" lang="en-US" sz="6400" u="none" cap="none" strike="noStrike">
                <a:solidFill>
                  <a:srgbClr val="000000"/>
                </a:solidFill>
                <a:latin typeface="Arial Black"/>
                <a:ea typeface="Arial Black"/>
                <a:cs typeface="Arial Black"/>
                <a:sym typeface="Arial Black"/>
              </a:rPr>
              <a:t>Homo erectus use of Shelter</a:t>
            </a:r>
            <a:endParaRPr b="0" i="0" sz="6400" u="none" cap="none" strike="noStrike">
              <a:solidFill>
                <a:srgbClr val="000000"/>
              </a:solidFill>
              <a:latin typeface="Arial Black"/>
              <a:ea typeface="Arial Black"/>
              <a:cs typeface="Arial Black"/>
              <a:sym typeface="Arial Black"/>
            </a:endParaRPr>
          </a:p>
        </p:txBody>
      </p:sp>
      <p:sp>
        <p:nvSpPr>
          <p:cNvPr id="101" name="Google Shape;101;p18"/>
          <p:cNvSpPr txBox="1"/>
          <p:nvPr/>
        </p:nvSpPr>
        <p:spPr>
          <a:xfrm>
            <a:off x="238125" y="1817687"/>
            <a:ext cx="7315200" cy="6731000"/>
          </a:xfrm>
          <a:prstGeom prst="rect">
            <a:avLst/>
          </a:prstGeom>
          <a:noFill/>
          <a:ln>
            <a:noFill/>
          </a:ln>
        </p:spPr>
        <p:txBody>
          <a:bodyPr anchorCtr="0" anchor="t" bIns="50800" lIns="50800" spcFirstLastPara="1" rIns="50800" wrap="square" tIns="50800">
            <a:noAutofit/>
          </a:bodyPr>
          <a:lstStyle/>
          <a:p>
            <a:pPr indent="431800" lvl="0" marL="177800" marR="0" rtl="0" algn="l">
              <a:lnSpc>
                <a:spcPct val="177777"/>
              </a:lnSpc>
              <a:spcBef>
                <a:spcPts val="0"/>
              </a:spcBef>
              <a:spcAft>
                <a:spcPts val="0"/>
              </a:spcAft>
              <a:buClr>
                <a:schemeClr val="dk2"/>
              </a:buClr>
              <a:buSzPts val="1100"/>
              <a:buFont typeface="Arial"/>
              <a:buChar char="●"/>
            </a:pPr>
            <a:r>
              <a:rPr b="1" i="0" lang="en-US" sz="1800" u="none" cap="none" strike="noStrike">
                <a:solidFill>
                  <a:schemeClr val="dk2"/>
                </a:solidFill>
                <a:latin typeface="Arial"/>
                <a:ea typeface="Arial"/>
                <a:cs typeface="Arial"/>
                <a:sym typeface="Arial"/>
              </a:rPr>
              <a:t>Homo erectus:</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2"/>
              </a:buClr>
              <a:buSzPts val="1450"/>
              <a:buFont typeface="Arial"/>
              <a:buChar char="●"/>
            </a:pPr>
            <a:r>
              <a:rPr b="0" i="0" lang="en-US" sz="2400" u="none" cap="none" strike="noStrike">
                <a:solidFill>
                  <a:schemeClr val="dk2"/>
                </a:solidFill>
                <a:latin typeface="Arial"/>
                <a:ea typeface="Arial"/>
                <a:cs typeface="Arial"/>
                <a:sym typeface="Arial"/>
              </a:rPr>
              <a:t>They were able to inhabit caves due to control of fire which scares of predators</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2"/>
              </a:buClr>
              <a:buSzPts val="1450"/>
              <a:buFont typeface="Arial"/>
              <a:buChar char="●"/>
            </a:pPr>
            <a:r>
              <a:rPr b="0" i="0" lang="en-US" sz="2400" u="none" cap="none" strike="noStrike">
                <a:solidFill>
                  <a:schemeClr val="dk2"/>
                </a:solidFill>
                <a:latin typeface="Arial"/>
                <a:ea typeface="Arial"/>
                <a:cs typeface="Arial"/>
                <a:sym typeface="Arial"/>
              </a:rPr>
              <a:t>They also constructed shelters by placing wooden poles in the ground supported by blocks of stone</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2"/>
              </a:buClr>
              <a:buSzPts val="1450"/>
              <a:buFont typeface="Arial"/>
              <a:buChar char="●"/>
            </a:pPr>
            <a:r>
              <a:rPr b="0" i="0" lang="en-US" sz="2400" u="none" cap="none" strike="noStrike">
                <a:solidFill>
                  <a:schemeClr val="dk2"/>
                </a:solidFill>
                <a:latin typeface="Arial"/>
                <a:ea typeface="Arial"/>
                <a:cs typeface="Arial"/>
                <a:sym typeface="Arial"/>
              </a:rPr>
              <a:t>A site called Terra Amata, located on the French Riviera seems to have been occupied by H. Erectus.  They found evidence of what might have been 21 separate oval living floors within branch and brush huts on the beach. These were up to 12 m long and 6 m wide. </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2"/>
              </a:buClr>
              <a:buSzPts val="1450"/>
              <a:buFont typeface="Arial"/>
              <a:buChar char="●"/>
            </a:pPr>
            <a:r>
              <a:rPr b="0" i="0" lang="en-US" sz="2400" u="none" cap="none" strike="noStrike">
                <a:solidFill>
                  <a:schemeClr val="dk2"/>
                </a:solidFill>
                <a:latin typeface="Arial"/>
                <a:ea typeface="Arial"/>
                <a:cs typeface="Arial"/>
                <a:sym typeface="Arial"/>
              </a:rPr>
              <a:t>They were able to heat their homes with fire.</a:t>
            </a:r>
            <a:endParaRPr b="0" i="0" sz="1800" u="none" cap="none" strike="noStrike">
              <a:solidFill>
                <a:schemeClr val="dk1"/>
              </a:solidFill>
              <a:latin typeface="Arial"/>
              <a:ea typeface="Arial"/>
              <a:cs typeface="Arial"/>
              <a:sym typeface="Arial"/>
            </a:endParaRPr>
          </a:p>
        </p:txBody>
      </p:sp>
      <p:pic>
        <p:nvPicPr>
          <p:cNvPr id="102" name="Google Shape;102;p18"/>
          <p:cNvPicPr preferRelativeResize="0"/>
          <p:nvPr/>
        </p:nvPicPr>
        <p:blipFill>
          <a:blip r:embed="rId3">
            <a:alphaModFix/>
          </a:blip>
          <a:stretch>
            <a:fillRect/>
          </a:stretch>
        </p:blipFill>
        <p:spPr>
          <a:xfrm>
            <a:off x="7654925" y="1782762"/>
            <a:ext cx="5494337" cy="3886200"/>
          </a:xfrm>
          <a:prstGeom prst="rect">
            <a:avLst/>
          </a:prstGeom>
          <a:noFill/>
          <a:ln>
            <a:noFill/>
          </a:ln>
        </p:spPr>
      </p:pic>
      <p:pic>
        <p:nvPicPr>
          <p:cNvPr id="103" name="Google Shape;103;p18"/>
          <p:cNvPicPr preferRelativeResize="0"/>
          <p:nvPr/>
        </p:nvPicPr>
        <p:blipFill>
          <a:blip r:embed="rId4">
            <a:alphaModFix/>
          </a:blip>
          <a:stretch>
            <a:fillRect/>
          </a:stretch>
        </p:blipFill>
        <p:spPr>
          <a:xfrm>
            <a:off x="6446837" y="5526087"/>
            <a:ext cx="6392862" cy="39592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9"/>
          <p:cNvSpPr txBox="1"/>
          <p:nvPr>
            <p:ph type="title"/>
          </p:nvPr>
        </p:nvSpPr>
        <p:spPr>
          <a:xfrm>
            <a:off x="-12700" y="-38100"/>
            <a:ext cx="13055600" cy="1155700"/>
          </a:xfrm>
          <a:prstGeom prst="rect">
            <a:avLst/>
          </a:prstGeom>
          <a:noFill/>
          <a:ln>
            <a:noFill/>
          </a:ln>
        </p:spPr>
        <p:txBody>
          <a:bodyPr anchorCtr="0" anchor="t" bIns="50800" lIns="50800" spcFirstLastPara="1" rIns="50800" wrap="square" tIns="50800">
            <a:noAutofit/>
          </a:bodyPr>
          <a:lstStyle/>
          <a:p>
            <a:pPr indent="0" lvl="0" marL="0" marR="0" rtl="0" algn="ctr">
              <a:spcBef>
                <a:spcPts val="200"/>
              </a:spcBef>
              <a:spcAft>
                <a:spcPts val="0"/>
              </a:spcAft>
              <a:buClr>
                <a:srgbClr val="000000"/>
              </a:buClr>
              <a:buFont typeface="Arial Black"/>
              <a:buNone/>
            </a:pPr>
            <a:r>
              <a:rPr b="0" i="0" lang="en-US" sz="6400" u="none" cap="none" strike="noStrike">
                <a:solidFill>
                  <a:srgbClr val="000000"/>
                </a:solidFill>
                <a:latin typeface="Arial Black"/>
                <a:ea typeface="Arial Black"/>
                <a:cs typeface="Arial Black"/>
                <a:sym typeface="Arial Black"/>
              </a:rPr>
              <a:t>Neanderthals use of Shelter</a:t>
            </a:r>
            <a:endParaRPr b="0" i="0" sz="6400" u="none" cap="none" strike="noStrike">
              <a:solidFill>
                <a:srgbClr val="000000"/>
              </a:solidFill>
              <a:latin typeface="Arial Black"/>
              <a:ea typeface="Arial Black"/>
              <a:cs typeface="Arial Black"/>
              <a:sym typeface="Arial Black"/>
            </a:endParaRPr>
          </a:p>
        </p:txBody>
      </p:sp>
      <p:sp>
        <p:nvSpPr>
          <p:cNvPr id="110" name="Google Shape;110;p19"/>
          <p:cNvSpPr txBox="1"/>
          <p:nvPr/>
        </p:nvSpPr>
        <p:spPr>
          <a:xfrm>
            <a:off x="238125" y="1817687"/>
            <a:ext cx="7315200" cy="6731000"/>
          </a:xfrm>
          <a:prstGeom prst="rect">
            <a:avLst/>
          </a:prstGeom>
          <a:noFill/>
          <a:ln>
            <a:noFill/>
          </a:ln>
        </p:spPr>
        <p:txBody>
          <a:bodyPr anchorCtr="0" anchor="t" bIns="50800" lIns="50800" spcFirstLastPara="1" rIns="50800" wrap="square" tIns="50800">
            <a:noAutofit/>
          </a:bodyPr>
          <a:lstStyle/>
          <a:p>
            <a:pPr indent="431800" lvl="0" marL="177800" marR="0" rtl="0" algn="l">
              <a:lnSpc>
                <a:spcPct val="177777"/>
              </a:lnSpc>
              <a:spcBef>
                <a:spcPts val="0"/>
              </a:spcBef>
              <a:spcAft>
                <a:spcPts val="0"/>
              </a:spcAft>
              <a:buClr>
                <a:schemeClr val="dk2"/>
              </a:buClr>
              <a:buSzPts val="1100"/>
              <a:buFont typeface="Arial"/>
              <a:buChar char="●"/>
            </a:pPr>
            <a:r>
              <a:rPr b="1" i="0" lang="en-US" sz="1800" u="none" cap="none" strike="noStrike">
                <a:solidFill>
                  <a:schemeClr val="dk2"/>
                </a:solidFill>
                <a:latin typeface="Arial"/>
                <a:ea typeface="Arial"/>
                <a:cs typeface="Arial"/>
                <a:sym typeface="Arial"/>
              </a:rPr>
              <a:t>Homo neanderthalensis:</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2"/>
              </a:buClr>
              <a:buSzPts val="1450"/>
              <a:buFont typeface="Arial"/>
              <a:buChar char="●"/>
            </a:pPr>
            <a:r>
              <a:rPr b="0" i="0" lang="en-US" sz="2400" u="none" cap="none" strike="noStrike">
                <a:solidFill>
                  <a:schemeClr val="dk2"/>
                </a:solidFill>
                <a:latin typeface="Arial"/>
                <a:ea typeface="Arial"/>
                <a:cs typeface="Arial"/>
                <a:sym typeface="Arial"/>
              </a:rPr>
              <a:t>They constructed wind breaks over cave openings with poles holding up hides or with piles of stones</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2"/>
              </a:buClr>
              <a:buSzPts val="1450"/>
              <a:buFont typeface="Arial"/>
              <a:buChar char="●"/>
            </a:pPr>
            <a:r>
              <a:rPr b="0" i="0" lang="en-US" sz="2400" u="none" cap="none" strike="noStrike">
                <a:solidFill>
                  <a:schemeClr val="dk2"/>
                </a:solidFill>
                <a:latin typeface="Arial"/>
                <a:ea typeface="Arial"/>
                <a:cs typeface="Arial"/>
                <a:sym typeface="Arial"/>
              </a:rPr>
              <a:t>Like homo erectus they constructed tents, as big as 9m by 7m and 10m high.  They used fire to warm their homes and frighten off predators.</a:t>
            </a:r>
            <a:endParaRPr b="0" i="0" sz="1800" u="none" cap="none" strike="noStrike">
              <a:solidFill>
                <a:schemeClr val="dk1"/>
              </a:solidFill>
              <a:latin typeface="Arial"/>
              <a:ea typeface="Arial"/>
              <a:cs typeface="Arial"/>
              <a:sym typeface="Arial"/>
            </a:endParaRPr>
          </a:p>
        </p:txBody>
      </p:sp>
      <p:pic>
        <p:nvPicPr>
          <p:cNvPr id="111" name="Google Shape;111;p19"/>
          <p:cNvPicPr preferRelativeResize="0"/>
          <p:nvPr/>
        </p:nvPicPr>
        <p:blipFill>
          <a:blip r:embed="rId3">
            <a:alphaModFix/>
          </a:blip>
          <a:stretch>
            <a:fillRect/>
          </a:stretch>
        </p:blipFill>
        <p:spPr>
          <a:xfrm>
            <a:off x="6091237" y="5021262"/>
            <a:ext cx="6670675" cy="460851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0"/>
          <p:cNvSpPr txBox="1"/>
          <p:nvPr>
            <p:ph type="title"/>
          </p:nvPr>
        </p:nvSpPr>
        <p:spPr>
          <a:xfrm>
            <a:off x="-12700" y="-38100"/>
            <a:ext cx="13055600" cy="1155700"/>
          </a:xfrm>
          <a:prstGeom prst="rect">
            <a:avLst/>
          </a:prstGeom>
          <a:noFill/>
          <a:ln>
            <a:noFill/>
          </a:ln>
        </p:spPr>
        <p:txBody>
          <a:bodyPr anchorCtr="0" anchor="t" bIns="50800" lIns="50800" spcFirstLastPara="1" rIns="50800" wrap="square" tIns="50800">
            <a:noAutofit/>
          </a:bodyPr>
          <a:lstStyle/>
          <a:p>
            <a:pPr indent="0" lvl="0" marL="0" marR="0" rtl="0" algn="ctr">
              <a:spcBef>
                <a:spcPts val="200"/>
              </a:spcBef>
              <a:spcAft>
                <a:spcPts val="0"/>
              </a:spcAft>
              <a:buClr>
                <a:srgbClr val="000000"/>
              </a:buClr>
              <a:buFont typeface="Arial Black"/>
              <a:buNone/>
            </a:pPr>
            <a:r>
              <a:rPr b="0" i="0" lang="en-US" sz="6400" u="none" cap="none" strike="noStrike">
                <a:solidFill>
                  <a:srgbClr val="000000"/>
                </a:solidFill>
                <a:latin typeface="Arial Black"/>
                <a:ea typeface="Arial Black"/>
                <a:cs typeface="Arial Black"/>
                <a:sym typeface="Arial Black"/>
              </a:rPr>
              <a:t>Homo sapiens use of Shelter</a:t>
            </a:r>
            <a:endParaRPr b="0" i="0" sz="6400" u="none" cap="none" strike="noStrike">
              <a:solidFill>
                <a:srgbClr val="000000"/>
              </a:solidFill>
              <a:latin typeface="Arial Black"/>
              <a:ea typeface="Arial Black"/>
              <a:cs typeface="Arial Black"/>
              <a:sym typeface="Arial Black"/>
            </a:endParaRPr>
          </a:p>
        </p:txBody>
      </p:sp>
      <p:sp>
        <p:nvSpPr>
          <p:cNvPr id="118" name="Google Shape;118;p20"/>
          <p:cNvSpPr txBox="1"/>
          <p:nvPr/>
        </p:nvSpPr>
        <p:spPr>
          <a:xfrm>
            <a:off x="238125" y="1385887"/>
            <a:ext cx="12385674" cy="6731000"/>
          </a:xfrm>
          <a:prstGeom prst="rect">
            <a:avLst/>
          </a:prstGeom>
          <a:noFill/>
          <a:ln>
            <a:noFill/>
          </a:ln>
        </p:spPr>
        <p:txBody>
          <a:bodyPr anchorCtr="0" anchor="t" bIns="50800" lIns="50800" spcFirstLastPara="1" rIns="50800" wrap="square" tIns="50800">
            <a:noAutofit/>
          </a:bodyPr>
          <a:lstStyle/>
          <a:p>
            <a:pPr indent="431800" lvl="0" marL="177800" marR="0" rtl="0" algn="l">
              <a:lnSpc>
                <a:spcPct val="177777"/>
              </a:lnSpc>
              <a:spcBef>
                <a:spcPts val="0"/>
              </a:spcBef>
              <a:spcAft>
                <a:spcPts val="0"/>
              </a:spcAft>
              <a:buClr>
                <a:schemeClr val="dk2"/>
              </a:buClr>
              <a:buSzPts val="1100"/>
              <a:buFont typeface="Arial"/>
              <a:buChar char="●"/>
            </a:pPr>
            <a:r>
              <a:rPr b="1" i="0" lang="en-US" sz="1800" u="none" cap="none" strike="noStrike">
                <a:solidFill>
                  <a:schemeClr val="dk2"/>
                </a:solidFill>
                <a:latin typeface="Arial"/>
                <a:ea typeface="Arial"/>
                <a:cs typeface="Arial"/>
                <a:sym typeface="Arial"/>
              </a:rPr>
              <a:t>Homo sapiens:</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2"/>
              </a:buClr>
              <a:buSzPts val="1450"/>
              <a:buFont typeface="Arial"/>
              <a:buChar char="●"/>
            </a:pPr>
            <a:r>
              <a:rPr b="0" i="0" lang="en-US" sz="2400" u="none" cap="none" strike="noStrike">
                <a:solidFill>
                  <a:schemeClr val="dk2"/>
                </a:solidFill>
                <a:latin typeface="Arial"/>
                <a:ea typeface="Arial"/>
                <a:cs typeface="Arial"/>
                <a:sym typeface="Arial"/>
              </a:rPr>
              <a:t>As well as possible use of caves, they built permanent homes for the winter and in summer followed herds living in tents</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2"/>
              </a:buClr>
              <a:buSzPts val="1450"/>
              <a:buFont typeface="Arial"/>
              <a:buChar char="●"/>
            </a:pPr>
            <a:r>
              <a:rPr b="0" i="0" lang="en-US" sz="2400" u="none" cap="none" strike="noStrike">
                <a:solidFill>
                  <a:schemeClr val="dk2"/>
                </a:solidFill>
                <a:latin typeface="Arial"/>
                <a:ea typeface="Arial"/>
                <a:cs typeface="Arial"/>
                <a:sym typeface="Arial"/>
              </a:rPr>
              <a:t>Winter homes were made from branches and mammoth bones covered with animal skins sewn in place</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2"/>
              </a:buClr>
              <a:buSzPts val="1450"/>
              <a:buFont typeface="Arial"/>
              <a:buChar char="●"/>
            </a:pPr>
            <a:r>
              <a:rPr b="0" i="0" lang="en-US" sz="2400" u="none" cap="none" strike="noStrike">
                <a:solidFill>
                  <a:schemeClr val="dk2"/>
                </a:solidFill>
                <a:latin typeface="Arial"/>
                <a:ea typeface="Arial"/>
                <a:cs typeface="Arial"/>
                <a:sym typeface="Arial"/>
              </a:rPr>
              <a:t>Some held only a small group of people</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2"/>
              </a:buClr>
              <a:buSzPts val="1450"/>
              <a:buFont typeface="Arial"/>
              <a:buChar char="●"/>
            </a:pPr>
            <a:r>
              <a:rPr b="0" i="0" lang="en-US" sz="2400" u="none" cap="none" strike="noStrike">
                <a:solidFill>
                  <a:schemeClr val="dk2"/>
                </a:solidFill>
                <a:latin typeface="Arial"/>
                <a:ea typeface="Arial"/>
                <a:cs typeface="Arial"/>
                <a:sym typeface="Arial"/>
              </a:rPr>
              <a:t>Long huts had several entrances, with rooms and fires</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2"/>
              </a:buClr>
              <a:buSzPts val="1450"/>
              <a:buFont typeface="Arial"/>
              <a:buChar char="●"/>
            </a:pPr>
            <a:r>
              <a:rPr b="0" i="0" lang="en-US" sz="2400" u="none" cap="none" strike="noStrike">
                <a:solidFill>
                  <a:schemeClr val="dk2"/>
                </a:solidFill>
                <a:latin typeface="Arial"/>
                <a:ea typeface="Arial"/>
                <a:cs typeface="Arial"/>
                <a:sym typeface="Arial"/>
              </a:rPr>
              <a:t>In summer they had tents that could be moved from place to place</a:t>
            </a:r>
            <a:endParaRPr b="0" i="0" sz="1800" u="none" cap="none" strike="noStrike">
              <a:solidFill>
                <a:schemeClr val="dk1"/>
              </a:solidFill>
              <a:latin typeface="Arial"/>
              <a:ea typeface="Arial"/>
              <a:cs typeface="Arial"/>
              <a:sym typeface="Arial"/>
            </a:endParaRPr>
          </a:p>
        </p:txBody>
      </p:sp>
      <p:pic>
        <p:nvPicPr>
          <p:cNvPr id="119" name="Google Shape;119;p20"/>
          <p:cNvPicPr preferRelativeResize="0"/>
          <p:nvPr/>
        </p:nvPicPr>
        <p:blipFill>
          <a:blip r:embed="rId3">
            <a:alphaModFix/>
          </a:blip>
          <a:stretch>
            <a:fillRect/>
          </a:stretch>
        </p:blipFill>
        <p:spPr>
          <a:xfrm>
            <a:off x="669925" y="5884862"/>
            <a:ext cx="5843587" cy="3529012"/>
          </a:xfrm>
          <a:prstGeom prst="rect">
            <a:avLst/>
          </a:prstGeom>
          <a:noFill/>
          <a:ln>
            <a:noFill/>
          </a:ln>
        </p:spPr>
      </p:pic>
      <p:pic>
        <p:nvPicPr>
          <p:cNvPr id="120" name="Google Shape;120;p20"/>
          <p:cNvPicPr preferRelativeResize="0"/>
          <p:nvPr/>
        </p:nvPicPr>
        <p:blipFill>
          <a:blip r:embed="rId4">
            <a:alphaModFix/>
          </a:blip>
          <a:stretch>
            <a:fillRect/>
          </a:stretch>
        </p:blipFill>
        <p:spPr>
          <a:xfrm>
            <a:off x="6789737" y="5884862"/>
            <a:ext cx="5567362" cy="35814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1"/>
          <p:cNvSpPr txBox="1"/>
          <p:nvPr/>
        </p:nvSpPr>
        <p:spPr>
          <a:xfrm>
            <a:off x="609600" y="915987"/>
            <a:ext cx="7315200" cy="7620000"/>
          </a:xfrm>
          <a:prstGeom prst="rect">
            <a:avLst/>
          </a:prstGeom>
          <a:noFill/>
          <a:ln>
            <a:noFill/>
          </a:ln>
        </p:spPr>
        <p:txBody>
          <a:bodyPr anchorCtr="0" anchor="t" bIns="50800" lIns="50800" spcFirstLastPara="1" rIns="50800" wrap="square" tIns="50800">
            <a:noAutofit/>
          </a:bodyPr>
          <a:lstStyle/>
          <a:p>
            <a:pPr indent="431800" lvl="0" marL="177800" marR="0" rtl="0" algn="l">
              <a:lnSpc>
                <a:spcPct val="133333"/>
              </a:lnSpc>
              <a:spcBef>
                <a:spcPts val="0"/>
              </a:spcBef>
              <a:spcAft>
                <a:spcPts val="0"/>
              </a:spcAft>
              <a:buClr>
                <a:schemeClr val="dk2"/>
              </a:buClr>
              <a:buSzPts val="1450"/>
              <a:buFont typeface="Arial"/>
              <a:buChar char="●"/>
            </a:pPr>
            <a:r>
              <a:rPr b="0" i="0" lang="en-US" sz="2400" u="none" cap="none" strike="noStrike">
                <a:solidFill>
                  <a:schemeClr val="dk2"/>
                </a:solidFill>
                <a:latin typeface="Arial"/>
                <a:ea typeface="Arial"/>
                <a:cs typeface="Arial"/>
                <a:sym typeface="Arial"/>
              </a:rPr>
              <a:t>With fire early humans could:</a:t>
            </a:r>
            <a:endParaRPr b="0" i="0" sz="1800" u="none" cap="none" strike="noStrike">
              <a:solidFill>
                <a:schemeClr val="dk1"/>
              </a:solidFill>
              <a:latin typeface="Arial"/>
              <a:ea typeface="Arial"/>
              <a:cs typeface="Arial"/>
              <a:sym typeface="Arial"/>
            </a:endParaRPr>
          </a:p>
          <a:p>
            <a:pPr indent="419100" lvl="1" marL="558800" marR="0" rtl="0" algn="l">
              <a:lnSpc>
                <a:spcPct val="127272"/>
              </a:lnSpc>
              <a:spcBef>
                <a:spcPts val="0"/>
              </a:spcBef>
              <a:spcAft>
                <a:spcPts val="0"/>
              </a:spcAft>
              <a:buClr>
                <a:schemeClr val="dk2"/>
              </a:buClr>
              <a:buSzPts val="1300"/>
              <a:buFont typeface="Arial"/>
              <a:buChar char="●"/>
            </a:pPr>
            <a:r>
              <a:rPr b="1" i="0" lang="en-US" sz="2200" u="none" cap="none" strike="noStrike">
                <a:solidFill>
                  <a:schemeClr val="dk2"/>
                </a:solidFill>
                <a:latin typeface="Arial"/>
                <a:ea typeface="Arial"/>
                <a:cs typeface="Arial"/>
                <a:sym typeface="Arial"/>
              </a:rPr>
              <a:t>Remain active at night</a:t>
            </a:r>
            <a:r>
              <a:rPr b="0" i="0" lang="en-US" sz="2200" u="none" cap="none" strike="noStrike">
                <a:solidFill>
                  <a:schemeClr val="dk2"/>
                </a:solidFill>
                <a:latin typeface="Arial"/>
                <a:ea typeface="Arial"/>
                <a:cs typeface="Arial"/>
                <a:sym typeface="Arial"/>
              </a:rPr>
              <a:t>:  People began using fire as a source of light to continue their activities after dark and inside their caves.</a:t>
            </a:r>
            <a:endParaRPr b="0" i="0" sz="1800" u="none" cap="none" strike="noStrike">
              <a:solidFill>
                <a:schemeClr val="dk1"/>
              </a:solidFill>
              <a:latin typeface="Arial"/>
              <a:ea typeface="Arial"/>
              <a:cs typeface="Arial"/>
              <a:sym typeface="Arial"/>
            </a:endParaRPr>
          </a:p>
          <a:p>
            <a:pPr indent="419100" lvl="1" marL="558800" marR="0" rtl="0" algn="l">
              <a:lnSpc>
                <a:spcPct val="127272"/>
              </a:lnSpc>
              <a:spcBef>
                <a:spcPts val="0"/>
              </a:spcBef>
              <a:spcAft>
                <a:spcPts val="0"/>
              </a:spcAft>
              <a:buClr>
                <a:schemeClr val="dk2"/>
              </a:buClr>
              <a:buSzPts val="1300"/>
              <a:buFont typeface="Arial"/>
              <a:buChar char="●"/>
            </a:pPr>
            <a:r>
              <a:rPr b="1" i="0" lang="en-US" sz="2200" u="none" cap="none" strike="noStrike">
                <a:solidFill>
                  <a:schemeClr val="dk2"/>
                </a:solidFill>
                <a:latin typeface="Arial"/>
                <a:ea typeface="Arial"/>
                <a:cs typeface="Arial"/>
                <a:sym typeface="Arial"/>
              </a:rPr>
              <a:t>Cooking with fire</a:t>
            </a:r>
            <a:r>
              <a:rPr b="0" i="0" lang="en-US" sz="2200" u="none" cap="none" strike="noStrike">
                <a:solidFill>
                  <a:schemeClr val="dk2"/>
                </a:solidFill>
                <a:latin typeface="Arial"/>
                <a:ea typeface="Arial"/>
                <a:cs typeface="Arial"/>
                <a:sym typeface="Arial"/>
              </a:rPr>
              <a:t>:  Made the meat of the animals and plants more palatable digestible, and destroyed some parasites/toxins allowing them to exploit new food sources. Ability to preserve meat by smoking it over a fire, vastly decreasing the danger of periodic starvation. </a:t>
            </a:r>
            <a:endParaRPr b="0" i="0" sz="1800" u="none" cap="none" strike="noStrike">
              <a:solidFill>
                <a:schemeClr val="dk1"/>
              </a:solidFill>
              <a:latin typeface="Arial"/>
              <a:ea typeface="Arial"/>
              <a:cs typeface="Arial"/>
              <a:sym typeface="Arial"/>
            </a:endParaRPr>
          </a:p>
          <a:p>
            <a:pPr indent="419100" lvl="1" marL="558800" marR="0" rtl="0" algn="l">
              <a:lnSpc>
                <a:spcPct val="127272"/>
              </a:lnSpc>
              <a:spcBef>
                <a:spcPts val="0"/>
              </a:spcBef>
              <a:spcAft>
                <a:spcPts val="0"/>
              </a:spcAft>
              <a:buClr>
                <a:schemeClr val="dk2"/>
              </a:buClr>
              <a:buSzPts val="1300"/>
              <a:buFont typeface="Arial"/>
              <a:buChar char="●"/>
            </a:pPr>
            <a:r>
              <a:rPr b="1" i="0" lang="en-US" sz="2200" u="none" cap="none" strike="noStrike">
                <a:solidFill>
                  <a:schemeClr val="dk2"/>
                </a:solidFill>
                <a:latin typeface="Arial"/>
                <a:ea typeface="Arial"/>
                <a:cs typeface="Arial"/>
                <a:sym typeface="Arial"/>
              </a:rPr>
              <a:t>Make better weapons and tools</a:t>
            </a:r>
            <a:r>
              <a:rPr b="0" i="0" lang="en-US" sz="2200" u="none" cap="none" strike="noStrike">
                <a:solidFill>
                  <a:schemeClr val="dk2"/>
                </a:solidFill>
                <a:latin typeface="Arial"/>
                <a:ea typeface="Arial"/>
                <a:cs typeface="Arial"/>
                <a:sym typeface="Arial"/>
              </a:rPr>
              <a:t>:  Hunters formed spears from tree branches by burning the tips of the branches and then scraping the charred ends into a point.</a:t>
            </a:r>
            <a:endParaRPr b="0" i="0" sz="1800" u="none" cap="none" strike="noStrike">
              <a:solidFill>
                <a:schemeClr val="dk1"/>
              </a:solidFill>
              <a:latin typeface="Arial"/>
              <a:ea typeface="Arial"/>
              <a:cs typeface="Arial"/>
              <a:sym typeface="Arial"/>
            </a:endParaRPr>
          </a:p>
          <a:p>
            <a:pPr indent="419100" lvl="1" marL="558800" marR="0" rtl="0" algn="l">
              <a:lnSpc>
                <a:spcPct val="127272"/>
              </a:lnSpc>
              <a:spcBef>
                <a:spcPts val="0"/>
              </a:spcBef>
              <a:spcAft>
                <a:spcPts val="0"/>
              </a:spcAft>
              <a:buClr>
                <a:schemeClr val="dk2"/>
              </a:buClr>
              <a:buSzPts val="1300"/>
              <a:buFont typeface="Arial"/>
              <a:buChar char="●"/>
            </a:pPr>
            <a:r>
              <a:rPr b="1" i="0" lang="en-US" sz="2200" u="none" cap="none" strike="noStrike">
                <a:solidFill>
                  <a:schemeClr val="dk2"/>
                </a:solidFill>
                <a:latin typeface="Arial"/>
                <a:ea typeface="Arial"/>
                <a:cs typeface="Arial"/>
                <a:sym typeface="Arial"/>
              </a:rPr>
              <a:t>Protect themselves from predators</a:t>
            </a:r>
            <a:endParaRPr b="0" i="0" sz="1800" u="none" cap="none" strike="noStrike">
              <a:solidFill>
                <a:schemeClr val="dk1"/>
              </a:solidFill>
              <a:latin typeface="Arial"/>
              <a:ea typeface="Arial"/>
              <a:cs typeface="Arial"/>
              <a:sym typeface="Arial"/>
            </a:endParaRPr>
          </a:p>
          <a:p>
            <a:pPr indent="419100" lvl="1" marL="558800" marR="0" rtl="0" algn="l">
              <a:lnSpc>
                <a:spcPct val="127272"/>
              </a:lnSpc>
              <a:spcBef>
                <a:spcPts val="0"/>
              </a:spcBef>
              <a:spcAft>
                <a:spcPts val="0"/>
              </a:spcAft>
              <a:buClr>
                <a:schemeClr val="dk2"/>
              </a:buClr>
              <a:buSzPts val="1300"/>
              <a:buFont typeface="Arial"/>
              <a:buChar char="●"/>
            </a:pPr>
            <a:r>
              <a:rPr b="1" i="0" lang="en-US" sz="2200" u="none" cap="none" strike="noStrike">
                <a:solidFill>
                  <a:schemeClr val="dk2"/>
                </a:solidFill>
                <a:latin typeface="Arial"/>
                <a:ea typeface="Arial"/>
                <a:cs typeface="Arial"/>
                <a:sym typeface="Arial"/>
              </a:rPr>
              <a:t>Warm themselves: </a:t>
            </a:r>
            <a:r>
              <a:rPr b="0" i="0" lang="en-US" sz="2200" u="none" cap="none" strike="noStrike">
                <a:solidFill>
                  <a:schemeClr val="dk2"/>
                </a:solidFill>
                <a:latin typeface="Arial"/>
                <a:ea typeface="Arial"/>
                <a:cs typeface="Arial"/>
                <a:sym typeface="Arial"/>
              </a:rPr>
              <a:t>This allowed them to adapt to cooler climates, extending their habitat range</a:t>
            </a:r>
            <a:endParaRPr b="0" i="0" sz="1800" u="none" cap="none" strike="noStrike">
              <a:solidFill>
                <a:schemeClr val="dk1"/>
              </a:solidFill>
              <a:latin typeface="Arial"/>
              <a:ea typeface="Arial"/>
              <a:cs typeface="Arial"/>
              <a:sym typeface="Arial"/>
            </a:endParaRPr>
          </a:p>
          <a:p>
            <a:pPr indent="419100" lvl="1" marL="558800" marR="0" rtl="0" algn="l">
              <a:lnSpc>
                <a:spcPct val="127272"/>
              </a:lnSpc>
              <a:spcBef>
                <a:spcPts val="0"/>
              </a:spcBef>
              <a:spcAft>
                <a:spcPts val="0"/>
              </a:spcAft>
              <a:buClr>
                <a:schemeClr val="dk2"/>
              </a:buClr>
              <a:buSzPts val="1300"/>
              <a:buFont typeface="Arial"/>
              <a:buChar char="●"/>
            </a:pPr>
            <a:r>
              <a:rPr b="1" i="0" lang="en-US" sz="2200" u="none" cap="none" strike="noStrike">
                <a:solidFill>
                  <a:schemeClr val="dk2"/>
                </a:solidFill>
                <a:latin typeface="Arial"/>
                <a:ea typeface="Arial"/>
                <a:cs typeface="Arial"/>
                <a:sym typeface="Arial"/>
              </a:rPr>
              <a:t>Social gathering: </a:t>
            </a:r>
            <a:r>
              <a:rPr b="0" i="0" lang="en-US" sz="2200" u="none" cap="none" strike="noStrike">
                <a:solidFill>
                  <a:schemeClr val="dk2"/>
                </a:solidFill>
                <a:latin typeface="Arial"/>
                <a:ea typeface="Arial"/>
                <a:cs typeface="Arial"/>
                <a:sym typeface="Arial"/>
              </a:rPr>
              <a:t>A cheery comfortable atmosphere was likely important for social bonding and sharing of ideas and behaviors</a:t>
            </a:r>
            <a:endParaRPr b="0" i="0" sz="1800" u="none" cap="none" strike="noStrike">
              <a:solidFill>
                <a:schemeClr val="dk1"/>
              </a:solidFill>
              <a:latin typeface="Arial"/>
              <a:ea typeface="Arial"/>
              <a:cs typeface="Arial"/>
              <a:sym typeface="Arial"/>
            </a:endParaRPr>
          </a:p>
          <a:p>
            <a:pPr indent="0" lvl="0" marL="0" marR="0" rtl="0" algn="l">
              <a:spcBef>
                <a:spcPts val="2000"/>
              </a:spcBef>
              <a:spcAft>
                <a:spcPts val="0"/>
              </a:spcAft>
              <a:buNone/>
            </a:pPr>
            <a:r>
              <a:t/>
            </a:r>
            <a:endParaRPr b="0" i="0" sz="180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27" name="Google Shape;127;p21"/>
          <p:cNvSpPr txBox="1"/>
          <p:nvPr>
            <p:ph type="title"/>
          </p:nvPr>
        </p:nvSpPr>
        <p:spPr>
          <a:xfrm>
            <a:off x="-12700" y="-38100"/>
            <a:ext cx="13055600" cy="1155700"/>
          </a:xfrm>
          <a:prstGeom prst="rect">
            <a:avLst/>
          </a:prstGeom>
          <a:noFill/>
          <a:ln>
            <a:noFill/>
          </a:ln>
        </p:spPr>
        <p:txBody>
          <a:bodyPr anchorCtr="0" anchor="t" bIns="50800" lIns="50800" spcFirstLastPara="1" rIns="50800" wrap="square" tIns="50800">
            <a:noAutofit/>
          </a:bodyPr>
          <a:lstStyle/>
          <a:p>
            <a:pPr indent="0" lvl="0" marL="0" marR="0" rtl="0" algn="ctr">
              <a:spcBef>
                <a:spcPts val="200"/>
              </a:spcBef>
              <a:spcAft>
                <a:spcPts val="0"/>
              </a:spcAft>
              <a:buClr>
                <a:srgbClr val="000000"/>
              </a:buClr>
              <a:buFont typeface="Arial Black"/>
              <a:buNone/>
            </a:pPr>
            <a:r>
              <a:rPr b="0" i="0" lang="en-US" sz="6400" u="none" cap="none" strike="noStrike">
                <a:solidFill>
                  <a:srgbClr val="000000"/>
                </a:solidFill>
                <a:latin typeface="Arial Black"/>
                <a:ea typeface="Arial Black"/>
                <a:cs typeface="Arial Black"/>
                <a:sym typeface="Arial Black"/>
              </a:rPr>
              <a:t>Advancements due to Fire</a:t>
            </a:r>
            <a:endParaRPr b="0" i="0" sz="6400" u="none" cap="none" strike="noStrike">
              <a:solidFill>
                <a:srgbClr val="000000"/>
              </a:solidFill>
              <a:latin typeface="Arial Black"/>
              <a:ea typeface="Arial Black"/>
              <a:cs typeface="Arial Black"/>
              <a:sym typeface="Arial Black"/>
            </a:endParaRPr>
          </a:p>
        </p:txBody>
      </p:sp>
      <p:pic>
        <p:nvPicPr>
          <p:cNvPr id="128" name="Google Shape;128;p21"/>
          <p:cNvPicPr preferRelativeResize="0"/>
          <p:nvPr/>
        </p:nvPicPr>
        <p:blipFill>
          <a:blip r:embed="rId3">
            <a:alphaModFix/>
          </a:blip>
          <a:stretch>
            <a:fillRect/>
          </a:stretch>
        </p:blipFill>
        <p:spPr>
          <a:xfrm>
            <a:off x="8305800" y="1060450"/>
            <a:ext cx="4699000" cy="3560762"/>
          </a:xfrm>
          <a:prstGeom prst="rect">
            <a:avLst/>
          </a:prstGeom>
          <a:noFill/>
          <a:ln>
            <a:noFill/>
          </a:ln>
        </p:spPr>
      </p:pic>
      <p:pic>
        <p:nvPicPr>
          <p:cNvPr id="129" name="Google Shape;129;p21"/>
          <p:cNvPicPr preferRelativeResize="0"/>
          <p:nvPr/>
        </p:nvPicPr>
        <p:blipFill>
          <a:blip r:embed="rId4">
            <a:alphaModFix/>
          </a:blip>
          <a:stretch>
            <a:fillRect/>
          </a:stretch>
        </p:blipFill>
        <p:spPr>
          <a:xfrm>
            <a:off x="8015287" y="3735387"/>
            <a:ext cx="4738687" cy="2654300"/>
          </a:xfrm>
          <a:prstGeom prst="rect">
            <a:avLst/>
          </a:prstGeom>
          <a:noFill/>
          <a:ln>
            <a:noFill/>
          </a:ln>
        </p:spPr>
      </p:pic>
      <p:pic>
        <p:nvPicPr>
          <p:cNvPr id="130" name="Google Shape;130;p21"/>
          <p:cNvPicPr preferRelativeResize="0"/>
          <p:nvPr/>
        </p:nvPicPr>
        <p:blipFill>
          <a:blip r:embed="rId5">
            <a:alphaModFix/>
          </a:blip>
          <a:stretch>
            <a:fillRect/>
          </a:stretch>
        </p:blipFill>
        <p:spPr>
          <a:xfrm>
            <a:off x="8902700" y="5722937"/>
            <a:ext cx="4000500" cy="364966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2"/>
          <p:cNvSpPr txBox="1"/>
          <p:nvPr>
            <p:ph type="title"/>
          </p:nvPr>
        </p:nvSpPr>
        <p:spPr>
          <a:xfrm>
            <a:off x="-12700" y="-38100"/>
            <a:ext cx="13055600" cy="1155700"/>
          </a:xfrm>
          <a:prstGeom prst="rect">
            <a:avLst/>
          </a:prstGeom>
          <a:noFill/>
          <a:ln>
            <a:noFill/>
          </a:ln>
        </p:spPr>
        <p:txBody>
          <a:bodyPr anchorCtr="0" anchor="t" bIns="50800" lIns="50800" spcFirstLastPara="1" rIns="50800" wrap="square" tIns="50800">
            <a:noAutofit/>
          </a:bodyPr>
          <a:lstStyle/>
          <a:p>
            <a:pPr indent="0" lvl="0" marL="0" marR="0" rtl="0" algn="ctr">
              <a:spcBef>
                <a:spcPts val="200"/>
              </a:spcBef>
              <a:spcAft>
                <a:spcPts val="0"/>
              </a:spcAft>
              <a:buClr>
                <a:srgbClr val="000000"/>
              </a:buClr>
              <a:buFont typeface="Arial Black"/>
              <a:buNone/>
            </a:pPr>
            <a:r>
              <a:rPr b="0" i="0" lang="en-US" sz="6400" u="none" cap="none" strike="noStrike">
                <a:solidFill>
                  <a:srgbClr val="000000"/>
                </a:solidFill>
                <a:latin typeface="Arial Black"/>
                <a:ea typeface="Arial Black"/>
                <a:cs typeface="Arial Black"/>
                <a:sym typeface="Arial Black"/>
              </a:rPr>
              <a:t>Homo erectus use of Fire</a:t>
            </a:r>
            <a:endParaRPr b="0" i="0" sz="6400" u="none" cap="none" strike="noStrike">
              <a:solidFill>
                <a:srgbClr val="000000"/>
              </a:solidFill>
              <a:latin typeface="Arial Black"/>
              <a:ea typeface="Arial Black"/>
              <a:cs typeface="Arial Black"/>
              <a:sym typeface="Arial Black"/>
            </a:endParaRPr>
          </a:p>
        </p:txBody>
      </p:sp>
      <p:sp>
        <p:nvSpPr>
          <p:cNvPr id="137" name="Google Shape;137;p22"/>
          <p:cNvSpPr txBox="1"/>
          <p:nvPr/>
        </p:nvSpPr>
        <p:spPr>
          <a:xfrm>
            <a:off x="238125" y="1817687"/>
            <a:ext cx="7315200" cy="6731000"/>
          </a:xfrm>
          <a:prstGeom prst="rect">
            <a:avLst/>
          </a:prstGeom>
          <a:noFill/>
          <a:ln>
            <a:noFill/>
          </a:ln>
        </p:spPr>
        <p:txBody>
          <a:bodyPr anchorCtr="0" anchor="t" bIns="50800" lIns="50800" spcFirstLastPara="1" rIns="50800" wrap="square" tIns="50800">
            <a:noAutofit/>
          </a:bodyPr>
          <a:lstStyle/>
          <a:p>
            <a:pPr indent="431800" lvl="0" marL="177800" marR="0" rtl="0" algn="l">
              <a:lnSpc>
                <a:spcPct val="177777"/>
              </a:lnSpc>
              <a:spcBef>
                <a:spcPts val="0"/>
              </a:spcBef>
              <a:spcAft>
                <a:spcPts val="0"/>
              </a:spcAft>
              <a:buClr>
                <a:schemeClr val="dk2"/>
              </a:buClr>
              <a:buSzPts val="1100"/>
              <a:buFont typeface="Arial"/>
              <a:buChar char="●"/>
            </a:pPr>
            <a:r>
              <a:rPr b="1" i="0" lang="en-US" sz="1800" u="none" cap="none" strike="noStrike">
                <a:solidFill>
                  <a:schemeClr val="dk2"/>
                </a:solidFill>
                <a:latin typeface="Arial"/>
                <a:ea typeface="Arial"/>
                <a:cs typeface="Arial"/>
                <a:sym typeface="Arial"/>
              </a:rPr>
              <a:t>Homo erectus:</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2"/>
              </a:buClr>
              <a:buSzPts val="1450"/>
              <a:buFont typeface="Arial"/>
              <a:buChar char="●"/>
            </a:pPr>
            <a:r>
              <a:rPr b="0" i="0" lang="en-US" sz="2400" u="none" cap="none" strike="noStrike">
                <a:solidFill>
                  <a:schemeClr val="dk2"/>
                </a:solidFill>
                <a:latin typeface="Arial"/>
                <a:ea typeface="Arial"/>
                <a:cs typeface="Arial"/>
                <a:sym typeface="Arial"/>
              </a:rPr>
              <a:t>The </a:t>
            </a:r>
            <a:r>
              <a:rPr b="1" i="0" lang="en-US" sz="2400" u="none" cap="none" strike="noStrike">
                <a:solidFill>
                  <a:schemeClr val="dk2"/>
                </a:solidFill>
                <a:latin typeface="Arial"/>
                <a:ea typeface="Arial"/>
                <a:cs typeface="Arial"/>
                <a:sym typeface="Arial"/>
              </a:rPr>
              <a:t>earliest</a:t>
            </a:r>
            <a:r>
              <a:rPr b="0" i="0" lang="en-US" sz="2400" u="none" cap="none" strike="noStrike">
                <a:solidFill>
                  <a:schemeClr val="dk2"/>
                </a:solidFill>
                <a:latin typeface="Arial"/>
                <a:ea typeface="Arial"/>
                <a:cs typeface="Arial"/>
                <a:sym typeface="Arial"/>
              </a:rPr>
              <a:t> </a:t>
            </a:r>
            <a:r>
              <a:rPr b="1" i="0" lang="en-US" sz="2400" u="none" cap="none" strike="noStrike">
                <a:solidFill>
                  <a:schemeClr val="dk2"/>
                </a:solidFill>
                <a:latin typeface="Arial"/>
                <a:ea typeface="Arial"/>
                <a:cs typeface="Arial"/>
                <a:sym typeface="Arial"/>
              </a:rPr>
              <a:t>record</a:t>
            </a:r>
            <a:r>
              <a:rPr b="0" i="0" lang="en-US" sz="2400" u="none" cap="none" strike="noStrike">
                <a:solidFill>
                  <a:schemeClr val="dk2"/>
                </a:solidFill>
                <a:latin typeface="Arial"/>
                <a:ea typeface="Arial"/>
                <a:cs typeface="Arial"/>
                <a:sym typeface="Arial"/>
              </a:rPr>
              <a:t> of humans using </a:t>
            </a:r>
            <a:r>
              <a:rPr b="1" i="0" lang="en-US" sz="2400" u="none" cap="none" strike="noStrike">
                <a:solidFill>
                  <a:schemeClr val="dk2"/>
                </a:solidFill>
                <a:latin typeface="Arial"/>
                <a:ea typeface="Arial"/>
                <a:cs typeface="Arial"/>
                <a:sym typeface="Arial"/>
              </a:rPr>
              <a:t>fire</a:t>
            </a:r>
            <a:r>
              <a:rPr b="0" i="0" lang="en-US" sz="2400" u="none" cap="none" strike="noStrike">
                <a:solidFill>
                  <a:schemeClr val="dk2"/>
                </a:solidFill>
                <a:latin typeface="Arial"/>
                <a:ea typeface="Arial"/>
                <a:cs typeface="Arial"/>
                <a:sym typeface="Arial"/>
              </a:rPr>
              <a:t> was in Africa </a:t>
            </a:r>
            <a:r>
              <a:rPr b="1" i="0" lang="en-US" sz="2400" u="none" cap="none" strike="noStrike">
                <a:solidFill>
                  <a:schemeClr val="dk2"/>
                </a:solidFill>
                <a:latin typeface="Arial"/>
                <a:ea typeface="Arial"/>
                <a:cs typeface="Arial"/>
                <a:sym typeface="Arial"/>
              </a:rPr>
              <a:t>1.5mya</a:t>
            </a:r>
            <a:r>
              <a:rPr b="0" i="0" lang="en-US" sz="2400" u="none" cap="none" strike="noStrike">
                <a:solidFill>
                  <a:schemeClr val="dk2"/>
                </a:solidFill>
                <a:latin typeface="Arial"/>
                <a:ea typeface="Arial"/>
                <a:cs typeface="Arial"/>
                <a:sym typeface="Arial"/>
              </a:rPr>
              <a:t>  during the time of </a:t>
            </a:r>
            <a:r>
              <a:rPr b="1" i="0" lang="en-US" sz="2400" u="none" cap="none" strike="noStrike">
                <a:solidFill>
                  <a:schemeClr val="dk2"/>
                </a:solidFill>
                <a:latin typeface="Arial"/>
                <a:ea typeface="Arial"/>
                <a:cs typeface="Arial"/>
                <a:sym typeface="Arial"/>
              </a:rPr>
              <a:t>Homo erectus</a:t>
            </a:r>
            <a:r>
              <a:rPr b="0" i="0" lang="en-US" sz="2400" u="none" cap="none" strike="noStrike">
                <a:solidFill>
                  <a:schemeClr val="dk2"/>
                </a:solidFill>
                <a:latin typeface="Arial"/>
                <a:ea typeface="Arial"/>
                <a:cs typeface="Arial"/>
                <a:sym typeface="Arial"/>
              </a:rPr>
              <a:t>.</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2"/>
              </a:buClr>
              <a:buSzPts val="1450"/>
              <a:buFont typeface="Arial"/>
              <a:buChar char="●"/>
            </a:pPr>
            <a:r>
              <a:rPr b="0" i="0" lang="en-US" sz="2400" u="none" cap="none" strike="noStrike">
                <a:solidFill>
                  <a:schemeClr val="dk2"/>
                </a:solidFill>
                <a:latin typeface="Arial"/>
                <a:ea typeface="Arial"/>
                <a:cs typeface="Arial"/>
                <a:sym typeface="Arial"/>
              </a:rPr>
              <a:t>At first, fire may have been ‘captured’ from natural sources, such as bush fires caused by lightning</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2"/>
              </a:buClr>
              <a:buSzPts val="1450"/>
              <a:buFont typeface="Arial"/>
              <a:buChar char="●"/>
            </a:pPr>
            <a:r>
              <a:rPr b="0" i="0" lang="en-US" sz="2400" u="none" cap="none" strike="noStrike">
                <a:solidFill>
                  <a:schemeClr val="dk2"/>
                </a:solidFill>
                <a:latin typeface="Arial"/>
                <a:ea typeface="Arial"/>
                <a:cs typeface="Arial"/>
                <a:sym typeface="Arial"/>
              </a:rPr>
              <a:t>It is unlikely Homo erectus could create fire. They possibly carried it from place to place by keeping live embers alive</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2"/>
              </a:buClr>
              <a:buSzPts val="1450"/>
              <a:buFont typeface="Arial"/>
              <a:buChar char="●"/>
            </a:pPr>
            <a:r>
              <a:rPr b="0" i="0" lang="en-US" sz="2400" u="none" cap="none" strike="noStrike">
                <a:solidFill>
                  <a:schemeClr val="dk2"/>
                </a:solidFill>
                <a:latin typeface="Arial"/>
                <a:ea typeface="Arial"/>
                <a:cs typeface="Arial"/>
                <a:sym typeface="Arial"/>
              </a:rPr>
              <a:t>Homo erectus used fire for cooking food</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2"/>
              </a:buClr>
              <a:buSzPts val="1450"/>
              <a:buFont typeface="Arial"/>
              <a:buChar char="●"/>
            </a:pPr>
            <a:r>
              <a:rPr b="0" i="0" lang="en-US" sz="2400" u="none" cap="none" strike="noStrike">
                <a:solidFill>
                  <a:schemeClr val="dk2"/>
                </a:solidFill>
                <a:latin typeface="Arial"/>
                <a:ea typeface="Arial"/>
                <a:cs typeface="Arial"/>
                <a:sym typeface="Arial"/>
              </a:rPr>
              <a:t>Fire allowed Homo erectus to move out from the homeland of Africa into Europe and Asia</a:t>
            </a:r>
            <a:endParaRPr b="0" i="0" sz="1800" u="none" cap="none" strike="noStrike">
              <a:solidFill>
                <a:schemeClr val="dk1"/>
              </a:solidFill>
              <a:latin typeface="Arial"/>
              <a:ea typeface="Arial"/>
              <a:cs typeface="Arial"/>
              <a:sym typeface="Arial"/>
            </a:endParaRPr>
          </a:p>
        </p:txBody>
      </p:sp>
      <p:pic>
        <p:nvPicPr>
          <p:cNvPr id="138" name="Google Shape;138;p22"/>
          <p:cNvPicPr preferRelativeResize="0"/>
          <p:nvPr/>
        </p:nvPicPr>
        <p:blipFill>
          <a:blip r:embed="rId3">
            <a:alphaModFix/>
          </a:blip>
          <a:stretch>
            <a:fillRect/>
          </a:stretch>
        </p:blipFill>
        <p:spPr>
          <a:xfrm>
            <a:off x="7654925" y="1636712"/>
            <a:ext cx="5111750" cy="34258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3"/>
          <p:cNvSpPr txBox="1"/>
          <p:nvPr>
            <p:ph type="title"/>
          </p:nvPr>
        </p:nvSpPr>
        <p:spPr>
          <a:xfrm>
            <a:off x="-12700" y="-38100"/>
            <a:ext cx="13055600" cy="1155700"/>
          </a:xfrm>
          <a:prstGeom prst="rect">
            <a:avLst/>
          </a:prstGeom>
          <a:noFill/>
          <a:ln>
            <a:noFill/>
          </a:ln>
        </p:spPr>
        <p:txBody>
          <a:bodyPr anchorCtr="0" anchor="t" bIns="50800" lIns="50800" spcFirstLastPara="1" rIns="50800" wrap="square" tIns="50800">
            <a:noAutofit/>
          </a:bodyPr>
          <a:lstStyle/>
          <a:p>
            <a:pPr indent="0" lvl="0" marL="0" marR="0" rtl="0" algn="ctr">
              <a:spcBef>
                <a:spcPts val="200"/>
              </a:spcBef>
              <a:spcAft>
                <a:spcPts val="0"/>
              </a:spcAft>
              <a:buClr>
                <a:srgbClr val="000000"/>
              </a:buClr>
              <a:buFont typeface="Arial Black"/>
              <a:buNone/>
            </a:pPr>
            <a:r>
              <a:rPr b="0" i="0" lang="en-US" sz="6400" u="none" cap="none" strike="noStrike">
                <a:solidFill>
                  <a:srgbClr val="000000"/>
                </a:solidFill>
                <a:latin typeface="Arial Black"/>
                <a:ea typeface="Arial Black"/>
                <a:cs typeface="Arial Black"/>
                <a:sym typeface="Arial Black"/>
              </a:rPr>
              <a:t>Neanderthals use of Fire</a:t>
            </a:r>
            <a:endParaRPr b="0" i="0" sz="6400" u="none" cap="none" strike="noStrike">
              <a:solidFill>
                <a:srgbClr val="000000"/>
              </a:solidFill>
              <a:latin typeface="Arial Black"/>
              <a:ea typeface="Arial Black"/>
              <a:cs typeface="Arial Black"/>
              <a:sym typeface="Arial Black"/>
            </a:endParaRPr>
          </a:p>
        </p:txBody>
      </p:sp>
      <p:sp>
        <p:nvSpPr>
          <p:cNvPr id="145" name="Google Shape;145;p23"/>
          <p:cNvSpPr txBox="1"/>
          <p:nvPr/>
        </p:nvSpPr>
        <p:spPr>
          <a:xfrm>
            <a:off x="238125" y="1817687"/>
            <a:ext cx="7315200" cy="6731000"/>
          </a:xfrm>
          <a:prstGeom prst="rect">
            <a:avLst/>
          </a:prstGeom>
          <a:noFill/>
          <a:ln>
            <a:noFill/>
          </a:ln>
        </p:spPr>
        <p:txBody>
          <a:bodyPr anchorCtr="0" anchor="t" bIns="50800" lIns="50800" spcFirstLastPara="1" rIns="50800" wrap="square" tIns="50800">
            <a:noAutofit/>
          </a:bodyPr>
          <a:lstStyle/>
          <a:p>
            <a:pPr indent="431800" lvl="0" marL="177800" marR="0" rtl="0" algn="l">
              <a:lnSpc>
                <a:spcPct val="177777"/>
              </a:lnSpc>
              <a:spcBef>
                <a:spcPts val="0"/>
              </a:spcBef>
              <a:spcAft>
                <a:spcPts val="0"/>
              </a:spcAft>
              <a:buClr>
                <a:schemeClr val="dk2"/>
              </a:buClr>
              <a:buSzPts val="1100"/>
              <a:buFont typeface="Arial"/>
              <a:buChar char="●"/>
            </a:pPr>
            <a:r>
              <a:rPr b="1" i="0" lang="en-US" sz="1800" u="none" cap="none" strike="noStrike">
                <a:solidFill>
                  <a:schemeClr val="dk2"/>
                </a:solidFill>
                <a:latin typeface="Arial"/>
                <a:ea typeface="Arial"/>
                <a:cs typeface="Arial"/>
                <a:sym typeface="Arial"/>
              </a:rPr>
              <a:t>Homo</a:t>
            </a:r>
            <a:r>
              <a:rPr b="0" i="0" lang="en-US" sz="1800" u="none" cap="none" strike="noStrike">
                <a:solidFill>
                  <a:schemeClr val="dk2"/>
                </a:solidFill>
                <a:latin typeface="Arial"/>
                <a:ea typeface="Arial"/>
                <a:cs typeface="Arial"/>
                <a:sym typeface="Arial"/>
              </a:rPr>
              <a:t> </a:t>
            </a:r>
            <a:r>
              <a:rPr b="1" i="0" lang="en-US" sz="1800" u="none" cap="none" strike="noStrike">
                <a:solidFill>
                  <a:schemeClr val="dk2"/>
                </a:solidFill>
                <a:latin typeface="Arial"/>
                <a:ea typeface="Arial"/>
                <a:cs typeface="Arial"/>
                <a:sym typeface="Arial"/>
              </a:rPr>
              <a:t>Neanderthalensis</a:t>
            </a:r>
            <a:r>
              <a:rPr b="0" i="0" lang="en-US" sz="1800" u="none" cap="none" strike="noStrike">
                <a:solidFill>
                  <a:schemeClr val="dk2"/>
                </a:solidFill>
                <a:latin typeface="Arial"/>
                <a:ea typeface="Arial"/>
                <a:cs typeface="Arial"/>
                <a:sym typeface="Arial"/>
              </a:rPr>
              <a:t>:</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2"/>
              </a:buClr>
              <a:buSzPts val="1450"/>
              <a:buFont typeface="Arial"/>
              <a:buChar char="●"/>
            </a:pPr>
            <a:r>
              <a:rPr b="0" i="0" lang="en-US" sz="2400" u="none" cap="none" strike="noStrike">
                <a:solidFill>
                  <a:schemeClr val="dk2"/>
                </a:solidFill>
                <a:latin typeface="Arial"/>
                <a:ea typeface="Arial"/>
                <a:cs typeface="Arial"/>
                <a:sym typeface="Arial"/>
              </a:rPr>
              <a:t>The Neanderthals controlled fire within hearths of stone which were reused.</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2"/>
              </a:buClr>
              <a:buSzPts val="1450"/>
              <a:buFont typeface="Arial"/>
              <a:buChar char="●"/>
            </a:pPr>
            <a:r>
              <a:rPr b="0" i="0" lang="en-US" sz="2400" u="none" cap="none" strike="noStrike">
                <a:solidFill>
                  <a:schemeClr val="dk2"/>
                </a:solidFill>
                <a:latin typeface="Arial"/>
                <a:ea typeface="Arial"/>
                <a:cs typeface="Arial"/>
                <a:sym typeface="Arial"/>
              </a:rPr>
              <a:t>Slabs of stone showed signs of continued reheating…They were likely used to cook on and were heated up by being placed in a fire</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2"/>
              </a:buClr>
              <a:buSzPts val="1450"/>
              <a:buFont typeface="Arial"/>
              <a:buChar char="●"/>
            </a:pPr>
            <a:r>
              <a:rPr b="0" i="0" lang="en-US" sz="2400" u="none" cap="none" strike="noStrike">
                <a:solidFill>
                  <a:schemeClr val="dk2"/>
                </a:solidFill>
                <a:latin typeface="Arial"/>
                <a:ea typeface="Arial"/>
                <a:cs typeface="Arial"/>
                <a:sym typeface="Arial"/>
              </a:rPr>
              <a:t>It is likely that the Neanderthals were among the first to start smoking and drying meats and hides (although it is possibly earlier)</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2"/>
              </a:buClr>
              <a:buSzPts val="1450"/>
              <a:buFont typeface="Arial"/>
              <a:buChar char="●"/>
            </a:pPr>
            <a:r>
              <a:rPr b="0" i="0" lang="en-US" sz="2400" u="none" cap="none" strike="noStrike">
                <a:solidFill>
                  <a:schemeClr val="dk2"/>
                </a:solidFill>
                <a:latin typeface="Arial"/>
                <a:ea typeface="Arial"/>
                <a:cs typeface="Arial"/>
                <a:sym typeface="Arial"/>
              </a:rPr>
              <a:t>They used fire to make fire hardened points on spears</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2"/>
              </a:buClr>
              <a:buSzPts val="1450"/>
              <a:buFont typeface="Arial"/>
              <a:buChar char="●"/>
            </a:pPr>
            <a:r>
              <a:rPr b="0" i="0" lang="en-US" sz="2400" u="none" cap="none" strike="noStrike">
                <a:solidFill>
                  <a:schemeClr val="dk2"/>
                </a:solidFill>
                <a:latin typeface="Arial"/>
                <a:ea typeface="Arial"/>
                <a:cs typeface="Arial"/>
                <a:sym typeface="Arial"/>
              </a:rPr>
              <a:t>A burnt bear bone found deep in a cave proved they used fire for illumination.</a:t>
            </a:r>
            <a:endParaRPr b="0" i="0" sz="1800" u="none" cap="none" strike="noStrike">
              <a:solidFill>
                <a:schemeClr val="dk1"/>
              </a:solidFill>
              <a:latin typeface="Arial"/>
              <a:ea typeface="Arial"/>
              <a:cs typeface="Arial"/>
              <a:sym typeface="Arial"/>
            </a:endParaRPr>
          </a:p>
        </p:txBody>
      </p:sp>
      <p:pic>
        <p:nvPicPr>
          <p:cNvPr id="146" name="Google Shape;146;p23"/>
          <p:cNvPicPr preferRelativeResize="0"/>
          <p:nvPr/>
        </p:nvPicPr>
        <p:blipFill>
          <a:blip r:embed="rId3">
            <a:alphaModFix/>
          </a:blip>
          <a:stretch>
            <a:fillRect/>
          </a:stretch>
        </p:blipFill>
        <p:spPr>
          <a:xfrm>
            <a:off x="7439025" y="2068512"/>
            <a:ext cx="5184775" cy="388778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4"/>
          <p:cNvSpPr txBox="1"/>
          <p:nvPr>
            <p:ph type="title"/>
          </p:nvPr>
        </p:nvSpPr>
        <p:spPr>
          <a:xfrm>
            <a:off x="-12700" y="-38100"/>
            <a:ext cx="13055600" cy="1155700"/>
          </a:xfrm>
          <a:prstGeom prst="rect">
            <a:avLst/>
          </a:prstGeom>
          <a:noFill/>
          <a:ln>
            <a:noFill/>
          </a:ln>
        </p:spPr>
        <p:txBody>
          <a:bodyPr anchorCtr="0" anchor="t" bIns="50800" lIns="50800" spcFirstLastPara="1" rIns="50800" wrap="square" tIns="50800">
            <a:noAutofit/>
          </a:bodyPr>
          <a:lstStyle/>
          <a:p>
            <a:pPr indent="0" lvl="0" marL="0" marR="0" rtl="0" algn="ctr">
              <a:spcBef>
                <a:spcPts val="200"/>
              </a:spcBef>
              <a:spcAft>
                <a:spcPts val="0"/>
              </a:spcAft>
              <a:buClr>
                <a:srgbClr val="000000"/>
              </a:buClr>
              <a:buFont typeface="Arial Black"/>
              <a:buNone/>
            </a:pPr>
            <a:r>
              <a:rPr b="0" i="0" lang="en-US" sz="6400" u="none" cap="none" strike="noStrike">
                <a:solidFill>
                  <a:srgbClr val="000000"/>
                </a:solidFill>
                <a:latin typeface="Arial Black"/>
                <a:ea typeface="Arial Black"/>
                <a:cs typeface="Arial Black"/>
                <a:sym typeface="Arial Black"/>
              </a:rPr>
              <a:t>Homo sapiens use of Fire</a:t>
            </a:r>
            <a:endParaRPr b="0" i="0" sz="6400" u="none" cap="none" strike="noStrike">
              <a:solidFill>
                <a:srgbClr val="000000"/>
              </a:solidFill>
              <a:latin typeface="Arial Black"/>
              <a:ea typeface="Arial Black"/>
              <a:cs typeface="Arial Black"/>
              <a:sym typeface="Arial Black"/>
            </a:endParaRPr>
          </a:p>
        </p:txBody>
      </p:sp>
      <p:sp>
        <p:nvSpPr>
          <p:cNvPr id="153" name="Google Shape;153;p24"/>
          <p:cNvSpPr txBox="1"/>
          <p:nvPr/>
        </p:nvSpPr>
        <p:spPr>
          <a:xfrm>
            <a:off x="238125" y="1817687"/>
            <a:ext cx="7315200" cy="6731000"/>
          </a:xfrm>
          <a:prstGeom prst="rect">
            <a:avLst/>
          </a:prstGeom>
          <a:noFill/>
          <a:ln>
            <a:noFill/>
          </a:ln>
        </p:spPr>
        <p:txBody>
          <a:bodyPr anchorCtr="0" anchor="t" bIns="50800" lIns="50800" spcFirstLastPara="1" rIns="50800" wrap="square" tIns="50800">
            <a:noAutofit/>
          </a:bodyPr>
          <a:lstStyle/>
          <a:p>
            <a:pPr indent="431800" lvl="0" marL="177800" marR="0" rtl="0" algn="l">
              <a:lnSpc>
                <a:spcPct val="177777"/>
              </a:lnSpc>
              <a:spcBef>
                <a:spcPts val="0"/>
              </a:spcBef>
              <a:spcAft>
                <a:spcPts val="0"/>
              </a:spcAft>
              <a:buClr>
                <a:schemeClr val="dk2"/>
              </a:buClr>
              <a:buSzPts val="1100"/>
              <a:buFont typeface="Arial"/>
              <a:buChar char="●"/>
            </a:pPr>
            <a:r>
              <a:rPr b="1" i="0" lang="en-US" sz="1800" u="none" cap="none" strike="noStrike">
                <a:solidFill>
                  <a:schemeClr val="dk2"/>
                </a:solidFill>
                <a:latin typeface="Arial"/>
                <a:ea typeface="Arial"/>
                <a:cs typeface="Arial"/>
                <a:sym typeface="Arial"/>
              </a:rPr>
              <a:t>Homo sapiens:</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2"/>
              </a:buClr>
              <a:buSzPts val="1450"/>
              <a:buFont typeface="Arial"/>
              <a:buChar char="●"/>
            </a:pPr>
            <a:r>
              <a:rPr b="0" i="0" lang="en-US" sz="2400" u="none" cap="none" strike="noStrike">
                <a:solidFill>
                  <a:schemeClr val="dk2"/>
                </a:solidFill>
                <a:latin typeface="Arial"/>
                <a:ea typeface="Arial"/>
                <a:cs typeface="Arial"/>
                <a:sym typeface="Arial"/>
              </a:rPr>
              <a:t>Like the Neanderthals, Homo sapiens contained fire in hearths, cooked and smoked meat and dried hides and fire hardened tools like spears</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2"/>
              </a:buClr>
              <a:buSzPts val="1450"/>
              <a:buFont typeface="Arial"/>
              <a:buChar char="●"/>
            </a:pPr>
            <a:r>
              <a:rPr b="0" i="0" lang="en-US" sz="2400" u="none" cap="none" strike="noStrike">
                <a:solidFill>
                  <a:schemeClr val="dk2"/>
                </a:solidFill>
                <a:latin typeface="Arial"/>
                <a:ea typeface="Arial"/>
                <a:cs typeface="Arial"/>
                <a:sym typeface="Arial"/>
              </a:rPr>
              <a:t>They possibly were able to create fire by this stage of development</a:t>
            </a:r>
            <a:endParaRPr b="0" i="0" sz="1800" u="none" cap="none" strike="noStrike">
              <a:solidFill>
                <a:schemeClr val="dk1"/>
              </a:solidFill>
              <a:latin typeface="Arial"/>
              <a:ea typeface="Arial"/>
              <a:cs typeface="Arial"/>
              <a:sym typeface="Arial"/>
            </a:endParaRPr>
          </a:p>
          <a:p>
            <a:pPr indent="0" lvl="0" marL="0" marR="0" rtl="0" algn="l">
              <a:spcBef>
                <a:spcPts val="2000"/>
              </a:spcBef>
              <a:spcAft>
                <a:spcPts val="0"/>
              </a:spcAft>
              <a:buNone/>
            </a:pPr>
            <a:r>
              <a:t/>
            </a:r>
            <a:endParaRPr b="0" i="0" sz="180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pic>
        <p:nvPicPr>
          <p:cNvPr id="154" name="Google Shape;154;p24"/>
          <p:cNvPicPr preferRelativeResize="0"/>
          <p:nvPr/>
        </p:nvPicPr>
        <p:blipFill>
          <a:blip r:embed="rId3">
            <a:alphaModFix/>
          </a:blip>
          <a:stretch>
            <a:fillRect/>
          </a:stretch>
        </p:blipFill>
        <p:spPr>
          <a:xfrm>
            <a:off x="7902575" y="1852612"/>
            <a:ext cx="4781550" cy="705643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5"/>
          <p:cNvSpPr txBox="1"/>
          <p:nvPr/>
        </p:nvSpPr>
        <p:spPr>
          <a:xfrm>
            <a:off x="609600" y="915987"/>
            <a:ext cx="5316537" cy="7620000"/>
          </a:xfrm>
          <a:prstGeom prst="rect">
            <a:avLst/>
          </a:prstGeom>
          <a:noFill/>
          <a:ln>
            <a:noFill/>
          </a:ln>
        </p:spPr>
        <p:txBody>
          <a:bodyPr anchorCtr="0" anchor="t" bIns="50800" lIns="50800" spcFirstLastPara="1" rIns="50800" wrap="square" tIns="50800">
            <a:noAutofit/>
          </a:bodyPr>
          <a:lstStyle/>
          <a:p>
            <a:pPr indent="431800" lvl="0" marL="177800" marR="0" rtl="0" algn="l">
              <a:lnSpc>
                <a:spcPct val="133333"/>
              </a:lnSpc>
              <a:spcBef>
                <a:spcPts val="0"/>
              </a:spcBef>
              <a:spcAft>
                <a:spcPts val="0"/>
              </a:spcAft>
              <a:buClr>
                <a:schemeClr val="dk2"/>
              </a:buClr>
              <a:buSzPts val="1450"/>
              <a:buFont typeface="Arial"/>
              <a:buChar char="●"/>
            </a:pPr>
            <a:r>
              <a:rPr b="0" i="0" lang="en-US" sz="2400" u="none" cap="none" strike="noStrike">
                <a:solidFill>
                  <a:schemeClr val="dk2"/>
                </a:solidFill>
                <a:latin typeface="Arial"/>
                <a:ea typeface="Arial"/>
                <a:cs typeface="Arial"/>
                <a:sym typeface="Arial"/>
              </a:rPr>
              <a:t>With clothing early humans could:</a:t>
            </a:r>
            <a:endParaRPr b="0" i="0" sz="1800" u="none" cap="none" strike="noStrike">
              <a:solidFill>
                <a:schemeClr val="dk1"/>
              </a:solidFill>
              <a:latin typeface="Arial"/>
              <a:ea typeface="Arial"/>
              <a:cs typeface="Arial"/>
              <a:sym typeface="Arial"/>
            </a:endParaRPr>
          </a:p>
          <a:p>
            <a:pPr indent="419100" lvl="1" marL="558800" marR="0" rtl="0" algn="l">
              <a:lnSpc>
                <a:spcPct val="127272"/>
              </a:lnSpc>
              <a:spcBef>
                <a:spcPts val="0"/>
              </a:spcBef>
              <a:spcAft>
                <a:spcPts val="0"/>
              </a:spcAft>
              <a:buClr>
                <a:schemeClr val="dk2"/>
              </a:buClr>
              <a:buSzPts val="1300"/>
              <a:buFont typeface="Arial"/>
              <a:buChar char="●"/>
            </a:pPr>
            <a:r>
              <a:rPr b="1" i="0" lang="en-US" sz="2200" u="none" cap="none" strike="noStrike">
                <a:solidFill>
                  <a:schemeClr val="dk2"/>
                </a:solidFill>
                <a:latin typeface="Arial"/>
                <a:ea typeface="Arial"/>
                <a:cs typeface="Arial"/>
                <a:sym typeface="Arial"/>
              </a:rPr>
              <a:t>Keep themselves warm: </a:t>
            </a:r>
            <a:r>
              <a:rPr b="0" i="0" lang="en-US" sz="2200" u="none" cap="none" strike="noStrike">
                <a:solidFill>
                  <a:schemeClr val="dk2"/>
                </a:solidFill>
                <a:latin typeface="Arial"/>
                <a:ea typeface="Arial"/>
                <a:cs typeface="Arial"/>
                <a:sym typeface="Arial"/>
              </a:rPr>
              <a:t>The evolving of short fine body hair meant more susceptibility to weather.  Clothing allowed them to keep warm and  also adapt to cooler climates, extending their habitat range</a:t>
            </a:r>
            <a:endParaRPr b="0" i="0" sz="1800" u="none" cap="none" strike="noStrike">
              <a:solidFill>
                <a:schemeClr val="dk1"/>
              </a:solidFill>
              <a:latin typeface="Arial"/>
              <a:ea typeface="Arial"/>
              <a:cs typeface="Arial"/>
              <a:sym typeface="Arial"/>
            </a:endParaRPr>
          </a:p>
          <a:p>
            <a:pPr indent="419100" lvl="1" marL="558800" marR="0" rtl="0" algn="l">
              <a:lnSpc>
                <a:spcPct val="127272"/>
              </a:lnSpc>
              <a:spcBef>
                <a:spcPts val="0"/>
              </a:spcBef>
              <a:spcAft>
                <a:spcPts val="0"/>
              </a:spcAft>
              <a:buClr>
                <a:schemeClr val="dk2"/>
              </a:buClr>
              <a:buSzPts val="1300"/>
              <a:buFont typeface="Arial"/>
              <a:buChar char="●"/>
            </a:pPr>
            <a:r>
              <a:rPr b="1" i="0" lang="en-US" sz="2200" u="none" cap="none" strike="noStrike">
                <a:solidFill>
                  <a:schemeClr val="dk2"/>
                </a:solidFill>
                <a:latin typeface="Arial"/>
                <a:ea typeface="Arial"/>
                <a:cs typeface="Arial"/>
                <a:sym typeface="Arial"/>
              </a:rPr>
              <a:t>Social identity: </a:t>
            </a:r>
            <a:r>
              <a:rPr b="0" i="0" lang="en-US" sz="2200" u="none" cap="none" strike="noStrike">
                <a:solidFill>
                  <a:schemeClr val="dk2"/>
                </a:solidFill>
                <a:latin typeface="Arial"/>
                <a:ea typeface="Arial"/>
                <a:cs typeface="Arial"/>
                <a:sym typeface="Arial"/>
              </a:rPr>
              <a:t>Clothing can show identity in terms of ethnicity, gender and class.  Pendants and beading could also show level of success (If they had time to make beads then they must have been well prepared in terms of hunting and storage of food)</a:t>
            </a:r>
            <a:endParaRPr b="0" i="0" sz="1800" u="none" cap="none" strike="noStrike">
              <a:solidFill>
                <a:schemeClr val="dk1"/>
              </a:solidFill>
              <a:latin typeface="Arial"/>
              <a:ea typeface="Arial"/>
              <a:cs typeface="Arial"/>
              <a:sym typeface="Arial"/>
            </a:endParaRPr>
          </a:p>
          <a:p>
            <a:pPr indent="0" lvl="0" marL="0" marR="0" rtl="0" algn="l">
              <a:spcBef>
                <a:spcPts val="2000"/>
              </a:spcBef>
              <a:spcAft>
                <a:spcPts val="0"/>
              </a:spcAft>
              <a:buNone/>
            </a:pPr>
            <a:r>
              <a:t/>
            </a:r>
            <a:endParaRPr b="0" i="0" sz="180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61" name="Google Shape;161;p25"/>
          <p:cNvSpPr txBox="1"/>
          <p:nvPr>
            <p:ph type="title"/>
          </p:nvPr>
        </p:nvSpPr>
        <p:spPr>
          <a:xfrm>
            <a:off x="-12700" y="-38100"/>
            <a:ext cx="13055600" cy="1155700"/>
          </a:xfrm>
          <a:prstGeom prst="rect">
            <a:avLst/>
          </a:prstGeom>
          <a:noFill/>
          <a:ln>
            <a:noFill/>
          </a:ln>
        </p:spPr>
        <p:txBody>
          <a:bodyPr anchorCtr="0" anchor="t" bIns="50800" lIns="50800" spcFirstLastPara="1" rIns="50800" wrap="square" tIns="50800">
            <a:noAutofit/>
          </a:bodyPr>
          <a:lstStyle/>
          <a:p>
            <a:pPr indent="0" lvl="0" marL="0" marR="0" rtl="0" algn="ctr">
              <a:spcBef>
                <a:spcPts val="200"/>
              </a:spcBef>
              <a:spcAft>
                <a:spcPts val="0"/>
              </a:spcAft>
              <a:buClr>
                <a:srgbClr val="000000"/>
              </a:buClr>
              <a:buFont typeface="Arial Black"/>
              <a:buNone/>
            </a:pPr>
            <a:r>
              <a:rPr b="0" i="0" lang="en-US" sz="6000" u="none" cap="none" strike="noStrike">
                <a:solidFill>
                  <a:srgbClr val="000000"/>
                </a:solidFill>
                <a:latin typeface="Arial Black"/>
                <a:ea typeface="Arial Black"/>
                <a:cs typeface="Arial Black"/>
                <a:sym typeface="Arial Black"/>
              </a:rPr>
              <a:t>Advancements due to Clothing</a:t>
            </a:r>
            <a:endParaRPr b="0" i="0" sz="6400" u="none" cap="none" strike="noStrike">
              <a:solidFill>
                <a:srgbClr val="000000"/>
              </a:solidFill>
              <a:latin typeface="Arial Black"/>
              <a:ea typeface="Arial Black"/>
              <a:cs typeface="Arial Black"/>
              <a:sym typeface="Arial Black"/>
            </a:endParaRPr>
          </a:p>
        </p:txBody>
      </p:sp>
      <p:pic>
        <p:nvPicPr>
          <p:cNvPr id="162" name="Google Shape;162;p25"/>
          <p:cNvPicPr preferRelativeResize="0"/>
          <p:nvPr/>
        </p:nvPicPr>
        <p:blipFill>
          <a:blip r:embed="rId3">
            <a:alphaModFix/>
          </a:blip>
          <a:stretch>
            <a:fillRect/>
          </a:stretch>
        </p:blipFill>
        <p:spPr>
          <a:xfrm>
            <a:off x="6429375" y="1204912"/>
            <a:ext cx="6043612" cy="4319587"/>
          </a:xfrm>
          <a:prstGeom prst="rect">
            <a:avLst/>
          </a:prstGeom>
          <a:noFill/>
          <a:ln>
            <a:noFill/>
          </a:ln>
        </p:spPr>
      </p:pic>
      <p:sp>
        <p:nvSpPr>
          <p:cNvPr id="163" name="Google Shape;163;p25"/>
          <p:cNvSpPr txBox="1"/>
          <p:nvPr/>
        </p:nvSpPr>
        <p:spPr>
          <a:xfrm>
            <a:off x="7510462" y="5835650"/>
            <a:ext cx="4125912" cy="76993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2"/>
              </a:buClr>
              <a:buFont typeface="Arial"/>
              <a:buNone/>
            </a:pPr>
            <a:r>
              <a:rPr b="0" i="0" lang="en-US" sz="2200" u="none" cap="none" strike="noStrike">
                <a:solidFill>
                  <a:schemeClr val="dk2"/>
                </a:solidFill>
                <a:latin typeface="Arial"/>
                <a:ea typeface="Arial"/>
                <a:cs typeface="Arial"/>
                <a:sym typeface="Arial"/>
              </a:rPr>
              <a:t>There is no evidence of homo erectus use of clothing</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6"/>
          <p:cNvSpPr txBox="1"/>
          <p:nvPr>
            <p:ph type="title"/>
          </p:nvPr>
        </p:nvSpPr>
        <p:spPr>
          <a:xfrm>
            <a:off x="-12700" y="-38100"/>
            <a:ext cx="13055600" cy="1155700"/>
          </a:xfrm>
          <a:prstGeom prst="rect">
            <a:avLst/>
          </a:prstGeom>
          <a:noFill/>
          <a:ln>
            <a:noFill/>
          </a:ln>
        </p:spPr>
        <p:txBody>
          <a:bodyPr anchorCtr="0" anchor="t" bIns="50800" lIns="50800" spcFirstLastPara="1" rIns="50800" wrap="square" tIns="50800">
            <a:noAutofit/>
          </a:bodyPr>
          <a:lstStyle/>
          <a:p>
            <a:pPr indent="0" lvl="0" marL="0" marR="0" rtl="0" algn="ctr">
              <a:spcBef>
                <a:spcPts val="200"/>
              </a:spcBef>
              <a:spcAft>
                <a:spcPts val="0"/>
              </a:spcAft>
              <a:buClr>
                <a:srgbClr val="000000"/>
              </a:buClr>
              <a:buFont typeface="Arial Black"/>
              <a:buNone/>
            </a:pPr>
            <a:r>
              <a:rPr b="0" i="0" lang="en-US" sz="6000" u="none" cap="none" strike="noStrike">
                <a:solidFill>
                  <a:srgbClr val="000000"/>
                </a:solidFill>
                <a:latin typeface="Arial Black"/>
                <a:ea typeface="Arial Black"/>
                <a:cs typeface="Arial Black"/>
                <a:sym typeface="Arial Black"/>
              </a:rPr>
              <a:t>Neanderthals use of Clothing</a:t>
            </a:r>
            <a:endParaRPr b="0" i="0" sz="6400" u="none" cap="none" strike="noStrike">
              <a:solidFill>
                <a:srgbClr val="000000"/>
              </a:solidFill>
              <a:latin typeface="Arial Black"/>
              <a:ea typeface="Arial Black"/>
              <a:cs typeface="Arial Black"/>
              <a:sym typeface="Arial Black"/>
            </a:endParaRPr>
          </a:p>
        </p:txBody>
      </p:sp>
      <p:sp>
        <p:nvSpPr>
          <p:cNvPr id="170" name="Google Shape;170;p26"/>
          <p:cNvSpPr txBox="1"/>
          <p:nvPr/>
        </p:nvSpPr>
        <p:spPr>
          <a:xfrm>
            <a:off x="238125" y="1817687"/>
            <a:ext cx="7315200" cy="6731000"/>
          </a:xfrm>
          <a:prstGeom prst="rect">
            <a:avLst/>
          </a:prstGeom>
          <a:noFill/>
          <a:ln>
            <a:noFill/>
          </a:ln>
        </p:spPr>
        <p:txBody>
          <a:bodyPr anchorCtr="0" anchor="t" bIns="50800" lIns="50800" spcFirstLastPara="1" rIns="50800" wrap="square" tIns="50800">
            <a:noAutofit/>
          </a:bodyPr>
          <a:lstStyle/>
          <a:p>
            <a:pPr indent="431800" lvl="0" marL="177800" marR="0" rtl="0" algn="l">
              <a:lnSpc>
                <a:spcPct val="177777"/>
              </a:lnSpc>
              <a:spcBef>
                <a:spcPts val="0"/>
              </a:spcBef>
              <a:spcAft>
                <a:spcPts val="0"/>
              </a:spcAft>
              <a:buClr>
                <a:schemeClr val="dk2"/>
              </a:buClr>
              <a:buSzPts val="1100"/>
              <a:buFont typeface="Arial"/>
              <a:buChar char="●"/>
            </a:pPr>
            <a:r>
              <a:rPr b="1" i="0" lang="en-US" sz="1800" u="none" cap="none" strike="noStrike">
                <a:solidFill>
                  <a:schemeClr val="dk2"/>
                </a:solidFill>
                <a:latin typeface="Arial"/>
                <a:ea typeface="Arial"/>
                <a:cs typeface="Arial"/>
                <a:sym typeface="Arial"/>
              </a:rPr>
              <a:t>Homo neanderthalensis:</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1"/>
              </a:buClr>
              <a:buSzPts val="1450"/>
              <a:buFont typeface="Arial"/>
              <a:buChar char="●"/>
            </a:pPr>
            <a:r>
              <a:rPr b="0" i="0" lang="en-US" sz="2400" u="none" cap="none" strike="noStrike">
                <a:solidFill>
                  <a:schemeClr val="dk1"/>
                </a:solidFill>
                <a:latin typeface="Arial"/>
                <a:ea typeface="Arial"/>
                <a:cs typeface="Arial"/>
                <a:sym typeface="Arial"/>
              </a:rPr>
              <a:t>The </a:t>
            </a:r>
            <a:r>
              <a:rPr b="1" i="0" lang="en-US" sz="2400" u="none" cap="none" strike="noStrike">
                <a:solidFill>
                  <a:schemeClr val="dk1"/>
                </a:solidFill>
                <a:latin typeface="Arial"/>
                <a:ea typeface="Arial"/>
                <a:cs typeface="Arial"/>
                <a:sym typeface="Arial"/>
              </a:rPr>
              <a:t>first known </a:t>
            </a:r>
            <a:r>
              <a:rPr b="0" i="0" lang="en-US" sz="2400" u="none" cap="none" strike="noStrike">
                <a:solidFill>
                  <a:schemeClr val="dk1"/>
                </a:solidFill>
                <a:latin typeface="Arial"/>
                <a:ea typeface="Arial"/>
                <a:cs typeface="Arial"/>
                <a:sym typeface="Arial"/>
              </a:rPr>
              <a:t>humans to make </a:t>
            </a:r>
            <a:r>
              <a:rPr b="1" i="0" lang="en-US" sz="2400" u="none" cap="none" strike="noStrike">
                <a:solidFill>
                  <a:schemeClr val="dk1"/>
                </a:solidFill>
                <a:latin typeface="Arial"/>
                <a:ea typeface="Arial"/>
                <a:cs typeface="Arial"/>
                <a:sym typeface="Arial"/>
              </a:rPr>
              <a:t>clothing</a:t>
            </a:r>
            <a:r>
              <a:rPr b="0" i="0" lang="en-US" sz="2400" u="none" cap="none" strike="noStrike">
                <a:solidFill>
                  <a:schemeClr val="dk1"/>
                </a:solidFill>
                <a:latin typeface="Arial"/>
                <a:ea typeface="Arial"/>
                <a:cs typeface="Arial"/>
                <a:sym typeface="Arial"/>
              </a:rPr>
              <a:t> are the </a:t>
            </a:r>
            <a:r>
              <a:rPr b="1" i="0" lang="en-US" sz="2400" u="none" cap="none" strike="noStrike">
                <a:solidFill>
                  <a:schemeClr val="dk1"/>
                </a:solidFill>
                <a:latin typeface="Arial"/>
                <a:ea typeface="Arial"/>
                <a:cs typeface="Arial"/>
                <a:sym typeface="Arial"/>
              </a:rPr>
              <a:t>Neanderthals</a:t>
            </a:r>
            <a:r>
              <a:rPr b="0" i="0" lang="en-US" sz="2400" u="none" cap="none" strike="noStrike">
                <a:solidFill>
                  <a:schemeClr val="dk1"/>
                </a:solidFill>
                <a:latin typeface="Arial"/>
                <a:ea typeface="Arial"/>
                <a:cs typeface="Arial"/>
                <a:sym typeface="Arial"/>
              </a:rPr>
              <a:t>.</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1"/>
              </a:buClr>
              <a:buSzPts val="1450"/>
              <a:buFont typeface="Arial"/>
              <a:buChar char="●"/>
            </a:pPr>
            <a:r>
              <a:rPr b="0" i="0" lang="en-US" sz="2400" u="none" cap="none" strike="noStrike">
                <a:solidFill>
                  <a:schemeClr val="dk1"/>
                </a:solidFill>
                <a:latin typeface="Arial"/>
                <a:ea typeface="Arial"/>
                <a:cs typeface="Arial"/>
                <a:sym typeface="Arial"/>
              </a:rPr>
              <a:t>It is believe hides were cut into shapes with holes made for the head and perhaps the arms, then draped over their bodies. They may have used thin strips of hide to tie the furs about themselves.</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1"/>
              </a:buClr>
              <a:buSzPts val="1450"/>
              <a:buFont typeface="Arial"/>
              <a:buChar char="●"/>
            </a:pPr>
            <a:r>
              <a:rPr b="0" i="0" lang="en-US" sz="2400" u="none" cap="none" strike="noStrike">
                <a:solidFill>
                  <a:schemeClr val="dk1"/>
                </a:solidFill>
                <a:latin typeface="Arial"/>
                <a:ea typeface="Arial"/>
                <a:cs typeface="Arial"/>
                <a:sym typeface="Arial"/>
              </a:rPr>
              <a:t>They produced pendants by drilling holes in animal teeth and stringing them on twine or sinew</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1"/>
              </a:buClr>
              <a:buSzPts val="1450"/>
              <a:buFont typeface="Arial"/>
              <a:buChar char="●"/>
            </a:pPr>
            <a:r>
              <a:rPr b="0" i="0" lang="en-US" sz="2400" u="none" cap="none" strike="noStrike">
                <a:solidFill>
                  <a:schemeClr val="dk1"/>
                </a:solidFill>
                <a:latin typeface="Arial"/>
                <a:ea typeface="Arial"/>
                <a:cs typeface="Arial"/>
                <a:sym typeface="Arial"/>
              </a:rPr>
              <a:t>It is unlikely that they produces anything woven or textile-like, thought they may have bound grasses or reeds together for various purposes.</a:t>
            </a:r>
            <a:endParaRPr b="0" i="0" sz="1800" u="none" cap="none" strike="noStrike">
              <a:solidFill>
                <a:schemeClr val="dk1"/>
              </a:solidFill>
              <a:latin typeface="Arial"/>
              <a:ea typeface="Arial"/>
              <a:cs typeface="Arial"/>
              <a:sym typeface="Arial"/>
            </a:endParaRPr>
          </a:p>
        </p:txBody>
      </p:sp>
      <p:pic>
        <p:nvPicPr>
          <p:cNvPr id="171" name="Google Shape;171;p26"/>
          <p:cNvPicPr preferRelativeResize="0"/>
          <p:nvPr/>
        </p:nvPicPr>
        <p:blipFill>
          <a:blip r:embed="rId3">
            <a:alphaModFix/>
          </a:blip>
          <a:stretch>
            <a:fillRect/>
          </a:stretch>
        </p:blipFill>
        <p:spPr>
          <a:xfrm>
            <a:off x="7581900" y="1347787"/>
            <a:ext cx="4681537" cy="78359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7"/>
          <p:cNvSpPr txBox="1"/>
          <p:nvPr>
            <p:ph type="title"/>
          </p:nvPr>
        </p:nvSpPr>
        <p:spPr>
          <a:xfrm>
            <a:off x="-12700" y="-38100"/>
            <a:ext cx="13055600" cy="1155700"/>
          </a:xfrm>
          <a:prstGeom prst="rect">
            <a:avLst/>
          </a:prstGeom>
          <a:noFill/>
          <a:ln>
            <a:noFill/>
          </a:ln>
        </p:spPr>
        <p:txBody>
          <a:bodyPr anchorCtr="0" anchor="t" bIns="50800" lIns="50800" spcFirstLastPara="1" rIns="50800" wrap="square" tIns="50800">
            <a:noAutofit/>
          </a:bodyPr>
          <a:lstStyle/>
          <a:p>
            <a:pPr indent="0" lvl="0" marL="0" marR="0" rtl="0" algn="ctr">
              <a:spcBef>
                <a:spcPts val="200"/>
              </a:spcBef>
              <a:spcAft>
                <a:spcPts val="0"/>
              </a:spcAft>
              <a:buClr>
                <a:srgbClr val="000000"/>
              </a:buClr>
              <a:buFont typeface="Arial Black"/>
              <a:buNone/>
            </a:pPr>
            <a:r>
              <a:rPr b="0" i="0" lang="en-US" sz="6000" u="none" cap="none" strike="noStrike">
                <a:solidFill>
                  <a:srgbClr val="000000"/>
                </a:solidFill>
                <a:latin typeface="Arial Black"/>
                <a:ea typeface="Arial Black"/>
                <a:cs typeface="Arial Black"/>
                <a:sym typeface="Arial Black"/>
              </a:rPr>
              <a:t>Homo sapiens use of Clothing</a:t>
            </a:r>
            <a:endParaRPr b="0" i="0" sz="6400" u="none" cap="none" strike="noStrike">
              <a:solidFill>
                <a:srgbClr val="000000"/>
              </a:solidFill>
              <a:latin typeface="Arial Black"/>
              <a:ea typeface="Arial Black"/>
              <a:cs typeface="Arial Black"/>
              <a:sym typeface="Arial Black"/>
            </a:endParaRPr>
          </a:p>
        </p:txBody>
      </p:sp>
      <p:sp>
        <p:nvSpPr>
          <p:cNvPr id="178" name="Google Shape;178;p27"/>
          <p:cNvSpPr txBox="1"/>
          <p:nvPr/>
        </p:nvSpPr>
        <p:spPr>
          <a:xfrm>
            <a:off x="238125" y="1817687"/>
            <a:ext cx="7315200" cy="6731000"/>
          </a:xfrm>
          <a:prstGeom prst="rect">
            <a:avLst/>
          </a:prstGeom>
          <a:noFill/>
          <a:ln>
            <a:noFill/>
          </a:ln>
        </p:spPr>
        <p:txBody>
          <a:bodyPr anchorCtr="0" anchor="t" bIns="50800" lIns="50800" spcFirstLastPara="1" rIns="50800" wrap="square" tIns="50800">
            <a:noAutofit/>
          </a:bodyPr>
          <a:lstStyle/>
          <a:p>
            <a:pPr indent="431800" lvl="0" marL="177800" marR="0" rtl="0" algn="l">
              <a:lnSpc>
                <a:spcPct val="177777"/>
              </a:lnSpc>
              <a:spcBef>
                <a:spcPts val="0"/>
              </a:spcBef>
              <a:spcAft>
                <a:spcPts val="0"/>
              </a:spcAft>
              <a:buClr>
                <a:schemeClr val="dk2"/>
              </a:buClr>
              <a:buSzPts val="1100"/>
              <a:buFont typeface="Arial"/>
              <a:buChar char="●"/>
            </a:pPr>
            <a:r>
              <a:rPr b="1" i="0" lang="en-US" sz="1800" u="none" cap="none" strike="noStrike">
                <a:solidFill>
                  <a:schemeClr val="dk2"/>
                </a:solidFill>
                <a:latin typeface="Arial"/>
                <a:ea typeface="Arial"/>
                <a:cs typeface="Arial"/>
                <a:sym typeface="Arial"/>
              </a:rPr>
              <a:t>Homo sapiens:</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1"/>
              </a:buClr>
              <a:buSzPts val="1450"/>
              <a:buFont typeface="Arial"/>
              <a:buChar char="●"/>
            </a:pPr>
            <a:r>
              <a:rPr b="0" i="0" lang="en-US" sz="2400" u="none" cap="none" strike="noStrike">
                <a:solidFill>
                  <a:schemeClr val="dk1"/>
                </a:solidFill>
                <a:latin typeface="Arial"/>
                <a:ea typeface="Arial"/>
                <a:cs typeface="Arial"/>
                <a:sym typeface="Arial"/>
              </a:rPr>
              <a:t>They would have used hides and fur of improved design with the advancement in tools such as needles to sew hides together</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1"/>
              </a:buClr>
              <a:buSzPts val="1450"/>
              <a:buFont typeface="Arial"/>
              <a:buChar char="●"/>
            </a:pPr>
            <a:r>
              <a:rPr b="0" i="0" lang="en-US" sz="2400" u="none" cap="none" strike="noStrike">
                <a:solidFill>
                  <a:schemeClr val="dk1"/>
                </a:solidFill>
                <a:latin typeface="Arial"/>
                <a:ea typeface="Arial"/>
                <a:cs typeface="Arial"/>
                <a:sym typeface="Arial"/>
              </a:rPr>
              <a:t>They also produced pendants by drilling holes in animal teeth and stringing them on twine or sinew</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1"/>
              </a:buClr>
              <a:buSzPts val="1450"/>
              <a:buFont typeface="Arial"/>
              <a:buChar char="●"/>
            </a:pPr>
            <a:r>
              <a:rPr b="0" i="0" lang="en-US" sz="2400" u="none" cap="none" strike="noStrike">
                <a:solidFill>
                  <a:schemeClr val="dk1"/>
                </a:solidFill>
                <a:latin typeface="Arial"/>
                <a:ea typeface="Arial"/>
                <a:cs typeface="Arial"/>
                <a:sym typeface="Arial"/>
              </a:rPr>
              <a:t>They decorated their bodies with paint and tattoos, made from natural dyes (possibly signs of social standing)</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1"/>
              </a:buClr>
              <a:buSzPts val="1450"/>
              <a:buFont typeface="Arial"/>
              <a:buChar char="●"/>
            </a:pPr>
            <a:r>
              <a:rPr b="0" i="0" lang="en-US" sz="2400" u="none" cap="none" strike="noStrike">
                <a:solidFill>
                  <a:schemeClr val="dk1"/>
                </a:solidFill>
                <a:latin typeface="Arial"/>
                <a:ea typeface="Arial"/>
                <a:cs typeface="Arial"/>
                <a:sym typeface="Arial"/>
              </a:rPr>
              <a:t>Finds of spun, dyed, and knotted flax fibres among Cro-Magnon artefacts in Dzudzuana shows they made cords for sewing garments, and suggest that they knew how to make woven clothing</a:t>
            </a:r>
            <a:endParaRPr b="0" i="0" sz="1800" u="none" cap="none" strike="noStrike">
              <a:solidFill>
                <a:schemeClr val="dk1"/>
              </a:solidFill>
              <a:latin typeface="Arial"/>
              <a:ea typeface="Arial"/>
              <a:cs typeface="Arial"/>
              <a:sym typeface="Arial"/>
            </a:endParaRPr>
          </a:p>
        </p:txBody>
      </p:sp>
      <p:pic>
        <p:nvPicPr>
          <p:cNvPr id="179" name="Google Shape;179;p27"/>
          <p:cNvPicPr preferRelativeResize="0"/>
          <p:nvPr/>
        </p:nvPicPr>
        <p:blipFill>
          <a:blip r:embed="rId3">
            <a:alphaModFix/>
          </a:blip>
          <a:stretch>
            <a:fillRect/>
          </a:stretch>
        </p:blipFill>
        <p:spPr>
          <a:xfrm>
            <a:off x="7581900" y="1870075"/>
            <a:ext cx="4892675" cy="6319837"/>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8"/>
          <p:cNvSpPr txBox="1"/>
          <p:nvPr/>
        </p:nvSpPr>
        <p:spPr>
          <a:xfrm>
            <a:off x="-114300" y="-139700"/>
            <a:ext cx="13169899" cy="9969500"/>
          </a:xfrm>
          <a:prstGeom prst="rect">
            <a:avLst/>
          </a:prstGeom>
          <a:solidFill>
            <a:srgbClr val="000000"/>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pic>
        <p:nvPicPr>
          <p:cNvPr id="186" name="Google Shape;186;p28"/>
          <p:cNvPicPr preferRelativeResize="0"/>
          <p:nvPr/>
        </p:nvPicPr>
        <p:blipFill>
          <a:blip r:embed="rId3">
            <a:alphaModFix/>
          </a:blip>
          <a:stretch>
            <a:fillRect/>
          </a:stretch>
        </p:blipFill>
        <p:spPr>
          <a:xfrm>
            <a:off x="1397000" y="2155825"/>
            <a:ext cx="10160000" cy="53689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9"/>
          <p:cNvSpPr txBox="1"/>
          <p:nvPr>
            <p:ph type="title"/>
          </p:nvPr>
        </p:nvSpPr>
        <p:spPr>
          <a:xfrm>
            <a:off x="-12700" y="-12700"/>
            <a:ext cx="13030200" cy="1155700"/>
          </a:xfrm>
          <a:prstGeom prst="rect">
            <a:avLst/>
          </a:prstGeom>
          <a:noFill/>
          <a:ln>
            <a:noFill/>
          </a:ln>
        </p:spPr>
        <p:txBody>
          <a:bodyPr anchorCtr="0" anchor="b" bIns="50800" lIns="50800" spcFirstLastPara="1" rIns="50800" wrap="square" tIns="50800">
            <a:noAutofit/>
          </a:bodyPr>
          <a:lstStyle/>
          <a:p>
            <a:pPr indent="0" lvl="0" marL="0" marR="0" rtl="0" algn="ctr">
              <a:lnSpc>
                <a:spcPct val="75000"/>
              </a:lnSpc>
              <a:spcBef>
                <a:spcPts val="200"/>
              </a:spcBef>
              <a:spcAft>
                <a:spcPts val="0"/>
              </a:spcAft>
              <a:buClr>
                <a:schemeClr val="dk2"/>
              </a:buClr>
              <a:buFont typeface="Arial Black"/>
              <a:buNone/>
            </a:pPr>
            <a:r>
              <a:rPr b="0" i="0" lang="en-US" sz="6400" u="none" cap="none" strike="noStrike">
                <a:solidFill>
                  <a:schemeClr val="dk2"/>
                </a:solidFill>
                <a:latin typeface="Arial Black"/>
                <a:ea typeface="Arial Black"/>
                <a:cs typeface="Arial Black"/>
                <a:sym typeface="Arial Black"/>
              </a:rPr>
              <a:t>Terms of Use</a:t>
            </a:r>
            <a:endParaRPr b="0" i="0" sz="6400" u="none" cap="none" strike="noStrike">
              <a:solidFill>
                <a:srgbClr val="000000"/>
              </a:solidFill>
              <a:latin typeface="Arial Black"/>
              <a:ea typeface="Arial Black"/>
              <a:cs typeface="Arial Black"/>
              <a:sym typeface="Arial Black"/>
            </a:endParaRPr>
          </a:p>
        </p:txBody>
      </p:sp>
      <p:sp>
        <p:nvSpPr>
          <p:cNvPr id="192" name="Google Shape;192;p29"/>
          <p:cNvSpPr txBox="1"/>
          <p:nvPr>
            <p:ph idx="1" type="body"/>
          </p:nvPr>
        </p:nvSpPr>
        <p:spPr>
          <a:xfrm>
            <a:off x="1612900" y="1778000"/>
            <a:ext cx="9779000" cy="7099300"/>
          </a:xfrm>
          <a:prstGeom prst="rect">
            <a:avLst/>
          </a:prstGeom>
          <a:noFill/>
          <a:ln>
            <a:noFill/>
          </a:ln>
        </p:spPr>
        <p:txBody>
          <a:bodyPr anchorCtr="0" anchor="t" bIns="0" lIns="0" spcFirstLastPara="1" rIns="0" wrap="square" tIns="0">
            <a:noAutofit/>
          </a:bodyPr>
          <a:lstStyle/>
          <a:p>
            <a:pPr indent="317500" lvl="0" marL="177800" marR="0" rtl="0" algn="l">
              <a:lnSpc>
                <a:spcPct val="117000"/>
              </a:lnSpc>
              <a:spcBef>
                <a:spcPts val="0"/>
              </a:spcBef>
              <a:spcAft>
                <a:spcPts val="0"/>
              </a:spcAft>
              <a:buClr>
                <a:srgbClr val="000000"/>
              </a:buClr>
              <a:buSzPts val="1584"/>
              <a:buFont typeface="Arial"/>
              <a:buAutoNum type="arabicPeriod"/>
            </a:pPr>
            <a:r>
              <a:rPr b="0" i="0" lang="en-US" sz="1600" u="none" cap="none" strike="noStrike">
                <a:solidFill>
                  <a:srgbClr val="000000"/>
                </a:solidFill>
                <a:latin typeface="Arial"/>
                <a:ea typeface="Arial"/>
                <a:cs typeface="Arial"/>
                <a:sym typeface="Arial"/>
              </a:rPr>
              <a:t>Biozone International retains copyright to the intellectual property included in this presentation file, with acknowledgement that certain photos are used under license and are credited appropriately on the next screen.</a:t>
            </a:r>
            <a:endParaRPr b="0" i="0" sz="2800" u="none" cap="none" strike="noStrike">
              <a:solidFill>
                <a:schemeClr val="dk1"/>
              </a:solidFill>
              <a:latin typeface="Arial"/>
              <a:ea typeface="Arial"/>
              <a:cs typeface="Arial"/>
              <a:sym typeface="Arial"/>
            </a:endParaRPr>
          </a:p>
          <a:p>
            <a:pPr indent="317500" lvl="0" marL="177800" marR="0" rtl="0" algn="l">
              <a:lnSpc>
                <a:spcPct val="117000"/>
              </a:lnSpc>
              <a:spcBef>
                <a:spcPts val="0"/>
              </a:spcBef>
              <a:spcAft>
                <a:spcPts val="0"/>
              </a:spcAft>
              <a:buClr>
                <a:srgbClr val="000000"/>
              </a:buClr>
              <a:buSzPts val="1584"/>
              <a:buFont typeface="Arial"/>
              <a:buAutoNum type="arabicPeriod"/>
            </a:pPr>
            <a:r>
              <a:rPr b="0" i="0" lang="en-US" sz="1600" u="none" cap="none" strike="noStrike">
                <a:solidFill>
                  <a:srgbClr val="000000"/>
                </a:solidFill>
                <a:latin typeface="Arial"/>
                <a:ea typeface="Arial"/>
                <a:cs typeface="Arial"/>
                <a:sym typeface="Arial"/>
              </a:rPr>
              <a:t>You </a:t>
            </a:r>
            <a:r>
              <a:rPr b="1" i="0" lang="en-US" sz="1600" u="none" cap="none" strike="noStrike">
                <a:solidFill>
                  <a:srgbClr val="37820D"/>
                </a:solidFill>
                <a:latin typeface="Arial"/>
                <a:ea typeface="Arial"/>
                <a:cs typeface="Arial"/>
                <a:sym typeface="Arial"/>
              </a:rPr>
              <a:t>MAY</a:t>
            </a:r>
            <a:r>
              <a:rPr b="0" i="0" lang="en-US" sz="1600" u="none" cap="none" strike="noStrike">
                <a:solidFill>
                  <a:srgbClr val="000000"/>
                </a:solidFill>
                <a:latin typeface="Arial"/>
                <a:ea typeface="Arial"/>
                <a:cs typeface="Arial"/>
                <a:sym typeface="Arial"/>
              </a:rPr>
              <a:t>:</a:t>
            </a:r>
            <a:endParaRPr b="0" i="0" sz="2800" u="none" cap="none" strike="noStrike">
              <a:solidFill>
                <a:schemeClr val="dk1"/>
              </a:solidFill>
              <a:latin typeface="Arial"/>
              <a:ea typeface="Arial"/>
              <a:cs typeface="Arial"/>
              <a:sym typeface="Arial"/>
            </a:endParaRPr>
          </a:p>
          <a:p>
            <a:pPr indent="317500" lvl="1" marL="558800" marR="0" rtl="0" algn="l">
              <a:lnSpc>
                <a:spcPct val="117000"/>
              </a:lnSpc>
              <a:spcBef>
                <a:spcPts val="0"/>
              </a:spcBef>
              <a:spcAft>
                <a:spcPts val="0"/>
              </a:spcAft>
              <a:buClr>
                <a:srgbClr val="000000"/>
              </a:buClr>
              <a:buSzPts val="1584"/>
              <a:buFont typeface="Arial"/>
              <a:buAutoNum type="alphaLcPeriod"/>
            </a:pPr>
            <a:r>
              <a:rPr b="0" i="0" lang="en-US" sz="1600" u="none" cap="none" strike="noStrike">
                <a:solidFill>
                  <a:srgbClr val="000000"/>
                </a:solidFill>
                <a:latin typeface="Arial"/>
                <a:ea typeface="Arial"/>
                <a:cs typeface="Arial"/>
                <a:sym typeface="Arial"/>
              </a:rPr>
              <a:t>Use these slides for presentations in your classrooms using a data projector, interactive whiteboard, and overhead projector.</a:t>
            </a:r>
            <a:endParaRPr b="0" i="0" sz="2800" u="none" cap="none" strike="noStrike">
              <a:solidFill>
                <a:schemeClr val="dk1"/>
              </a:solidFill>
              <a:latin typeface="Arial"/>
              <a:ea typeface="Arial"/>
              <a:cs typeface="Arial"/>
              <a:sym typeface="Arial"/>
            </a:endParaRPr>
          </a:p>
          <a:p>
            <a:pPr indent="317500" lvl="1" marL="558800" marR="0" rtl="0" algn="l">
              <a:lnSpc>
                <a:spcPct val="117000"/>
              </a:lnSpc>
              <a:spcBef>
                <a:spcPts val="0"/>
              </a:spcBef>
              <a:spcAft>
                <a:spcPts val="0"/>
              </a:spcAft>
              <a:buClr>
                <a:srgbClr val="000000"/>
              </a:buClr>
              <a:buSzPts val="1584"/>
              <a:buFont typeface="Arial"/>
              <a:buAutoNum type="alphaLcPeriod"/>
            </a:pPr>
            <a:r>
              <a:rPr b="0" i="0" lang="en-US" sz="1600" u="none" cap="none" strike="noStrike">
                <a:solidFill>
                  <a:srgbClr val="000000"/>
                </a:solidFill>
                <a:latin typeface="Arial"/>
                <a:ea typeface="Arial"/>
                <a:cs typeface="Arial"/>
                <a:sym typeface="Arial"/>
              </a:rPr>
              <a:t>Place these files on the school’s intranet (school computer network), but not in contradiction of clause 3 (a) below.</a:t>
            </a:r>
            <a:endParaRPr b="0" i="0" sz="2800" u="none" cap="none" strike="noStrike">
              <a:solidFill>
                <a:schemeClr val="dk1"/>
              </a:solidFill>
              <a:latin typeface="Arial"/>
              <a:ea typeface="Arial"/>
              <a:cs typeface="Arial"/>
              <a:sym typeface="Arial"/>
            </a:endParaRPr>
          </a:p>
          <a:p>
            <a:pPr indent="317500" lvl="1" marL="558800" marR="0" rtl="0" algn="l">
              <a:lnSpc>
                <a:spcPct val="117000"/>
              </a:lnSpc>
              <a:spcBef>
                <a:spcPts val="0"/>
              </a:spcBef>
              <a:spcAft>
                <a:spcPts val="0"/>
              </a:spcAft>
              <a:buClr>
                <a:srgbClr val="000000"/>
              </a:buClr>
              <a:buSzPts val="1584"/>
              <a:buFont typeface="Arial"/>
              <a:buAutoNum type="alphaLcPeriod"/>
            </a:pPr>
            <a:r>
              <a:rPr b="0" i="0" lang="en-US" sz="1600" u="none" cap="none" strike="noStrike">
                <a:solidFill>
                  <a:srgbClr val="000000"/>
                </a:solidFill>
                <a:latin typeface="Arial"/>
                <a:ea typeface="Arial"/>
                <a:cs typeface="Arial"/>
                <a:sym typeface="Arial"/>
              </a:rPr>
              <a:t>Edit and customize this file by adding, deleting, and modifying information to better suit your needs.</a:t>
            </a:r>
            <a:endParaRPr b="0" i="0" sz="2800" u="none" cap="none" strike="noStrike">
              <a:solidFill>
                <a:schemeClr val="dk1"/>
              </a:solidFill>
              <a:latin typeface="Arial"/>
              <a:ea typeface="Arial"/>
              <a:cs typeface="Arial"/>
              <a:sym typeface="Arial"/>
            </a:endParaRPr>
          </a:p>
          <a:p>
            <a:pPr indent="317500" lvl="1" marL="558800" marR="0" rtl="0" algn="l">
              <a:lnSpc>
                <a:spcPct val="117000"/>
              </a:lnSpc>
              <a:spcBef>
                <a:spcPts val="0"/>
              </a:spcBef>
              <a:spcAft>
                <a:spcPts val="0"/>
              </a:spcAft>
              <a:buClr>
                <a:srgbClr val="000000"/>
              </a:buClr>
              <a:buSzPts val="1584"/>
              <a:buFont typeface="Arial"/>
              <a:buAutoNum type="alphaLcPeriod"/>
            </a:pPr>
            <a:r>
              <a:rPr b="0" i="0" lang="en-US" sz="1600" u="none" cap="none" strike="noStrike">
                <a:solidFill>
                  <a:srgbClr val="000000"/>
                </a:solidFill>
                <a:latin typeface="Arial"/>
                <a:ea typeface="Arial"/>
                <a:cs typeface="Arial"/>
                <a:sym typeface="Arial"/>
              </a:rPr>
              <a:t>Place these presentation files on any computer within the school, including staff laptops.</a:t>
            </a:r>
            <a:endParaRPr b="0" i="0" sz="2800" u="none" cap="none" strike="noStrike">
              <a:solidFill>
                <a:schemeClr val="dk1"/>
              </a:solidFill>
              <a:latin typeface="Arial"/>
              <a:ea typeface="Arial"/>
              <a:cs typeface="Arial"/>
              <a:sym typeface="Arial"/>
            </a:endParaRPr>
          </a:p>
          <a:p>
            <a:pPr indent="317500" lvl="1" marL="558800" marR="0" rtl="0" algn="l">
              <a:lnSpc>
                <a:spcPct val="117000"/>
              </a:lnSpc>
              <a:spcBef>
                <a:spcPts val="0"/>
              </a:spcBef>
              <a:spcAft>
                <a:spcPts val="0"/>
              </a:spcAft>
              <a:buClr>
                <a:srgbClr val="000000"/>
              </a:buClr>
              <a:buSzPts val="1584"/>
              <a:buFont typeface="Arial"/>
              <a:buAutoNum type="alphaLcPeriod"/>
            </a:pPr>
            <a:r>
              <a:rPr b="0" i="0" lang="en-US" sz="1600" u="none" cap="none" strike="noStrike">
                <a:solidFill>
                  <a:srgbClr val="000000"/>
                </a:solidFill>
                <a:latin typeface="Arial"/>
                <a:ea typeface="Arial"/>
                <a:cs typeface="Arial"/>
                <a:sym typeface="Arial"/>
              </a:rPr>
              <a:t>Print out this file in PowerPoint “</a:t>
            </a:r>
            <a:r>
              <a:rPr b="1" i="0" lang="en-US" sz="1600" u="none" cap="none" strike="noStrike">
                <a:solidFill>
                  <a:srgbClr val="000000"/>
                </a:solidFill>
                <a:latin typeface="Arial"/>
                <a:ea typeface="Arial"/>
                <a:cs typeface="Arial"/>
                <a:sym typeface="Arial"/>
              </a:rPr>
              <a:t>Handouts</a:t>
            </a:r>
            <a:r>
              <a:rPr b="0" i="0" lang="en-US" sz="1600" u="none" cap="none" strike="noStrike">
                <a:solidFill>
                  <a:srgbClr val="000000"/>
                </a:solidFill>
                <a:latin typeface="Arial"/>
                <a:ea typeface="Arial"/>
                <a:cs typeface="Arial"/>
                <a:sym typeface="Arial"/>
              </a:rPr>
              <a:t>” format as per the print dialogue box, for the express purpose of allowing students to make their own notes about the presentation.</a:t>
            </a:r>
            <a:endParaRPr b="0" i="0" sz="2800" u="none" cap="none" strike="noStrike">
              <a:solidFill>
                <a:schemeClr val="dk1"/>
              </a:solidFill>
              <a:latin typeface="Arial"/>
              <a:ea typeface="Arial"/>
              <a:cs typeface="Arial"/>
              <a:sym typeface="Arial"/>
            </a:endParaRPr>
          </a:p>
          <a:p>
            <a:pPr indent="317500" lvl="0" marL="177800" marR="0" rtl="0" algn="l">
              <a:lnSpc>
                <a:spcPct val="117000"/>
              </a:lnSpc>
              <a:spcBef>
                <a:spcPts val="0"/>
              </a:spcBef>
              <a:spcAft>
                <a:spcPts val="0"/>
              </a:spcAft>
              <a:buClr>
                <a:srgbClr val="000000"/>
              </a:buClr>
              <a:buSzPts val="1584"/>
              <a:buFont typeface="Arial"/>
              <a:buAutoNum type="arabicPeriod"/>
            </a:pPr>
            <a:r>
              <a:rPr b="0" i="0" lang="en-US" sz="1600" u="none" cap="none" strike="noStrike">
                <a:solidFill>
                  <a:srgbClr val="000000"/>
                </a:solidFill>
                <a:latin typeface="Arial"/>
                <a:ea typeface="Arial"/>
                <a:cs typeface="Arial"/>
                <a:sym typeface="Arial"/>
              </a:rPr>
              <a:t>You </a:t>
            </a:r>
            <a:r>
              <a:rPr b="1" i="0" lang="en-US" sz="1600" u="none" cap="none" strike="noStrike">
                <a:solidFill>
                  <a:srgbClr val="FF0017"/>
                </a:solidFill>
                <a:latin typeface="Arial"/>
                <a:ea typeface="Arial"/>
                <a:cs typeface="Arial"/>
                <a:sym typeface="Arial"/>
              </a:rPr>
              <a:t>MAY NOT</a:t>
            </a:r>
            <a:r>
              <a:rPr b="0" i="0" lang="en-US" sz="1600" u="none" cap="none" strike="noStrike">
                <a:solidFill>
                  <a:srgbClr val="000000"/>
                </a:solidFill>
                <a:latin typeface="Arial"/>
                <a:ea typeface="Arial"/>
                <a:cs typeface="Arial"/>
                <a:sym typeface="Arial"/>
              </a:rPr>
              <a:t>:</a:t>
            </a:r>
            <a:endParaRPr b="0" i="0" sz="2800" u="none" cap="none" strike="noStrike">
              <a:solidFill>
                <a:schemeClr val="dk1"/>
              </a:solidFill>
              <a:latin typeface="Arial"/>
              <a:ea typeface="Arial"/>
              <a:cs typeface="Arial"/>
              <a:sym typeface="Arial"/>
            </a:endParaRPr>
          </a:p>
          <a:p>
            <a:pPr indent="317500" lvl="1" marL="558800" marR="0" rtl="0" algn="l">
              <a:lnSpc>
                <a:spcPct val="117000"/>
              </a:lnSpc>
              <a:spcBef>
                <a:spcPts val="0"/>
              </a:spcBef>
              <a:spcAft>
                <a:spcPts val="0"/>
              </a:spcAft>
              <a:buClr>
                <a:srgbClr val="000000"/>
              </a:buClr>
              <a:buSzPts val="1584"/>
              <a:buFont typeface="Arial"/>
              <a:buAutoNum type="alphaLcPeriod"/>
            </a:pPr>
            <a:r>
              <a:rPr b="0" i="0" lang="en-US" sz="1600" u="none" cap="none" strike="noStrike">
                <a:solidFill>
                  <a:srgbClr val="000000"/>
                </a:solidFill>
                <a:latin typeface="Arial"/>
                <a:ea typeface="Arial"/>
                <a:cs typeface="Arial"/>
                <a:sym typeface="Arial"/>
              </a:rPr>
              <a:t>Put these presentation files onto the </a:t>
            </a:r>
            <a:r>
              <a:rPr b="1" i="0" lang="en-US" sz="1600" u="none" cap="none" strike="noStrike">
                <a:solidFill>
                  <a:srgbClr val="000000"/>
                </a:solidFill>
                <a:latin typeface="Arial"/>
                <a:ea typeface="Arial"/>
                <a:cs typeface="Arial"/>
                <a:sym typeface="Arial"/>
              </a:rPr>
              <a:t>internet</a:t>
            </a:r>
            <a:r>
              <a:rPr b="0" i="0" lang="en-US" sz="1600" u="none" cap="none" strike="noStrike">
                <a:solidFill>
                  <a:srgbClr val="000000"/>
                </a:solidFill>
                <a:latin typeface="Arial"/>
                <a:ea typeface="Arial"/>
                <a:cs typeface="Arial"/>
                <a:sym typeface="Arial"/>
              </a:rPr>
              <a:t> or on a service that may be accessed </a:t>
            </a:r>
            <a:r>
              <a:rPr b="1" i="0" lang="en-US" sz="1600" u="none" cap="none" strike="noStrike">
                <a:solidFill>
                  <a:srgbClr val="000000"/>
                </a:solidFill>
                <a:latin typeface="Arial"/>
                <a:ea typeface="Arial"/>
                <a:cs typeface="Arial"/>
                <a:sym typeface="Arial"/>
              </a:rPr>
              <a:t>offsite</a:t>
            </a:r>
            <a:r>
              <a:rPr b="0" i="0" lang="en-US" sz="1600" u="none" cap="none" strike="noStrike">
                <a:solidFill>
                  <a:srgbClr val="000000"/>
                </a:solidFill>
                <a:latin typeface="Arial"/>
                <a:ea typeface="Arial"/>
                <a:cs typeface="Arial"/>
                <a:sym typeface="Arial"/>
              </a:rPr>
              <a:t> from the campus, </a:t>
            </a:r>
            <a:r>
              <a:rPr b="1" i="0" lang="en-US" sz="1600" u="none" cap="none" strike="noStrike">
                <a:solidFill>
                  <a:srgbClr val="000000"/>
                </a:solidFill>
                <a:latin typeface="Arial"/>
                <a:ea typeface="Arial"/>
                <a:cs typeface="Arial"/>
                <a:sym typeface="Arial"/>
              </a:rPr>
              <a:t>unless</a:t>
            </a:r>
            <a:r>
              <a:rPr b="0" i="0" lang="en-US" sz="1600" u="none" cap="none" strike="noStrike">
                <a:solidFill>
                  <a:srgbClr val="000000"/>
                </a:solidFill>
                <a:latin typeface="Arial"/>
                <a:ea typeface="Arial"/>
                <a:cs typeface="Arial"/>
                <a:sym typeface="Arial"/>
              </a:rPr>
              <a:t> access to the service is protected by a user login and password protocol.</a:t>
            </a:r>
            <a:br>
              <a:rPr b="0" i="0" lang="en-US" sz="1600" u="none" cap="none" strike="noStrike">
                <a:solidFill>
                  <a:srgbClr val="000000"/>
                </a:solidFill>
                <a:latin typeface="Arial"/>
                <a:ea typeface="Arial"/>
                <a:cs typeface="Arial"/>
                <a:sym typeface="Arial"/>
              </a:rPr>
            </a:br>
            <a:endParaRPr b="0" i="0" sz="2800" u="none" cap="none" strike="noStrike">
              <a:solidFill>
                <a:schemeClr val="dk1"/>
              </a:solidFill>
              <a:latin typeface="Arial"/>
              <a:ea typeface="Arial"/>
              <a:cs typeface="Arial"/>
              <a:sym typeface="Arial"/>
            </a:endParaRPr>
          </a:p>
          <a:p>
            <a:pPr indent="317500" lvl="1" marL="558800" marR="0" rtl="0" algn="l">
              <a:lnSpc>
                <a:spcPct val="100000"/>
              </a:lnSpc>
              <a:spcBef>
                <a:spcPts val="0"/>
              </a:spcBef>
              <a:spcAft>
                <a:spcPts val="0"/>
              </a:spcAft>
              <a:buClr>
                <a:srgbClr val="000000"/>
              </a:buClr>
              <a:buSzPts val="1584"/>
              <a:buFont typeface="Arial"/>
              <a:buAutoNum type="alphaLcPeriod"/>
            </a:pPr>
            <a:r>
              <a:rPr b="0" i="0" lang="en-US" sz="1600" u="none" cap="none" strike="noStrike">
                <a:solidFill>
                  <a:srgbClr val="000000"/>
                </a:solidFill>
                <a:latin typeface="Arial"/>
                <a:ea typeface="Arial"/>
                <a:cs typeface="Arial"/>
                <a:sym typeface="Arial"/>
              </a:rPr>
              <a:t>Print these files onto </a:t>
            </a:r>
            <a:r>
              <a:rPr b="1" i="0" lang="en-US" sz="1600" u="none" cap="none" strike="noStrike">
                <a:solidFill>
                  <a:srgbClr val="000000"/>
                </a:solidFill>
                <a:latin typeface="Arial"/>
                <a:ea typeface="Arial"/>
                <a:cs typeface="Arial"/>
                <a:sym typeface="Arial"/>
              </a:rPr>
              <a:t>paper</a:t>
            </a:r>
            <a:r>
              <a:rPr b="0" i="0" lang="en-US" sz="1600" u="none" cap="none" strike="noStrike">
                <a:solidFill>
                  <a:srgbClr val="000000"/>
                </a:solidFill>
                <a:latin typeface="Arial"/>
                <a:ea typeface="Arial"/>
                <a:cs typeface="Arial"/>
                <a:sym typeface="Arial"/>
              </a:rPr>
              <a:t> to make your own </a:t>
            </a:r>
            <a:r>
              <a:rPr b="1" i="0" lang="en-US" sz="1600" u="none" cap="none" strike="noStrike">
                <a:solidFill>
                  <a:srgbClr val="000000"/>
                </a:solidFill>
                <a:latin typeface="Arial"/>
                <a:ea typeface="Arial"/>
                <a:cs typeface="Arial"/>
                <a:sym typeface="Arial"/>
              </a:rPr>
              <a:t>worksheets </a:t>
            </a:r>
            <a:r>
              <a:rPr b="0" i="0" lang="en-US" sz="1600" u="none" cap="none" strike="noStrike">
                <a:solidFill>
                  <a:srgbClr val="000000"/>
                </a:solidFill>
                <a:latin typeface="Arial"/>
                <a:ea typeface="Arial"/>
                <a:cs typeface="Arial"/>
                <a:sym typeface="Arial"/>
              </a:rPr>
              <a:t>for distribution to students.</a:t>
            </a:r>
            <a:endParaRPr b="0" i="0" sz="2800" u="none" cap="none" strike="noStrike">
              <a:solidFill>
                <a:schemeClr val="dk1"/>
              </a:solidFill>
              <a:latin typeface="Arial"/>
              <a:ea typeface="Arial"/>
              <a:cs typeface="Arial"/>
              <a:sym typeface="Arial"/>
            </a:endParaRPr>
          </a:p>
          <a:p>
            <a:pPr indent="317500" lvl="1" marL="558800" marR="0" rtl="0" algn="l">
              <a:lnSpc>
                <a:spcPct val="117000"/>
              </a:lnSpc>
              <a:spcBef>
                <a:spcPts val="0"/>
              </a:spcBef>
              <a:spcAft>
                <a:spcPts val="0"/>
              </a:spcAft>
              <a:buClr>
                <a:srgbClr val="000000"/>
              </a:buClr>
              <a:buSzPts val="1584"/>
              <a:buFont typeface="Arial"/>
              <a:buAutoNum type="alphaLcPeriod"/>
            </a:pPr>
            <a:r>
              <a:rPr b="1" i="0" lang="en-US" sz="1600" u="none" cap="none" strike="noStrike">
                <a:solidFill>
                  <a:srgbClr val="000000"/>
                </a:solidFill>
                <a:latin typeface="Arial"/>
                <a:ea typeface="Arial"/>
                <a:cs typeface="Arial"/>
                <a:sym typeface="Arial"/>
              </a:rPr>
              <a:t>Create</a:t>
            </a:r>
            <a:r>
              <a:rPr b="0" i="0" lang="en-US" sz="1600" u="none" cap="none" strike="noStrike">
                <a:solidFill>
                  <a:srgbClr val="000000"/>
                </a:solidFill>
                <a:latin typeface="Arial"/>
                <a:ea typeface="Arial"/>
                <a:cs typeface="Arial"/>
                <a:sym typeface="Arial"/>
              </a:rPr>
              <a:t> a </a:t>
            </a:r>
            <a:r>
              <a:rPr b="1" i="0" lang="en-US" sz="1600" u="none" cap="none" strike="noStrike">
                <a:solidFill>
                  <a:srgbClr val="000000"/>
                </a:solidFill>
                <a:latin typeface="Arial"/>
                <a:ea typeface="Arial"/>
                <a:cs typeface="Arial"/>
                <a:sym typeface="Arial"/>
              </a:rPr>
              <a:t>NEW</a:t>
            </a:r>
            <a:r>
              <a:rPr b="0" i="0" lang="en-US" sz="1600" u="none" cap="none" strike="noStrike">
                <a:solidFill>
                  <a:srgbClr val="000000"/>
                </a:solidFill>
                <a:latin typeface="Arial"/>
                <a:ea typeface="Arial"/>
                <a:cs typeface="Arial"/>
                <a:sym typeface="Arial"/>
              </a:rPr>
              <a:t> document using any of the graphics/images in this presentation file.</a:t>
            </a:r>
            <a:endParaRPr b="0" i="0" sz="2800" u="none" cap="none" strike="noStrike">
              <a:solidFill>
                <a:schemeClr val="dk1"/>
              </a:solidFill>
              <a:latin typeface="Arial"/>
              <a:ea typeface="Arial"/>
              <a:cs typeface="Arial"/>
              <a:sym typeface="Arial"/>
            </a:endParaRPr>
          </a:p>
          <a:p>
            <a:pPr indent="317500" lvl="1" marL="558800" marR="0" rtl="0" algn="l">
              <a:lnSpc>
                <a:spcPct val="117000"/>
              </a:lnSpc>
              <a:spcBef>
                <a:spcPts val="0"/>
              </a:spcBef>
              <a:spcAft>
                <a:spcPts val="0"/>
              </a:spcAft>
              <a:buClr>
                <a:srgbClr val="000000"/>
              </a:buClr>
              <a:buSzPts val="1584"/>
              <a:buFont typeface="Arial"/>
              <a:buAutoNum type="alphaLcPeriod"/>
            </a:pPr>
            <a:r>
              <a:rPr b="0" i="0" lang="en-US" sz="1600" u="none" cap="none" strike="noStrike">
                <a:solidFill>
                  <a:srgbClr val="000000"/>
                </a:solidFill>
                <a:latin typeface="Arial"/>
                <a:ea typeface="Arial"/>
                <a:cs typeface="Arial"/>
                <a:sym typeface="Arial"/>
              </a:rPr>
              <a:t>Incorporate any part of this presentation file for the production of another </a:t>
            </a:r>
            <a:r>
              <a:rPr b="1" i="0" lang="en-US" sz="1600" u="none" cap="none" strike="noStrike">
                <a:solidFill>
                  <a:srgbClr val="000000"/>
                </a:solidFill>
                <a:latin typeface="Arial"/>
                <a:ea typeface="Arial"/>
                <a:cs typeface="Arial"/>
                <a:sym typeface="Arial"/>
              </a:rPr>
              <a:t>commercial</a:t>
            </a:r>
            <a:r>
              <a:rPr b="0" i="0" lang="en-US" sz="1600" u="none" cap="none" strike="noStrike">
                <a:solidFill>
                  <a:srgbClr val="000000"/>
                </a:solidFill>
                <a:latin typeface="Arial"/>
                <a:ea typeface="Arial"/>
                <a:cs typeface="Arial"/>
                <a:sym typeface="Arial"/>
              </a:rPr>
              <a:t> </a:t>
            </a:r>
            <a:r>
              <a:rPr b="1" i="0" lang="en-US" sz="1600" u="none" cap="none" strike="noStrike">
                <a:solidFill>
                  <a:srgbClr val="000000"/>
                </a:solidFill>
                <a:latin typeface="Arial"/>
                <a:ea typeface="Arial"/>
                <a:cs typeface="Arial"/>
                <a:sym typeface="Arial"/>
              </a:rPr>
              <a:t>product</a:t>
            </a:r>
            <a:r>
              <a:rPr b="0" i="0" lang="en-US" sz="1600" u="none" cap="none" strike="noStrike">
                <a:solidFill>
                  <a:srgbClr val="000000"/>
                </a:solidFill>
                <a:latin typeface="Arial"/>
                <a:ea typeface="Arial"/>
                <a:cs typeface="Arial"/>
                <a:sym typeface="Arial"/>
              </a:rPr>
              <a:t>.</a:t>
            </a:r>
            <a:endParaRPr b="0" i="0" sz="2800" u="none" cap="none" strike="noStrike">
              <a:solidFill>
                <a:schemeClr val="dk1"/>
              </a:solidFill>
              <a:latin typeface="Arial"/>
              <a:ea typeface="Arial"/>
              <a:cs typeface="Arial"/>
              <a:sym typeface="Arial"/>
            </a:endParaRPr>
          </a:p>
          <a:p>
            <a:pPr indent="317500" lvl="1" marL="558800" marR="0" rtl="0" algn="l">
              <a:lnSpc>
                <a:spcPct val="117000"/>
              </a:lnSpc>
              <a:spcBef>
                <a:spcPts val="0"/>
              </a:spcBef>
              <a:spcAft>
                <a:spcPts val="0"/>
              </a:spcAft>
              <a:buClr>
                <a:srgbClr val="000000"/>
              </a:buClr>
              <a:buSzPts val="1584"/>
              <a:buFont typeface="Arial"/>
              <a:buAutoNum type="alphaLcPeriod"/>
            </a:pPr>
            <a:r>
              <a:rPr b="1" i="0" lang="en-US" sz="1600" u="none" cap="none" strike="noStrike">
                <a:solidFill>
                  <a:srgbClr val="000000"/>
                </a:solidFill>
                <a:latin typeface="Arial"/>
                <a:ea typeface="Arial"/>
                <a:cs typeface="Arial"/>
                <a:sym typeface="Arial"/>
              </a:rPr>
              <a:t>REMOVE</a:t>
            </a:r>
            <a:r>
              <a:rPr b="0" i="0" lang="en-US" sz="1600" u="none" cap="none" strike="noStrike">
                <a:solidFill>
                  <a:srgbClr val="000000"/>
                </a:solidFill>
                <a:latin typeface="Arial"/>
                <a:ea typeface="Arial"/>
                <a:cs typeface="Arial"/>
                <a:sym typeface="Arial"/>
              </a:rPr>
              <a:t> any of the references to </a:t>
            </a:r>
            <a:r>
              <a:rPr b="1" i="0" lang="en-US" sz="1600" u="none" cap="none" strike="noStrike">
                <a:solidFill>
                  <a:srgbClr val="000000"/>
                </a:solidFill>
                <a:latin typeface="Arial"/>
                <a:ea typeface="Arial"/>
                <a:cs typeface="Arial"/>
                <a:sym typeface="Arial"/>
              </a:rPr>
              <a:t>Biozone</a:t>
            </a:r>
            <a:r>
              <a:rPr b="0" i="0" lang="en-US" sz="1600" u="none" cap="none" strike="noStrike">
                <a:solidFill>
                  <a:srgbClr val="000000"/>
                </a:solidFill>
                <a:latin typeface="Arial"/>
                <a:ea typeface="Arial"/>
                <a:cs typeface="Arial"/>
                <a:sym typeface="Arial"/>
              </a:rPr>
              <a:t>, the </a:t>
            </a:r>
            <a:r>
              <a:rPr b="1" i="0" lang="en-US" sz="1600" u="none" cap="none" strike="noStrike">
                <a:solidFill>
                  <a:srgbClr val="000000"/>
                </a:solidFill>
                <a:latin typeface="Arial"/>
                <a:ea typeface="Arial"/>
                <a:cs typeface="Arial"/>
                <a:sym typeface="Arial"/>
              </a:rPr>
              <a:t>copyright</a:t>
            </a:r>
            <a:r>
              <a:rPr b="0" i="0" lang="en-US" sz="1600" u="none" cap="none" strike="noStrike">
                <a:solidFill>
                  <a:srgbClr val="000000"/>
                </a:solidFill>
                <a:latin typeface="Arial"/>
                <a:ea typeface="Arial"/>
                <a:cs typeface="Arial"/>
                <a:sym typeface="Arial"/>
              </a:rPr>
              <a:t> </a:t>
            </a:r>
            <a:r>
              <a:rPr b="1" i="0" lang="en-US" sz="1600" u="none" cap="none" strike="noStrike">
                <a:solidFill>
                  <a:srgbClr val="000000"/>
                </a:solidFill>
                <a:latin typeface="Arial"/>
                <a:ea typeface="Arial"/>
                <a:cs typeface="Arial"/>
                <a:sym typeface="Arial"/>
              </a:rPr>
              <a:t>notices</a:t>
            </a:r>
            <a:r>
              <a:rPr b="0" i="0" lang="en-US" sz="1600" u="none" cap="none" strike="noStrike">
                <a:solidFill>
                  <a:srgbClr val="000000"/>
                </a:solidFill>
                <a:latin typeface="Arial"/>
                <a:ea typeface="Arial"/>
                <a:cs typeface="Arial"/>
                <a:sym typeface="Arial"/>
              </a:rPr>
              <a:t>, </a:t>
            </a:r>
            <a:r>
              <a:rPr b="1" i="0" lang="en-US" sz="1600" u="none" cap="none" strike="noStrike">
                <a:solidFill>
                  <a:srgbClr val="000000"/>
                </a:solidFill>
                <a:latin typeface="Arial"/>
                <a:ea typeface="Arial"/>
                <a:cs typeface="Arial"/>
                <a:sym typeface="Arial"/>
              </a:rPr>
              <a:t>photo</a:t>
            </a:r>
            <a:r>
              <a:rPr b="0" i="0" lang="en-US" sz="1600" u="none" cap="none" strike="noStrike">
                <a:solidFill>
                  <a:srgbClr val="000000"/>
                </a:solidFill>
                <a:latin typeface="Arial"/>
                <a:ea typeface="Arial"/>
                <a:cs typeface="Arial"/>
                <a:sym typeface="Arial"/>
              </a:rPr>
              <a:t> </a:t>
            </a:r>
            <a:r>
              <a:rPr b="1" i="0" lang="en-US" sz="1600" u="none" cap="none" strike="noStrike">
                <a:solidFill>
                  <a:srgbClr val="000000"/>
                </a:solidFill>
                <a:latin typeface="Arial"/>
                <a:ea typeface="Arial"/>
                <a:cs typeface="Arial"/>
                <a:sym typeface="Arial"/>
              </a:rPr>
              <a:t>credits</a:t>
            </a:r>
            <a:r>
              <a:rPr b="0" i="0" lang="en-US" sz="1600" u="none" cap="none" strike="noStrike">
                <a:solidFill>
                  <a:srgbClr val="000000"/>
                </a:solidFill>
                <a:latin typeface="Arial"/>
                <a:ea typeface="Arial"/>
                <a:cs typeface="Arial"/>
                <a:sym typeface="Arial"/>
              </a:rPr>
              <a:t>, or </a:t>
            </a:r>
            <a:r>
              <a:rPr b="1" i="0" lang="en-US" sz="1600" u="none" cap="none" strike="noStrike">
                <a:solidFill>
                  <a:srgbClr val="000000"/>
                </a:solidFill>
                <a:latin typeface="Arial"/>
                <a:ea typeface="Arial"/>
                <a:cs typeface="Arial"/>
                <a:sym typeface="Arial"/>
              </a:rPr>
              <a:t>terms</a:t>
            </a:r>
            <a:r>
              <a:rPr b="0" i="0" lang="en-US" sz="1600" u="none" cap="none" strike="noStrike">
                <a:solidFill>
                  <a:srgbClr val="000000"/>
                </a:solidFill>
                <a:latin typeface="Arial"/>
                <a:ea typeface="Arial"/>
                <a:cs typeface="Arial"/>
                <a:sym typeface="Arial"/>
              </a:rPr>
              <a:t> </a:t>
            </a:r>
            <a:r>
              <a:rPr b="1" i="0" lang="en-US" sz="1600" u="none" cap="none" strike="noStrike">
                <a:solidFill>
                  <a:srgbClr val="000000"/>
                </a:solidFill>
                <a:latin typeface="Arial"/>
                <a:ea typeface="Arial"/>
                <a:cs typeface="Arial"/>
                <a:sym typeface="Arial"/>
              </a:rPr>
              <a:t>of</a:t>
            </a:r>
            <a:r>
              <a:rPr b="0" i="0" lang="en-US" sz="1600" u="none" cap="none" strike="noStrike">
                <a:solidFill>
                  <a:srgbClr val="000000"/>
                </a:solidFill>
                <a:latin typeface="Arial"/>
                <a:ea typeface="Arial"/>
                <a:cs typeface="Arial"/>
                <a:sym typeface="Arial"/>
              </a:rPr>
              <a:t> </a:t>
            </a:r>
            <a:r>
              <a:rPr b="1" i="0" lang="en-US" sz="1600" u="none" cap="none" strike="noStrike">
                <a:solidFill>
                  <a:srgbClr val="000000"/>
                </a:solidFill>
                <a:latin typeface="Arial"/>
                <a:ea typeface="Arial"/>
                <a:cs typeface="Arial"/>
                <a:sym typeface="Arial"/>
              </a:rPr>
              <a:t>use</a:t>
            </a:r>
            <a:r>
              <a:rPr b="0" i="0" lang="en-US" sz="1600" u="none" cap="none" strike="noStrike">
                <a:solidFill>
                  <a:srgbClr val="000000"/>
                </a:solidFill>
                <a:latin typeface="Arial"/>
                <a:ea typeface="Arial"/>
                <a:cs typeface="Arial"/>
                <a:sym typeface="Arial"/>
              </a:rPr>
              <a:t> from this file.</a:t>
            </a:r>
            <a:endParaRPr b="0" i="0" sz="2800" u="none" cap="none" strike="noStrike">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0"/>
          <p:cNvSpPr txBox="1"/>
          <p:nvPr/>
        </p:nvSpPr>
        <p:spPr>
          <a:xfrm>
            <a:off x="-101600" y="7835900"/>
            <a:ext cx="13131801" cy="1917700"/>
          </a:xfrm>
          <a:prstGeom prst="rect">
            <a:avLst/>
          </a:prstGeom>
          <a:solidFill>
            <a:srgbClr val="000000"/>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pic>
        <p:nvPicPr>
          <p:cNvPr id="199" name="Google Shape;199;p30"/>
          <p:cNvPicPr preferRelativeResize="0"/>
          <p:nvPr/>
        </p:nvPicPr>
        <p:blipFill>
          <a:blip r:embed="rId3">
            <a:alphaModFix/>
          </a:blip>
          <a:stretch>
            <a:fillRect/>
          </a:stretch>
        </p:blipFill>
        <p:spPr>
          <a:xfrm>
            <a:off x="508000" y="8039100"/>
            <a:ext cx="3592512" cy="1433512"/>
          </a:xfrm>
          <a:prstGeom prst="rect">
            <a:avLst/>
          </a:prstGeom>
          <a:noFill/>
          <a:ln>
            <a:noFill/>
          </a:ln>
        </p:spPr>
      </p:pic>
      <p:sp>
        <p:nvSpPr>
          <p:cNvPr id="200" name="Google Shape;200;p30"/>
          <p:cNvSpPr txBox="1"/>
          <p:nvPr>
            <p:ph type="title"/>
          </p:nvPr>
        </p:nvSpPr>
        <p:spPr>
          <a:xfrm>
            <a:off x="-12700" y="-12700"/>
            <a:ext cx="13055600" cy="1155700"/>
          </a:xfrm>
          <a:prstGeom prst="rect">
            <a:avLst/>
          </a:prstGeom>
          <a:noFill/>
          <a:ln>
            <a:noFill/>
          </a:ln>
        </p:spPr>
        <p:txBody>
          <a:bodyPr anchorCtr="0" anchor="b" bIns="50800" lIns="50800" spcFirstLastPara="1" rIns="50800" wrap="square" tIns="50800">
            <a:noAutofit/>
          </a:bodyPr>
          <a:lstStyle/>
          <a:p>
            <a:pPr indent="0" lvl="0" marL="0" marR="0" rtl="0" algn="ctr">
              <a:lnSpc>
                <a:spcPct val="75000"/>
              </a:lnSpc>
              <a:spcBef>
                <a:spcPts val="200"/>
              </a:spcBef>
              <a:spcAft>
                <a:spcPts val="0"/>
              </a:spcAft>
              <a:buClr>
                <a:srgbClr val="000000"/>
              </a:buClr>
              <a:buFont typeface="Arial Black"/>
              <a:buNone/>
            </a:pPr>
            <a:r>
              <a:rPr b="0" i="0" lang="en-US" sz="6400" u="none" cap="none" strike="noStrike">
                <a:solidFill>
                  <a:srgbClr val="000000"/>
                </a:solidFill>
                <a:latin typeface="Arial Black"/>
                <a:ea typeface="Arial Black"/>
                <a:cs typeface="Arial Black"/>
                <a:sym typeface="Arial Black"/>
              </a:rPr>
              <a:t>Photo Credits</a:t>
            </a:r>
            <a:endParaRPr b="0" i="0" sz="6400" u="none" cap="none" strike="noStrike">
              <a:solidFill>
                <a:srgbClr val="000000"/>
              </a:solidFill>
              <a:latin typeface="Arial Black"/>
              <a:ea typeface="Arial Black"/>
              <a:cs typeface="Arial Black"/>
              <a:sym typeface="Arial Black"/>
            </a:endParaRPr>
          </a:p>
        </p:txBody>
      </p:sp>
      <p:sp>
        <p:nvSpPr>
          <p:cNvPr id="201" name="Google Shape;201;p30"/>
          <p:cNvSpPr txBox="1"/>
          <p:nvPr>
            <p:ph idx="1" type="body"/>
          </p:nvPr>
        </p:nvSpPr>
        <p:spPr>
          <a:xfrm>
            <a:off x="2578100" y="1447800"/>
            <a:ext cx="7797800" cy="5448300"/>
          </a:xfrm>
          <a:prstGeom prst="rect">
            <a:avLst/>
          </a:prstGeom>
          <a:noFill/>
          <a:ln>
            <a:noFill/>
          </a:ln>
        </p:spPr>
        <p:txBody>
          <a:bodyPr anchorCtr="0" anchor="t" bIns="50800" lIns="50800" spcFirstLastPara="1" rIns="50800" wrap="square" tIns="50800">
            <a:noAutofit/>
          </a:bodyPr>
          <a:lstStyle/>
          <a:p>
            <a:pPr indent="431800" lvl="0" marL="177800" marR="0" rtl="0" algn="l">
              <a:lnSpc>
                <a:spcPct val="113000"/>
              </a:lnSpc>
              <a:spcBef>
                <a:spcPts val="0"/>
              </a:spcBef>
              <a:spcAft>
                <a:spcPts val="0"/>
              </a:spcAft>
              <a:buClr>
                <a:srgbClr val="000000"/>
              </a:buClr>
              <a:buSzPts val="2600"/>
              <a:buFont typeface="Arial"/>
              <a:buChar char="●"/>
            </a:pPr>
            <a:r>
              <a:rPr b="0" i="0" lang="en-US" sz="2400" u="none" cap="none" strike="noStrike">
                <a:solidFill>
                  <a:srgbClr val="000000"/>
                </a:solidFill>
                <a:latin typeface="Arial"/>
                <a:ea typeface="Arial"/>
                <a:cs typeface="Arial"/>
                <a:sym typeface="Arial"/>
              </a:rPr>
              <a:t>Photographic images are used under licence from the following photo libraries:</a:t>
            </a:r>
            <a:endParaRPr b="0" i="0" sz="2800" u="none" cap="none" strike="noStrike">
              <a:solidFill>
                <a:schemeClr val="dk1"/>
              </a:solidFill>
              <a:latin typeface="Arial"/>
              <a:ea typeface="Arial"/>
              <a:cs typeface="Arial"/>
              <a:sym typeface="Arial"/>
            </a:endParaRPr>
          </a:p>
          <a:p>
            <a:pPr indent="304800" lvl="1" marL="558800" marR="0" rtl="0" algn="l">
              <a:lnSpc>
                <a:spcPct val="117000"/>
              </a:lnSpc>
              <a:spcBef>
                <a:spcPts val="0"/>
              </a:spcBef>
              <a:spcAft>
                <a:spcPts val="0"/>
              </a:spcAft>
              <a:buClr>
                <a:srgbClr val="000000"/>
              </a:buClr>
              <a:buSzPts val="1900"/>
              <a:buFont typeface="Arial"/>
              <a:buChar char="●"/>
            </a:pPr>
            <a:r>
              <a:rPr b="1" i="0" lang="en-US" sz="1800" u="none" cap="none" strike="noStrike">
                <a:solidFill>
                  <a:srgbClr val="000000"/>
                </a:solidFill>
                <a:latin typeface="Arial"/>
                <a:ea typeface="Arial"/>
                <a:cs typeface="Arial"/>
                <a:sym typeface="Arial"/>
              </a:rPr>
              <a:t>Corel Corporation</a:t>
            </a:r>
            <a:r>
              <a:rPr b="0" i="0" lang="en-US" sz="1800" u="none" cap="none" strike="noStrike">
                <a:solidFill>
                  <a:srgbClr val="000000"/>
                </a:solidFill>
                <a:latin typeface="Arial"/>
                <a:ea typeface="Arial"/>
                <a:cs typeface="Arial"/>
                <a:sym typeface="Arial"/>
              </a:rPr>
              <a:t> Professional Photos</a:t>
            </a:r>
            <a:endParaRPr b="0" i="0" sz="2800" u="none" cap="none" strike="noStrike">
              <a:solidFill>
                <a:schemeClr val="dk1"/>
              </a:solidFill>
              <a:latin typeface="Arial"/>
              <a:ea typeface="Arial"/>
              <a:cs typeface="Arial"/>
              <a:sym typeface="Arial"/>
            </a:endParaRPr>
          </a:p>
          <a:p>
            <a:pPr indent="304800" lvl="1" marL="558800" marR="0" rtl="0" algn="l">
              <a:lnSpc>
                <a:spcPct val="117000"/>
              </a:lnSpc>
              <a:spcBef>
                <a:spcPts val="0"/>
              </a:spcBef>
              <a:spcAft>
                <a:spcPts val="0"/>
              </a:spcAft>
              <a:buClr>
                <a:srgbClr val="000000"/>
              </a:buClr>
              <a:buSzPts val="1900"/>
              <a:buFont typeface="Arial"/>
              <a:buChar char="●"/>
            </a:pPr>
            <a:r>
              <a:rPr b="1" i="0" lang="en-US" sz="1800" u="none" cap="none" strike="noStrike">
                <a:solidFill>
                  <a:srgbClr val="000000"/>
                </a:solidFill>
                <a:latin typeface="Arial"/>
                <a:ea typeface="Arial"/>
                <a:cs typeface="Arial"/>
                <a:sym typeface="Arial"/>
              </a:rPr>
              <a:t>ArtToday</a:t>
            </a:r>
            <a:r>
              <a:rPr b="0" i="0" lang="en-US" sz="1800" u="none" cap="none" strike="noStrike">
                <a:solidFill>
                  <a:srgbClr val="000000"/>
                </a:solidFill>
                <a:latin typeface="Arial"/>
                <a:ea typeface="Arial"/>
                <a:cs typeface="Arial"/>
                <a:sym typeface="Arial"/>
              </a:rPr>
              <a:t>.com,  </a:t>
            </a:r>
            <a:r>
              <a:rPr b="1" i="0" lang="en-US" sz="1800" u="none" cap="none" strike="noStrike">
                <a:solidFill>
                  <a:srgbClr val="000000"/>
                </a:solidFill>
                <a:latin typeface="Arial"/>
                <a:ea typeface="Arial"/>
                <a:cs typeface="Arial"/>
                <a:sym typeface="Arial"/>
              </a:rPr>
              <a:t>Clipart</a:t>
            </a:r>
            <a:r>
              <a:rPr b="0" i="0" lang="en-US" sz="1800" u="none" cap="none" strike="noStrike">
                <a:solidFill>
                  <a:srgbClr val="000000"/>
                </a:solidFill>
                <a:latin typeface="Arial"/>
                <a:ea typeface="Arial"/>
                <a:cs typeface="Arial"/>
                <a:sym typeface="Arial"/>
              </a:rPr>
              <a:t>.com</a:t>
            </a:r>
            <a:endParaRPr b="0" i="0" sz="2800" u="none" cap="none" strike="noStrike">
              <a:solidFill>
                <a:schemeClr val="dk1"/>
              </a:solidFill>
              <a:latin typeface="Arial"/>
              <a:ea typeface="Arial"/>
              <a:cs typeface="Arial"/>
              <a:sym typeface="Arial"/>
            </a:endParaRPr>
          </a:p>
          <a:p>
            <a:pPr indent="304800" lvl="1" marL="558800" marR="0" rtl="0" algn="l">
              <a:lnSpc>
                <a:spcPct val="117000"/>
              </a:lnSpc>
              <a:spcBef>
                <a:spcPts val="0"/>
              </a:spcBef>
              <a:spcAft>
                <a:spcPts val="0"/>
              </a:spcAft>
              <a:buClr>
                <a:srgbClr val="000000"/>
              </a:buClr>
              <a:buSzPts val="1900"/>
              <a:buFont typeface="Arial"/>
              <a:buChar char="●"/>
            </a:pPr>
            <a:r>
              <a:rPr b="1" i="0" lang="en-US" sz="1800" u="none" cap="none" strike="noStrike">
                <a:solidFill>
                  <a:srgbClr val="000000"/>
                </a:solidFill>
                <a:latin typeface="Arial"/>
                <a:ea typeface="Arial"/>
                <a:cs typeface="Arial"/>
                <a:sym typeface="Arial"/>
              </a:rPr>
              <a:t>iStockPhotos</a:t>
            </a:r>
            <a:r>
              <a:rPr b="0" i="0" lang="en-US" sz="1800" u="none" cap="none" strike="noStrike">
                <a:solidFill>
                  <a:srgbClr val="000000"/>
                </a:solidFill>
                <a:latin typeface="Arial"/>
                <a:ea typeface="Arial"/>
                <a:cs typeface="Arial"/>
                <a:sym typeface="Arial"/>
              </a:rPr>
              <a:t>.com</a:t>
            </a:r>
            <a:endParaRPr b="0" i="0" sz="2800" u="none" cap="none" strike="noStrike">
              <a:solidFill>
                <a:schemeClr val="dk1"/>
              </a:solidFill>
              <a:latin typeface="Arial"/>
              <a:ea typeface="Arial"/>
              <a:cs typeface="Arial"/>
              <a:sym typeface="Arial"/>
            </a:endParaRPr>
          </a:p>
          <a:p>
            <a:pPr indent="304800" lvl="1" marL="558800" marR="0" rtl="0" algn="l">
              <a:lnSpc>
                <a:spcPct val="117000"/>
              </a:lnSpc>
              <a:spcBef>
                <a:spcPts val="0"/>
              </a:spcBef>
              <a:spcAft>
                <a:spcPts val="0"/>
              </a:spcAft>
              <a:buClr>
                <a:srgbClr val="000000"/>
              </a:buClr>
              <a:buSzPts val="1900"/>
              <a:buFont typeface="Arial"/>
              <a:buChar char="●"/>
            </a:pPr>
            <a:r>
              <a:rPr b="1" i="0" lang="en-US" sz="1800" u="none" cap="none" strike="noStrike">
                <a:solidFill>
                  <a:srgbClr val="000000"/>
                </a:solidFill>
                <a:latin typeface="Arial"/>
                <a:ea typeface="Arial"/>
                <a:cs typeface="Arial"/>
                <a:sym typeface="Arial"/>
              </a:rPr>
              <a:t>PhotoDisc</a:t>
            </a:r>
            <a:r>
              <a:rPr b="0" i="0" lang="en-US" sz="1800" u="none" cap="none" strike="noStrike">
                <a:solidFill>
                  <a:srgbClr val="000000"/>
                </a:solidFill>
                <a:latin typeface="Arial"/>
                <a:ea typeface="Arial"/>
                <a:cs typeface="Arial"/>
                <a:sym typeface="Arial"/>
              </a:rPr>
              <a:t> Inc.</a:t>
            </a:r>
            <a:endParaRPr b="0" i="0" sz="2800" u="none" cap="none" strike="noStrike">
              <a:solidFill>
                <a:schemeClr val="dk1"/>
              </a:solidFill>
              <a:latin typeface="Arial"/>
              <a:ea typeface="Arial"/>
              <a:cs typeface="Arial"/>
              <a:sym typeface="Arial"/>
            </a:endParaRPr>
          </a:p>
          <a:p>
            <a:pPr indent="304800" lvl="1" marL="558800" marR="0" rtl="0" algn="l">
              <a:lnSpc>
                <a:spcPct val="117000"/>
              </a:lnSpc>
              <a:spcBef>
                <a:spcPts val="0"/>
              </a:spcBef>
              <a:spcAft>
                <a:spcPts val="0"/>
              </a:spcAft>
              <a:buClr>
                <a:srgbClr val="000000"/>
              </a:buClr>
              <a:buSzPts val="1900"/>
              <a:buFont typeface="Arial"/>
              <a:buChar char="●"/>
            </a:pPr>
            <a:r>
              <a:rPr b="1" i="0" lang="en-US" sz="1800" u="none" cap="none" strike="noStrike">
                <a:solidFill>
                  <a:srgbClr val="000000"/>
                </a:solidFill>
                <a:latin typeface="Arial"/>
                <a:ea typeface="Arial"/>
                <a:cs typeface="Arial"/>
                <a:sym typeface="Arial"/>
              </a:rPr>
              <a:t>Hemera</a:t>
            </a:r>
            <a:r>
              <a:rPr b="0" i="0" lang="en-US" sz="1800" u="none" cap="none" strike="noStrike">
                <a:solidFill>
                  <a:srgbClr val="000000"/>
                </a:solidFill>
                <a:latin typeface="Arial"/>
                <a:ea typeface="Arial"/>
                <a:cs typeface="Arial"/>
                <a:sym typeface="Arial"/>
              </a:rPr>
              <a:t> Technologies Inc.</a:t>
            </a:r>
            <a:endParaRPr b="0" i="0" sz="2800" u="none" cap="none" strike="noStrike">
              <a:solidFill>
                <a:schemeClr val="dk1"/>
              </a:solidFill>
              <a:latin typeface="Arial"/>
              <a:ea typeface="Arial"/>
              <a:cs typeface="Arial"/>
              <a:sym typeface="Arial"/>
            </a:endParaRPr>
          </a:p>
          <a:p>
            <a:pPr indent="304800" lvl="1" marL="558800" marR="0" rtl="0" algn="l">
              <a:lnSpc>
                <a:spcPct val="117000"/>
              </a:lnSpc>
              <a:spcBef>
                <a:spcPts val="0"/>
              </a:spcBef>
              <a:spcAft>
                <a:spcPts val="0"/>
              </a:spcAft>
              <a:buClr>
                <a:srgbClr val="000000"/>
              </a:buClr>
              <a:buSzPts val="1900"/>
              <a:buFont typeface="Arial"/>
              <a:buChar char="●"/>
            </a:pPr>
            <a:r>
              <a:rPr b="1" i="0" lang="en-US" sz="1800" u="none" cap="none" strike="noStrike">
                <a:solidFill>
                  <a:srgbClr val="000000"/>
                </a:solidFill>
                <a:latin typeface="Arial"/>
                <a:ea typeface="Arial"/>
                <a:cs typeface="Arial"/>
                <a:sym typeface="Arial"/>
              </a:rPr>
              <a:t>PhotoObjects</a:t>
            </a:r>
            <a:r>
              <a:rPr b="0" i="0" lang="en-US" sz="1800" u="none" cap="none" strike="noStrike">
                <a:solidFill>
                  <a:srgbClr val="000000"/>
                </a:solidFill>
                <a:latin typeface="Arial"/>
                <a:ea typeface="Arial"/>
                <a:cs typeface="Arial"/>
                <a:sym typeface="Arial"/>
              </a:rPr>
              <a:t>.com</a:t>
            </a:r>
            <a:endParaRPr b="0" i="0" sz="2800" u="none" cap="none" strike="noStrike">
              <a:solidFill>
                <a:schemeClr val="dk1"/>
              </a:solidFill>
              <a:latin typeface="Arial"/>
              <a:ea typeface="Arial"/>
              <a:cs typeface="Arial"/>
              <a:sym typeface="Arial"/>
            </a:endParaRPr>
          </a:p>
          <a:p>
            <a:pPr indent="304800" lvl="1" marL="558800" marR="0" rtl="0" algn="l">
              <a:lnSpc>
                <a:spcPct val="117000"/>
              </a:lnSpc>
              <a:spcBef>
                <a:spcPts val="0"/>
              </a:spcBef>
              <a:spcAft>
                <a:spcPts val="0"/>
              </a:spcAft>
              <a:buClr>
                <a:srgbClr val="000000"/>
              </a:buClr>
              <a:buSzPts val="1900"/>
              <a:buFont typeface="Arial"/>
              <a:buChar char="●"/>
            </a:pPr>
            <a:r>
              <a:rPr b="1" i="0" lang="en-US" sz="1800" u="none" cap="none" strike="noStrike">
                <a:solidFill>
                  <a:srgbClr val="000000"/>
                </a:solidFill>
                <a:latin typeface="Arial"/>
                <a:ea typeface="Arial"/>
                <a:cs typeface="Arial"/>
                <a:sym typeface="Arial"/>
              </a:rPr>
              <a:t>Photos</a:t>
            </a:r>
            <a:r>
              <a:rPr b="0" i="0" lang="en-US" sz="1800" u="none" cap="none" strike="noStrike">
                <a:solidFill>
                  <a:srgbClr val="000000"/>
                </a:solidFill>
                <a:latin typeface="Arial"/>
                <a:ea typeface="Arial"/>
                <a:cs typeface="Arial"/>
                <a:sym typeface="Arial"/>
              </a:rPr>
              <a:t>.com</a:t>
            </a:r>
            <a:endParaRPr b="0" i="0" sz="2800" u="none" cap="none" strike="noStrike">
              <a:solidFill>
                <a:schemeClr val="dk1"/>
              </a:solidFill>
              <a:latin typeface="Arial"/>
              <a:ea typeface="Arial"/>
              <a:cs typeface="Arial"/>
              <a:sym typeface="Arial"/>
            </a:endParaRPr>
          </a:p>
          <a:p>
            <a:pPr indent="304800" lvl="1" marL="558800" marR="0" rtl="0" algn="l">
              <a:lnSpc>
                <a:spcPct val="117000"/>
              </a:lnSpc>
              <a:spcBef>
                <a:spcPts val="0"/>
              </a:spcBef>
              <a:spcAft>
                <a:spcPts val="0"/>
              </a:spcAft>
              <a:buClr>
                <a:srgbClr val="000000"/>
              </a:buClr>
              <a:buSzPts val="1900"/>
              <a:buFont typeface="Arial"/>
              <a:buChar char="●"/>
            </a:pPr>
            <a:r>
              <a:rPr b="1" i="0" lang="en-US" sz="1800" u="none" cap="none" strike="noStrike">
                <a:solidFill>
                  <a:srgbClr val="000000"/>
                </a:solidFill>
                <a:latin typeface="Arial"/>
                <a:ea typeface="Arial"/>
                <a:cs typeface="Arial"/>
                <a:sym typeface="Arial"/>
              </a:rPr>
              <a:t>SkullsUnlimited</a:t>
            </a:r>
            <a:r>
              <a:rPr b="0" i="0" lang="en-US" sz="1800" u="none" cap="none" strike="noStrike">
                <a:solidFill>
                  <a:srgbClr val="000000"/>
                </a:solidFill>
                <a:latin typeface="Arial"/>
                <a:ea typeface="Arial"/>
                <a:cs typeface="Arial"/>
                <a:sym typeface="Arial"/>
              </a:rPr>
              <a:t>.com</a:t>
            </a:r>
            <a:endParaRPr b="0" i="0" sz="2800" u="none" cap="none" strike="noStrike">
              <a:solidFill>
                <a:schemeClr val="dk1"/>
              </a:solidFill>
              <a:latin typeface="Arial"/>
              <a:ea typeface="Arial"/>
              <a:cs typeface="Arial"/>
              <a:sym typeface="Arial"/>
            </a:endParaRPr>
          </a:p>
          <a:p>
            <a:pPr indent="431800" lvl="0" marL="177800" marR="0" rtl="0" algn="l">
              <a:lnSpc>
                <a:spcPct val="113000"/>
              </a:lnSpc>
              <a:spcBef>
                <a:spcPts val="0"/>
              </a:spcBef>
              <a:spcAft>
                <a:spcPts val="0"/>
              </a:spcAft>
              <a:buClr>
                <a:srgbClr val="000000"/>
              </a:buClr>
              <a:buSzPts val="2600"/>
              <a:buFont typeface="Arial"/>
              <a:buChar char="●"/>
            </a:pPr>
            <a:r>
              <a:rPr b="0" i="0" lang="en-US" sz="2400" u="none" cap="none" strike="noStrike">
                <a:solidFill>
                  <a:srgbClr val="000000"/>
                </a:solidFill>
                <a:latin typeface="Arial"/>
                <a:ea typeface="Arial"/>
                <a:cs typeface="Arial"/>
                <a:sym typeface="Arial"/>
              </a:rPr>
              <a:t>Additional artwork and photographs are the property of Biozone International Ltd.</a:t>
            </a:r>
            <a:endParaRPr b="0" i="0" sz="2800" u="none" cap="none" strike="noStrike">
              <a:solidFill>
                <a:schemeClr val="dk1"/>
              </a:solidFill>
              <a:latin typeface="Arial"/>
              <a:ea typeface="Arial"/>
              <a:cs typeface="Arial"/>
              <a:sym typeface="Arial"/>
            </a:endParaRPr>
          </a:p>
        </p:txBody>
      </p:sp>
      <p:sp>
        <p:nvSpPr>
          <p:cNvPr id="202" name="Google Shape;202;p30"/>
          <p:cNvSpPr txBox="1"/>
          <p:nvPr/>
        </p:nvSpPr>
        <p:spPr>
          <a:xfrm>
            <a:off x="4775200" y="8267700"/>
            <a:ext cx="7708900" cy="977900"/>
          </a:xfrm>
          <a:prstGeom prst="rect">
            <a:avLst/>
          </a:prstGeom>
          <a:noFill/>
          <a:ln>
            <a:noFill/>
          </a:ln>
        </p:spPr>
        <p:txBody>
          <a:bodyPr anchorCtr="0" anchor="t" bIns="0" lIns="0" spcFirstLastPara="1" rIns="0" wrap="square" tIns="0">
            <a:noAutofit/>
          </a:bodyPr>
          <a:lstStyle/>
          <a:p>
            <a:pPr indent="0" lvl="0" marL="114300" marR="0" rtl="0" algn="l">
              <a:spcBef>
                <a:spcPts val="1400"/>
              </a:spcBef>
              <a:spcAft>
                <a:spcPts val="0"/>
              </a:spcAft>
              <a:buClr>
                <a:srgbClr val="FFFFFF"/>
              </a:buClr>
              <a:buFont typeface="Arial"/>
              <a:buNone/>
            </a:pPr>
            <a:r>
              <a:rPr b="0" i="0" lang="en-US" sz="1800" u="none" cap="none" strike="noStrike">
                <a:solidFill>
                  <a:srgbClr val="FFFFFF"/>
                </a:solidFill>
                <a:latin typeface="Arial"/>
                <a:ea typeface="Arial"/>
                <a:cs typeface="Arial"/>
                <a:sym typeface="Arial"/>
              </a:rPr>
              <a:t>Copyright © 2005   </a:t>
            </a:r>
            <a:r>
              <a:rPr b="1" i="0" lang="en-US" sz="1800" u="none" cap="none" strike="noStrike">
                <a:solidFill>
                  <a:srgbClr val="FFFFFF"/>
                </a:solidFill>
                <a:latin typeface="Arial"/>
                <a:ea typeface="Arial"/>
                <a:cs typeface="Arial"/>
                <a:sym typeface="Arial"/>
              </a:rPr>
              <a:t>Biozone International Ltd</a:t>
            </a:r>
            <a:endParaRPr b="0" i="0" sz="1800" u="none" cap="none" strike="noStrike">
              <a:solidFill>
                <a:schemeClr val="dk1"/>
              </a:solidFill>
              <a:latin typeface="Arial"/>
              <a:ea typeface="Arial"/>
              <a:cs typeface="Arial"/>
              <a:sym typeface="Arial"/>
            </a:endParaRPr>
          </a:p>
          <a:p>
            <a:pPr indent="0" lvl="0" marL="114300" marR="0" rtl="0" algn="l">
              <a:spcBef>
                <a:spcPts val="1400"/>
              </a:spcBef>
              <a:spcAft>
                <a:spcPts val="0"/>
              </a:spcAft>
              <a:buClr>
                <a:srgbClr val="FFFFFF"/>
              </a:buClr>
              <a:buFont typeface="Arial"/>
              <a:buNone/>
            </a:pPr>
            <a:r>
              <a:rPr b="0" i="0" lang="en-US" sz="1800" u="none" cap="none" strike="noStrike">
                <a:solidFill>
                  <a:srgbClr val="FFFFFF"/>
                </a:solidFill>
                <a:latin typeface="Arial"/>
                <a:ea typeface="Arial"/>
                <a:cs typeface="Arial"/>
                <a:sym typeface="Arial"/>
              </a:rPr>
              <a:t>All rights reserved</a:t>
            </a:r>
            <a:endParaRPr b="0" i="0" sz="1800" u="none" cap="none" strike="noStrike">
              <a:solidFill>
                <a:schemeClr val="dk1"/>
              </a:solidFill>
              <a:latin typeface="Arial"/>
              <a:ea typeface="Arial"/>
              <a:cs typeface="Arial"/>
              <a:sym typeface="Arial"/>
            </a:endParaRPr>
          </a:p>
        </p:txBody>
      </p:sp>
      <p:sp>
        <p:nvSpPr>
          <p:cNvPr id="203" name="Google Shape;203;p30"/>
          <p:cNvSpPr txBox="1"/>
          <p:nvPr/>
        </p:nvSpPr>
        <p:spPr>
          <a:xfrm>
            <a:off x="2159000" y="7073900"/>
            <a:ext cx="9347200" cy="520700"/>
          </a:xfrm>
          <a:prstGeom prst="rect">
            <a:avLst/>
          </a:prstGeom>
          <a:noFill/>
          <a:ln>
            <a:noFill/>
          </a:ln>
        </p:spPr>
        <p:txBody>
          <a:bodyPr anchorCtr="0" anchor="t" bIns="0" lIns="0" spcFirstLastPara="1" rIns="187325" wrap="square" tIns="0">
            <a:noAutofit/>
          </a:bodyPr>
          <a:lstStyle/>
          <a:p>
            <a:pPr indent="0" lvl="0" marL="0" marR="0" rtl="0" algn="ctr">
              <a:lnSpc>
                <a:spcPct val="178571"/>
              </a:lnSpc>
              <a:spcBef>
                <a:spcPts val="0"/>
              </a:spcBef>
              <a:spcAft>
                <a:spcPts val="0"/>
              </a:spcAft>
              <a:buClr>
                <a:srgbClr val="171412"/>
              </a:buClr>
              <a:buFont typeface="Arial"/>
              <a:buNone/>
            </a:pPr>
            <a:r>
              <a:rPr b="1" i="0" lang="en-US" sz="1400" u="none" cap="none" strike="noStrike">
                <a:solidFill>
                  <a:srgbClr val="171412"/>
                </a:solidFill>
                <a:latin typeface="Arial"/>
                <a:ea typeface="Arial"/>
                <a:cs typeface="Arial"/>
                <a:sym typeface="Arial"/>
              </a:rPr>
              <a:t>BIOZONE International Ltd  </a:t>
            </a:r>
            <a:r>
              <a:rPr b="1" i="0" lang="en-US" sz="1400" u="none" cap="none" strike="noStrike">
                <a:solidFill>
                  <a:srgbClr val="FF0017"/>
                </a:solidFill>
                <a:latin typeface="Arial"/>
                <a:ea typeface="Arial"/>
                <a:cs typeface="Arial"/>
                <a:sym typeface="Arial"/>
              </a:rPr>
              <a:t>|</a:t>
            </a:r>
            <a:r>
              <a:rPr b="1" i="0" lang="en-US" sz="1400" u="none" cap="none" strike="noStrike">
                <a:solidFill>
                  <a:srgbClr val="171412"/>
                </a:solidFill>
                <a:latin typeface="Arial"/>
                <a:ea typeface="Arial"/>
                <a:cs typeface="Arial"/>
                <a:sym typeface="Arial"/>
              </a:rPr>
              <a:t>  </a:t>
            </a:r>
            <a:r>
              <a:rPr b="0" i="0" lang="en-US" sz="1400" u="none" cap="none" strike="noStrike">
                <a:solidFill>
                  <a:srgbClr val="171412"/>
                </a:solidFill>
                <a:latin typeface="Arial"/>
                <a:ea typeface="Arial"/>
                <a:cs typeface="Arial"/>
                <a:sym typeface="Arial"/>
              </a:rPr>
              <a:t>P.O.  Box 13-034, 109 Cambridge Road, Hamilton, NEW ZEALAND</a:t>
            </a:r>
            <a:endParaRPr b="0" i="0" sz="1800" u="none" cap="none" strike="noStrike">
              <a:solidFill>
                <a:schemeClr val="dk1"/>
              </a:solidFill>
              <a:latin typeface="Arial"/>
              <a:ea typeface="Arial"/>
              <a:cs typeface="Arial"/>
              <a:sym typeface="Arial"/>
            </a:endParaRPr>
          </a:p>
          <a:p>
            <a:pPr indent="0" lvl="0" marL="0" marR="0" rtl="0" algn="ctr">
              <a:lnSpc>
                <a:spcPct val="178571"/>
              </a:lnSpc>
              <a:spcBef>
                <a:spcPts val="0"/>
              </a:spcBef>
              <a:spcAft>
                <a:spcPts val="0"/>
              </a:spcAft>
              <a:buClr>
                <a:srgbClr val="171412"/>
              </a:buClr>
              <a:buFont typeface="Arial"/>
              <a:buNone/>
            </a:pPr>
            <a:r>
              <a:rPr b="0" i="0" lang="en-US" sz="1400" u="none" cap="none" strike="noStrike">
                <a:solidFill>
                  <a:srgbClr val="171412"/>
                </a:solidFill>
                <a:latin typeface="Arial"/>
                <a:ea typeface="Arial"/>
                <a:cs typeface="Arial"/>
                <a:sym typeface="Arial"/>
              </a:rPr>
              <a:t>Phone:  + 64 7 856-8104</a:t>
            </a:r>
            <a:r>
              <a:rPr b="1" i="0" lang="en-US" sz="1400" u="none" cap="none" strike="noStrike">
                <a:solidFill>
                  <a:srgbClr val="171412"/>
                </a:solidFill>
                <a:latin typeface="Arial"/>
                <a:ea typeface="Arial"/>
                <a:cs typeface="Arial"/>
                <a:sym typeface="Arial"/>
              </a:rPr>
              <a:t>  </a:t>
            </a:r>
            <a:r>
              <a:rPr b="1" i="0" lang="en-US" sz="1400" u="none" cap="none" strike="noStrike">
                <a:solidFill>
                  <a:srgbClr val="FF0017"/>
                </a:solidFill>
                <a:latin typeface="Arial"/>
                <a:ea typeface="Arial"/>
                <a:cs typeface="Arial"/>
                <a:sym typeface="Arial"/>
              </a:rPr>
              <a:t>|</a:t>
            </a:r>
            <a:r>
              <a:rPr b="1" i="0" lang="en-US" sz="1400" u="none" cap="none" strike="noStrike">
                <a:solidFill>
                  <a:srgbClr val="171412"/>
                </a:solidFill>
                <a:latin typeface="Arial"/>
                <a:ea typeface="Arial"/>
                <a:cs typeface="Arial"/>
                <a:sym typeface="Arial"/>
              </a:rPr>
              <a:t>  </a:t>
            </a:r>
            <a:r>
              <a:rPr b="0" i="0" lang="en-US" sz="1400" u="none" cap="none" strike="noStrike">
                <a:solidFill>
                  <a:srgbClr val="171412"/>
                </a:solidFill>
                <a:latin typeface="Arial"/>
                <a:ea typeface="Arial"/>
                <a:cs typeface="Arial"/>
                <a:sym typeface="Arial"/>
              </a:rPr>
              <a:t>Fax:  + 64 7 856-9243</a:t>
            </a:r>
            <a:r>
              <a:rPr b="1" i="0" lang="en-US" sz="1400" u="none" cap="none" strike="noStrike">
                <a:solidFill>
                  <a:srgbClr val="171412"/>
                </a:solidFill>
                <a:latin typeface="Arial"/>
                <a:ea typeface="Arial"/>
                <a:cs typeface="Arial"/>
                <a:sym typeface="Arial"/>
              </a:rPr>
              <a:t>  </a:t>
            </a:r>
            <a:r>
              <a:rPr b="1" i="0" lang="en-US" sz="1400" u="none" cap="none" strike="noStrike">
                <a:solidFill>
                  <a:srgbClr val="FF0017"/>
                </a:solidFill>
                <a:latin typeface="Arial"/>
                <a:ea typeface="Arial"/>
                <a:cs typeface="Arial"/>
                <a:sym typeface="Arial"/>
              </a:rPr>
              <a:t>|</a:t>
            </a:r>
            <a:r>
              <a:rPr b="1" i="0" lang="en-US" sz="1400" u="none" cap="none" strike="noStrike">
                <a:solidFill>
                  <a:srgbClr val="171412"/>
                </a:solidFill>
                <a:latin typeface="Arial"/>
                <a:ea typeface="Arial"/>
                <a:cs typeface="Arial"/>
                <a:sym typeface="Arial"/>
              </a:rPr>
              <a:t>  </a:t>
            </a:r>
            <a:r>
              <a:rPr b="0" i="0" lang="en-US" sz="1400" u="none" cap="none" strike="noStrike">
                <a:solidFill>
                  <a:srgbClr val="171412"/>
                </a:solidFill>
                <a:latin typeface="Arial"/>
                <a:ea typeface="Arial"/>
                <a:cs typeface="Arial"/>
                <a:sym typeface="Arial"/>
              </a:rPr>
              <a:t>E-mail: </a:t>
            </a:r>
            <a:r>
              <a:rPr b="0" i="0" lang="en-US" sz="1400" u="sng" cap="none" strike="noStrike">
                <a:solidFill>
                  <a:schemeClr val="hlink"/>
                </a:solidFill>
                <a:latin typeface="Arial"/>
                <a:ea typeface="Arial"/>
                <a:cs typeface="Arial"/>
                <a:sym typeface="Arial"/>
                <a:hlinkClick r:id="rId4"/>
              </a:rPr>
              <a:t>sales@biozone.co.nz</a:t>
            </a:r>
            <a:r>
              <a:rPr b="1" i="0" lang="en-US" sz="1400" u="none" cap="none" strike="noStrike">
                <a:solidFill>
                  <a:srgbClr val="171412"/>
                </a:solidFill>
                <a:latin typeface="Arial"/>
                <a:ea typeface="Arial"/>
                <a:cs typeface="Arial"/>
                <a:sym typeface="Arial"/>
              </a:rPr>
              <a:t>  </a:t>
            </a:r>
            <a:r>
              <a:rPr b="1" i="0" lang="en-US" sz="1400" u="none" cap="none" strike="noStrike">
                <a:solidFill>
                  <a:srgbClr val="FF0017"/>
                </a:solidFill>
                <a:latin typeface="Arial"/>
                <a:ea typeface="Arial"/>
                <a:cs typeface="Arial"/>
                <a:sym typeface="Arial"/>
              </a:rPr>
              <a:t>|</a:t>
            </a:r>
            <a:r>
              <a:rPr b="1" i="0" lang="en-US" sz="1400" u="none" cap="none" strike="noStrike">
                <a:solidFill>
                  <a:srgbClr val="171412"/>
                </a:solidFill>
                <a:latin typeface="Arial"/>
                <a:ea typeface="Arial"/>
                <a:cs typeface="Arial"/>
                <a:sym typeface="Arial"/>
              </a:rPr>
              <a:t>  </a:t>
            </a:r>
            <a:r>
              <a:rPr b="0" i="0" lang="en-US" sz="1400" u="none" cap="none" strike="noStrike">
                <a:solidFill>
                  <a:srgbClr val="171412"/>
                </a:solidFill>
                <a:latin typeface="Arial"/>
                <a:ea typeface="Arial"/>
                <a:cs typeface="Arial"/>
                <a:sym typeface="Arial"/>
              </a:rPr>
              <a:t>Internet: </a:t>
            </a:r>
            <a:r>
              <a:rPr b="0" i="0" lang="en-US" sz="1400" u="sng" cap="none" strike="noStrike">
                <a:solidFill>
                  <a:srgbClr val="2D00FA"/>
                </a:solidFill>
                <a:latin typeface="Arial"/>
                <a:ea typeface="Arial"/>
                <a:cs typeface="Arial"/>
                <a:sym typeface="Arial"/>
              </a:rPr>
              <a:t>www.biozone.co.nz</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pic>
        <p:nvPicPr>
          <p:cNvPr id="209" name="Google Shape;209;p31"/>
          <p:cNvPicPr preferRelativeResize="0"/>
          <p:nvPr/>
        </p:nvPicPr>
        <p:blipFill>
          <a:blip r:embed="rId3">
            <a:alphaModFix/>
          </a:blip>
          <a:stretch>
            <a:fillRect/>
          </a:stretch>
        </p:blipFill>
        <p:spPr>
          <a:xfrm>
            <a:off x="1917700" y="1866900"/>
            <a:ext cx="3594100" cy="3594100"/>
          </a:xfrm>
          <a:prstGeom prst="rect">
            <a:avLst/>
          </a:prstGeom>
          <a:noFill/>
          <a:ln>
            <a:noFill/>
          </a:ln>
        </p:spPr>
      </p:pic>
      <p:pic>
        <p:nvPicPr>
          <p:cNvPr id="210" name="Google Shape;210;p31"/>
          <p:cNvPicPr preferRelativeResize="0"/>
          <p:nvPr/>
        </p:nvPicPr>
        <p:blipFill>
          <a:blip r:embed="rId4">
            <a:alphaModFix/>
          </a:blip>
          <a:stretch>
            <a:fillRect/>
          </a:stretch>
        </p:blipFill>
        <p:spPr>
          <a:xfrm>
            <a:off x="4711700" y="1866900"/>
            <a:ext cx="3594100" cy="3594100"/>
          </a:xfrm>
          <a:prstGeom prst="rect">
            <a:avLst/>
          </a:prstGeom>
          <a:noFill/>
          <a:ln>
            <a:noFill/>
          </a:ln>
        </p:spPr>
      </p:pic>
      <p:pic>
        <p:nvPicPr>
          <p:cNvPr id="211" name="Google Shape;211;p31"/>
          <p:cNvPicPr preferRelativeResize="0"/>
          <p:nvPr/>
        </p:nvPicPr>
        <p:blipFill>
          <a:blip r:embed="rId5">
            <a:alphaModFix/>
          </a:blip>
          <a:stretch>
            <a:fillRect/>
          </a:stretch>
        </p:blipFill>
        <p:spPr>
          <a:xfrm>
            <a:off x="7493000" y="1866900"/>
            <a:ext cx="3594100" cy="3594100"/>
          </a:xfrm>
          <a:prstGeom prst="rect">
            <a:avLst/>
          </a:prstGeom>
          <a:noFill/>
          <a:ln>
            <a:noFill/>
          </a:ln>
        </p:spPr>
      </p:pic>
      <p:pic>
        <p:nvPicPr>
          <p:cNvPr id="212" name="Google Shape;212;p31"/>
          <p:cNvPicPr preferRelativeResize="0"/>
          <p:nvPr/>
        </p:nvPicPr>
        <p:blipFill>
          <a:blip r:embed="rId6">
            <a:alphaModFix/>
          </a:blip>
          <a:stretch>
            <a:fillRect/>
          </a:stretch>
        </p:blipFill>
        <p:spPr>
          <a:xfrm>
            <a:off x="533400" y="4699000"/>
            <a:ext cx="3594100" cy="3594100"/>
          </a:xfrm>
          <a:prstGeom prst="rect">
            <a:avLst/>
          </a:prstGeom>
          <a:noFill/>
          <a:ln>
            <a:noFill/>
          </a:ln>
        </p:spPr>
      </p:pic>
      <p:sp>
        <p:nvSpPr>
          <p:cNvPr id="213" name="Google Shape;213;p31"/>
          <p:cNvSpPr txBox="1"/>
          <p:nvPr>
            <p:ph type="title"/>
          </p:nvPr>
        </p:nvSpPr>
        <p:spPr>
          <a:xfrm>
            <a:off x="-38100" y="-12700"/>
            <a:ext cx="13081000" cy="2006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000000"/>
              </a:buClr>
              <a:buFont typeface="Arial Black"/>
              <a:buNone/>
            </a:pPr>
            <a:r>
              <a:rPr b="0" i="0" lang="en-US" sz="7900" u="none" cap="none" strike="noStrike">
                <a:solidFill>
                  <a:srgbClr val="000000"/>
                </a:solidFill>
                <a:latin typeface="Arial Black"/>
                <a:ea typeface="Arial Black"/>
                <a:cs typeface="Arial Black"/>
                <a:sym typeface="Arial Black"/>
              </a:rPr>
              <a:t>Presentation MEDIA</a:t>
            </a:r>
            <a:br>
              <a:rPr b="0" i="0" lang="en-US" sz="7900" u="none" cap="none" strike="noStrike">
                <a:solidFill>
                  <a:srgbClr val="000000"/>
                </a:solidFill>
                <a:latin typeface="Arial Black"/>
                <a:ea typeface="Arial Black"/>
                <a:cs typeface="Arial Black"/>
                <a:sym typeface="Arial Black"/>
              </a:rPr>
            </a:br>
            <a:r>
              <a:rPr b="0" i="0" lang="en-US" sz="4500" u="none" cap="none" strike="noStrike">
                <a:solidFill>
                  <a:srgbClr val="000000"/>
                </a:solidFill>
                <a:latin typeface="Arial Black"/>
                <a:ea typeface="Arial Black"/>
                <a:cs typeface="Arial Black"/>
                <a:sym typeface="Arial Black"/>
              </a:rPr>
              <a:t>See our other titles:</a:t>
            </a:r>
            <a:endParaRPr b="0" i="0" sz="6400" u="none" cap="none" strike="noStrike">
              <a:solidFill>
                <a:srgbClr val="000000"/>
              </a:solidFill>
              <a:latin typeface="Arial Black"/>
              <a:ea typeface="Arial Black"/>
              <a:cs typeface="Arial Black"/>
              <a:sym typeface="Arial Black"/>
            </a:endParaRPr>
          </a:p>
        </p:txBody>
      </p:sp>
      <p:sp>
        <p:nvSpPr>
          <p:cNvPr id="214" name="Google Shape;214;p31"/>
          <p:cNvSpPr txBox="1"/>
          <p:nvPr/>
        </p:nvSpPr>
        <p:spPr>
          <a:xfrm>
            <a:off x="2628900" y="8432800"/>
            <a:ext cx="7747000" cy="965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000000"/>
              </a:buClr>
              <a:buFont typeface="Arial"/>
              <a:buNone/>
            </a:pPr>
            <a:r>
              <a:rPr b="0" i="0" lang="en-US" sz="2400" u="none" cap="none" strike="noStrike">
                <a:solidFill>
                  <a:srgbClr val="000000"/>
                </a:solidFill>
                <a:latin typeface="Arial"/>
                <a:ea typeface="Arial"/>
                <a:cs typeface="Arial"/>
                <a:sym typeface="Arial"/>
              </a:rPr>
              <a:t>See full details on our web site:</a:t>
            </a:r>
            <a:endParaRPr b="0" i="0" sz="18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2D00FA"/>
              </a:buClr>
              <a:buFont typeface="Arial"/>
              <a:buNone/>
            </a:pPr>
            <a:r>
              <a:rPr b="0" i="0" lang="en-US" sz="1800" u="sng" cap="none" strike="noStrike">
                <a:solidFill>
                  <a:schemeClr val="hlink"/>
                </a:solidFill>
                <a:latin typeface="Arial"/>
                <a:ea typeface="Arial"/>
                <a:cs typeface="Arial"/>
                <a:sym typeface="Arial"/>
                <a:hlinkClick r:id="rId7"/>
              </a:rPr>
              <a:t>www.thebiozone.com/media.html</a:t>
            </a:r>
            <a:endParaRPr b="0" i="0" sz="1800" u="none" cap="none" strike="noStrike">
              <a:solidFill>
                <a:schemeClr val="dk1"/>
              </a:solidFill>
              <a:latin typeface="Arial"/>
              <a:ea typeface="Arial"/>
              <a:cs typeface="Arial"/>
              <a:sym typeface="Arial"/>
            </a:endParaRPr>
          </a:p>
        </p:txBody>
      </p:sp>
      <p:pic>
        <p:nvPicPr>
          <p:cNvPr id="215" name="Google Shape;215;p31"/>
          <p:cNvPicPr preferRelativeResize="0"/>
          <p:nvPr/>
        </p:nvPicPr>
        <p:blipFill>
          <a:blip r:embed="rId8">
            <a:alphaModFix/>
          </a:blip>
          <a:stretch>
            <a:fillRect/>
          </a:stretch>
        </p:blipFill>
        <p:spPr>
          <a:xfrm>
            <a:off x="3314700" y="4699000"/>
            <a:ext cx="3594100" cy="3594100"/>
          </a:xfrm>
          <a:prstGeom prst="rect">
            <a:avLst/>
          </a:prstGeom>
          <a:noFill/>
          <a:ln>
            <a:noFill/>
          </a:ln>
        </p:spPr>
      </p:pic>
      <p:pic>
        <p:nvPicPr>
          <p:cNvPr id="216" name="Google Shape;216;p31"/>
          <p:cNvPicPr preferRelativeResize="0"/>
          <p:nvPr/>
        </p:nvPicPr>
        <p:blipFill>
          <a:blip r:embed="rId9">
            <a:alphaModFix/>
          </a:blip>
          <a:stretch>
            <a:fillRect/>
          </a:stretch>
        </p:blipFill>
        <p:spPr>
          <a:xfrm>
            <a:off x="6083300" y="4699000"/>
            <a:ext cx="3594100" cy="3594100"/>
          </a:xfrm>
          <a:prstGeom prst="rect">
            <a:avLst/>
          </a:prstGeom>
          <a:noFill/>
          <a:ln>
            <a:noFill/>
          </a:ln>
        </p:spPr>
      </p:pic>
      <p:pic>
        <p:nvPicPr>
          <p:cNvPr id="217" name="Google Shape;217;p31"/>
          <p:cNvPicPr preferRelativeResize="0"/>
          <p:nvPr/>
        </p:nvPicPr>
        <p:blipFill>
          <a:blip r:embed="rId10">
            <a:alphaModFix/>
          </a:blip>
          <a:stretch>
            <a:fillRect/>
          </a:stretch>
        </p:blipFill>
        <p:spPr>
          <a:xfrm>
            <a:off x="8864600" y="4699000"/>
            <a:ext cx="3594100" cy="35941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a:themeElements>
    <a:clrScheme name="Title &amp; Bullets 1">
      <a:dk1>
        <a:srgbClr val="373029"/>
      </a:dk1>
      <a:lt1>
        <a:srgbClr val="C8CFD6"/>
      </a:lt1>
      <a:dk2>
        <a:srgbClr val="000000"/>
      </a:dk2>
      <a:lt2>
        <a:srgbClr val="000000"/>
      </a:lt2>
      <a:accent1>
        <a:srgbClr val="D5A656"/>
      </a:accent1>
      <a:accent2>
        <a:srgbClr val="333399"/>
      </a:accent2>
      <a:accent3>
        <a:srgbClr val="C8CFD6"/>
      </a:accent3>
      <a:accent4>
        <a:srgbClr val="D5A656"/>
      </a:accent4>
      <a:accent5>
        <a:srgbClr val="333399"/>
      </a:accent5>
      <a:accent6>
        <a:srgbClr val="C8CFD6"/>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