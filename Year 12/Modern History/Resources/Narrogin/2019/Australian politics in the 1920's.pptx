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0" r:id="rId3"/>
    <p:sldId id="263" r:id="rId4"/>
    <p:sldId id="262" r:id="rId5"/>
    <p:sldId id="264" r:id="rId6"/>
    <p:sldId id="265" r:id="rId7"/>
    <p:sldId id="266"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74"/>
  </p:normalViewPr>
  <p:slideViewPr>
    <p:cSldViewPr snapToGrid="0" snapToObjects="1">
      <p:cViewPr varScale="1">
        <p:scale>
          <a:sx n="70" d="100"/>
          <a:sy n="70" d="100"/>
        </p:scale>
        <p:origin x="44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4084584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2842618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815026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923647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160332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32605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2953220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172824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72024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59663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111088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47984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1205254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1030968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38305783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10844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9370BF-EB8F-9F4F-BBE7-7CFDC6DC44D8}" type="datetimeFigureOut">
              <a:rPr lang="en-US" smtClean="0"/>
              <a:t>2/18/2019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321F9F-7C5D-5046-90D0-57E88981F48A}" type="slidenum">
              <a:rPr lang="en-US" smtClean="0"/>
              <a:t>‹#›</a:t>
            </a:fld>
            <a:endParaRPr lang="en-US" dirty="0"/>
          </a:p>
        </p:txBody>
      </p:sp>
    </p:spTree>
    <p:extLst>
      <p:ext uri="{BB962C8B-B14F-4D97-AF65-F5344CB8AC3E}">
        <p14:creationId xmlns:p14="http://schemas.microsoft.com/office/powerpoint/2010/main" val="249985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959370BF-EB8F-9F4F-BBE7-7CFDC6DC44D8}" type="datetimeFigureOut">
              <a:rPr lang="en-US" smtClean="0"/>
              <a:t>2/18/2019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C321F9F-7C5D-5046-90D0-57E88981F48A}" type="slidenum">
              <a:rPr lang="en-US" smtClean="0"/>
              <a:t>‹#›</a:t>
            </a:fld>
            <a:endParaRPr lang="en-US" dirty="0"/>
          </a:p>
        </p:txBody>
      </p:sp>
    </p:spTree>
    <p:extLst>
      <p:ext uri="{BB962C8B-B14F-4D97-AF65-F5344CB8AC3E}">
        <p14:creationId xmlns:p14="http://schemas.microsoft.com/office/powerpoint/2010/main" val="9743944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74387" y="872197"/>
            <a:ext cx="7752471" cy="1252164"/>
          </a:xfrm>
        </p:spPr>
        <p:txBody>
          <a:bodyPr>
            <a:normAutofit/>
          </a:bodyPr>
          <a:lstStyle/>
          <a:p>
            <a:r>
              <a:rPr lang="en-US" sz="6600" dirty="0" smtClean="0"/>
              <a:t>Australian Politics in the 1920’s </a:t>
            </a:r>
            <a:endParaRPr lang="en-US" sz="6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914" y="2257571"/>
            <a:ext cx="3040673" cy="4256942"/>
          </a:xfrm>
          <a:prstGeom prst="rect">
            <a:avLst/>
          </a:prstGeom>
        </p:spPr>
      </p:pic>
    </p:spTree>
    <p:extLst>
      <p:ext uri="{BB962C8B-B14F-4D97-AF65-F5344CB8AC3E}">
        <p14:creationId xmlns:p14="http://schemas.microsoft.com/office/powerpoint/2010/main" val="163789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Rise of the Country Party </a:t>
            </a:r>
            <a:endParaRPr lang="en-US" dirty="0"/>
          </a:p>
        </p:txBody>
      </p:sp>
      <p:sp>
        <p:nvSpPr>
          <p:cNvPr id="3" name="Content Placeholder 2"/>
          <p:cNvSpPr>
            <a:spLocks noGrp="1"/>
          </p:cNvSpPr>
          <p:nvPr>
            <p:ph idx="1"/>
          </p:nvPr>
        </p:nvSpPr>
        <p:spPr/>
        <p:txBody>
          <a:bodyPr/>
          <a:lstStyle/>
          <a:p>
            <a:r>
              <a:rPr lang="en-US" dirty="0" smtClean="0"/>
              <a:t>During the 1920’s the Farmers and Settlers Association merged with other rural-based groups to form the Country Party. </a:t>
            </a:r>
          </a:p>
          <a:p>
            <a:r>
              <a:rPr lang="en-US" dirty="0" smtClean="0"/>
              <a:t>The Country Party was established to represent the interests of rural producers and businesses. </a:t>
            </a:r>
          </a:p>
          <a:p>
            <a:r>
              <a:rPr lang="en-US" dirty="0" smtClean="0"/>
              <a:t>Supporters of the country party believed that the Nationalist and Labor Parties were neglecting the interests of those in rural Australia and were more interested in the cities and those that lived in them.</a:t>
            </a:r>
          </a:p>
          <a:p>
            <a:r>
              <a:rPr lang="en-US" dirty="0" smtClean="0"/>
              <a:t>There was a resentment of tariffs supporting secondary industry. The land was being ignored. </a:t>
            </a:r>
            <a:endParaRPr lang="en-US" dirty="0"/>
          </a:p>
        </p:txBody>
      </p:sp>
    </p:spTree>
    <p:extLst>
      <p:ext uri="{BB962C8B-B14F-4D97-AF65-F5344CB8AC3E}">
        <p14:creationId xmlns:p14="http://schemas.microsoft.com/office/powerpoint/2010/main" val="68056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Rise of the Country Party </a:t>
            </a:r>
            <a:endParaRPr lang="en-AU" dirty="0"/>
          </a:p>
        </p:txBody>
      </p:sp>
      <p:sp>
        <p:nvSpPr>
          <p:cNvPr id="3" name="Content Placeholder 2"/>
          <p:cNvSpPr>
            <a:spLocks noGrp="1"/>
          </p:cNvSpPr>
          <p:nvPr>
            <p:ph idx="1"/>
          </p:nvPr>
        </p:nvSpPr>
        <p:spPr/>
        <p:txBody>
          <a:bodyPr/>
          <a:lstStyle/>
          <a:p>
            <a:r>
              <a:rPr lang="en-AU" dirty="0" smtClean="0"/>
              <a:t>The Country Party monopolised on anti-metropolitan feelings and capitalised on rural resentments. </a:t>
            </a:r>
          </a:p>
          <a:p>
            <a:r>
              <a:rPr lang="en-AU" dirty="0"/>
              <a:t>In 1921 Earle Page became leader of the Country Party </a:t>
            </a:r>
            <a:endParaRPr lang="en-AU" dirty="0" smtClean="0"/>
          </a:p>
          <a:p>
            <a:r>
              <a:rPr lang="en-AU" dirty="0" smtClean="0"/>
              <a:t>The Country party benefited from the voting system change of ‘First past the post’ to ‘preferential voting’ and found itself holding the balance of power after the 1922 election. </a:t>
            </a:r>
          </a:p>
          <a:p>
            <a:endParaRPr lang="en-AU" dirty="0"/>
          </a:p>
        </p:txBody>
      </p:sp>
    </p:spTree>
    <p:extLst>
      <p:ext uri="{BB962C8B-B14F-4D97-AF65-F5344CB8AC3E}">
        <p14:creationId xmlns:p14="http://schemas.microsoft.com/office/powerpoint/2010/main" val="522894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Billy Hughes</a:t>
            </a:r>
            <a:endParaRPr lang="en-AU" dirty="0"/>
          </a:p>
        </p:txBody>
      </p:sp>
      <p:sp>
        <p:nvSpPr>
          <p:cNvPr id="3" name="Content Placeholder 2"/>
          <p:cNvSpPr>
            <a:spLocks noGrp="1"/>
          </p:cNvSpPr>
          <p:nvPr>
            <p:ph idx="1"/>
          </p:nvPr>
        </p:nvSpPr>
        <p:spPr/>
        <p:txBody>
          <a:bodyPr/>
          <a:lstStyle/>
          <a:p>
            <a:r>
              <a:rPr lang="en-AU" dirty="0" smtClean="0"/>
              <a:t>The Country Party had been formed partly due to discontent with Hughes and his Nationalist rural policy. Page and Hughes did not get along on a personal level. This was due to Page distrusting Hughes and Hughes holding contempt for the country Party. </a:t>
            </a:r>
            <a:endParaRPr lang="en-AU" dirty="0"/>
          </a:p>
        </p:txBody>
      </p:sp>
    </p:spTree>
    <p:extLst>
      <p:ext uri="{BB962C8B-B14F-4D97-AF65-F5344CB8AC3E}">
        <p14:creationId xmlns:p14="http://schemas.microsoft.com/office/powerpoint/2010/main" val="2204227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Fall of Billy Hughes </a:t>
            </a:r>
            <a:endParaRPr lang="en-AU" dirty="0"/>
          </a:p>
        </p:txBody>
      </p:sp>
      <p:sp>
        <p:nvSpPr>
          <p:cNvPr id="3" name="Content Placeholder 2"/>
          <p:cNvSpPr>
            <a:spLocks noGrp="1"/>
          </p:cNvSpPr>
          <p:nvPr>
            <p:ph idx="1"/>
          </p:nvPr>
        </p:nvSpPr>
        <p:spPr/>
        <p:txBody>
          <a:bodyPr/>
          <a:lstStyle/>
          <a:p>
            <a:r>
              <a:rPr lang="en-AU" dirty="0" smtClean="0"/>
              <a:t>Page demanded Hughes resign as the leader of the Nationalists before any coalition could take place. Page then negotiated with Stanley Bruce. Page demanded that the Country Party have five seats in a 11 man cabinet, including the post of Treasurer and the second rank in the ministry for himself. </a:t>
            </a:r>
            <a:endParaRPr lang="en-AU" dirty="0"/>
          </a:p>
          <a:p>
            <a:r>
              <a:rPr lang="en-AU" dirty="0" smtClean="0"/>
              <a:t>Stanley Bruce agreed to this rather than force another election and the Nationalist/Country Party coalition was formed. </a:t>
            </a:r>
            <a:endParaRPr lang="en-AU" dirty="0"/>
          </a:p>
        </p:txBody>
      </p:sp>
    </p:spTree>
    <p:extLst>
      <p:ext uri="{BB962C8B-B14F-4D97-AF65-F5344CB8AC3E}">
        <p14:creationId xmlns:p14="http://schemas.microsoft.com/office/powerpoint/2010/main" val="111590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Bruce-Page Government </a:t>
            </a:r>
            <a:endParaRPr lang="en-AU" dirty="0"/>
          </a:p>
        </p:txBody>
      </p:sp>
      <p:sp>
        <p:nvSpPr>
          <p:cNvPr id="3" name="Content Placeholder 2"/>
          <p:cNvSpPr>
            <a:spLocks noGrp="1"/>
          </p:cNvSpPr>
          <p:nvPr>
            <p:ph idx="1"/>
          </p:nvPr>
        </p:nvSpPr>
        <p:spPr/>
        <p:txBody>
          <a:bodyPr/>
          <a:lstStyle/>
          <a:p>
            <a:r>
              <a:rPr lang="en-AU" dirty="0" smtClean="0"/>
              <a:t>Stanley Bruce exploited fears of Communism that were present in Australia at the time. Bruce referred to the </a:t>
            </a:r>
            <a:r>
              <a:rPr lang="en-AU" dirty="0" smtClean="0"/>
              <a:t>Labor</a:t>
            </a:r>
            <a:r>
              <a:rPr lang="en-AU" dirty="0" smtClean="0"/>
              <a:t> Party as a socialist platform. </a:t>
            </a:r>
          </a:p>
          <a:p>
            <a:r>
              <a:rPr lang="en-AU" dirty="0" smtClean="0"/>
              <a:t>The Bruce-Page Government was plagued by Industrial Unrest which was a manifestation of discontent of the failing wage levels not keeping up with the cost of living.  </a:t>
            </a:r>
          </a:p>
          <a:p>
            <a:r>
              <a:rPr lang="en-AU" dirty="0" smtClean="0"/>
              <a:t>The Amended Immigration act was passed in 1925 which allowed the government to deport immigrants that were disrupting trade. </a:t>
            </a:r>
            <a:endParaRPr lang="en-AU" dirty="0"/>
          </a:p>
        </p:txBody>
      </p:sp>
    </p:spTree>
    <p:extLst>
      <p:ext uri="{BB962C8B-B14F-4D97-AF65-F5344CB8AC3E}">
        <p14:creationId xmlns:p14="http://schemas.microsoft.com/office/powerpoint/2010/main" val="1197909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Industrial Unrest </a:t>
            </a:r>
            <a:endParaRPr lang="en-AU" dirty="0"/>
          </a:p>
        </p:txBody>
      </p:sp>
      <p:sp>
        <p:nvSpPr>
          <p:cNvPr id="3" name="Content Placeholder 2"/>
          <p:cNvSpPr>
            <a:spLocks noGrp="1"/>
          </p:cNvSpPr>
          <p:nvPr>
            <p:ph idx="1"/>
          </p:nvPr>
        </p:nvSpPr>
        <p:spPr/>
        <p:txBody>
          <a:bodyPr>
            <a:normAutofit lnSpcReduction="10000"/>
          </a:bodyPr>
          <a:lstStyle/>
          <a:p>
            <a:r>
              <a:rPr lang="en-AU" dirty="0" smtClean="0"/>
              <a:t>An inquiry into wages in 1919 found that the wage should have been 5.5.6 pounds per week, however the wage at the time was 4.5.3 pound per week. Throughout the decade, real wages failed to keep up with the cost of living. </a:t>
            </a:r>
          </a:p>
          <a:p>
            <a:r>
              <a:rPr lang="en-AU" dirty="0" smtClean="0"/>
              <a:t>Stanley Bruce had a poor understanding of industrial relations and his background made him incapable of understanding the working-class.</a:t>
            </a:r>
          </a:p>
          <a:p>
            <a:r>
              <a:rPr lang="en-AU" dirty="0" smtClean="0"/>
              <a:t>In response to strikes the government introduced new laws to restrict trade union activity and strikes. </a:t>
            </a:r>
          </a:p>
          <a:p>
            <a:r>
              <a:rPr lang="en-AU" dirty="0" smtClean="0"/>
              <a:t>The government also brought in regulations to penalise striking workers. </a:t>
            </a:r>
            <a:endParaRPr lang="en-AU" dirty="0"/>
          </a:p>
        </p:txBody>
      </p:sp>
    </p:spTree>
    <p:extLst>
      <p:ext uri="{BB962C8B-B14F-4D97-AF65-F5344CB8AC3E}">
        <p14:creationId xmlns:p14="http://schemas.microsoft.com/office/powerpoint/2010/main" val="2161070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Industrial Unrest </a:t>
            </a:r>
            <a:endParaRPr lang="en-AU" dirty="0"/>
          </a:p>
        </p:txBody>
      </p:sp>
      <p:sp>
        <p:nvSpPr>
          <p:cNvPr id="3" name="Content Placeholder 2"/>
          <p:cNvSpPr>
            <a:spLocks noGrp="1"/>
          </p:cNvSpPr>
          <p:nvPr>
            <p:ph idx="1"/>
          </p:nvPr>
        </p:nvSpPr>
        <p:spPr/>
        <p:txBody>
          <a:bodyPr/>
          <a:lstStyle/>
          <a:p>
            <a:r>
              <a:rPr lang="en-AU" dirty="0" smtClean="0"/>
              <a:t>The final straw was Bruce’s attempt to abolish the Commonwealth Arbitration Court. </a:t>
            </a:r>
          </a:p>
          <a:p>
            <a:r>
              <a:rPr lang="en-AU" dirty="0" smtClean="0"/>
              <a:t>Hughes motion as a MP forced an election on October 1929. </a:t>
            </a:r>
            <a:endParaRPr lang="en-AU" dirty="0"/>
          </a:p>
        </p:txBody>
      </p:sp>
    </p:spTree>
    <p:extLst>
      <p:ext uri="{BB962C8B-B14F-4D97-AF65-F5344CB8AC3E}">
        <p14:creationId xmlns:p14="http://schemas.microsoft.com/office/powerpoint/2010/main" val="3384369643"/>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Depth</Template>
  <TotalTime>3526</TotalTime>
  <Words>485</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Corbel</vt:lpstr>
      <vt:lpstr>Depth</vt:lpstr>
      <vt:lpstr>Australian Politics in the 1920’s </vt:lpstr>
      <vt:lpstr>Rise of the Country Party </vt:lpstr>
      <vt:lpstr>Rise of the Country Party </vt:lpstr>
      <vt:lpstr>The Fall of Billy Hughes</vt:lpstr>
      <vt:lpstr>The Fall of Billy Hughes </vt:lpstr>
      <vt:lpstr>The Bruce-Page Government </vt:lpstr>
      <vt:lpstr>Industrial Unrest </vt:lpstr>
      <vt:lpstr>Industrial Unrest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Australian Politics in the 1920’s</dc:title>
  <dc:creator>HARRIS Adam [Narrogin Senior High School]</dc:creator>
  <cp:lastModifiedBy>HARRIS Adam [Narrogin Senior High School]</cp:lastModifiedBy>
  <cp:revision>10</cp:revision>
  <dcterms:created xsi:type="dcterms:W3CDTF">2019-02-15T14:04:03Z</dcterms:created>
  <dcterms:modified xsi:type="dcterms:W3CDTF">2019-02-18T04:28:27Z</dcterms:modified>
</cp:coreProperties>
</file>