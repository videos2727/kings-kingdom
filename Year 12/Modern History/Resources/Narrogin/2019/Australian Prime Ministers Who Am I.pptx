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4" autoAdjust="0"/>
    <p:restoredTop sz="94660"/>
  </p:normalViewPr>
  <p:slideViewPr>
    <p:cSldViewPr snapToGrid="0">
      <p:cViewPr varScale="1">
        <p:scale>
          <a:sx n="91" d="100"/>
          <a:sy n="91" d="100"/>
        </p:scale>
        <p:origin x="4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BEEB-2AEE-45EA-ADBB-8E89EB182D66}" type="datetimeFigureOut">
              <a:rPr lang="en-AU" smtClean="0"/>
              <a:t>7/02/2019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B2A75-5F27-4B9C-A122-1F0F0B768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3447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BEEB-2AEE-45EA-ADBB-8E89EB182D66}" type="datetimeFigureOut">
              <a:rPr lang="en-AU" smtClean="0"/>
              <a:t>7/02/2019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B2A75-5F27-4B9C-A122-1F0F0B768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8391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BEEB-2AEE-45EA-ADBB-8E89EB182D66}" type="datetimeFigureOut">
              <a:rPr lang="en-AU" smtClean="0"/>
              <a:t>7/02/2019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B2A75-5F27-4B9C-A122-1F0F0B768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4421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BEEB-2AEE-45EA-ADBB-8E89EB182D66}" type="datetimeFigureOut">
              <a:rPr lang="en-AU" smtClean="0"/>
              <a:t>7/02/2019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B2A75-5F27-4B9C-A122-1F0F0B768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2529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BEEB-2AEE-45EA-ADBB-8E89EB182D66}" type="datetimeFigureOut">
              <a:rPr lang="en-AU" smtClean="0"/>
              <a:t>7/02/2019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B2A75-5F27-4B9C-A122-1F0F0B768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4573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BEEB-2AEE-45EA-ADBB-8E89EB182D66}" type="datetimeFigureOut">
              <a:rPr lang="en-AU" smtClean="0"/>
              <a:t>7/02/2019</a:t>
            </a:fld>
            <a:endParaRPr lang="en-A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B2A75-5F27-4B9C-A122-1F0F0B768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835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BEEB-2AEE-45EA-ADBB-8E89EB182D66}" type="datetimeFigureOut">
              <a:rPr lang="en-AU" smtClean="0"/>
              <a:t>7/02/2019</a:t>
            </a:fld>
            <a:endParaRPr lang="en-A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B2A75-5F27-4B9C-A122-1F0F0B768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9943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BEEB-2AEE-45EA-ADBB-8E89EB182D66}" type="datetimeFigureOut">
              <a:rPr lang="en-AU" smtClean="0"/>
              <a:t>7/02/2019</a:t>
            </a:fld>
            <a:endParaRPr lang="en-A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B2A75-5F27-4B9C-A122-1F0F0B768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4902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BEEB-2AEE-45EA-ADBB-8E89EB182D66}" type="datetimeFigureOut">
              <a:rPr lang="en-AU" smtClean="0"/>
              <a:t>7/02/2019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B2A75-5F27-4B9C-A122-1F0F0B768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328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BEEB-2AEE-45EA-ADBB-8E89EB182D66}" type="datetimeFigureOut">
              <a:rPr lang="en-AU" smtClean="0"/>
              <a:t>7/02/2019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B2A75-5F27-4B9C-A122-1F0F0B768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9380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BEEB-2AEE-45EA-ADBB-8E89EB182D66}" type="datetimeFigureOut">
              <a:rPr lang="en-AU" smtClean="0"/>
              <a:t>7/02/2019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B2A75-5F27-4B9C-A122-1F0F0B768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4928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BEEB-2AEE-45EA-ADBB-8E89EB182D66}" type="datetimeFigureOut">
              <a:rPr lang="en-AU" smtClean="0"/>
              <a:t>7/02/2019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B2A75-5F27-4B9C-A122-1F0F0B768DFA}" type="slidenum">
              <a:rPr lang="en-AU" smtClean="0"/>
              <a:t>‹#›</a:t>
            </a:fld>
            <a:endParaRPr lang="en-A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74335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BEEB-2AEE-45EA-ADBB-8E89EB182D66}" type="datetimeFigureOut">
              <a:rPr lang="en-AU" smtClean="0"/>
              <a:t>7/02/2019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B2A75-5F27-4B9C-A122-1F0F0B768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45148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BEEB-2AEE-45EA-ADBB-8E89EB182D66}" type="datetimeFigureOut">
              <a:rPr lang="en-AU" smtClean="0"/>
              <a:t>7/02/2019</a:t>
            </a:fld>
            <a:endParaRPr lang="en-A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B2A75-5F27-4B9C-A122-1F0F0B768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10817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BEEB-2AEE-45EA-ADBB-8E89EB182D66}" type="datetimeFigureOut">
              <a:rPr lang="en-AU" smtClean="0"/>
              <a:t>7/02/2019</a:t>
            </a:fld>
            <a:endParaRPr lang="en-A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B2A75-5F27-4B9C-A122-1F0F0B768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7196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BEEB-2AEE-45EA-ADBB-8E89EB182D66}" type="datetimeFigureOut">
              <a:rPr lang="en-AU" smtClean="0"/>
              <a:t>7/02/2019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B2A75-5F27-4B9C-A122-1F0F0B768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675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EBEEB-2AEE-45EA-ADBB-8E89EB182D66}" type="datetimeFigureOut">
              <a:rPr lang="en-AU" smtClean="0"/>
              <a:t>7/02/2019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B2A75-5F27-4B9C-A122-1F0F0B768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2318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EBEBEEB-2AEE-45EA-ADBB-8E89EB182D66}" type="datetimeFigureOut">
              <a:rPr lang="en-AU" smtClean="0"/>
              <a:t>7/02/2019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9B2A75-5F27-4B9C-A122-1F0F0B768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47315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669" y="406593"/>
            <a:ext cx="5589431" cy="55088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9177" y="406593"/>
            <a:ext cx="4590679" cy="550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44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872" y="251617"/>
            <a:ext cx="10958848" cy="1325563"/>
          </a:xfrm>
        </p:spPr>
        <p:txBody>
          <a:bodyPr>
            <a:normAutofit/>
          </a:bodyPr>
          <a:lstStyle/>
          <a:p>
            <a:r>
              <a:rPr lang="en-AU" sz="5400" dirty="0" smtClean="0">
                <a:latin typeface="Bernard MT Condensed" panose="02050806060905020404" pitchFamily="18" charset="0"/>
              </a:rPr>
              <a:t>What Australian Prime Minister Am I? </a:t>
            </a:r>
            <a:endParaRPr lang="en-AU" sz="5400" dirty="0">
              <a:latin typeface="Bernard MT Condensed" panose="020508060609050204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3872" y="1420814"/>
            <a:ext cx="7691182" cy="995361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sz="2800" dirty="0" smtClean="0"/>
              <a:t>I was instrumental in the international recognition of Australia as a separate nation.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9534" y="2511379"/>
            <a:ext cx="2655308" cy="3947375"/>
          </a:xfrm>
          <a:prstGeom prst="rect">
            <a:avLst/>
          </a:prstGeom>
        </p:spPr>
      </p:pic>
      <p:sp>
        <p:nvSpPr>
          <p:cNvPr id="7" name="Content Placeholder 5"/>
          <p:cNvSpPr txBox="1">
            <a:spLocks/>
          </p:cNvSpPr>
          <p:nvPr/>
        </p:nvSpPr>
        <p:spPr>
          <a:xfrm>
            <a:off x="383872" y="2781837"/>
            <a:ext cx="7691182" cy="995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 smtClean="0"/>
              <a:t>I was initially the leader of the </a:t>
            </a:r>
            <a:r>
              <a:rPr lang="en-AU" dirty="0" err="1" smtClean="0"/>
              <a:t>Labor</a:t>
            </a:r>
            <a:r>
              <a:rPr lang="en-AU" dirty="0" smtClean="0"/>
              <a:t> Party. </a:t>
            </a:r>
            <a:endParaRPr lang="en-AU" dirty="0"/>
          </a:p>
        </p:txBody>
      </p:sp>
      <p:sp>
        <p:nvSpPr>
          <p:cNvPr id="8" name="Content Placeholder 5"/>
          <p:cNvSpPr txBox="1">
            <a:spLocks/>
          </p:cNvSpPr>
          <p:nvPr/>
        </p:nvSpPr>
        <p:spPr>
          <a:xfrm>
            <a:off x="383872" y="3464465"/>
            <a:ext cx="7691182" cy="995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 smtClean="0"/>
              <a:t>I hold the record for time served in Australia’s house of representatives.  </a:t>
            </a:r>
            <a:endParaRPr lang="en-AU" dirty="0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383872" y="4485066"/>
            <a:ext cx="7691182" cy="995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 smtClean="0"/>
              <a:t>I led (as Prime Minister) Australia during World War 1. </a:t>
            </a:r>
            <a:endParaRPr lang="en-AU" dirty="0"/>
          </a:p>
        </p:txBody>
      </p:sp>
      <p:sp>
        <p:nvSpPr>
          <p:cNvPr id="10" name="Content Placeholder 5"/>
          <p:cNvSpPr txBox="1">
            <a:spLocks/>
          </p:cNvSpPr>
          <p:nvPr/>
        </p:nvSpPr>
        <p:spPr>
          <a:xfrm>
            <a:off x="383872" y="5505667"/>
            <a:ext cx="7691182" cy="99536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 smtClean="0"/>
              <a:t>I was responsible for campaigning for conscription during WW1. This ultimately split the </a:t>
            </a:r>
            <a:r>
              <a:rPr lang="en-AU" dirty="0" err="1" smtClean="0"/>
              <a:t>Labor</a:t>
            </a:r>
            <a:r>
              <a:rPr lang="en-AU" dirty="0" smtClean="0"/>
              <a:t> Party.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97826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/>
      <p:bldP spid="8" grpId="0"/>
      <p:bldP spid="9" grpId="0"/>
      <p:bldP spid="10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79</TotalTime>
  <Words>74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Bernard MT Condensed</vt:lpstr>
      <vt:lpstr>Century Gothic</vt:lpstr>
      <vt:lpstr>Wingdings 3</vt:lpstr>
      <vt:lpstr>Ion</vt:lpstr>
      <vt:lpstr>PowerPoint Presentation</vt:lpstr>
      <vt:lpstr>What Australian Prime Minister Am I? 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Australian Prime Minister Am I?</dc:title>
  <dc:creator>HARRIS Adam [Narrogin Senior High School]</dc:creator>
  <cp:lastModifiedBy>HARRIS Adam [Narrogin Senior High School]</cp:lastModifiedBy>
  <cp:revision>5</cp:revision>
  <dcterms:created xsi:type="dcterms:W3CDTF">2019-02-07T01:34:54Z</dcterms:created>
  <dcterms:modified xsi:type="dcterms:W3CDTF">2019-02-07T03:13:57Z</dcterms:modified>
</cp:coreProperties>
</file>