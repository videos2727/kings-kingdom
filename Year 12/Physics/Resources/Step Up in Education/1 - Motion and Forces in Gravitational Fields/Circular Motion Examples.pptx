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s5.fanpop.com/image/photos/28800000/Circular-motion-xD-random-28872040-604-6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61" y="-16476"/>
            <a:ext cx="6874475" cy="687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0698" y="2220433"/>
            <a:ext cx="5562600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7500" b="1" cap="none" spc="0" dirty="0" smtClean="0">
                <a:ln w="2857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Circular Motion</a:t>
            </a:r>
            <a:endParaRPr lang="en-AU" sz="7500" b="1" cap="none" spc="0" dirty="0">
              <a:ln w="2857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437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olarsystem.nasa.gov/planets/images/splash-plane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0"/>
            <a:ext cx="1317457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2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www.rawspace.com.au/images/P/mini%20tote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178" y="0"/>
            <a:ext cx="6614621" cy="683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images.watoday.com.au/2009/01/09/343966/16-600x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0"/>
            <a:ext cx="10320981" cy="688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13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farm2.staticflickr.com/1215/1382677481_d97b96579f_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4789" y="0"/>
            <a:ext cx="103030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20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osaka2007.iaaf.org/MultimediaFiles/Photo/Competitions/WorldChampionships/40782_W600XH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800" y="-67962"/>
            <a:ext cx="10435281" cy="69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50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</Words>
  <Application>Microsoft Office PowerPoint</Application>
  <PresentationFormat>On-screen Show (4:3)</PresentationFormat>
  <Paragraphs>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Jarrod</dc:creator>
  <cp:lastModifiedBy>J-Rod</cp:lastModifiedBy>
  <cp:revision>2</cp:revision>
  <dcterms:created xsi:type="dcterms:W3CDTF">2006-08-16T00:00:00Z</dcterms:created>
  <dcterms:modified xsi:type="dcterms:W3CDTF">2013-02-03T03:39:36Z</dcterms:modified>
</cp:coreProperties>
</file>