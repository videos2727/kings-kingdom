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873CD-B40C-4046-8D27-423279A26C3D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FC8DD-95F0-4879-8871-234D493EF7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630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873CD-B40C-4046-8D27-423279A26C3D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FC8DD-95F0-4879-8871-234D493EF7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6653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873CD-B40C-4046-8D27-423279A26C3D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FC8DD-95F0-4879-8871-234D493EF7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9292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873CD-B40C-4046-8D27-423279A26C3D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FC8DD-95F0-4879-8871-234D493EF7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9346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873CD-B40C-4046-8D27-423279A26C3D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FC8DD-95F0-4879-8871-234D493EF7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1590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873CD-B40C-4046-8D27-423279A26C3D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FC8DD-95F0-4879-8871-234D493EF7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231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873CD-B40C-4046-8D27-423279A26C3D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FC8DD-95F0-4879-8871-234D493EF7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2068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873CD-B40C-4046-8D27-423279A26C3D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FC8DD-95F0-4879-8871-234D493EF7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3432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873CD-B40C-4046-8D27-423279A26C3D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FC8DD-95F0-4879-8871-234D493EF7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8017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873CD-B40C-4046-8D27-423279A26C3D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FC8DD-95F0-4879-8871-234D493EF7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6005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873CD-B40C-4046-8D27-423279A26C3D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FC8DD-95F0-4879-8871-234D493EF7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3579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F873CD-B40C-4046-8D27-423279A26C3D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8FC8DD-95F0-4879-8871-234D493EF7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356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Centripetal Force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4395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98500" y="963136"/>
            <a:ext cx="107061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After completing this Smart Lesson you will be able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Identify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centripetal forces.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Explain the effect of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centripetal 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the motion of an object.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Perform calculations of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circular motion.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44991841.6394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203575" y="3095624"/>
            <a:ext cx="5895756" cy="326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048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6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9100" y="941338"/>
            <a:ext cx="113665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lesson you'll learn about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centripetal 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a variety of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everyday situations.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Ferris wheels, washing machines, and poi all rely on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centripetal 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function correctly.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it weren't for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centripetal force,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planet Earth would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fly off into space!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Centripetal 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stops the hair from coming off this dog: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44734101.70876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917950" y="2634566"/>
            <a:ext cx="4134534" cy="4134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302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9700" y="401241"/>
            <a:ext cx="116205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Centripetal Force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 object travelling in circular motion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accelerates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toward the centre of the circle. There must be a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acting on the object to cause this acceleration.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force is the </a:t>
            </a:r>
            <a:r>
              <a:rPr lang="en-AU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centripetal (centre seeking) force,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points toward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centre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circle of motion.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Acceleration and net force always point in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same direction,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 the force must point toward the </a:t>
            </a:r>
            <a:r>
              <a:rPr lang="en-AU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centre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circle.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44389137.49676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140200" y="3073400"/>
            <a:ext cx="3784600" cy="378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740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3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886936"/>
            <a:ext cx="11506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Centripetal 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doesn't change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speed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object, but does affect the </a:t>
            </a:r>
            <a:r>
              <a:rPr lang="en-AU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direction of motion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object.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Therefore,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centripetal 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changes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velocity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object.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43802904.99989 (1)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241800" y="2705100"/>
            <a:ext cx="4127500" cy="412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594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3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7700" y="1265535"/>
            <a:ext cx="11023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centripetal 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disappears, the direction of motion of the object would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stop changing,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 object would continue along its </a:t>
            </a:r>
            <a:r>
              <a:rPr lang="en-AU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instantaneous velocity vector.</a:t>
            </a:r>
            <a:endParaRPr lang="en-AU" dirty="0"/>
          </a:p>
        </p:txBody>
      </p:sp>
      <p:pic>
        <p:nvPicPr>
          <p:cNvPr id="3" name="1544740452.84457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064000" y="2540000"/>
            <a:ext cx="3835400" cy="383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903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73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4500" y="794941"/>
            <a:ext cx="113919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travelling around a corner in a car you are travelling in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circular motion,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can probably feel a force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pushing you outward,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away from the centre of circular motion.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known as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centrifugal force,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is a "fictitious" or "pseudo" force that you feel while travelling in a circle. Your body wants to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keep travelling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same direction, but the car is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pulling you with it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it goes around the corner. The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true 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to the centre of the corner.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It's important not to use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centrifugal 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you mean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centripetal force.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528156415.740611g/1528156415525-3767639670098682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1675" y="4041775"/>
            <a:ext cx="3800475" cy="195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1185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www.educationperfect.com/media/content/Science/1543880181.31871g/1543880180593-276499236741415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075" y="1951037"/>
            <a:ext cx="2505075" cy="3800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6380326" y="1551542"/>
            <a:ext cx="10823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Example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02100" y="2503438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Use your knowledge of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forces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identify the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centripetal 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keeps satellites in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circular motion.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/>
            </a:r>
            <a:br>
              <a:rPr lang="en-AU" dirty="0" smtClean="0"/>
            </a:b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force must be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pushing or pulling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satellites toward the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centre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Earth.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/>
            </a:r>
            <a:br>
              <a:rPr lang="en-AU" dirty="0" smtClean="0"/>
            </a:b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might be gravity, tension, spring, support, or applied.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19723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4891099"/>
              </p:ext>
            </p:extLst>
          </p:nvPr>
        </p:nvGraphicFramePr>
        <p:xfrm>
          <a:off x="3382963" y="2172494"/>
          <a:ext cx="7998682" cy="2148840"/>
        </p:xfrm>
        <a:graphic>
          <a:graphicData uri="http://schemas.openxmlformats.org/drawingml/2006/table">
            <a:tbl>
              <a:tblPr/>
              <a:tblGrid>
                <a:gridCol w="574875">
                  <a:extLst>
                    <a:ext uri="{9D8B030D-6E8A-4147-A177-3AD203B41FA5}">
                      <a16:colId xmlns:a16="http://schemas.microsoft.com/office/drawing/2014/main" val="836391995"/>
                    </a:ext>
                  </a:extLst>
                </a:gridCol>
                <a:gridCol w="824867">
                  <a:extLst>
                    <a:ext uri="{9D8B030D-6E8A-4147-A177-3AD203B41FA5}">
                      <a16:colId xmlns:a16="http://schemas.microsoft.com/office/drawing/2014/main" val="3977506042"/>
                    </a:ext>
                  </a:extLst>
                </a:gridCol>
                <a:gridCol w="6598940">
                  <a:extLst>
                    <a:ext uri="{9D8B030D-6E8A-4147-A177-3AD203B41FA5}">
                      <a16:colId xmlns:a16="http://schemas.microsoft.com/office/drawing/2014/main" val="60990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>
                          <a:effectLst/>
                        </a:rPr>
                        <a:t> 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>
                          <a:effectLst/>
                        </a:rPr>
                        <a:t> 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b="0" smtClean="0">
                          <a:effectLst/>
                          <a:latin typeface="Arial" panose="020B0604020202020204" pitchFamily="34" charset="0"/>
                        </a:rPr>
                        <a:t>Solution</a:t>
                      </a:r>
                      <a:endParaRPr lang="en-AU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830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endParaRPr lang="en-AU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>
                          <a:effectLst/>
                        </a:rPr>
                        <a:t> 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dirty="0" smtClean="0">
                          <a:effectLst/>
                        </a:rPr>
                        <a:t>Satellites </a:t>
                      </a:r>
                      <a:r>
                        <a:rPr lang="en-AU" b="1" dirty="0" smtClean="0">
                          <a:solidFill>
                            <a:srgbClr val="8C4AB2"/>
                          </a:solidFill>
                          <a:effectLst/>
                        </a:rPr>
                        <a:t>orbiting the Earth</a:t>
                      </a:r>
                      <a:r>
                        <a:rPr lang="en-AU" dirty="0" smtClean="0">
                          <a:effectLst/>
                        </a:rPr>
                        <a:t> are affected by the force of gravity.</a:t>
                      </a:r>
                      <a:br>
                        <a:rPr lang="en-AU" dirty="0" smtClean="0">
                          <a:effectLst/>
                        </a:rPr>
                      </a:br>
                      <a:r>
                        <a:rPr lang="en-AU" dirty="0" smtClean="0">
                          <a:effectLst/>
                        </a:rPr>
                        <a:t/>
                      </a:r>
                      <a:br>
                        <a:rPr lang="en-AU" dirty="0" smtClean="0">
                          <a:effectLst/>
                        </a:rPr>
                      </a:br>
                      <a:r>
                        <a:rPr lang="en-AU" dirty="0" smtClean="0">
                          <a:effectLst/>
                        </a:rPr>
                        <a:t>The </a:t>
                      </a:r>
                      <a:r>
                        <a:rPr lang="en-AU" b="1" dirty="0" smtClean="0">
                          <a:solidFill>
                            <a:srgbClr val="32B57C"/>
                          </a:solidFill>
                          <a:effectLst/>
                        </a:rPr>
                        <a:t>force of gravity</a:t>
                      </a:r>
                      <a:r>
                        <a:rPr lang="en-AU" dirty="0" smtClean="0">
                          <a:effectLst/>
                        </a:rPr>
                        <a:t> points from the satellite toward the centre of the Earth, </a:t>
                      </a:r>
                      <a:r>
                        <a:rPr lang="en-AU" b="1" dirty="0" smtClean="0">
                          <a:solidFill>
                            <a:srgbClr val="6773B2"/>
                          </a:solidFill>
                          <a:effectLst/>
                        </a:rPr>
                        <a:t>accelerating</a:t>
                      </a:r>
                      <a:r>
                        <a:rPr lang="en-AU" dirty="0" smtClean="0">
                          <a:effectLst/>
                        </a:rPr>
                        <a:t> the satellite toward the ground.</a:t>
                      </a:r>
                      <a:br>
                        <a:rPr lang="en-AU" dirty="0" smtClean="0">
                          <a:effectLst/>
                        </a:rPr>
                      </a:br>
                      <a:r>
                        <a:rPr lang="en-AU" dirty="0" smtClean="0">
                          <a:effectLst/>
                        </a:rPr>
                        <a:t/>
                      </a:r>
                      <a:br>
                        <a:rPr lang="en-AU" dirty="0" smtClean="0">
                          <a:effectLst/>
                        </a:rPr>
                      </a:br>
                      <a:r>
                        <a:rPr lang="en-AU" dirty="0" smtClean="0">
                          <a:effectLst/>
                        </a:rPr>
                        <a:t>The </a:t>
                      </a:r>
                      <a:r>
                        <a:rPr lang="en-AU" b="1" dirty="0" smtClean="0">
                          <a:solidFill>
                            <a:srgbClr val="8C4AB2"/>
                          </a:solidFill>
                          <a:effectLst/>
                        </a:rPr>
                        <a:t>centripetal force</a:t>
                      </a:r>
                      <a:r>
                        <a:rPr lang="en-AU" dirty="0" smtClean="0">
                          <a:effectLst/>
                        </a:rPr>
                        <a:t> is </a:t>
                      </a:r>
                      <a:r>
                        <a:rPr lang="en-AU" b="1" dirty="0" smtClean="0">
                          <a:solidFill>
                            <a:srgbClr val="32B57C"/>
                          </a:solidFill>
                          <a:effectLst/>
                        </a:rPr>
                        <a:t>gravity.</a:t>
                      </a:r>
                      <a:endParaRPr lang="en-AU" dirty="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730941"/>
                  </a:ext>
                </a:extLst>
              </a:tr>
            </a:tbl>
          </a:graphicData>
        </a:graphic>
      </p:graphicFrame>
      <p:pic>
        <p:nvPicPr>
          <p:cNvPr id="3073" name="Picture 1" descr="https://www.educationperfect.com/media/content/Science/1544753953.568971g/1544753953402-3782323729519325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688" y="2071688"/>
            <a:ext cx="1971675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2481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Picture 1" descr="https://www.educationperfect.com/media/content/Science/1543880887.664241g/1543880886833-276499236741415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788" y="2617788"/>
            <a:ext cx="3048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283686"/>
              </p:ext>
            </p:extLst>
          </p:nvPr>
        </p:nvGraphicFramePr>
        <p:xfrm>
          <a:off x="5391150" y="2374424"/>
          <a:ext cx="6076950" cy="2308860"/>
        </p:xfrm>
        <a:graphic>
          <a:graphicData uri="http://schemas.openxmlformats.org/drawingml/2006/table">
            <a:tbl>
              <a:tblPr/>
              <a:tblGrid>
                <a:gridCol w="6076950">
                  <a:extLst>
                    <a:ext uri="{9D8B030D-6E8A-4147-A177-3AD203B41FA5}">
                      <a16:colId xmlns:a16="http://schemas.microsoft.com/office/drawing/2014/main" val="25198642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dirty="0">
                          <a:effectLst/>
                        </a:rPr>
                        <a:t/>
                      </a:r>
                      <a:br>
                        <a:rPr lang="en-AU" dirty="0">
                          <a:effectLst/>
                        </a:rPr>
                      </a:br>
                      <a:r>
                        <a:rPr lang="en-AU" dirty="0">
                          <a:effectLst/>
                        </a:rPr>
                        <a:t>The weighted chain of a </a:t>
                      </a:r>
                      <a:r>
                        <a:rPr lang="en-AU" b="1" dirty="0">
                          <a:solidFill>
                            <a:srgbClr val="00868B"/>
                          </a:solidFill>
                          <a:effectLst/>
                        </a:rPr>
                        <a:t>kusarigama</a:t>
                      </a:r>
                      <a:r>
                        <a:rPr lang="en-AU" dirty="0">
                          <a:effectLst/>
                        </a:rPr>
                        <a:t> is swung in a circle, then released to </a:t>
                      </a:r>
                      <a:r>
                        <a:rPr lang="en-AU" b="1" dirty="0">
                          <a:solidFill>
                            <a:srgbClr val="32B57C"/>
                          </a:solidFill>
                          <a:effectLst/>
                        </a:rPr>
                        <a:t>tangle an opponent</a:t>
                      </a:r>
                      <a:r>
                        <a:rPr lang="en-AU" dirty="0">
                          <a:effectLst/>
                        </a:rPr>
                        <a:t> or their weapon.</a:t>
                      </a:r>
                      <a:br>
                        <a:rPr lang="en-AU" dirty="0">
                          <a:effectLst/>
                        </a:rPr>
                      </a:br>
                      <a:r>
                        <a:rPr lang="en-AU" dirty="0">
                          <a:effectLst/>
                        </a:rPr>
                        <a:t/>
                      </a:r>
                      <a:br>
                        <a:rPr lang="en-AU" dirty="0">
                          <a:effectLst/>
                        </a:rPr>
                      </a:br>
                      <a:r>
                        <a:rPr lang="en-AU" dirty="0">
                          <a:effectLst/>
                        </a:rPr>
                        <a:t>Use your knowledge of </a:t>
                      </a:r>
                      <a:r>
                        <a:rPr lang="en-AU" b="1" dirty="0">
                          <a:solidFill>
                            <a:srgbClr val="5F9FB9"/>
                          </a:solidFill>
                          <a:effectLst/>
                        </a:rPr>
                        <a:t>forces</a:t>
                      </a:r>
                      <a:r>
                        <a:rPr lang="en-AU" dirty="0">
                          <a:effectLst/>
                        </a:rPr>
                        <a:t> to identify the </a:t>
                      </a:r>
                      <a:r>
                        <a:rPr lang="en-AU" b="1" dirty="0">
                          <a:solidFill>
                            <a:srgbClr val="00868B"/>
                          </a:solidFill>
                          <a:effectLst/>
                        </a:rPr>
                        <a:t>centripetal force</a:t>
                      </a:r>
                      <a:r>
                        <a:rPr lang="en-AU" dirty="0">
                          <a:effectLst/>
                        </a:rPr>
                        <a:t> that keeps the chain in </a:t>
                      </a:r>
                      <a:r>
                        <a:rPr lang="en-AU" b="1" dirty="0">
                          <a:solidFill>
                            <a:srgbClr val="32B57C"/>
                          </a:solidFill>
                          <a:effectLst/>
                        </a:rPr>
                        <a:t>circular motion.</a:t>
                      </a:r>
                      <a:r>
                        <a:rPr lang="en-AU" dirty="0">
                          <a:effectLst/>
                        </a:rPr>
                        <a:t/>
                      </a:r>
                      <a:br>
                        <a:rPr lang="en-AU" dirty="0">
                          <a:effectLst/>
                        </a:rPr>
                      </a:br>
                      <a:r>
                        <a:rPr lang="en-AU" dirty="0">
                          <a:effectLst/>
                        </a:rPr>
                        <a:t/>
                      </a:r>
                      <a:br>
                        <a:rPr lang="en-AU" dirty="0">
                          <a:effectLst/>
                        </a:rPr>
                      </a:br>
                      <a:r>
                        <a:rPr lang="en-AU" dirty="0">
                          <a:effectLst/>
                        </a:rPr>
                        <a:t>The </a:t>
                      </a:r>
                      <a:r>
                        <a:rPr lang="en-AU" b="1" dirty="0">
                          <a:solidFill>
                            <a:srgbClr val="5F9FB9"/>
                          </a:solidFill>
                          <a:effectLst/>
                        </a:rPr>
                        <a:t>force</a:t>
                      </a:r>
                      <a:r>
                        <a:rPr lang="en-AU" dirty="0">
                          <a:effectLst/>
                        </a:rPr>
                        <a:t> might be gravity, tension, spring, support, or applied.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037479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7104226" y="2005092"/>
            <a:ext cx="10823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Example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5928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https://www.educationperfect.com/media/content/Science/1544754361.06651g/1544754360857-3782323729519325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475" y="2324100"/>
            <a:ext cx="31623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6767986" y="1542534"/>
            <a:ext cx="10182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Solution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622800" y="2514938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weighted chain of a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kusarigama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swung in a circle, then released to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tangle an opponent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 their weapon.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/>
            </a:r>
            <a:br>
              <a:rPr lang="en-AU" dirty="0" smtClean="0"/>
            </a:br>
            <a:r>
              <a:rPr lang="en-AU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Tension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chain keeps the weight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swinging in a circle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before it's released.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/>
            </a:r>
            <a:br>
              <a:rPr lang="en-AU" dirty="0" smtClean="0"/>
            </a:b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centripetal 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tension.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671461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674" y="368300"/>
            <a:ext cx="9420225" cy="6229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552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https://www.educationperfect.com/media/content/Science/1544131423.840061g/1544131424692-2136767853987447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2675" y="474662"/>
            <a:ext cx="3343275" cy="2085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1282700" y="3542437"/>
            <a:ext cx="9982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roundabout has a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radius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1.4 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is spun at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5.4 ms−1.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child of </a:t>
            </a:r>
            <a:r>
              <a:rPr lang="en-AU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mass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42 kg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hangs on while the roundabout spins. What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must the child apply to hold onto the roundabout?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75725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287" y="292099"/>
            <a:ext cx="9726613" cy="6090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4788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09978" y="971034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Example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4614.63218 (1)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171492" y="1473199"/>
            <a:ext cx="5829508" cy="277812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14400" y="4647337"/>
            <a:ext cx="106299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 ordinary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washing machine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has a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radius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0.24 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can withstand a maximum force of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43000 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 a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speed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37 ms−1.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What is the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maximum mass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clothing that the washing machine can wash?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0331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0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237" y="188912"/>
            <a:ext cx="9961563" cy="6414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791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</Words>
  <Application>Microsoft Office PowerPoint</Application>
  <PresentationFormat>Widescreen</PresentationFormat>
  <Paragraphs>43</Paragraphs>
  <Slides>16</Slides>
  <Notes>0</Notes>
  <HiddenSlides>0</HiddenSlides>
  <MMClips>6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KaTeX_Main</vt:lpstr>
      <vt:lpstr>Office Theme</vt:lpstr>
      <vt:lpstr>Centripetal Force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Centripetal Force</dc:title>
  <dc:creator>Joseph D'cruz</dc:creator>
  <cp:lastModifiedBy>Joseph D'cruz</cp:lastModifiedBy>
  <cp:revision>1</cp:revision>
  <dcterms:created xsi:type="dcterms:W3CDTF">2020-10-31T06:55:01Z</dcterms:created>
  <dcterms:modified xsi:type="dcterms:W3CDTF">2020-10-31T06:55:08Z</dcterms:modified>
</cp:coreProperties>
</file>