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67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2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146A5-3499-48AD-B39B-3409B63DC43D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BDA2-EB20-46FB-9788-6D3983F868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2816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146A5-3499-48AD-B39B-3409B63DC43D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BDA2-EB20-46FB-9788-6D3983F868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4564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146A5-3499-48AD-B39B-3409B63DC43D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BDA2-EB20-46FB-9788-6D3983F868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0973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146A5-3499-48AD-B39B-3409B63DC43D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BDA2-EB20-46FB-9788-6D3983F868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8345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146A5-3499-48AD-B39B-3409B63DC43D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BDA2-EB20-46FB-9788-6D3983F868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4460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146A5-3499-48AD-B39B-3409B63DC43D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BDA2-EB20-46FB-9788-6D3983F868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5417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146A5-3499-48AD-B39B-3409B63DC43D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BDA2-EB20-46FB-9788-6D3983F868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0354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146A5-3499-48AD-B39B-3409B63DC43D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BDA2-EB20-46FB-9788-6D3983F868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5093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146A5-3499-48AD-B39B-3409B63DC43D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BDA2-EB20-46FB-9788-6D3983F868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5845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146A5-3499-48AD-B39B-3409B63DC43D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BDA2-EB20-46FB-9788-6D3983F868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1209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146A5-3499-48AD-B39B-3409B63DC43D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BDA2-EB20-46FB-9788-6D3983F868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3951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146A5-3499-48AD-B39B-3409B63DC43D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4BDA2-EB20-46FB-9788-6D3983F868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91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Distance and Displacement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4432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84198" y="523503"/>
            <a:ext cx="1043724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Welcome to this Smart Lesson on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displacement!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After completing this Smart Lesson you will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Explain the difference between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displacement.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Explain the difference between vectors and scalars.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Add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horizontal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vertical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vectors.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Resolve vectors into vertical and horizontal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components.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32384335.874141g/1532384335590-3405171020138750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9396" y="3267455"/>
            <a:ext cx="4940492" cy="3293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198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3058" y="553389"/>
            <a:ext cx="101441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Throughout this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Smart Lesson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will be exploring the Polish city of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Wroclaw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(read: 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vrot-swaf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  <a:endParaRPr lang="en-AU" dirty="0"/>
          </a:p>
        </p:txBody>
      </p:sp>
      <p:pic>
        <p:nvPicPr>
          <p:cNvPr id="2050" name="Picture 2" descr="https://www.educationperfect.com/media/content/Science/1532043240.252181g/1532043240732-180376163522261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271" y="1146047"/>
            <a:ext cx="4987569" cy="5478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7015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5400" y="431324"/>
            <a:ext cx="12217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Imagine you want to get from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point 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point B.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Getting from A to B is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impossible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you don't know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 to B.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 to B 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300 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32658981.4147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87318" y="2202180"/>
            <a:ext cx="5524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28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6720" y="335727"/>
            <a:ext cx="1128979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isn't enough! You also need to know the direction from A to B. To describe the distance AND direction between two points we use a quantity called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displacement.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Direction can be recorded using a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compass rose.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Imagine a line from A to B, and pick the line in the compass rose that points in the same direction.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 to B is northwest (NW).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32659205.4489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77590" y="2506980"/>
            <a:ext cx="5524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74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4808" y="301074"/>
            <a:ext cx="113760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Your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trebuchet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all set up on the riverbank, ready to fire at the city wall. To fire a trebuchet accurately,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your target must be known.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target below?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32463823.784411g/1532463823149-36356523608905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039" y="2474976"/>
            <a:ext cx="61436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8908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6120" y="524028"/>
            <a:ext cx="1169327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line on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compass rose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points in the same direction as the target is the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northeast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line.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target 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300 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northeast.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32659673.915961g/1532659674069-58915603416359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8231" y="2279904"/>
            <a:ext cx="61436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433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2904" y="405843"/>
            <a:ext cx="111323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Distance is a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scalar,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means it's described by a size only. Other examples of scalars are temperature and mass. None of these quantities have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Displacement is a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vector,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means it's described by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size and direction.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Another example of a vector is the force of gravity, as it has a size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(9.8 ms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direction (toward the centre of the Earth).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41844477.181851g/1441844478683-113979914085468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239" y="1956323"/>
            <a:ext cx="6562725" cy="224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912876" y="4833289"/>
            <a:ext cx="104378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Both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measured in metres 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3238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9644" y="544932"/>
            <a:ext cx="114863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Compass points aren't very accurate. However, we can measure a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a bearing.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Bearings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angles in degrees from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000°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359°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 are measured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clockwise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north.</a:t>
            </a:r>
            <a:endParaRPr lang="en-AU" dirty="0"/>
          </a:p>
        </p:txBody>
      </p:sp>
      <p:pic>
        <p:nvPicPr>
          <p:cNvPr id="6146" name="Picture 2" descr="https://www.educationperfect.com/media/content/Science/1532044481.223771g/1532044481948-180376163522261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233" y="2286952"/>
            <a:ext cx="7891145" cy="375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0311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3232" y="569316"/>
            <a:ext cx="108997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bearing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trebuchet to the target below?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32464260.099251g/1532464259500-36356523608905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274" y="2304288"/>
            <a:ext cx="61436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0819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1528" y="373909"/>
            <a:ext cx="111323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Looking at the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protractor,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can see that the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angle from north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approximately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030°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Therefore,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bearing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target below 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030°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32464288.11361g/1532464287500-36356523608905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5902" y="2267712"/>
            <a:ext cx="61436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856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9202" y="273100"/>
            <a:ext cx="61328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section we'll learn how to add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vectors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together.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32306811.674331g/1532306812219-447385814065167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703" y="919431"/>
            <a:ext cx="5124450" cy="241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803274" y="3338782"/>
            <a:ext cx="110839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Adding two vectors together yields another vector, with a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size and 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its own.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Vectors are added by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connecting the arrowhead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one vector to the tail of a second vector. The sum of the two vectors is the distance and direction from the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tail of the first,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tip of the second: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20" name="Picture 4" descr="https://www.educationperfect.com/media/content/Science/1532465625.54481g/1532465624984-3635652360890521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6597" y="4676434"/>
            <a:ext cx="3114678" cy="2163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209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https://www.educationperfect.com/media/content/Science/1532307293.69641g/1532307294221-447385814065167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927" y="346265"/>
            <a:ext cx="3933825" cy="268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26" y="3586734"/>
            <a:ext cx="10778604" cy="198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67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318" y="0"/>
            <a:ext cx="4812602" cy="692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098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1320" y="548811"/>
            <a:ext cx="95229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work out the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new vector we use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trigonometry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calculate the angle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inside the triangle:</a:t>
            </a:r>
            <a:endParaRPr lang="en-AU" dirty="0"/>
          </a:p>
        </p:txBody>
      </p:sp>
      <p:pic>
        <p:nvPicPr>
          <p:cNvPr id="11266" name="Picture 2" descr="https://www.educationperfect.com/media/content/Science/1532307482.700071g/1532307483206-447385814065167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831" y="1195142"/>
            <a:ext cx="3924300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925512" y="4157960"/>
            <a:ext cx="10766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case we'll use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tangent function,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we know the opposite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(O)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adjacent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(A)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sides, and want to find the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angle: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365" y="4804291"/>
            <a:ext cx="3626485" cy="171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043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02" y="597408"/>
            <a:ext cx="8468536" cy="5925312"/>
          </a:xfrm>
          <a:prstGeom prst="rect">
            <a:avLst/>
          </a:prstGeom>
        </p:spPr>
      </p:pic>
      <p:pic>
        <p:nvPicPr>
          <p:cNvPr id="12290" name="Picture 2" descr="https://www.educationperfect.com/media/content/Science/1532310306.852271g/1532310307371-4473858140651674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3655" y="3372040"/>
            <a:ext cx="3924300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6413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970" y="140510"/>
            <a:ext cx="1190072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of your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trebuchets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destroyed the south gate, and advanced into the city. A local has provided you with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directions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a jail, where several of your soldiers are imprisoned: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"To get to the jail, walk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100 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north, then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100 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east."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Instead of walking over to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explain the situation,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let’s fire the trebuchet at the jail to break them out.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trebuchet to the jail?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532466660.676851g/1532466660050-36356523608905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3520" y="3002832"/>
            <a:ext cx="61436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7599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65879" y="18096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Picture 2" descr="https://www.educationperfect.com/media/content/Science/1532466692.683331g/1532466692049-36356523608905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034" y="867291"/>
            <a:ext cx="61436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50" y="1231963"/>
            <a:ext cx="5772150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260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9398" y="370237"/>
            <a:ext cx="1005916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trebuchet to the jail 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140 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trebuchet to the jail?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https://www.educationperfect.com/media/content/Science/1532466692.683331g/1532466692049-36356523608905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8231" y="2328672"/>
            <a:ext cx="61436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246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s://www.educationperfect.com/media/content/Science/1532466748.61461g/1532466748035-36356523608905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99" y="621792"/>
            <a:ext cx="4148201" cy="257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310" y="1244727"/>
            <a:ext cx="7048500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08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7786" y="304001"/>
            <a:ext cx="1137653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section we'll learn how to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resolve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vectors into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horizontal and vertical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components.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Resolving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means taking a vector with 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complicated 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017°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239°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 splitting it into two vectors with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simple directions,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 north or east.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410" name="Picture 2" descr="https://www.educationperfect.com/media/content/Science/1532380385.517861g/1532380385453-42932023914676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664" y="2467758"/>
            <a:ext cx="4592701" cy="3601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9326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488" y="260781"/>
            <a:ext cx="113873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work out the size of the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horizontal vector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use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trigonometry.</a:t>
            </a:r>
            <a:endParaRPr lang="en-AU" dirty="0"/>
          </a:p>
        </p:txBody>
      </p:sp>
      <p:pic>
        <p:nvPicPr>
          <p:cNvPr id="18434" name="Picture 2" descr="https://www.educationperfect.com/media/content/Science/1532380774.536671g/1532380774487-42932023914676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55" y="630113"/>
            <a:ext cx="3495675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930" y="977775"/>
            <a:ext cx="7010400" cy="4638675"/>
          </a:xfrm>
          <a:prstGeom prst="rect">
            <a:avLst/>
          </a:prstGeom>
        </p:spPr>
      </p:pic>
      <p:pic>
        <p:nvPicPr>
          <p:cNvPr id="18436" name="Picture 4" descr="https://www.educationperfect.com/media/content/Science/1532381416.445261g/1532381416421-429320239146768-optimise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6563" y="4763389"/>
            <a:ext cx="2745437" cy="2094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45261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906" y="94272"/>
            <a:ext cx="119251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use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trigonometry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work out the size of the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vertical vector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well.</a:t>
            </a:r>
          </a:p>
        </p:txBody>
      </p:sp>
      <p:pic>
        <p:nvPicPr>
          <p:cNvPr id="19458" name="Picture 2" descr="https://www.educationperfect.com/media/content/Science/1532381416.445261g/1532381416421-42932023914676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6135" y="854075"/>
            <a:ext cx="3495675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154112"/>
            <a:ext cx="699135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0030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1106"/>
            <a:ext cx="118506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of your soldiers was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injured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 jail was destroyed. Fortunately there is a doctor in the city,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260 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away at 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bearing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048°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far does the doctor have to walk to the jail?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82" name="Picture 2" descr="https://www.educationperfect.com/media/content/Science/1532469296.233081g/1532469295476-36356523608905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499" y="1999488"/>
            <a:ext cx="61436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741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3032" y="261607"/>
            <a:ext cx="109737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Use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trigonometry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work out the size of the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horizontal vector.</a:t>
            </a:r>
            <a:endParaRPr lang="en-AU" dirty="0"/>
          </a:p>
        </p:txBody>
      </p:sp>
      <p:pic>
        <p:nvPicPr>
          <p:cNvPr id="21506" name="Picture 2" descr="https://www.educationperfect.com/media/content/Science/1532469357.579211g/1532469356906-36356523608905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6" y="1146048"/>
            <a:ext cx="4108856" cy="2548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943" y="1672399"/>
            <a:ext cx="6953250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8858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https://www.educationperfect.com/media/content/Science/1532469402.202531g/1532469401617-36356523608905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999" y="292608"/>
            <a:ext cx="3774643" cy="2340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66" y="1734312"/>
            <a:ext cx="7000875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098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https://www.educationperfect.com/media/content/Science/1532469438.046541g/1532469437399-36356523608905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39" y="268224"/>
            <a:ext cx="4904105" cy="3041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573" y="1609344"/>
            <a:ext cx="6382427" cy="284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91</Words>
  <Application>Microsoft Office PowerPoint</Application>
  <PresentationFormat>Widescreen</PresentationFormat>
  <Paragraphs>72</Paragraphs>
  <Slides>27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KaTeX_Main</vt:lpstr>
      <vt:lpstr>KaTeX_Math</vt:lpstr>
      <vt:lpstr>Office Theme</vt:lpstr>
      <vt:lpstr>Distance and Displacement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Distance and Displacement</dc:title>
  <dc:creator>Joseph D'cruz</dc:creator>
  <cp:lastModifiedBy>Joseph D'cruz</cp:lastModifiedBy>
  <cp:revision>3</cp:revision>
  <dcterms:created xsi:type="dcterms:W3CDTF">2020-10-30T10:12:19Z</dcterms:created>
  <dcterms:modified xsi:type="dcterms:W3CDTF">2020-10-30T10:24:34Z</dcterms:modified>
</cp:coreProperties>
</file>