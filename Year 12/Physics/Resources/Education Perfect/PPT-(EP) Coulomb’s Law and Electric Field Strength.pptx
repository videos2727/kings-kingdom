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28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563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13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8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193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141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40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83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670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908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163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54EA6-36FB-410E-B2C1-C62FE51F98C3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FB91F-03EA-4867-83A1-C6E25372B0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10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Yjo774UpH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Coulomb’s Law and Electric Field Strength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28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251936"/>
            <a:ext cx="1143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we can take a more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mathematical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look at electric fields and start putting some numbers on them. We have seen that electric fields apply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charged particles, but how do we work out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those forces? This video has the answer!</a:t>
            </a:r>
            <a:endParaRPr lang="en-AU" dirty="0"/>
          </a:p>
        </p:txBody>
      </p:sp>
      <p:pic>
        <p:nvPicPr>
          <p:cNvPr id="3" name="rYjo774UpHI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55700" y="1393825"/>
            <a:ext cx="9461500" cy="532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3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620236"/>
            <a:ext cx="11493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know how much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acting on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we can say something about how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electric field is.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Electric field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or field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density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given by the amount of force (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acting on a particle divided by its charge (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764538"/>
              </p:ext>
            </p:extLst>
          </p:nvPr>
        </p:nvGraphicFramePr>
        <p:xfrm>
          <a:off x="1838325" y="2630964"/>
          <a:ext cx="5238750" cy="937260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541322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The value of </a:t>
                      </a:r>
                      <a:r>
                        <a:rPr lang="en-AU" b="1" dirty="0">
                          <a:effectLst/>
                          <a:latin typeface="KaTeX_Main"/>
                        </a:rPr>
                        <a:t>E</a:t>
                      </a:r>
                      <a:r>
                        <a:rPr lang="en-AU" dirty="0">
                          <a:effectLst/>
                        </a:rPr>
                        <a:t> is not constant in the electric field around a proton or electron. This is because such fields are </a:t>
                      </a:r>
                      <a:r>
                        <a:rPr lang="en-AU" b="1" dirty="0">
                          <a:effectLst/>
                        </a:rPr>
                        <a:t>radial</a:t>
                      </a:r>
                      <a:r>
                        <a:rPr lang="en-AU" dirty="0">
                          <a:effectLst/>
                        </a:rPr>
                        <a:t> and spread out in all directions.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722398"/>
                  </a:ext>
                </a:extLst>
              </a:tr>
            </a:tbl>
          </a:graphicData>
        </a:graphic>
      </p:graphicFrame>
      <p:pic>
        <p:nvPicPr>
          <p:cNvPr id="1026" name="Picture 2" descr="https://www.educationperfect.com/media/content/Science/1440132277.813161g/1440132273984-1026732552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800" y="2151856"/>
            <a:ext cx="18859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422398914.953791g/1422398901844-261542630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22" y="3568224"/>
            <a:ext cx="3273853" cy="297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737100" y="43564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in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uniform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all the lines are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evenly spaced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same at every point in the field. You get uniform electric fields by taking two conducting plates and connecting them to the terminals of a battery. One plate becomes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positively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other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negatively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an electric field is set up.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365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5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KaTeX_Main</vt:lpstr>
      <vt:lpstr>Office Theme</vt:lpstr>
      <vt:lpstr>Coulomb’s Law and Electric Field Strength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Coulomb’s Law and Electric Field Strength</dc:title>
  <dc:creator>Joseph D'cruz</dc:creator>
  <cp:lastModifiedBy>Joseph D'cruz</cp:lastModifiedBy>
  <cp:revision>1</cp:revision>
  <dcterms:created xsi:type="dcterms:W3CDTF">2020-12-18T00:44:00Z</dcterms:created>
  <dcterms:modified xsi:type="dcterms:W3CDTF">2020-12-18T00:44:31Z</dcterms:modified>
</cp:coreProperties>
</file>