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70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06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179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054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00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07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5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811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21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77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880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4BDAE-016B-4BF2-85B0-CA7D5492F0BE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245AC-4501-429E-8885-899327ED2A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50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ljRlB6TuMO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Free Fall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505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851238"/>
            <a:ext cx="11328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acceleration due to 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constant near the Earth's surface.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weight.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gravitational problems using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kinematic equations.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0662512.2667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05178" y="3251200"/>
            <a:ext cx="4053021" cy="303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1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182638"/>
            <a:ext cx="10439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(also known as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a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non-contact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acts on everything on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Earth.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two masses. It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pulls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together. You don't even need to be standing on the surface of the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Earth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it to affect you!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188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jRlB6TuMO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8700" y="576640"/>
            <a:ext cx="10858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responsible for many things that happen in our universe.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Moon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kept in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orbit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Earth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exerts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it. As the Moon moves, the Earth continually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pulls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it. The Moon does not crash into the Earth because it is moving at a certain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just fast enough to keep it moving around the Earth in an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orbit.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" name="1509324800.402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3225" y="2286000"/>
            <a:ext cx="36385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1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282139"/>
            <a:ext cx="11391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only noticeable for really big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masses,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the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Earth.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Earth's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holds everything close to the Earth,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all the people, trees and buildings.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Gravity on Earth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pulls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things towards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centre of the Earth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why you can walk on the south pole, on the very bottom of the Earth, and not fall off!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English%20&amp;%20Literature/1405658418057-162063166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0" y="36195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89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09139"/>
            <a:ext cx="11264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difference between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everyday life, the terms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interchangeable. However, in physics they have special meanings.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amount of matter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object, measured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kilograms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Your mass is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the same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wherever you are, even if you go to a different planet!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495.2598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35400" y="3062520"/>
            <a:ext cx="5397500" cy="309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0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448439"/>
            <a:ext cx="10883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an object due to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planet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sitting 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a way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measuring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effect of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objects on the surface of a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planet.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Weight is measured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Newtons,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just like every other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428.332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64974" y="3086100"/>
            <a:ext cx="4627152" cy="34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6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08340"/>
            <a:ext cx="11341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affect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 on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planets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different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Earth, however your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always 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same,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matter where you are!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objects with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different masses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have a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different weight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 </a:t>
            </a:r>
            <a:r>
              <a:rPr lang="en-AU" b="1" i="0" dirty="0" smtClean="0">
                <a:solidFill>
                  <a:srgbClr val="25B128"/>
                </a:solidFill>
                <a:effectLst/>
                <a:latin typeface="Arial" panose="020B0604020202020204" pitchFamily="34" charset="0"/>
              </a:rPr>
              <a:t>Earth.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with a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greater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have a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stronger weight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 than an object with a smaller mass.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941.8316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76650" y="3060700"/>
            <a:ext cx="48260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4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13435"/>
            <a:ext cx="1084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allows us to examine what happens to an Earth-bound object when it's falling.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1700" y="15600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freefall,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only force acting on an object is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gravity,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always acts straight down relative to the ground. Usually we can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ignore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 forces like air resistance. This gives any falling object a constant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downward 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9.8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 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  <p:pic>
        <p:nvPicPr>
          <p:cNvPr id="2050" name="Picture 2" descr="https://www.educationperfect.com/media/content/Science/1441149245.044871g/1441149250521-134890435333911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775" y="782767"/>
            <a:ext cx="1766361" cy="264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30300" y="3667036"/>
            <a:ext cx="949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 acceleration means you can use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kinematic equations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gravitation problems. Look at the following equations. Can you spot any similarities between them and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kinematic equations?</a:t>
            </a:r>
            <a:endParaRPr lang="en-AU" dirty="0"/>
          </a:p>
        </p:txBody>
      </p:sp>
      <p:pic>
        <p:nvPicPr>
          <p:cNvPr id="2052" name="Picture 4" descr="https://www.educationperfect.com/media/content/Science/1441147145.650961g/1441147146445-113881801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4577666"/>
            <a:ext cx="579120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37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90036"/>
            <a:ext cx="1082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are 3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kinematic equations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using some different letters.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three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kinematic equations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relate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displacement,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1147145.650961g/1441147146445-113881801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795462"/>
            <a:ext cx="579120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22300" y="3450709"/>
            <a:ext cx="10744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use them to solve freefall problems,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Therefore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inter-changeable in these formulae. We use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time,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should always be measured in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seconds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letter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stands for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In freefall problems, we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ignore air resistance and wind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all the motion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124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educationperfect.com/media/content/Science/1441147145.650961g/1441147146445-113881801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525462"/>
            <a:ext cx="579120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87400" y="2072839"/>
            <a:ext cx="11137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Finally,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KaTeX_Main"/>
              </a:rPr>
              <a:t>uy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KaTeX_Main"/>
              </a:rPr>
              <a:t>vy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represent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velocity.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u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represent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initial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object, when it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begins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fall. It is usually just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letter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how fast the object is moving at the end of the time frame we're interested in. The subscript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 remind us that the motion is in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Can you see how they relate to the general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kinematic equations?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4326791"/>
            <a:ext cx="9048688" cy="141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2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9854" y="894834"/>
            <a:ext cx="5429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kinematic equations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free fall problems.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41234639.298831g/1441234650215-441050368054741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9812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295900" y="27006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have a look at how these equations are used in free fall problems. They may look scary at first, but with some practice, they will become like friends to you!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4480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24639"/>
            <a:ext cx="1094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Christopher Robin and Pooh bear are playing Pooh sticks.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 game where you both drop a stick from a bridge into the water below and see which one passes under the bridge the fastest.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takes exactly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stick to reach the water.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Assuming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g=9.8m/s2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calculate how high the bridge is.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42594877.226971g/1542594877589-189673661045225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529" y="3492500"/>
            <a:ext cx="4041721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43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87" y="0"/>
            <a:ext cx="10554239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5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4" y="112712"/>
            <a:ext cx="10144125" cy="66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8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Widescreen</PresentationFormat>
  <Paragraphs>59</Paragraphs>
  <Slides>16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KaTeX_Main</vt:lpstr>
      <vt:lpstr>Office Theme</vt:lpstr>
      <vt:lpstr>Free Fall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Fall</dc:title>
  <dc:creator>Joseph D'cruz</dc:creator>
  <cp:lastModifiedBy>Joseph D'cruz</cp:lastModifiedBy>
  <cp:revision>1</cp:revision>
  <dcterms:created xsi:type="dcterms:W3CDTF">2020-10-30T23:46:04Z</dcterms:created>
  <dcterms:modified xsi:type="dcterms:W3CDTF">2020-10-30T23:46:24Z</dcterms:modified>
</cp:coreProperties>
</file>