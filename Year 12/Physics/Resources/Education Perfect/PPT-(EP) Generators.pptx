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37AA-D970-498E-8950-1FCFD0214AA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275DF-2B36-4662-B702-7DA788A2B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2446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37AA-D970-498E-8950-1FCFD0214AA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275DF-2B36-4662-B702-7DA788A2B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738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37AA-D970-498E-8950-1FCFD0214AA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275DF-2B36-4662-B702-7DA788A2B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4533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37AA-D970-498E-8950-1FCFD0214AA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275DF-2B36-4662-B702-7DA788A2B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2139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37AA-D970-498E-8950-1FCFD0214AA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275DF-2B36-4662-B702-7DA788A2B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7506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37AA-D970-498E-8950-1FCFD0214AA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275DF-2B36-4662-B702-7DA788A2B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959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37AA-D970-498E-8950-1FCFD0214AA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275DF-2B36-4662-B702-7DA788A2B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003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37AA-D970-498E-8950-1FCFD0214AA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275DF-2B36-4662-B702-7DA788A2B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4083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37AA-D970-498E-8950-1FCFD0214AA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275DF-2B36-4662-B702-7DA788A2B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8065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37AA-D970-498E-8950-1FCFD0214AA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275DF-2B36-4662-B702-7DA788A2B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7783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C37AA-D970-498E-8950-1FCFD0214AA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C275DF-2B36-4662-B702-7DA788A2B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4569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8C37AA-D970-498E-8950-1FCFD0214AA5}" type="datetimeFigureOut">
              <a:rPr lang="en-AU" smtClean="0"/>
              <a:t>18/12/2020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C275DF-2B36-4662-B702-7DA788A2B9E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510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6.mp4"/><Relationship Id="rId1" Type="http://schemas.microsoft.com/office/2007/relationships/media" Target="../media/media6.mp4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Generators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7920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4700" y="825838"/>
            <a:ext cx="10185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 the end of this Smart Lesson, you should be able to: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Explain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what a </a:t>
            </a:r>
            <a:r>
              <a:rPr lang="en-AU" b="1" i="0" dirty="0" smtClean="0">
                <a:solidFill>
                  <a:srgbClr val="AE0044"/>
                </a:solidFill>
                <a:effectLst/>
                <a:latin typeface="Arial" panose="020B0604020202020204" pitchFamily="34" charset="0"/>
              </a:rPr>
              <a:t>generator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Summarise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 generators use </a:t>
            </a:r>
            <a:r>
              <a:rPr lang="en-AU" b="1" i="0" dirty="0" smtClean="0">
                <a:solidFill>
                  <a:srgbClr val="6F1E51"/>
                </a:solidFill>
                <a:effectLst/>
                <a:latin typeface="Arial" panose="020B0604020202020204" pitchFamily="34" charset="0"/>
              </a:rPr>
              <a:t>electromagnetic induction.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b="1" i="0" dirty="0" smtClean="0">
                <a:solidFill>
                  <a:srgbClr val="00AE6A"/>
                </a:solidFill>
                <a:effectLst/>
                <a:latin typeface="Arial" panose="020B0604020202020204" pitchFamily="34" charset="0"/>
              </a:rPr>
              <a:t>Outline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some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examples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systems that use generators.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423687656.543981g/1423687647208-153500780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2754312"/>
            <a:ext cx="5695950" cy="3924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8906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27440"/>
            <a:ext cx="10883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generator is a device that transforms </a:t>
            </a:r>
            <a:r>
              <a:rPr lang="en-AU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mechanical energy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 </a:t>
            </a:r>
            <a:r>
              <a:rPr lang="en-AU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electrical energy.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Mechanical energy includes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potential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(energy that is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stored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objects) and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(energy of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moving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objects).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Electrical energy is the energy associated with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electricity.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Very simply, this means that generators turn </a:t>
            </a:r>
            <a:r>
              <a:rPr lang="en-AU" b="1" i="0" dirty="0" smtClean="0">
                <a:solidFill>
                  <a:srgbClr val="CEA073"/>
                </a:solidFill>
                <a:effectLst/>
                <a:latin typeface="Arial" panose="020B0604020202020204" pitchFamily="34" charset="0"/>
              </a:rPr>
              <a:t>movement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CEA073"/>
                </a:solidFill>
                <a:effectLst/>
                <a:latin typeface="Arial" panose="020B0604020202020204" pitchFamily="34" charset="0"/>
              </a:rPr>
              <a:t>stored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 </a:t>
            </a:r>
            <a:r>
              <a:rPr lang="en-AU" b="1" i="0" dirty="0" smtClean="0">
                <a:solidFill>
                  <a:srgbClr val="CEA073"/>
                </a:solidFill>
                <a:effectLst/>
                <a:latin typeface="Arial" panose="020B0604020202020204" pitchFamily="34" charset="0"/>
              </a:rPr>
              <a:t>electricity.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German/1464818237.356541g/1464818252860-2148530258145623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2075" y="3352800"/>
            <a:ext cx="47625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3940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588139"/>
            <a:ext cx="112649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Generators use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electromagnetic induction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transform mechanical energy into electrical energy.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way of doing this is to </a:t>
            </a:r>
            <a:r>
              <a:rPr lang="en-AU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spin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 </a:t>
            </a:r>
            <a:r>
              <a:rPr lang="en-AU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loop of wire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inside a </a:t>
            </a:r>
            <a:r>
              <a:rPr lang="en-AU" b="1" i="0" dirty="0" smtClean="0">
                <a:solidFill>
                  <a:srgbClr val="A82056"/>
                </a:solidFill>
                <a:effectLst/>
                <a:latin typeface="Arial" panose="020B0604020202020204" pitchFamily="34" charset="0"/>
              </a:rPr>
              <a:t>constant magnetic field.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generates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inside the wire.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other method is to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turn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 </a:t>
            </a:r>
            <a:r>
              <a:rPr lang="en-AU" b="1" i="0" dirty="0" smtClean="0">
                <a:solidFill>
                  <a:srgbClr val="004620"/>
                </a:solidFill>
                <a:effectLst/>
                <a:latin typeface="Arial" panose="020B0604020202020204" pitchFamily="34" charset="0"/>
              </a:rPr>
              <a:t>magnet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inside a </a:t>
            </a:r>
            <a:r>
              <a:rPr lang="en-AU" b="1" i="0" dirty="0" smtClean="0">
                <a:solidFill>
                  <a:srgbClr val="004620"/>
                </a:solidFill>
                <a:effectLst/>
                <a:latin typeface="Arial" panose="020B0604020202020204" pitchFamily="34" charset="0"/>
              </a:rPr>
              <a:t>wire loop.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Since the magnetic field </a:t>
            </a:r>
            <a:r>
              <a:rPr lang="en-AU" b="1" i="0" dirty="0" smtClean="0">
                <a:solidFill>
                  <a:srgbClr val="004620"/>
                </a:solidFill>
                <a:effectLst/>
                <a:latin typeface="Arial" panose="020B0604020202020204" pitchFamily="34" charset="0"/>
              </a:rPr>
              <a:t>changes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magnet rotates, this also generates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wire.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0920.4684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98924" y="2870200"/>
            <a:ext cx="3952875" cy="37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07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" y="378242"/>
            <a:ext cx="115189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generators produce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AC electricity.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the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current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changes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travels in many times each second. AC stands for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"Alternating Current"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 is the type of electricity that comes from a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power socket.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other type of electricity that can be used is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DC electricity,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 stands for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"Direct Current".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current only travels in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one direction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this system.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One advantage of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over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DC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that we can use a device called a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transformer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easily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change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voltage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an AC current. This can not be done with DC power.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0754.86118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245688" y="3797300"/>
            <a:ext cx="3560923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719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3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341343"/>
            <a:ext cx="114173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Hydroelectric dams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use generators to produce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AC electricity.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They produce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70%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world's </a:t>
            </a:r>
            <a:r>
              <a:rPr lang="en-AU" b="1" i="0" dirty="0" smtClean="0">
                <a:solidFill>
                  <a:srgbClr val="CEA073"/>
                </a:solidFill>
                <a:effectLst/>
                <a:latin typeface="Arial" panose="020B0604020202020204" pitchFamily="34" charset="0"/>
              </a:rPr>
              <a:t>renewable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produce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7%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 </a:t>
            </a:r>
            <a:r>
              <a:rPr lang="en-AU" b="1" i="0" dirty="0" smtClean="0">
                <a:solidFill>
                  <a:srgbClr val="CEA073"/>
                </a:solidFill>
                <a:effectLst/>
                <a:latin typeface="Arial" panose="020B0604020202020204" pitchFamily="34" charset="0"/>
              </a:rPr>
              <a:t>Australia's power,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they are very important!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These dams store a lot of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water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reservoirs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behind them. The water is then forced through a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tube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near the base of the dam (called the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penstock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into an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outflow river.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quickly moving water rotates a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turbine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penstock.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turbine's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shaft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extends up to the </a:t>
            </a: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generator.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that when the turbine rotates, the </a:t>
            </a: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magnet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 </a:t>
            </a:r>
            <a:r>
              <a:rPr lang="en-AU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loop of wire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also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rotates,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electricity is produced.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812" y="3805237"/>
            <a:ext cx="4700588" cy="293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36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100" y="426641"/>
            <a:ext cx="11531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Most of the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electrical energy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produced by hydroelectric dams comes from the potential energy of the water.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water in the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reservoir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much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higher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water in the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outflow river.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that the water in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reservoir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has </a:t>
            </a:r>
            <a:r>
              <a:rPr lang="en-AU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more gravitational potential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water in the outflow lake.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the water flows past the turbine, the </a:t>
            </a:r>
            <a:r>
              <a:rPr lang="en-AU" b="1" i="0" dirty="0" smtClean="0">
                <a:solidFill>
                  <a:srgbClr val="CEA073"/>
                </a:solidFill>
                <a:effectLst/>
                <a:latin typeface="Arial" panose="020B0604020202020204" pitchFamily="34" charset="0"/>
              </a:rPr>
              <a:t>difference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gravitational potential energy is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transferred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 </a:t>
            </a:r>
            <a:r>
              <a:rPr lang="en-AU" b="1" i="0" dirty="0" smtClean="0">
                <a:solidFill>
                  <a:srgbClr val="CEA073"/>
                </a:solidFill>
                <a:effectLst/>
                <a:latin typeface="Arial" panose="020B0604020202020204" pitchFamily="34" charset="0"/>
              </a:rPr>
              <a:t>turbine.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turbine and generator then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transform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energy into </a:t>
            </a:r>
            <a:r>
              <a:rPr lang="en-AU" b="1" i="0" dirty="0" smtClean="0">
                <a:solidFill>
                  <a:srgbClr val="CEA073"/>
                </a:solidFill>
                <a:effectLst/>
                <a:latin typeface="Arial" panose="020B0604020202020204" pitchFamily="34" charset="0"/>
              </a:rPr>
              <a:t>electrical energy.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19214.97901 (1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138487" y="3076575"/>
            <a:ext cx="5838825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529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5041"/>
            <a:ext cx="113665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Coal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power plants are very important in Australia - they provide 69% of our </a:t>
            </a:r>
            <a:r>
              <a:rPr lang="en-AU" b="1" i="0" dirty="0" smtClean="0">
                <a:solidFill>
                  <a:srgbClr val="666666"/>
                </a:solidFill>
                <a:effectLst/>
                <a:latin typeface="Arial" panose="020B0604020202020204" pitchFamily="34" charset="0"/>
              </a:rPr>
              <a:t>electricity!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First,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coal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burnt in the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furnace.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Similar power plants burn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oil 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or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 natural gas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furnace to produce electricity. The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boiler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above the furnace, so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released from the burning fuel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boils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water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boiler, producing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steam.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steam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then rushes past a </a:t>
            </a:r>
            <a:r>
              <a:rPr lang="en-AU" b="1" i="0" dirty="0" smtClean="0">
                <a:solidFill>
                  <a:srgbClr val="782D19"/>
                </a:solidFill>
                <a:effectLst/>
                <a:latin typeface="Arial" panose="020B0604020202020204" pitchFamily="34" charset="0"/>
              </a:rPr>
              <a:t>turbine,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spinning its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blades.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steam enters the turbine when it is very </a:t>
            </a:r>
            <a:r>
              <a:rPr lang="en-AU" b="1" i="0" dirty="0" smtClean="0">
                <a:solidFill>
                  <a:srgbClr val="782D19"/>
                </a:solidFill>
                <a:effectLst/>
                <a:latin typeface="Arial" panose="020B0604020202020204" pitchFamily="34" charset="0"/>
              </a:rPr>
              <a:t>fast and hot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leaves when it is </a:t>
            </a:r>
            <a:r>
              <a:rPr lang="en-AU" b="1" i="0" dirty="0" smtClean="0">
                <a:solidFill>
                  <a:srgbClr val="782D19"/>
                </a:solidFill>
                <a:effectLst/>
                <a:latin typeface="Arial" panose="020B0604020202020204" pitchFamily="34" charset="0"/>
              </a:rPr>
              <a:t>slow and cold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that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maximum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 </a:t>
            </a:r>
            <a:r>
              <a:rPr lang="en-AU" b="1" i="0" dirty="0" smtClean="0">
                <a:solidFill>
                  <a:srgbClr val="782D19"/>
                </a:solidFill>
                <a:effectLst/>
                <a:latin typeface="Arial" panose="020B0604020202020204" pitchFamily="34" charset="0"/>
              </a:rPr>
              <a:t>transferred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turbine.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13217465.9235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302000" y="3281362"/>
            <a:ext cx="4768850" cy="357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856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67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5643"/>
            <a:ext cx="121031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a coal </a:t>
            </a:r>
            <a:r>
              <a:rPr lang="en-AU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powerstation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a turbine is linked to the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generator.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the turbine spins, the generator also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turns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generates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electricity.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Power pylons then carry the electricity to your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home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that you can use it.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the </a:t>
            </a:r>
            <a:r>
              <a:rPr lang="en-AU" b="1" i="0" dirty="0" smtClean="0">
                <a:solidFill>
                  <a:srgbClr val="00A1C9"/>
                </a:solidFill>
                <a:effectLst/>
                <a:latin typeface="Arial" panose="020B0604020202020204" pitchFamily="34" charset="0"/>
              </a:rPr>
              <a:t>chemical potential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coal is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transformed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 </a:t>
            </a:r>
            <a:r>
              <a:rPr lang="en-AU" b="1" i="0" dirty="0" smtClean="0">
                <a:solidFill>
                  <a:srgbClr val="00A1C9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0A1C9"/>
                </a:solidFill>
                <a:effectLst/>
                <a:latin typeface="Arial" panose="020B0604020202020204" pitchFamily="34" charset="0"/>
              </a:rPr>
              <a:t>heat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transferred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steam. As the steam spins the turbine, all this energy is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transformed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 </a:t>
            </a:r>
            <a:r>
              <a:rPr lang="en-AU" b="1" i="0" dirty="0" smtClean="0">
                <a:solidFill>
                  <a:srgbClr val="00A1C9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transferred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turbine.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turbine then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generator,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which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transforms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into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electrical energy.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098" name="Picture 2" descr="https://www.educationperfect.com/media/content/Science/1530487246.335681g/1530487246153-3339293549813029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304" y="3721100"/>
            <a:ext cx="5784491" cy="2906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0142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5300" y="430243"/>
            <a:ext cx="111633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Wind power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another very important energy source in Australia, as they make up about 30% of our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renewable energy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5% of our </a:t>
            </a:r>
            <a:r>
              <a:rPr lang="en-AU" b="1" i="0" dirty="0" smtClean="0">
                <a:solidFill>
                  <a:srgbClr val="732DA4"/>
                </a:solidFill>
                <a:effectLst/>
                <a:latin typeface="Arial" panose="020B0604020202020204" pitchFamily="34" charset="0"/>
              </a:rPr>
              <a:t>total electricity.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wind farm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made up of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wind turbines.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These turbines look kind of like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giant fans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have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three blades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each.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wind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blows, it </a:t>
            </a:r>
            <a:r>
              <a:rPr lang="en-AU" b="1" i="0" dirty="0" smtClean="0">
                <a:solidFill>
                  <a:srgbClr val="E3316F"/>
                </a:solidFill>
                <a:effectLst/>
                <a:latin typeface="Arial" panose="020B0604020202020204" pitchFamily="34" charset="0"/>
              </a:rPr>
              <a:t>spins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turbines.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shaft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turbine is connected to the </a:t>
            </a:r>
            <a:r>
              <a:rPr lang="en-AU" b="1" i="0" dirty="0" smtClean="0">
                <a:solidFill>
                  <a:srgbClr val="E3316F"/>
                </a:solidFill>
                <a:effectLst/>
                <a:latin typeface="Arial" panose="020B0604020202020204" pitchFamily="34" charset="0"/>
              </a:rPr>
              <a:t>generator,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the generator produces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electricity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the turbine turns.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that the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wind is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transferred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turbine, which then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energy to the generator. The generator then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transforms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 </a:t>
            </a:r>
            <a:r>
              <a:rPr lang="en-AU" b="1" i="0" dirty="0" smtClean="0">
                <a:solidFill>
                  <a:srgbClr val="DF6612"/>
                </a:solidFill>
                <a:effectLst/>
                <a:latin typeface="Arial" panose="020B0604020202020204" pitchFamily="34" charset="0"/>
              </a:rPr>
              <a:t>electrical energy.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09322011.68396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289300" y="3713956"/>
            <a:ext cx="5295900" cy="297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722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0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434539"/>
            <a:ext cx="110109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EB9373"/>
                </a:solidFill>
                <a:effectLst/>
                <a:latin typeface="Arial" panose="020B0604020202020204" pitchFamily="34" charset="0"/>
              </a:rPr>
              <a:t>Nuclear power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significant power source in many parts of the world. It is not used in Australia, but it provides around 11% of the </a:t>
            </a:r>
            <a:r>
              <a:rPr lang="en-AU" b="1" i="0" dirty="0" smtClean="0">
                <a:solidFill>
                  <a:srgbClr val="EB9373"/>
                </a:solidFill>
                <a:effectLst/>
                <a:latin typeface="Arial" panose="020B0604020202020204" pitchFamily="34" charset="0"/>
              </a:rPr>
              <a:t>world's electricity.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Nuclear reactors are actually very similar to </a:t>
            </a:r>
            <a:r>
              <a:rPr lang="en-AU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coal power plants.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nuclear fuel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(usually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uranium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) undergoes a special reaction called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nuclear fission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releases </a:t>
            </a:r>
            <a:r>
              <a:rPr lang="en-AU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heat.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heat is then used to boil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water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 </a:t>
            </a:r>
            <a:r>
              <a:rPr lang="en-AU" b="1" i="0" dirty="0" smtClean="0">
                <a:solidFill>
                  <a:srgbClr val="F7BE3A"/>
                </a:solidFill>
                <a:effectLst/>
                <a:latin typeface="Arial" panose="020B0604020202020204" pitchFamily="34" charset="0"/>
              </a:rPr>
              <a:t>reactor vessel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surrounding the nuclear fuel.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13217912.0005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27350" y="228600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720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7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7100" y="402441"/>
            <a:ext cx="10464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steam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produced from the boiling water is used to spin a </a:t>
            </a:r>
            <a:r>
              <a:rPr lang="en-AU" b="1" i="0" dirty="0" smtClean="0">
                <a:solidFill>
                  <a:srgbClr val="1B479F"/>
                </a:solidFill>
                <a:effectLst/>
                <a:latin typeface="Arial" panose="020B0604020202020204" pitchFamily="34" charset="0"/>
              </a:rPr>
              <a:t>turbine,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just like in a coal power plant.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turbine and generator are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connected,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 </a:t>
            </a:r>
            <a:r>
              <a:rPr lang="en-AU" b="1" i="0" dirty="0" smtClean="0">
                <a:solidFill>
                  <a:srgbClr val="7FA7E3"/>
                </a:solidFill>
                <a:effectLst/>
                <a:latin typeface="Arial" panose="020B0604020202020204" pitchFamily="34" charset="0"/>
              </a:rPr>
              <a:t>electricity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produced when steam spins the turbine.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Therefore, the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chemical potential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uranium is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transformed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kinetic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heat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transferred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steam. The energy is then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transferred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turbine and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transformed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kinetic energy.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turbine then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transfers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kinetic energy to the generator, which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transforms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into </a:t>
            </a:r>
            <a:r>
              <a:rPr lang="en-AU" b="1" i="0" dirty="0" smtClean="0">
                <a:solidFill>
                  <a:srgbClr val="0BAD7C"/>
                </a:solidFill>
                <a:effectLst/>
                <a:latin typeface="Arial" panose="020B0604020202020204" pitchFamily="34" charset="0"/>
              </a:rPr>
              <a:t>electrical energy.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14590296.8212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89866" y="3225800"/>
            <a:ext cx="4842933" cy="363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272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0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14338"/>
            <a:ext cx="11785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big difference between </a:t>
            </a:r>
            <a:r>
              <a:rPr lang="en-AU" b="1" i="0" dirty="0" smtClean="0">
                <a:solidFill>
                  <a:srgbClr val="315867"/>
                </a:solidFill>
                <a:effectLst/>
                <a:latin typeface="Arial" panose="020B0604020202020204" pitchFamily="34" charset="0"/>
              </a:rPr>
              <a:t>coal power plants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315867"/>
                </a:solidFill>
                <a:effectLst/>
                <a:latin typeface="Arial" panose="020B0604020202020204" pitchFamily="34" charset="0"/>
              </a:rPr>
              <a:t>nuclear reactors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that coal is burnt to produce heat and uranium undergoes nuclear fission.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After uranium undergoes </a:t>
            </a:r>
            <a:r>
              <a:rPr lang="en-AU" b="1" i="0" dirty="0" smtClean="0">
                <a:solidFill>
                  <a:srgbClr val="1289A7"/>
                </a:solidFill>
                <a:effectLst/>
                <a:latin typeface="Arial" panose="020B0604020202020204" pitchFamily="34" charset="0"/>
              </a:rPr>
              <a:t>nuclear fission,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radioactive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by-products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are produced. These by-products need to be stored for </a:t>
            </a:r>
            <a:r>
              <a:rPr lang="en-AU" b="1" i="0" dirty="0" smtClean="0">
                <a:solidFill>
                  <a:srgbClr val="1289A7"/>
                </a:solidFill>
                <a:effectLst/>
                <a:latin typeface="Arial" panose="020B0604020202020204" pitchFamily="34" charset="0"/>
              </a:rPr>
              <a:t>thousands of years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 that they don't harm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people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or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environment.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https://www.educationperfect.com/media/content/Maths/1485826411.608861g/1485826416444-318162127558150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2475" y="3390900"/>
            <a:ext cx="3800475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www.educationperfect.com/media/content/Maths/1485826417.566211g/1485826423613-3181621275581506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9375" y="3047999"/>
            <a:ext cx="3800475" cy="280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2512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7500" y="501640"/>
            <a:ext cx="110617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Nuclear fission needs to be </a:t>
            </a:r>
            <a:r>
              <a:rPr lang="en-AU" b="1" i="0" dirty="0" smtClean="0">
                <a:solidFill>
                  <a:srgbClr val="1289A7"/>
                </a:solidFill>
                <a:effectLst/>
                <a:latin typeface="Arial" panose="020B0604020202020204" pitchFamily="34" charset="0"/>
              </a:rPr>
              <a:t>very carefully controlled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nuclear power plants.</a:t>
            </a:r>
            <a:endParaRPr lang="en-AU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the reaction gets out of control, there could be an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enormous explosion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that would release dangerous </a:t>
            </a:r>
            <a:r>
              <a:rPr lang="en-AU" b="1" i="0" dirty="0" smtClean="0">
                <a:solidFill>
                  <a:srgbClr val="CEA073"/>
                </a:solidFill>
                <a:effectLst/>
                <a:latin typeface="Arial" panose="020B0604020202020204" pitchFamily="34" charset="0"/>
              </a:rPr>
              <a:t>nuclear by-products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into the environment.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For these reasons, Australia has decided </a:t>
            </a:r>
            <a:r>
              <a:rPr lang="en-AU" b="1" i="0" dirty="0" smtClean="0">
                <a:solidFill>
                  <a:srgbClr val="89A036"/>
                </a:solidFill>
                <a:effectLst/>
                <a:latin typeface="Arial" panose="020B0604020202020204" pitchFamily="34" charset="0"/>
              </a:rPr>
              <a:t>not to use nuclear power.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It's possible that in the future we might use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nuclear power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produce electricity like </a:t>
            </a:r>
            <a:r>
              <a:rPr lang="en-AU" b="1" i="0" dirty="0" smtClean="0">
                <a:solidFill>
                  <a:srgbClr val="89A036"/>
                </a:solidFill>
                <a:effectLst/>
                <a:latin typeface="Arial" panose="020B0604020202020204" pitchFamily="34" charset="0"/>
              </a:rPr>
              <a:t>Japan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b="1" i="0" dirty="0" smtClean="0">
                <a:solidFill>
                  <a:srgbClr val="89A036"/>
                </a:solidFill>
                <a:effectLst/>
                <a:latin typeface="Arial" panose="020B0604020202020204" pitchFamily="34" charset="0"/>
              </a:rPr>
              <a:t>USA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(for example), but we probably won't use it unless we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absolutely have to.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Maths/1485826417.566211g/1485826423613-3181621275581506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75" y="3198812"/>
            <a:ext cx="3800475" cy="280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s://www.educationperfect.com/media/content/Maths/1485826411.608861g/1485826416444-3181621275581506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7575" y="3370262"/>
            <a:ext cx="3800475" cy="246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2490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58</Words>
  <Application>Microsoft Office PowerPoint</Application>
  <PresentationFormat>Widescreen</PresentationFormat>
  <Paragraphs>72</Paragraphs>
  <Slides>14</Slides>
  <Notes>0</Notes>
  <HiddenSlides>0</HiddenSlides>
  <MMClips>7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KaTeX_Main</vt:lpstr>
      <vt:lpstr>Office Theme</vt:lpstr>
      <vt:lpstr>Generators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Generators</dc:title>
  <dc:creator>Joseph D'cruz</dc:creator>
  <cp:lastModifiedBy>Joseph D'cruz</cp:lastModifiedBy>
  <cp:revision>2</cp:revision>
  <dcterms:created xsi:type="dcterms:W3CDTF">2020-12-18T01:36:29Z</dcterms:created>
  <dcterms:modified xsi:type="dcterms:W3CDTF">2020-12-18T01:46:34Z</dcterms:modified>
</cp:coreProperties>
</file>