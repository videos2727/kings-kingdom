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4F57-2ABA-4F5D-B54C-AA4A8EFE714F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8A49-CDAB-4B86-9E67-5C4DB444A0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3120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4F57-2ABA-4F5D-B54C-AA4A8EFE714F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8A49-CDAB-4B86-9E67-5C4DB444A0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7236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4F57-2ABA-4F5D-B54C-AA4A8EFE714F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8A49-CDAB-4B86-9E67-5C4DB444A0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3492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4F57-2ABA-4F5D-B54C-AA4A8EFE714F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8A49-CDAB-4B86-9E67-5C4DB444A0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9792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4F57-2ABA-4F5D-B54C-AA4A8EFE714F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8A49-CDAB-4B86-9E67-5C4DB444A0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6421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4F57-2ABA-4F5D-B54C-AA4A8EFE714F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8A49-CDAB-4B86-9E67-5C4DB444A0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7626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4F57-2ABA-4F5D-B54C-AA4A8EFE714F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8A49-CDAB-4B86-9E67-5C4DB444A0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2427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4F57-2ABA-4F5D-B54C-AA4A8EFE714F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8A49-CDAB-4B86-9E67-5C4DB444A0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0691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4F57-2ABA-4F5D-B54C-AA4A8EFE714F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8A49-CDAB-4B86-9E67-5C4DB444A0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9069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4F57-2ABA-4F5D-B54C-AA4A8EFE714F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8A49-CDAB-4B86-9E67-5C4DB444A0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705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4F57-2ABA-4F5D-B54C-AA4A8EFE714F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38A49-CDAB-4B86-9E67-5C4DB444A0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2741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D4F57-2ABA-4F5D-B54C-AA4A8EFE714F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E38A49-CDAB-4B86-9E67-5C4DB444A0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8457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Magnetic Force on a Wire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3237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200" y="861536"/>
            <a:ext cx="104775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be able to:</a:t>
            </a:r>
            <a:endParaRPr lang="en-AU" b="0" i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you find the </a:t>
            </a:r>
            <a:r>
              <a:rPr lang="en-AU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acts 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force.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6017.7521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44900" y="2565400"/>
            <a:ext cx="55880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7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375841"/>
            <a:ext cx="11201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 charged particle moves through a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magnetic field,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 magnetic force acts on it.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current-carrying wire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contains many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charged particles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are all travelling in the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same direction.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that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also applied to current-carrying wires when they pass through magnetic fields.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will look at current-carrying wires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before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single charged particles because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always flows in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same direction,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the particle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curves around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magnetic force acts on it. This makes current-carrying wires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easier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understand than single particles.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8024.974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02000" y="3319939"/>
            <a:ext cx="5549900" cy="353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466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00" y="447239"/>
            <a:ext cx="115189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use the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right-hand slap rule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find the direction that the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magnetic force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acts in.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Point the </a:t>
            </a:r>
            <a:r>
              <a:rPr lang="en-AU" b="1" i="0" dirty="0" smtClean="0">
                <a:solidFill>
                  <a:srgbClr val="F1759A"/>
                </a:solidFill>
                <a:effectLst/>
                <a:latin typeface="Arial" panose="020B0604020202020204" pitchFamily="34" charset="0"/>
              </a:rPr>
              <a:t>thumb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your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right hand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direction that the </a:t>
            </a:r>
            <a:r>
              <a:rPr lang="en-AU" b="1" i="0" dirty="0" smtClean="0">
                <a:solidFill>
                  <a:srgbClr val="F1759A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wire is flowing in. Then point your </a:t>
            </a:r>
            <a:r>
              <a:rPr lang="en-AU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fingers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direction of the </a:t>
            </a:r>
            <a:r>
              <a:rPr lang="en-AU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magnetic field.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the </a:t>
            </a:r>
            <a:r>
              <a:rPr lang="en-AU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palm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your hand is facing the direction that the </a:t>
            </a:r>
            <a:r>
              <a:rPr lang="en-AU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magnetic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acting in.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85225713.43771g/1485225713920-35952565909605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4" y="2586037"/>
            <a:ext cx="6651625" cy="3886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49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773837"/>
            <a:ext cx="11201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can remember this because when you </a:t>
            </a:r>
            <a:r>
              <a:rPr lang="en-AU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slap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someone, you apply a </a:t>
            </a:r>
            <a:r>
              <a:rPr lang="en-AU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force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their face.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Therefore,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palm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your hand corresponds to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magnetic force.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Just make sure you remember to use your </a:t>
            </a:r>
            <a:r>
              <a:rPr lang="en-AU" b="1" i="0" u="sng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right hand!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5191.4917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01950" y="2573338"/>
            <a:ext cx="6978650" cy="393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0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1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7900" y="614740"/>
            <a:ext cx="10477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look at an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example.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Say there is a wire with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flowing from </a:t>
            </a:r>
            <a:r>
              <a:rPr lang="en-AU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left to right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 is passing through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field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points straight </a:t>
            </a:r>
            <a:r>
              <a:rPr lang="en-AU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away from you.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Which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 you think the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magnetic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wire will act in?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Try to use the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right-hand rule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first then look on the next slide for an explanation.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85137752.193491g/1485137752721-356362778229839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0775" y="3589337"/>
            <a:ext cx="4743450" cy="2771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7403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389741"/>
            <a:ext cx="11379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Here's how you use the right-hand rule in this situation: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Point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thumb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your right hand to the </a:t>
            </a:r>
            <a:r>
              <a:rPr lang="en-AU" b="1" i="0" dirty="0" smtClean="0">
                <a:solidFill>
                  <a:srgbClr val="F1759A"/>
                </a:solidFill>
                <a:effectLst/>
                <a:latin typeface="Arial" panose="020B0604020202020204" pitchFamily="34" charset="0"/>
              </a:rPr>
              <a:t>right.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Now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turn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your hand so that your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fingers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pointing </a:t>
            </a:r>
            <a:r>
              <a:rPr lang="en-AU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away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you. Your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palm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should now be facing </a:t>
            </a:r>
            <a:r>
              <a:rPr lang="en-AU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up.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 </a:t>
            </a:r>
            <a:r>
              <a:rPr lang="en-AU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magnetic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the wire points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up!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Therefore, the </a:t>
            </a:r>
            <a:r>
              <a:rPr lang="en-AU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wire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move up.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represents force and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I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represents current. Remember,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crosses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represent a magnetic field that points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away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you.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85139629.812941g/1485139630493-3563627782298390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4" y="3275012"/>
            <a:ext cx="5673725" cy="3489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91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211941"/>
            <a:ext cx="11049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use this formula to calculate the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magnetic force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current and magnetic field are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perpendicular: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F=BIL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formula,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force,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magnetic field,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I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 </a:t>
            </a:r>
            <a:r>
              <a:rPr lang="en-AU" b="1" i="0" dirty="0" smtClean="0">
                <a:solidFill>
                  <a:srgbClr val="F1759A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length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wire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magnetic field.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Notice how we are only dealing with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magnitudes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here - you still need to use the </a:t>
            </a:r>
            <a:r>
              <a:rPr lang="en-AU" b="1" i="0" dirty="0" smtClean="0">
                <a:solidFill>
                  <a:srgbClr val="CEA073"/>
                </a:solidFill>
                <a:effectLst/>
                <a:latin typeface="Arial" panose="020B0604020202020204" pitchFamily="34" charset="0"/>
              </a:rPr>
              <a:t>right-hand rule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find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magnetic force.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59911846.816811g/1459911849526-2489512302971418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774" y="3340100"/>
            <a:ext cx="1851025" cy="3191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297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609938"/>
            <a:ext cx="10820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need to be careful to use the right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units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we do this calculation.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always be in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newtons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field strength</a:t>
            </a:r>
            <a:r>
              <a:rPr lang="en-AU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must be in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teslas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 in </a:t>
            </a:r>
            <a:r>
              <a:rPr lang="en-AU" b="1" i="0" dirty="0" smtClean="0">
                <a:solidFill>
                  <a:srgbClr val="F1759A"/>
                </a:solidFill>
                <a:effectLst/>
                <a:latin typeface="Arial" panose="020B0604020202020204" pitchFamily="34" charset="0"/>
              </a:rPr>
              <a:t>amperes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wire must be in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metres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Maths/1468979823.41081g/1468979830778-3871410211352393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6830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697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276642"/>
            <a:ext cx="113665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Make sure you always check the units you are given before you perform your calculations!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probably won't be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given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magnetic field strength in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teslas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though - you are much more likely to be given it in </a:t>
            </a:r>
            <a:r>
              <a:rPr lang="en-AU" b="1" i="0" dirty="0" err="1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microteslas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0" i="1" dirty="0" err="1" smtClean="0">
                <a:solidFill>
                  <a:srgbClr val="444444"/>
                </a:solidFill>
                <a:effectLst/>
                <a:latin typeface="KaTeX_Math"/>
              </a:rPr>
              <a:t>μ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KaTeX_Main"/>
              </a:rPr>
              <a:t>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or </a:t>
            </a:r>
            <a:r>
              <a:rPr lang="en-AU" b="1" i="0" dirty="0" err="1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milliteslas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KaTeX_Main"/>
              </a:rPr>
              <a:t>mT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 This means that you will need to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convert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magnetic field strength into teslas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before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doing the magnetic force calculation.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millitesla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thousandth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tesla. This means that to convert </a:t>
            </a:r>
            <a:r>
              <a:rPr lang="en-AU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milliteslas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teslas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need to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divide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1000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Similarly, a </a:t>
            </a:r>
            <a:r>
              <a:rPr lang="en-AU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microtesla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millionth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tesla. You </a:t>
            </a:r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divide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1,000,000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convert these into teslas.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469134135.336871g/1469134142468-438504132164934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187" y="3415963"/>
            <a:ext cx="7096125" cy="280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9099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Widescreen</PresentationFormat>
  <Paragraphs>53</Paragraphs>
  <Slides>10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KaTeX_Main</vt:lpstr>
      <vt:lpstr>KaTeX_Math</vt:lpstr>
      <vt:lpstr>Office Theme</vt:lpstr>
      <vt:lpstr>Magnetic Force on a Wire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Magnetic Force on a Wire</dc:title>
  <dc:creator>Joseph D'cruz</dc:creator>
  <cp:lastModifiedBy>Joseph D'cruz</cp:lastModifiedBy>
  <cp:revision>1</cp:revision>
  <dcterms:created xsi:type="dcterms:W3CDTF">2020-12-18T01:24:09Z</dcterms:created>
  <dcterms:modified xsi:type="dcterms:W3CDTF">2020-12-18T01:24:18Z</dcterms:modified>
</cp:coreProperties>
</file>