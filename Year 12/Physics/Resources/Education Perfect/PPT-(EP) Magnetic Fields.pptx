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13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4555B-72AE-49EA-AAA7-EE7A1DED87C5}" type="datetimeFigureOut">
              <a:rPr lang="en-AU" smtClean="0"/>
              <a:t>2/11/2020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7C13-A3AE-433F-ABC8-E1F4333AAF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8747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4555B-72AE-49EA-AAA7-EE7A1DED87C5}" type="datetimeFigureOut">
              <a:rPr lang="en-AU" smtClean="0"/>
              <a:t>2/11/2020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7C13-A3AE-433F-ABC8-E1F4333AAF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275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4555B-72AE-49EA-AAA7-EE7A1DED87C5}" type="datetimeFigureOut">
              <a:rPr lang="en-AU" smtClean="0"/>
              <a:t>2/11/2020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7C13-A3AE-433F-ABC8-E1F4333AAF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5067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4555B-72AE-49EA-AAA7-EE7A1DED87C5}" type="datetimeFigureOut">
              <a:rPr lang="en-AU" smtClean="0"/>
              <a:t>2/11/2020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7C13-A3AE-433F-ABC8-E1F4333AAF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4165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4555B-72AE-49EA-AAA7-EE7A1DED87C5}" type="datetimeFigureOut">
              <a:rPr lang="en-AU" smtClean="0"/>
              <a:t>2/11/2020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7C13-A3AE-433F-ABC8-E1F4333AAF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5514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4555B-72AE-49EA-AAA7-EE7A1DED87C5}" type="datetimeFigureOut">
              <a:rPr lang="en-AU" smtClean="0"/>
              <a:t>2/11/2020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7C13-A3AE-433F-ABC8-E1F4333AAF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5525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4555B-72AE-49EA-AAA7-EE7A1DED87C5}" type="datetimeFigureOut">
              <a:rPr lang="en-AU" smtClean="0"/>
              <a:t>2/11/2020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7C13-A3AE-433F-ABC8-E1F4333AAF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0775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4555B-72AE-49EA-AAA7-EE7A1DED87C5}" type="datetimeFigureOut">
              <a:rPr lang="en-AU" smtClean="0"/>
              <a:t>2/11/2020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7C13-A3AE-433F-ABC8-E1F4333AAF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3564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4555B-72AE-49EA-AAA7-EE7A1DED87C5}" type="datetimeFigureOut">
              <a:rPr lang="en-AU" smtClean="0"/>
              <a:t>2/11/2020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7C13-A3AE-433F-ABC8-E1F4333AAF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3916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4555B-72AE-49EA-AAA7-EE7A1DED87C5}" type="datetimeFigureOut">
              <a:rPr lang="en-AU" smtClean="0"/>
              <a:t>2/11/2020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7C13-A3AE-433F-ABC8-E1F4333AAF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7547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4555B-72AE-49EA-AAA7-EE7A1DED87C5}" type="datetimeFigureOut">
              <a:rPr lang="en-AU" smtClean="0"/>
              <a:t>2/11/2020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47C13-A3AE-433F-ABC8-E1F4333AAF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505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24555B-72AE-49EA-AAA7-EE7A1DED87C5}" type="datetimeFigureOut">
              <a:rPr lang="en-AU" smtClean="0"/>
              <a:t>2/11/2020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C47C13-A3AE-433F-ABC8-E1F4333AAF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7213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Magnetic Fields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7289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6408" y="942010"/>
            <a:ext cx="1043199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lesson, you should be able to: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AE6A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what a </a:t>
            </a:r>
            <a:r>
              <a:rPr lang="en-AU" b="1" i="0" dirty="0" smtClean="0">
                <a:solidFill>
                  <a:srgbClr val="CEA07E"/>
                </a:solidFill>
                <a:effectLst/>
                <a:latin typeface="Arial" panose="020B0604020202020204" pitchFamily="34" charset="0"/>
              </a:rPr>
              <a:t>magnetic field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AE6A"/>
                </a:solidFill>
                <a:effectLst/>
                <a:latin typeface="Arial" panose="020B0604020202020204" pitchFamily="34" charset="0"/>
              </a:rPr>
              <a:t>Outline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 </a:t>
            </a:r>
            <a:r>
              <a:rPr lang="en-AU" b="1" i="0" dirty="0" smtClean="0">
                <a:solidFill>
                  <a:srgbClr val="7EACCE"/>
                </a:solidFill>
                <a:effectLst/>
                <a:latin typeface="Arial" panose="020B0604020202020204" pitchFamily="34" charset="0"/>
              </a:rPr>
              <a:t>magnetic flux lines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convey information about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strength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magnetic force.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AE6A"/>
                </a:solidFill>
                <a:effectLst/>
                <a:latin typeface="Arial" panose="020B0604020202020204" pitchFamily="34" charset="0"/>
              </a:rPr>
              <a:t>Name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C87ECE"/>
                </a:solidFill>
                <a:effectLst/>
                <a:latin typeface="Arial" panose="020B0604020202020204" pitchFamily="34" charset="0"/>
              </a:rPr>
              <a:t>principle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allows magnetic fields to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interact.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AE6A"/>
                </a:solidFill>
                <a:effectLst/>
                <a:latin typeface="Arial" panose="020B0604020202020204" pitchFamily="34" charset="0"/>
              </a:rPr>
              <a:t>Draw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simple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magnetic fields, such as the magnetic field of a </a:t>
            </a:r>
            <a:r>
              <a:rPr lang="en-AU" b="1" i="0" dirty="0" smtClean="0">
                <a:solidFill>
                  <a:srgbClr val="7ECEC8"/>
                </a:solidFill>
                <a:effectLst/>
                <a:latin typeface="Arial" panose="020B0604020202020204" pitchFamily="34" charset="0"/>
              </a:rPr>
              <a:t>bar magnet.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0699.2000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51200" y="3048398"/>
            <a:ext cx="4605336" cy="345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060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1999" y="1802047"/>
            <a:ext cx="1063413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b="1" i="0" dirty="0" smtClean="0">
                <a:solidFill>
                  <a:srgbClr val="CEA07E"/>
                </a:solidFill>
                <a:effectLst/>
                <a:latin typeface="Arial" panose="020B0604020202020204" pitchFamily="34" charset="0"/>
              </a:rPr>
              <a:t>magnetic field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area around the magnet where there is a </a:t>
            </a:r>
            <a:r>
              <a:rPr lang="en-AU" b="1" i="0" dirty="0" smtClean="0">
                <a:solidFill>
                  <a:srgbClr val="C87ECE"/>
                </a:solidFill>
                <a:effectLst/>
                <a:latin typeface="Arial" panose="020B0604020202020204" pitchFamily="34" charset="0"/>
              </a:rPr>
              <a:t>magnetic force.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Moving </a:t>
            </a:r>
            <a:r>
              <a:rPr lang="en-AU" b="1" i="0" dirty="0" smtClean="0">
                <a:solidFill>
                  <a:srgbClr val="7EACCE"/>
                </a:solidFill>
                <a:effectLst/>
                <a:latin typeface="Arial" panose="020B0604020202020204" pitchFamily="34" charset="0"/>
              </a:rPr>
              <a:t>electric charges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also produce magnetic fields, but you don't need to worry about that for a while.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use </a:t>
            </a:r>
            <a:r>
              <a:rPr lang="en-AU" b="1" i="0" dirty="0" smtClean="0">
                <a:solidFill>
                  <a:srgbClr val="CEA07E"/>
                </a:solidFill>
                <a:effectLst/>
                <a:latin typeface="Arial" panose="020B0604020202020204" pitchFamily="34" charset="0"/>
              </a:rPr>
              <a:t>magnetic flux lines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(also called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field lines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to show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field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around a magnet. You can actually </a:t>
            </a:r>
            <a:r>
              <a:rPr lang="en-AU" b="1" i="0" dirty="0" smtClean="0">
                <a:solidFill>
                  <a:srgbClr val="7EACCE"/>
                </a:solidFill>
                <a:effectLst/>
                <a:latin typeface="Arial" panose="020B0604020202020204" pitchFamily="34" charset="0"/>
              </a:rPr>
              <a:t>see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magnetic flux lines if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iron filings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scattered around the magnet!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472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7875" y="730975"/>
            <a:ext cx="108383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flux lines always come out of the </a:t>
            </a:r>
            <a:r>
              <a:rPr lang="en-AU" b="1" i="0" dirty="0" smtClean="0">
                <a:solidFill>
                  <a:srgbClr val="ED1C24"/>
                </a:solidFill>
                <a:effectLst/>
                <a:latin typeface="Arial" panose="020B0604020202020204" pitchFamily="34" charset="0"/>
              </a:rPr>
              <a:t>north pole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magnet and go into the </a:t>
            </a:r>
            <a:r>
              <a:rPr lang="en-AU" b="1" i="0" dirty="0" smtClean="0">
                <a:solidFill>
                  <a:srgbClr val="00AEEF"/>
                </a:solidFill>
                <a:effectLst/>
                <a:latin typeface="Arial" panose="020B0604020202020204" pitchFamily="34" charset="0"/>
              </a:rPr>
              <a:t>south pole.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for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bar magnets,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magnetic field comes out of the north pole then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curves around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enter the south pole.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Images/Content/Science/1379637436058-915161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7591" y="2635779"/>
            <a:ext cx="3518959" cy="3481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0976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3074" y="1107780"/>
            <a:ext cx="1126172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strength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magnetic field is represented by how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close together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magnetic flux lines are.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the lines are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close together,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means that the magnetic field is </a:t>
            </a:r>
            <a:r>
              <a:rPr lang="en-AU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strong.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they are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spread apart,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magnetic field is </a:t>
            </a:r>
            <a:r>
              <a:rPr lang="en-AU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weak.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example, in the diagram below, you can see that the magnetic flux lines are much closer together near the </a:t>
            </a:r>
            <a:r>
              <a:rPr lang="en-AU" b="1" i="0" dirty="0" smtClean="0">
                <a:solidFill>
                  <a:srgbClr val="1D93D4"/>
                </a:solidFill>
                <a:effectLst/>
                <a:latin typeface="Arial" panose="020B0604020202020204" pitchFamily="34" charset="0"/>
              </a:rPr>
              <a:t>poles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on the </a:t>
            </a:r>
            <a:r>
              <a:rPr lang="en-AU" b="1" i="0" dirty="0" smtClean="0">
                <a:solidFill>
                  <a:srgbClr val="1D93D4"/>
                </a:solidFill>
                <a:effectLst/>
                <a:latin typeface="Arial" panose="020B0604020202020204" pitchFamily="34" charset="0"/>
              </a:rPr>
              <a:t>sides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bar magnet.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84791755.410171g/1484791769138-3521761041610291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041" y="3280860"/>
            <a:ext cx="5466291" cy="3361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0036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2142" y="336706"/>
            <a:ext cx="113802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is a particular unit that is used to measure the strength of a magnetic field.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179" y="627110"/>
            <a:ext cx="7769754" cy="6230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842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532" y="140811"/>
            <a:ext cx="1146386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Sometimes when you are working out problems involving magnetic fields, the fields go </a:t>
            </a:r>
            <a:r>
              <a:rPr lang="en-AU" b="1" i="0" dirty="0" smtClean="0">
                <a:solidFill>
                  <a:srgbClr val="7ECEA0"/>
                </a:solidFill>
                <a:effectLst/>
                <a:latin typeface="Arial" panose="020B0604020202020204" pitchFamily="34" charset="0"/>
              </a:rPr>
              <a:t>into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b="1" i="0" dirty="0" smtClean="0">
                <a:solidFill>
                  <a:srgbClr val="A07ECE"/>
                </a:solidFill>
                <a:effectLst/>
                <a:latin typeface="Arial" panose="020B0604020202020204" pitchFamily="34" charset="0"/>
              </a:rPr>
              <a:t>out of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page.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have </a:t>
            </a:r>
            <a:r>
              <a:rPr lang="en-AU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special notation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represent these fields.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767" y="1559453"/>
            <a:ext cx="8657166" cy="519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564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3467" y="410481"/>
            <a:ext cx="10668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two magnets are close together, their magnetic fields </a:t>
            </a:r>
            <a:r>
              <a:rPr lang="en-AU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interact.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occurs because of the </a:t>
            </a:r>
            <a:r>
              <a:rPr lang="en-AU" b="1" i="1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superposition principle.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magnetic fields of two magnets are pointing in the </a:t>
            </a:r>
            <a:r>
              <a:rPr lang="en-AU" b="1" i="0" dirty="0" smtClean="0">
                <a:solidFill>
                  <a:srgbClr val="F7BE3A"/>
                </a:solidFill>
                <a:effectLst/>
                <a:latin typeface="Arial" panose="020B0604020202020204" pitchFamily="34" charset="0"/>
              </a:rPr>
              <a:t>same direction,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fields will </a:t>
            </a:r>
            <a:r>
              <a:rPr lang="en-AU" b="1" i="0" dirty="0" smtClean="0">
                <a:solidFill>
                  <a:srgbClr val="F7BE3A"/>
                </a:solidFill>
                <a:effectLst/>
                <a:latin typeface="Arial" panose="020B0604020202020204" pitchFamily="34" charset="0"/>
              </a:rPr>
              <a:t>add together.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means that the magnetic force will be </a:t>
            </a:r>
            <a:r>
              <a:rPr lang="en-AU" b="1" i="0" dirty="0" smtClean="0">
                <a:solidFill>
                  <a:srgbClr val="F7BE3A"/>
                </a:solidFill>
                <a:effectLst/>
                <a:latin typeface="Arial" panose="020B0604020202020204" pitchFamily="34" charset="0"/>
              </a:rPr>
              <a:t>stronger.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fields point in </a:t>
            </a:r>
            <a:r>
              <a:rPr lang="en-AU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opposite directions,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will </a:t>
            </a:r>
            <a:r>
              <a:rPr lang="en-AU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cancel out.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will make the magnetic force </a:t>
            </a:r>
            <a:r>
              <a:rPr lang="en-AU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weaker.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18489.4152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29617" y="3170767"/>
            <a:ext cx="36957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441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1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0267" y="397639"/>
            <a:ext cx="11226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easiest example of the </a:t>
            </a:r>
            <a:r>
              <a:rPr lang="en-AU" b="1" i="0" dirty="0" smtClean="0">
                <a:solidFill>
                  <a:srgbClr val="21A0B1"/>
                </a:solidFill>
                <a:effectLst/>
                <a:latin typeface="Arial" panose="020B0604020202020204" pitchFamily="34" charset="0"/>
              </a:rPr>
              <a:t>superposition of magnetic fields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two bar magnets that have </a:t>
            </a:r>
            <a:r>
              <a:rPr lang="en-AU" b="1" i="0" dirty="0" smtClean="0">
                <a:solidFill>
                  <a:srgbClr val="CEA073"/>
                </a:solidFill>
                <a:effectLst/>
                <a:latin typeface="Arial" panose="020B0604020202020204" pitchFamily="34" charset="0"/>
              </a:rPr>
              <a:t>opposite poles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facing each other.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scenario, the </a:t>
            </a:r>
            <a:r>
              <a:rPr lang="en-AU" b="1" i="0" dirty="0" smtClean="0">
                <a:solidFill>
                  <a:srgbClr val="CEA073"/>
                </a:solidFill>
                <a:effectLst/>
                <a:latin typeface="Arial" panose="020B0604020202020204" pitchFamily="34" charset="0"/>
              </a:rPr>
              <a:t>magnetic flux lines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come out of one magnet's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north pole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go into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other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magnet's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south pole.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creates a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very strong magnetic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 two magnets, so they are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attracted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each other.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32300201.339871g/1532300212250-287113207595928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192" y="4094162"/>
            <a:ext cx="7600950" cy="1209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9023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9733" y="360740"/>
            <a:ext cx="1075266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Something a little bit more complicated happens when the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bar magnets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like poles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facing together.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diagrams below show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flux lines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 </a:t>
            </a:r>
            <a:r>
              <a:rPr lang="en-AU" b="1" i="0" dirty="0" smtClean="0">
                <a:solidFill>
                  <a:srgbClr val="00AEEE"/>
                </a:solidFill>
                <a:effectLst/>
                <a:latin typeface="Arial" panose="020B0604020202020204" pitchFamily="34" charset="0"/>
              </a:rPr>
              <a:t>two south poles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b="1" i="0" dirty="0" smtClean="0">
                <a:solidFill>
                  <a:srgbClr val="ED1C24"/>
                </a:solidFill>
                <a:effectLst/>
                <a:latin typeface="Arial" panose="020B0604020202020204" pitchFamily="34" charset="0"/>
              </a:rPr>
              <a:t>two north poles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held together.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these diagrams,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magnetic flux lines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either both flowing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inwards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both flowing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outwards.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causes the magnetic fields to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interact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such a way that the magnets are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repelled.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32302422.094031g/1532302433046-287113207595928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7053" y="2946063"/>
            <a:ext cx="7058025" cy="2016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www.educationperfect.com/media/content/Science/1532304078.598441g/1532304089539-287113207595928-8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175" y="4953000"/>
            <a:ext cx="761047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6115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632</Words>
  <Application>Microsoft Office PowerPoint</Application>
  <PresentationFormat>Widescreen</PresentationFormat>
  <Paragraphs>41</Paragraphs>
  <Slides>10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Magnetic Fields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Magnetic Fields</dc:title>
  <dc:creator>D'CRUZ Jean [Narrogin Senior High School]</dc:creator>
  <cp:lastModifiedBy>D'CRUZ Jean [Narrogin Senior High School]</cp:lastModifiedBy>
  <cp:revision>1</cp:revision>
  <dcterms:created xsi:type="dcterms:W3CDTF">2020-11-02T06:52:27Z</dcterms:created>
  <dcterms:modified xsi:type="dcterms:W3CDTF">2020-11-02T06:52:42Z</dcterms:modified>
</cp:coreProperties>
</file>