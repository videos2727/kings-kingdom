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7410-3CCC-4CEF-BA78-2D05637FD63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8A9E-C99B-49F3-844F-737C8742E5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5731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7410-3CCC-4CEF-BA78-2D05637FD63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8A9E-C99B-49F3-844F-737C8742E5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08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7410-3CCC-4CEF-BA78-2D05637FD63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8A9E-C99B-49F3-844F-737C8742E5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669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7410-3CCC-4CEF-BA78-2D05637FD63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8A9E-C99B-49F3-844F-737C8742E5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7883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7410-3CCC-4CEF-BA78-2D05637FD63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8A9E-C99B-49F3-844F-737C8742E5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950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7410-3CCC-4CEF-BA78-2D05637FD63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8A9E-C99B-49F3-844F-737C8742E5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2649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7410-3CCC-4CEF-BA78-2D05637FD63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8A9E-C99B-49F3-844F-737C8742E5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784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7410-3CCC-4CEF-BA78-2D05637FD63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8A9E-C99B-49F3-844F-737C8742E5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0094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7410-3CCC-4CEF-BA78-2D05637FD63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8A9E-C99B-49F3-844F-737C8742E5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886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7410-3CCC-4CEF-BA78-2D05637FD63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8A9E-C99B-49F3-844F-737C8742E5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16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07410-3CCC-4CEF-BA78-2D05637FD63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8A9E-C99B-49F3-844F-737C8742E5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3451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07410-3CCC-4CEF-BA78-2D05637FD63A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F8A9E-C99B-49F3-844F-737C8742E5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229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bsb67yG6sBQ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Equilibrium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465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950436"/>
            <a:ext cx="9944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mechanical equilibrium.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mechanical equilibrium.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meaning of the term </a:t>
            </a:r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torque.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570.2142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40149" y="3435350"/>
            <a:ext cx="5271911" cy="296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25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3600" y="423039"/>
            <a:ext cx="10756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Mechanical equilibrium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consequence of </a:t>
            </a:r>
            <a:r>
              <a:rPr lang="en-AU" b="1" i="0" dirty="0" smtClean="0">
                <a:solidFill>
                  <a:srgbClr val="64B133"/>
                </a:solidFill>
                <a:effectLst/>
                <a:latin typeface="Arial" panose="020B0604020202020204" pitchFamily="34" charset="0"/>
              </a:rPr>
              <a:t>Newton's First Law.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is in equilibrium when it's either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stationary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moving at a constant 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two requirements for mechanical equilibrium to be achieved. First, it must experience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net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external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For instance, all the forces pulling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down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an object must be balanced by forces pushing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it.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43994376.280161g/1443994372565-213644195683879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3340100"/>
            <a:ext cx="381000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900262"/>
              </p:ext>
            </p:extLst>
          </p:nvPr>
        </p:nvGraphicFramePr>
        <p:xfrm>
          <a:off x="5959475" y="3171984"/>
          <a:ext cx="3524250" cy="1760220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5408313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A book lying at rest on a table experiences an upward </a:t>
                      </a:r>
                      <a:r>
                        <a:rPr lang="en-AU" b="1" dirty="0">
                          <a:solidFill>
                            <a:srgbClr val="E04E50"/>
                          </a:solidFill>
                          <a:effectLst/>
                        </a:rPr>
                        <a:t>normal</a:t>
                      </a:r>
                      <a:r>
                        <a:rPr lang="en-AU" dirty="0">
                          <a:effectLst/>
                        </a:rPr>
                        <a:t> (</a:t>
                      </a:r>
                      <a:r>
                        <a:rPr lang="en-AU" b="1" dirty="0">
                          <a:effectLst/>
                        </a:rPr>
                        <a:t>support</a:t>
                      </a:r>
                      <a:r>
                        <a:rPr lang="en-AU" dirty="0">
                          <a:effectLst/>
                        </a:rPr>
                        <a:t>) force to balance its downward </a:t>
                      </a:r>
                      <a:r>
                        <a:rPr lang="en-AU" b="1" dirty="0">
                          <a:solidFill>
                            <a:srgbClr val="228B22"/>
                          </a:solidFill>
                          <a:effectLst/>
                        </a:rPr>
                        <a:t>weight</a:t>
                      </a:r>
                      <a:r>
                        <a:rPr lang="en-AU" b="1" dirty="0">
                          <a:effectLst/>
                        </a:rPr>
                        <a:t> force</a:t>
                      </a:r>
                      <a:r>
                        <a:rPr lang="en-AU" dirty="0">
                          <a:effectLst/>
                        </a:rPr>
                        <a:t>. It is in </a:t>
                      </a:r>
                      <a:r>
                        <a:rPr lang="en-AU" b="1" dirty="0">
                          <a:effectLst/>
                        </a:rPr>
                        <a:t>mechanical equilibrium</a:t>
                      </a:r>
                      <a:r>
                        <a:rPr lang="en-AU" dirty="0">
                          <a:effectLst/>
                        </a:rPr>
                        <a:t>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129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86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0"/>
            <a:ext cx="114808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you know a lot about forces, but the examples we've seen so far are all forces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pushing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pulling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things in straight lines.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happens when you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twist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rotate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 object instead?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Torque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name for a turning effect that causes rotation. An object can have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pivot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point, usually its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centre of mass,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around which it can rotate. A torque is produced if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 applied to an object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 directed through the pivot point.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Torque is defined as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pivot and the point where the force is applied, multiplied by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perpendicular component of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equation form, this is written as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τ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KaTeX_Main"/>
              </a:rPr>
              <a:t>Fd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Torque has units of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Nm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4020.4843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14900" y="4279900"/>
            <a:ext cx="22098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4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5500" y="490835"/>
            <a:ext cx="1069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be in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mechanical equilibrium,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secondly, there must be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no net torque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an object for it to be in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equilibrium.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40457556.420591g/1440457561425-187723227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900" y="1137166"/>
            <a:ext cx="381000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285409"/>
              </p:ext>
            </p:extLst>
          </p:nvPr>
        </p:nvGraphicFramePr>
        <p:xfrm>
          <a:off x="1641475" y="2114431"/>
          <a:ext cx="4667250" cy="1760220"/>
        </p:xfrm>
        <a:graphic>
          <a:graphicData uri="http://schemas.openxmlformats.org/drawingml/2006/table">
            <a:tbl>
              <a:tblPr/>
              <a:tblGrid>
                <a:gridCol w="4667250">
                  <a:extLst>
                    <a:ext uri="{9D8B030D-6E8A-4147-A177-3AD203B41FA5}">
                      <a16:colId xmlns:a16="http://schemas.microsoft.com/office/drawing/2014/main" val="17417909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Even when all the external forces are balanced, it's still possible for an object to </a:t>
                      </a:r>
                      <a:r>
                        <a:rPr lang="en-AU" b="1" dirty="0">
                          <a:effectLst/>
                        </a:rPr>
                        <a:t>rotate</a:t>
                      </a:r>
                      <a:r>
                        <a:rPr lang="en-AU" dirty="0">
                          <a:effectLst/>
                        </a:rPr>
                        <a:t> around its centre of mass. All the 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clockwise torques</a:t>
                      </a:r>
                      <a:r>
                        <a:rPr lang="en-AU" dirty="0">
                          <a:effectLst/>
                        </a:rPr>
                        <a:t> must be balanced by all the </a:t>
                      </a:r>
                      <a:r>
                        <a:rPr lang="en-AU" b="1" dirty="0">
                          <a:solidFill>
                            <a:srgbClr val="00A6D5"/>
                          </a:solidFill>
                          <a:effectLst/>
                        </a:rPr>
                        <a:t>anti-clockwise torques,</a:t>
                      </a:r>
                      <a:r>
                        <a:rPr lang="en-AU" dirty="0">
                          <a:effectLst/>
                        </a:rPr>
                        <a:t> so if the object rotates, it does so at a constant angular speed.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652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228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sb67yG6sBQ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08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191344"/>
            <a:ext cx="11531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solving an equilibrium problem, it is important to remember that both the linear forces and the torques must be balanced.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can break down the linear forces into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horizontal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vertical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components.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 equilibrium,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upward forces must equal the downward forces.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Similarly,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forces to the left must equal the forces to the right.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Finally,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clockwise turning forces must equal the anticlockwise turning forces.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using these simple principles, it is possible to calculate any missing values.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Digital%20Technologies/1543964454.406241g/1543964454530-2253423859867881-optimised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962" y="4167416"/>
            <a:ext cx="3775075" cy="2512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928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Widescreen</PresentationFormat>
  <Paragraphs>34</Paragraphs>
  <Slides>7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KaTeX_Main</vt:lpstr>
      <vt:lpstr>KaTeX_Math</vt:lpstr>
      <vt:lpstr>Office Theme</vt:lpstr>
      <vt:lpstr>Equilibrium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</dc:title>
  <dc:creator>Joseph D'cruz</dc:creator>
  <cp:lastModifiedBy>Joseph D'cruz</cp:lastModifiedBy>
  <cp:revision>1</cp:revision>
  <dcterms:created xsi:type="dcterms:W3CDTF">2020-10-31T06:37:17Z</dcterms:created>
  <dcterms:modified xsi:type="dcterms:W3CDTF">2020-10-31T06:37:24Z</dcterms:modified>
</cp:coreProperties>
</file>