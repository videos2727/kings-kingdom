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9257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58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207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21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9879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5905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490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1451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051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72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397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E7875-3D5C-41A8-A7EA-7290CC9C569F}" type="datetimeFigureOut">
              <a:rPr lang="en-AU" smtClean="0"/>
              <a:t>30/10/2020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30E00-E66D-4B06-8746-6B91CF8336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11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Vector Forces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43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5700" y="848836"/>
            <a:ext cx="97917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completing this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Smart Lesson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you will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Identify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present in a variety of scenarios.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Calculate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size and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angled forces.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Label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closed vector diagrams.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Calculate forces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acting on objects on slopes.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26960339.398821f/1526960369030-195132507132796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737" y="2999005"/>
            <a:ext cx="4365625" cy="361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914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3800" y="645636"/>
            <a:ext cx="98425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Forces are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vectors,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they have both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magnitude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(F)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(</a:t>
            </a:r>
            <a:r>
              <a:rPr lang="en-AU" b="0" i="1" dirty="0" smtClean="0">
                <a:solidFill>
                  <a:srgbClr val="444444"/>
                </a:solidFill>
                <a:effectLst/>
                <a:latin typeface="KaTeX_Math"/>
              </a:rPr>
              <a:t>θ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/>
            </a:r>
            <a:b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</a:b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lesson you'll learn about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force vectors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a variety of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medieval contexts</a:t>
            </a:r>
            <a:endParaRPr lang="en-AU" dirty="0"/>
          </a:p>
        </p:txBody>
      </p:sp>
      <p:pic>
        <p:nvPicPr>
          <p:cNvPr id="2050" name="Picture 2" descr="https://www.educationperfect.com/media/content/Science/1541971275.866061g/1541971277765-2747413999263521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2358768"/>
            <a:ext cx="2425700" cy="395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94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430937"/>
            <a:ext cx="110617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Angled Forces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fence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bird's-eye view exerts forces on the fence post in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two directions.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net force on the post must be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somewhere in between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two applied forces.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39743054.809011g/1539743056727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1793875"/>
            <a:ext cx="3771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36550" y="4232275"/>
            <a:ext cx="116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net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found by drawing all forces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head to tail.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line from the head to tail of this arrangement is the net force. The individual forces are marked by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single arrows,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 net force is marked by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double arrows.</a:t>
            </a:r>
            <a:endParaRPr lang="en-AU" dirty="0"/>
          </a:p>
        </p:txBody>
      </p:sp>
      <p:pic>
        <p:nvPicPr>
          <p:cNvPr id="3076" name="Picture 4" descr="https://www.educationperfect.com/media/content/Science/1541378857.02011g/1541378856933-19122563343435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475" y="5099049"/>
            <a:ext cx="2847975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778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www.educationperfect.com/media/content/Science/1539744822.530071g/1539744824434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75" y="307975"/>
            <a:ext cx="3771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4" y="3208336"/>
            <a:ext cx="7178413" cy="3459163"/>
          </a:xfrm>
          <a:prstGeom prst="rect">
            <a:avLst/>
          </a:prstGeom>
        </p:spPr>
      </p:pic>
      <p:pic>
        <p:nvPicPr>
          <p:cNvPr id="4100" name="Picture 4" descr="https://www.educationperfect.com/media/content/Science/1542158217.871161g/1542158217546-4102707057276108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675" y="3827462"/>
            <a:ext cx="3746062" cy="205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450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educationperfect.com/media/content/Science/1542158827.970521g/1542158827646-410270705727610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09562"/>
            <a:ext cx="2781300" cy="152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87" y="2432049"/>
            <a:ext cx="7275513" cy="4293745"/>
          </a:xfrm>
          <a:prstGeom prst="rect">
            <a:avLst/>
          </a:prstGeom>
        </p:spPr>
      </p:pic>
      <p:pic>
        <p:nvPicPr>
          <p:cNvPr id="5124" name="Picture 4" descr="https://www.educationperfect.com/media/content/Science/1542158841.037471g/1542158840738-4102707057276108-optimise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307" y="4254501"/>
            <a:ext cx="3373368" cy="184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37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ww.educationperfect.com/media/content/Science/1539743054.809011g/1539743056727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550" y="0"/>
            <a:ext cx="37719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92100" y="2438400"/>
            <a:ext cx="11734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Despite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 applied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pole by the wire, the pole is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at rest.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There must be a reaction force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balancing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applied force on the pole.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 forces on an object are balanced, we can use a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closed vector diagram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display all of the forces, and find any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missing forces.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Closed vector diagrams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made by drawing all of the forces acting on an object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head to tail.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forces are balanced the vectors in the diagram will form a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triangle or other closed shape.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Just use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normal arrows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these diagrams, as there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no net force vector.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8" name="Picture 4" descr="https://www.educationperfect.com/media/content/Science/1539746770.843461g/1539746772579-7540929808965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5" y="5286374"/>
            <a:ext cx="2867025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73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" y="101600"/>
            <a:ext cx="9574213" cy="662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15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937" y="0"/>
            <a:ext cx="7096125" cy="649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82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54702" y="0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39747381.251461g/1539747383144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375" y="3159918"/>
            <a:ext cx="3429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12" y="2222500"/>
            <a:ext cx="7481563" cy="378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87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3802" y="2852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39747381.251461g/1539747383144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1028700"/>
            <a:ext cx="3429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educationperfect.com/media/content/Science/1541973744.0781g/1541973745976-274741399926352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685799"/>
            <a:ext cx="1885950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175" y="3057525"/>
            <a:ext cx="530542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19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24502" y="2344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Solution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39747381.251461g/1539747383144-7540929808965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749300"/>
            <a:ext cx="3429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www.educationperfect.com/media/content/Science/1541973793.999141g/1541973795905-2747413999263521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275" y="758825"/>
            <a:ext cx="19431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335" y="2913062"/>
            <a:ext cx="488632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72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123736"/>
            <a:ext cx="11645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Objects on Slopes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object has been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placed on a slope.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weight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 points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directly downward.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media/content/Science/1541452117.70491g/1541452118583-358967966269227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1047066"/>
            <a:ext cx="236220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04800" y="2942542"/>
            <a:ext cx="108839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force of gravity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acts on this object in two ways. The object is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pressed against the surface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slope, and the object is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pushed down the slope.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component forces are at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right angles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each other.</a:t>
            </a:r>
            <a:endParaRPr lang="en-AU" dirty="0"/>
          </a:p>
        </p:txBody>
      </p:sp>
      <p:pic>
        <p:nvPicPr>
          <p:cNvPr id="10244" name="Picture 4" descr="https://www.educationperfect.com/media/content/Science/1541453694.154721g/1541453694969-358967966269227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775" y="4567237"/>
            <a:ext cx="27432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48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www.educationperfect.com/media/content/Science/1541453694.154721g/1541453694969-358967966269227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8675" y="185737"/>
            <a:ext cx="274320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419100" y="1929537"/>
            <a:ext cx="11455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at rest,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means the weight force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must be opposed.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force pulling the object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into the slope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opposed by the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support force,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points at right angles to the surface. The force pulling the object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down the slope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opposed by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friction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object and the surface.</a:t>
            </a:r>
            <a:endParaRPr lang="en-AU" dirty="0"/>
          </a:p>
        </p:txBody>
      </p:sp>
      <p:pic>
        <p:nvPicPr>
          <p:cNvPr id="11268" name="Picture 4" descr="https://www.educationperfect.com/media/content/Science/1541453889.942241g/1541453890751-358967966269227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3262312"/>
            <a:ext cx="2790825" cy="3342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2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www.educationperfect.com/media/content/Science/1541454223.788921g/1541454224568-3589679662692272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401637"/>
            <a:ext cx="2362200" cy="2447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879964" y="2849563"/>
            <a:ext cx="5498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Here's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closed vector diagram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this scenario:</a:t>
            </a:r>
            <a:endParaRPr lang="en-AU" dirty="0"/>
          </a:p>
        </p:txBody>
      </p:sp>
      <p:pic>
        <p:nvPicPr>
          <p:cNvPr id="12292" name="Picture 4" descr="https://www.educationperfect.com/media/content/Science/1541454050.71281g/1541454051512-358967966269227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5" y="3935412"/>
            <a:ext cx="2362200" cy="186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840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66712"/>
            <a:ext cx="10733506" cy="585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01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7" y="0"/>
            <a:ext cx="5800725" cy="53244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15900" y="5596235"/>
            <a:ext cx="11036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 pulling the object </a:t>
            </a:r>
            <a:r>
              <a:rPr lang="en-AU" b="1" i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down the slope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smtClean="0">
                <a:solidFill>
                  <a:srgbClr val="444444"/>
                </a:solidFill>
                <a:effectLst/>
                <a:latin typeface="KaTeX_Main"/>
              </a:rPr>
              <a:t>340 N</a:t>
            </a:r>
            <a:r>
              <a:rPr lang="en-AU" b="0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isn't moving down the slope, so the </a:t>
            </a:r>
            <a:r>
              <a:rPr lang="en-AU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friction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 </a:t>
            </a:r>
            <a:r>
              <a:rPr lang="en-AU" b="1" i="0" dirty="0" smtClean="0">
                <a:solidFill>
                  <a:srgbClr val="5F9FB9"/>
                </a:solidFill>
                <a:effectLst/>
                <a:latin typeface="Arial" panose="020B0604020202020204" pitchFamily="34" charset="0"/>
              </a:rPr>
              <a:t>equal and 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this force.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0573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125" y="138112"/>
            <a:ext cx="5619750" cy="52863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8000" y="5583535"/>
            <a:ext cx="108331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force pulling the object </a:t>
            </a:r>
            <a:r>
              <a:rPr lang="en-AU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into the slope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940 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 object isn't moving into the slope, so the </a:t>
            </a:r>
            <a:r>
              <a:rPr lang="en-AU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support force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must be </a:t>
            </a:r>
            <a:r>
              <a:rPr lang="en-AU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equal and opposite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this force.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27805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</Words>
  <Application>Microsoft Office PowerPoint</Application>
  <PresentationFormat>Widescreen</PresentationFormat>
  <Paragraphs>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KaTeX_Main</vt:lpstr>
      <vt:lpstr>KaTeX_Math</vt:lpstr>
      <vt:lpstr>Office Theme</vt:lpstr>
      <vt:lpstr>Vector Forces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Vector Forces</dc:title>
  <dc:creator>Joseph D'cruz</dc:creator>
  <cp:lastModifiedBy>Joseph D'cruz</cp:lastModifiedBy>
  <cp:revision>2</cp:revision>
  <dcterms:created xsi:type="dcterms:W3CDTF">2020-10-30T11:05:17Z</dcterms:created>
  <dcterms:modified xsi:type="dcterms:W3CDTF">2020-10-30T11:08:25Z</dcterms:modified>
</cp:coreProperties>
</file>