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615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1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272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3612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639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722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3060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05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24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04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85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596A0-8EDC-4206-90AF-119B02FA769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78935-7208-471B-9D7C-6676A1F3C3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0545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Magnetic Field of a Current-Carrying Wire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77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501640"/>
            <a:ext cx="11188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Fields Generated by Current-Carrying Wires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about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magnetic fields generated by current-carrying wires.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After you have completed this lesson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Determine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magnitude and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field around current-carrying wires.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Draw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field generated by a current-carrying wire.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Solve problems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involving the magnitude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magnetic field, current and 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current-carrying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635.9821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62300" y="3422649"/>
            <a:ext cx="57404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4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600839"/>
            <a:ext cx="11722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magnetic fields generated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current-carrying wires are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extremely important.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change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magnetic field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generated by the wires fairly easily, which means that it can be used in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important technology.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variable magnetic fields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generated by current-carrying wires are used in lots of things, from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computer hard drives to MRI machines!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804.085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78287" y="2959100"/>
            <a:ext cx="4175125" cy="376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0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73839"/>
            <a:ext cx="10629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well known that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moving, charged particles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generate magnetic fields.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Wires that have a current flowing through them contain many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charged particles moving in the same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therefore also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generate magnetic fields.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current flowing through the wire is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conventional current.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you need to think about it as a flow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positive charges,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not a flow of electrons.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03454705.251981g/1503454718571-969521905972044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257" y="3949700"/>
            <a:ext cx="5112986" cy="218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15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00440"/>
            <a:ext cx="10706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current carrying wire produces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circular magnetic field.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 a series 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concentric circles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the wire at the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use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right-hand rule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work out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field. To do this, you hold your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right hand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next to the wire and point your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thumb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of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current.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Your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fingers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direction of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71576471.293111g/1471576482808-390115741895501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2763837"/>
            <a:ext cx="563880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97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570637"/>
            <a:ext cx="11188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strength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magnetic field is determined by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density of the magnetic flux lines.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flux lines that are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close together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indicate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strong 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flux lines that are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far apart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indicate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weak 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62301"/>
              </p:ext>
            </p:extLst>
          </p:nvPr>
        </p:nvGraphicFramePr>
        <p:xfrm>
          <a:off x="1701800" y="2448084"/>
          <a:ext cx="3810000" cy="313182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375838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As we will see later in this lesson, the strength of the magnetic field generated by a current-carrying wire </a:t>
                      </a:r>
                      <a:r>
                        <a:rPr lang="en-AU" b="1" dirty="0">
                          <a:solidFill>
                            <a:srgbClr val="5F9FB9"/>
                          </a:solidFill>
                          <a:effectLst/>
                        </a:rPr>
                        <a:t>decreases as we move further away</a:t>
                      </a:r>
                      <a:r>
                        <a:rPr lang="en-AU" dirty="0">
                          <a:effectLst/>
                        </a:rPr>
                        <a:t> from the wire.</a:t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In order to draw the magnetic flux lines around a current-carrying wire, we need the </a:t>
                      </a:r>
                      <a:r>
                        <a:rPr lang="en-AU" b="1" dirty="0">
                          <a:solidFill>
                            <a:srgbClr val="6773B2"/>
                          </a:solidFill>
                          <a:effectLst/>
                        </a:rPr>
                        <a:t>distance between the consecutive circles to increase as we move away from the wire.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818363"/>
                  </a:ext>
                </a:extLst>
              </a:tr>
            </a:tbl>
          </a:graphicData>
        </a:graphic>
      </p:graphicFrame>
      <p:pic>
        <p:nvPicPr>
          <p:cNvPr id="3074" name="Picture 2" descr="https://www.educationperfect.com/media/content/Science/1570053296.982981g/1570053296109-3236380309592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2214563"/>
            <a:ext cx="4286250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683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05135"/>
            <a:ext cx="10807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drawing the magnetic field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generated by a current-carrying wire we need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include the size and direction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60013"/>
              </p:ext>
            </p:extLst>
          </p:nvPr>
        </p:nvGraphicFramePr>
        <p:xfrm>
          <a:off x="1536700" y="2224564"/>
          <a:ext cx="3810000" cy="368046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3580134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The magnetic field generated around a current-carrying wire is indicated by </a:t>
                      </a:r>
                      <a:r>
                        <a:rPr lang="en-AU" b="1" dirty="0">
                          <a:solidFill>
                            <a:srgbClr val="8C4AB2"/>
                          </a:solidFill>
                          <a:effectLst/>
                        </a:rPr>
                        <a:t>circular magnetic flux lines,</a:t>
                      </a:r>
                      <a:r>
                        <a:rPr lang="en-AU" dirty="0">
                          <a:effectLst/>
                        </a:rPr>
                        <a:t> that get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further apart as we move away from the wire.</a:t>
                      </a:r>
                      <a:r>
                        <a:rPr lang="en-AU" dirty="0">
                          <a:effectLst/>
                        </a:rPr>
                        <a:t> This is how we show the size of the magnetic field.</a:t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/>
                      </a:r>
                      <a:br>
                        <a:rPr lang="en-AU" dirty="0">
                          <a:effectLst/>
                        </a:rPr>
                      </a:br>
                      <a:r>
                        <a:rPr lang="en-AU" dirty="0">
                          <a:effectLst/>
                        </a:rPr>
                        <a:t>To show the direction of the magnetic field we need to </a:t>
                      </a:r>
                      <a:r>
                        <a:rPr lang="en-AU" b="1" dirty="0">
                          <a:solidFill>
                            <a:srgbClr val="0066CC"/>
                          </a:solidFill>
                          <a:effectLst/>
                        </a:rPr>
                        <a:t>include arrows on the magnetic flux lines.</a:t>
                      </a:r>
                      <a:r>
                        <a:rPr lang="en-AU" dirty="0">
                          <a:effectLst/>
                        </a:rPr>
                        <a:t> The direction of the arrows can be </a:t>
                      </a:r>
                      <a:r>
                        <a:rPr lang="en-AU" b="1" dirty="0">
                          <a:solidFill>
                            <a:srgbClr val="8C4AB2"/>
                          </a:solidFill>
                          <a:effectLst/>
                        </a:rPr>
                        <a:t>determined by the right-hand rule</a:t>
                      </a:r>
                      <a:r>
                        <a:rPr lang="en-AU" dirty="0">
                          <a:effectLst/>
                        </a:rPr>
                        <a:t> and then added to the diagram.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87971"/>
                  </a:ext>
                </a:extLst>
              </a:tr>
            </a:tbl>
          </a:graphicData>
        </a:graphic>
      </p:graphicFrame>
      <p:pic>
        <p:nvPicPr>
          <p:cNvPr id="4098" name="Picture 2" descr="https://www.educationperfect.com/media/content/Science/1570053574.40581g/1570053573580-3236380309592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1888331"/>
            <a:ext cx="4286250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938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311835"/>
            <a:ext cx="10756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magnetic field strength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current-carrying wire is given by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following formula: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74" y="796924"/>
            <a:ext cx="3311525" cy="18010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4" y="2597928"/>
            <a:ext cx="10848845" cy="33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60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87635"/>
            <a:ext cx="1135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magnetic field strength formula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tell us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relationship between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field strength, the current and the distance to the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937" y="806966"/>
            <a:ext cx="3027363" cy="17421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810639"/>
            <a:ext cx="11569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magnetic field strength 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directly proportional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current. This means as we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increase the 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flowing through a wire, we also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increase the strength of the generated magnetic field.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contrast, the magnetic field strength 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inversely proportional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distance from the wire. This means as we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move further away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wire, we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decrease the magnetic field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generated by the current-carrying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37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200" y="278537"/>
            <a:ext cx="11620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work through an example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using the magnetic field strength formula of a current-carrying wire.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wire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20A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flowing through it. What is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magnetic field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1.2m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 the wire?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21" y="1793874"/>
            <a:ext cx="9150657" cy="2651125"/>
          </a:xfrm>
          <a:prstGeom prst="rect">
            <a:avLst/>
          </a:prstGeom>
        </p:spPr>
      </p:pic>
      <p:pic>
        <p:nvPicPr>
          <p:cNvPr id="5122" name="Picture 2" descr="https://www.educationperfect.com/media/content/English%20&amp;%20Literature/1548375722.385671g/1548375723311-3554766826051638-optimis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699" y="4597400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983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292438"/>
            <a:ext cx="10706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rearrange the magnetic field strength formula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find either the current or the distance from the wire.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rearrange the formula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magnetic field generated by a current-carrying wire to find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current flowing through the wire: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1949450"/>
            <a:ext cx="2228850" cy="15156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9900" y="3465068"/>
            <a:ext cx="1120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also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rearrange the formula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magnetic field generated by a current-carrying wire to find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distance from the wire: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75" y="4111398"/>
            <a:ext cx="2108200" cy="119332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9900" y="5483535"/>
            <a:ext cx="11112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Make sure you understand how to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equation for both parameters.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1364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557937"/>
            <a:ext cx="10731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work through some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more examples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see how to use the rearranged formulae.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Another wire generates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magnetic field 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5.0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2.0m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 the wire. Calculate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1758266"/>
            <a:ext cx="7975600" cy="334778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9900" y="5227935"/>
            <a:ext cx="11061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there is a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50A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flowing through the wire in order to generate a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5.0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μ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field strength at a distance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2.0m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 the wire.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3393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184149"/>
            <a:ext cx="10656888" cy="644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05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</Words>
  <Application>Microsoft Office PowerPoint</Application>
  <PresentationFormat>Widescreen</PresentationFormat>
  <Paragraphs>45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KaTeX_Math</vt:lpstr>
      <vt:lpstr>Office Theme</vt:lpstr>
      <vt:lpstr>Magnetic Field of a Current-Carrying Wire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Field of a Current-Carrying Wire</dc:title>
  <dc:creator>Joseph D'cruz</dc:creator>
  <cp:lastModifiedBy>Joseph D'cruz</cp:lastModifiedBy>
  <cp:revision>2</cp:revision>
  <dcterms:created xsi:type="dcterms:W3CDTF">2020-12-18T01:04:11Z</dcterms:created>
  <dcterms:modified xsi:type="dcterms:W3CDTF">2020-12-18T01:07:53Z</dcterms:modified>
</cp:coreProperties>
</file>