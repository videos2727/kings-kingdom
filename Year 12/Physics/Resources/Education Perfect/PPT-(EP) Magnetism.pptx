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3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205C-7CDD-4778-9AB9-D4A7E4A43383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625C-6CB4-48F2-B257-852CBA4BC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408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205C-7CDD-4778-9AB9-D4A7E4A43383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625C-6CB4-48F2-B257-852CBA4BC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472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205C-7CDD-4778-9AB9-D4A7E4A43383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625C-6CB4-48F2-B257-852CBA4BC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352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205C-7CDD-4778-9AB9-D4A7E4A43383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625C-6CB4-48F2-B257-852CBA4BC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355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205C-7CDD-4778-9AB9-D4A7E4A43383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625C-6CB4-48F2-B257-852CBA4BC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877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205C-7CDD-4778-9AB9-D4A7E4A43383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625C-6CB4-48F2-B257-852CBA4BC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773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205C-7CDD-4778-9AB9-D4A7E4A43383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625C-6CB4-48F2-B257-852CBA4BC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339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205C-7CDD-4778-9AB9-D4A7E4A43383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625C-6CB4-48F2-B257-852CBA4BC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8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205C-7CDD-4778-9AB9-D4A7E4A43383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625C-6CB4-48F2-B257-852CBA4BC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75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205C-7CDD-4778-9AB9-D4A7E4A43383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625C-6CB4-48F2-B257-852CBA4BC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7211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205C-7CDD-4778-9AB9-D4A7E4A43383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625C-6CB4-48F2-B257-852CBA4BC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094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A205C-7CDD-4778-9AB9-D4A7E4A43383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625C-6CB4-48F2-B257-852CBA4BC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6117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R2DeWFTCaOM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Magnetism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639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5204" y="595509"/>
            <a:ext cx="91275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magnetic forces.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magnet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Predict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whether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magnetic poles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attract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repel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3336218.521051f/1523336215601-1729665867493190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574" y="3251199"/>
            <a:ext cx="7274561" cy="303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125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199" y="725438"/>
            <a:ext cx="110405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Magnetism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type of force.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 that a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pull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 applied to one object by another object.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 is measured in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newtons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 The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larger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force is, the more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newtons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has.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5897.9116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38598" y="3202517"/>
            <a:ext cx="3877733" cy="285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2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educationperfect.com/media/content/Science/1530852994.362771g/1530852994209-178078434959588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775" y="1640945"/>
            <a:ext cx="3810000" cy="3295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302807" y="1148976"/>
            <a:ext cx="89418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 have both a size (called the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and a </a:t>
            </a:r>
            <a:r>
              <a:rPr lang="en-AU" b="1" i="0" dirty="0" smtClean="0">
                <a:solidFill>
                  <a:srgbClr val="D45E1D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761182"/>
              </p:ext>
            </p:extLst>
          </p:nvPr>
        </p:nvGraphicFramePr>
        <p:xfrm>
          <a:off x="1906057" y="2134340"/>
          <a:ext cx="4765675" cy="2996460"/>
        </p:xfrm>
        <a:graphic>
          <a:graphicData uri="http://schemas.openxmlformats.org/drawingml/2006/table">
            <a:tbl>
              <a:tblPr/>
              <a:tblGrid>
                <a:gridCol w="4765675">
                  <a:extLst>
                    <a:ext uri="{9D8B030D-6E8A-4147-A177-3AD203B41FA5}">
                      <a16:colId xmlns:a16="http://schemas.microsoft.com/office/drawing/2014/main" val="824467945"/>
                    </a:ext>
                  </a:extLst>
                </a:gridCol>
              </a:tblGrid>
              <a:tr h="299646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We represent forces with </a:t>
                      </a:r>
                      <a:r>
                        <a:rPr lang="en-AU" b="1" dirty="0">
                          <a:effectLst/>
                        </a:rPr>
                        <a:t>arrows.</a:t>
                      </a: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The </a:t>
                      </a:r>
                      <a:r>
                        <a:rPr lang="en-AU" b="1" dirty="0">
                          <a:effectLst/>
                        </a:rPr>
                        <a:t>direction</a:t>
                      </a:r>
                      <a:r>
                        <a:rPr lang="en-AU" dirty="0">
                          <a:effectLst/>
                        </a:rPr>
                        <a:t> that the arrow points in represents the </a:t>
                      </a:r>
                      <a:r>
                        <a:rPr lang="en-AU" b="1" dirty="0">
                          <a:solidFill>
                            <a:srgbClr val="D45E1D"/>
                          </a:solidFill>
                          <a:effectLst/>
                        </a:rPr>
                        <a:t>direction</a:t>
                      </a:r>
                      <a:r>
                        <a:rPr lang="en-AU" dirty="0">
                          <a:effectLst/>
                        </a:rPr>
                        <a:t> that the force acts in, and the </a:t>
                      </a:r>
                      <a:r>
                        <a:rPr lang="en-AU" b="1" dirty="0">
                          <a:effectLst/>
                        </a:rPr>
                        <a:t>length</a:t>
                      </a:r>
                      <a:r>
                        <a:rPr lang="en-AU" dirty="0">
                          <a:effectLst/>
                        </a:rPr>
                        <a:t> of the arrow represents the force's </a:t>
                      </a:r>
                      <a:r>
                        <a:rPr lang="en-AU" b="1" dirty="0">
                          <a:solidFill>
                            <a:srgbClr val="1D93D4"/>
                          </a:solidFill>
                          <a:effectLst/>
                        </a:rPr>
                        <a:t>magnitude.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263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9741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5067" y="634177"/>
            <a:ext cx="1054946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Magnetism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special type of force, called a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non-contact force.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it can act between objects that are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not touching.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another example of a non-contact force. You can still feel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pulling you down to Earth when you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jump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air, and the same principle applies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magnetism.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0540.0390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49600" y="3333750"/>
            <a:ext cx="52832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6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5738" y="1918811"/>
            <a:ext cx="93138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Magnets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 special class of objects that generate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magnetic forces.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they can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pull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other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materials.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33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2DeWFTCaOM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5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6533" y="427944"/>
            <a:ext cx="109219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Magnetic materials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special materials that can be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attracted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magnetic forces but do not generate their own magnetic forces.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video on the previous slide, you might have noticed that the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nails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magnet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were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attracted to each other.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indicates that the nails were made out of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material!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0562.822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01532" y="3103034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5867" y="435779"/>
            <a:ext cx="10312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common magnetic materials are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iron, nickel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cobalt.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 had an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iron nail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example, you could not use it to attract another iron nail, but it would be attracted to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magnet.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alloy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metal that is made of a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combination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metals. Alloys made of iron, nickel or cobalt are also affected by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magnets. </a:t>
            </a:r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Steel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example of an alloy that is attracted to magnets.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special processes that turn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materials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called </a:t>
            </a:r>
            <a:r>
              <a:rPr lang="en-AU" b="1" i="1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magnetisation.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23492932.0370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62400" y="3632200"/>
            <a:ext cx="4978400" cy="298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0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4675" y="609409"/>
            <a:ext cx="1051665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magnets have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south pole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 </a:t>
            </a:r>
            <a:r>
              <a:rPr lang="en-AU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north pole.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south pole has the symbol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north pole has the symbol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common type of magnet is the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bar magnet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(pictured below).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Images/Content/Science/1402617737509-102662970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841" y="3225800"/>
            <a:ext cx="3362325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102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2266" y="810105"/>
            <a:ext cx="100245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bar magnet is a type of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permanent magnet,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 that it always produces a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magnetic force.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two bar magnets are brought together, they will either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attract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repel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two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like poles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brought together, the magnets will </a:t>
            </a:r>
            <a:r>
              <a:rPr lang="en-AU" b="1" i="0" dirty="0" smtClean="0">
                <a:solidFill>
                  <a:srgbClr val="D45E1D"/>
                </a:solidFill>
                <a:effectLst/>
                <a:latin typeface="Arial" panose="020B0604020202020204" pitchFamily="34" charset="0"/>
              </a:rPr>
              <a:t>repel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0" name="Picture 4" descr="https://www.educationperfect.com/media/content/Science/1530228506.796351f/1530228506750-3414543504238927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641" y="3143779"/>
            <a:ext cx="6667500" cy="114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624541" y="4542962"/>
            <a:ext cx="98901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two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opposite poles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brought together, the magnets will </a:t>
            </a:r>
            <a:r>
              <a:rPr lang="en-AU" b="1" i="0" dirty="0" smtClean="0">
                <a:solidFill>
                  <a:srgbClr val="D45E1D"/>
                </a:solidFill>
                <a:effectLst/>
                <a:latin typeface="Arial" panose="020B0604020202020204" pitchFamily="34" charset="0"/>
              </a:rPr>
              <a:t>attract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other.</a:t>
            </a:r>
            <a:endParaRPr lang="en-AU" dirty="0"/>
          </a:p>
        </p:txBody>
      </p:sp>
      <p:pic>
        <p:nvPicPr>
          <p:cNvPr id="4102" name="Picture 6" descr="https://www.educationperfect.com/media/content/Science/1530225279.411731f/1530225279164-3414543504238927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782" y="5307557"/>
            <a:ext cx="6667500" cy="114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59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606</Words>
  <Application>Microsoft Office PowerPoint</Application>
  <PresentationFormat>Widescreen</PresentationFormat>
  <Paragraphs>46</Paragraphs>
  <Slides>11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KaTeX_Main</vt:lpstr>
      <vt:lpstr>Office Theme</vt:lpstr>
      <vt:lpstr>Magnetism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Magnetism</dc:title>
  <dc:creator>D'CRUZ Jean [Narrogin Senior High School]</dc:creator>
  <cp:lastModifiedBy>D'CRUZ Jean [Narrogin Senior High School]</cp:lastModifiedBy>
  <cp:revision>2</cp:revision>
  <dcterms:created xsi:type="dcterms:W3CDTF">2020-11-02T06:36:38Z</dcterms:created>
  <dcterms:modified xsi:type="dcterms:W3CDTF">2020-11-02T06:40:20Z</dcterms:modified>
</cp:coreProperties>
</file>