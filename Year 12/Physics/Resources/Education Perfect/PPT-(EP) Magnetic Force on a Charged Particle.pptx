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352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80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3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85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6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2526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278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76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146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31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578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C6B14-1E67-41A4-8DDF-C0AF927B2AFA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C99FA-5D66-429F-A8FA-FB23E2147D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17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Magnetic Force on a Charged Particle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422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3439"/>
            <a:ext cx="12039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Current-carrying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wire in a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experience a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magnetic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right-hand slap rule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 direction that the force acted in and we can also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magnitude of the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lesson, we will look at what happens when a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charged particle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put into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7220486.266921g/1527220473647-413092466828782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2628900"/>
            <a:ext cx="7620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63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987336"/>
            <a:ext cx="1038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 magnetic force is acting 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381.6084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60800" y="29210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1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39740"/>
            <a:ext cx="10883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charged particle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in a magnetic field, it experiences a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magnetic force.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force causes it to change direction.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use the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right-hand slap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 to find the direction that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in.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this version of the right-hand slap rule, your </a:t>
            </a:r>
            <a:r>
              <a:rPr lang="en-AU" b="1" i="0" dirty="0" smtClean="0">
                <a:solidFill>
                  <a:srgbClr val="84CE7E"/>
                </a:solidFill>
                <a:effectLst/>
                <a:latin typeface="Arial" panose="020B0604020202020204" pitchFamily="34" charset="0"/>
              </a:rPr>
              <a:t>thumb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points in the direction of the particle's </a:t>
            </a:r>
            <a:r>
              <a:rPr lang="en-AU" b="1" i="0" dirty="0" smtClean="0">
                <a:solidFill>
                  <a:srgbClr val="84CE7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your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fingers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 in the direction of the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magnetic field.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your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palm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points in the direction that the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in.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85225713.43771g/1485225713920-3595256590960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37" y="2957378"/>
            <a:ext cx="6194425" cy="361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5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614740"/>
            <a:ext cx="11137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key idea to remember when using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right-hand slap rule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that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particle has an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impact on the direction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point your thumb in.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positively charged particle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travels through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point your thumb in the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same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 particle is travelling.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negatively charged particle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travels through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your thumb points in the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opposite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particle's motion.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327.8682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62400" y="2870200"/>
            <a:ext cx="39878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360740"/>
            <a:ext cx="11176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remember that objects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accelerate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unbalanced forces act on them.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when a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on a charged particle, it causes the particle to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change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curve around.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wasn't a problem for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wires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magnetic fields because the current could only flow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way.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 magnetic force was applied to a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caused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whole 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didn't affect the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flow of current.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Maths/1498692018.551041g/1498692026710-118226586952940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0" y="35052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807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237341"/>
            <a:ext cx="11061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causes the charged particle to move in a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circle.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say a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positively charged particle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enters a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points straight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towards you.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will be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it that pushes the particle to your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right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(do 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right-hand slap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check this).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the particle is moving in a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different direction!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 your hand so that the thumb is pointing on a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diagonal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right.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Now you can see that the magnetic force is acting in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well. This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repeats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many times to make the particle move in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circle.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844.2748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40225" y="3111500"/>
            <a:ext cx="3321050" cy="332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7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60340"/>
            <a:ext cx="117983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you know how to find the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 magnetic force on a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charged particle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in, we can look at calculating the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(size) of the magnetic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like the magnetic force on a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current-carrying wire,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force is at a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particle's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perpendicular.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particle's motion and magnetic field are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parallel,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is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no magnetic 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961.8927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98800" y="2291665"/>
            <a:ext cx="6096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4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325041"/>
            <a:ext cx="11328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this </a:t>
            </a:r>
            <a:r>
              <a:rPr lang="en-AU" b="1" i="0" dirty="0" smtClean="0">
                <a:solidFill>
                  <a:srgbClr val="6F1351"/>
                </a:solidFill>
                <a:effectLst/>
                <a:latin typeface="Arial" panose="020B0604020202020204" pitchFamily="34" charset="0"/>
              </a:rPr>
              <a:t>formula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the magnitude of the </a:t>
            </a:r>
            <a:r>
              <a:rPr lang="en-AU" b="1" i="0" dirty="0" smtClean="0">
                <a:solidFill>
                  <a:srgbClr val="6F1351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particle's motion and the magnetic field are </a:t>
            </a:r>
            <a:r>
              <a:rPr lang="en-AU" b="1" i="0" dirty="0" smtClean="0">
                <a:solidFill>
                  <a:srgbClr val="6F1351"/>
                </a:solidFill>
                <a:effectLst/>
                <a:latin typeface="Arial" panose="020B0604020202020204" pitchFamily="34" charset="0"/>
              </a:rPr>
              <a:t>perpendicular: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F=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qvB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formula,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particle,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 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magnetic field.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Notice that this formula only gives you the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field; you still need to use the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right-hand slap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 force acts in.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916184.12598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25800" y="3415963"/>
            <a:ext cx="5511800" cy="31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59537"/>
            <a:ext cx="10820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Make sure you use the right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units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you do these calculations.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measured in </a:t>
            </a:r>
            <a:r>
              <a:rPr lang="en-AU" b="1" i="0" dirty="0" smtClean="0">
                <a:solidFill>
                  <a:srgbClr val="84CE7E"/>
                </a:solidFill>
                <a:effectLst/>
                <a:latin typeface="Arial" panose="020B0604020202020204" pitchFamily="34" charset="0"/>
              </a:rPr>
              <a:t>coulombs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measured in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metres per 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m/s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Maths/1468979823.41081g/1468979830778-387141021135239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2917825"/>
            <a:ext cx="35718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15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554841"/>
            <a:ext cx="114173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 sure to check the units given to you in each question!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probably won't be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given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field strength in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though - you are much more likely to be given it in </a:t>
            </a:r>
            <a:r>
              <a:rPr lang="en-AU" b="1" i="0" dirty="0" err="1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microteslas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1" dirty="0" err="1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or </a:t>
            </a:r>
            <a:r>
              <a:rPr lang="en-AU" b="1" i="0" dirty="0" err="1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milliteslas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mT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This means that you will need to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convert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field strength into teslas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doing the magnetic force calculation.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millitesla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b="1" i="0" dirty="0" smtClean="0">
                <a:solidFill>
                  <a:srgbClr val="84CE7E"/>
                </a:solidFill>
                <a:effectLst/>
                <a:latin typeface="Arial" panose="020B0604020202020204" pitchFamily="34" charset="0"/>
              </a:rPr>
              <a:t>thousandth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tesla. This means that to convert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milliteslas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need to </a:t>
            </a:r>
            <a:r>
              <a:rPr lang="en-AU" b="1" i="0" dirty="0" smtClean="0">
                <a:solidFill>
                  <a:srgbClr val="84CE7E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Similarly, a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microtesla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millionth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tesla. You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1,000,000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convert these into teslas.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69134135.336871g/1469134142468-438504132164934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7" y="3821112"/>
            <a:ext cx="7096125" cy="28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43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54</Paragraphs>
  <Slides>11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KaTeX_Main</vt:lpstr>
      <vt:lpstr>KaTeX_Math</vt:lpstr>
      <vt:lpstr>Office Theme</vt:lpstr>
      <vt:lpstr>Magnetic Force on a Charged Particle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Force on a Charged Particle</dc:title>
  <dc:creator>Joseph D'cruz</dc:creator>
  <cp:lastModifiedBy>Joseph D'cruz</cp:lastModifiedBy>
  <cp:revision>1</cp:revision>
  <dcterms:created xsi:type="dcterms:W3CDTF">2020-12-18T01:14:57Z</dcterms:created>
  <dcterms:modified xsi:type="dcterms:W3CDTF">2020-12-18T01:15:07Z</dcterms:modified>
</cp:coreProperties>
</file>