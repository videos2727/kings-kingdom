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77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587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721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384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84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763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82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29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00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35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43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87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A4938-4AF2-46E2-80FE-9308C8A7BF5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C571C-0B9E-43CD-9A70-8B27C7D00A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02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Forces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587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5900" y="1030238"/>
            <a:ext cx="9156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on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 the effect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motion of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force, mass, and acceleration.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Draw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free body diagrams.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support and tension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support and tension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forces.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0478980.8658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31494" y="3740150"/>
            <a:ext cx="4865511" cy="2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75736"/>
            <a:ext cx="1000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lesson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be learning about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battering rams.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Battering rams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 a large amount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break open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wooden gates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even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stone walls.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History/1522963968.570791g/1522963968108-429320761276586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485900"/>
            <a:ext cx="24955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540428862.404131g/1540428867161-2215385145312224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75" y="1938337"/>
            <a:ext cx="38100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22374" y="5139035"/>
            <a:ext cx="98139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Battering rams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used to great effect in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siege of Jerusalem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70 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in many other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historic conflicts.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820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599639"/>
            <a:ext cx="11328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 rest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stay at rest unless acted on by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force.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 moving at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constant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continue to move in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manner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unless acted on by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Whenever an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speeds up, slows down, starts, stops, or changes direction, it does so because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1359354.2297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81300" y="3041650"/>
            <a:ext cx="6324600" cy="355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2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758736"/>
            <a:ext cx="11506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affected by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many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once.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sum of all forces on an object, and it is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causes objects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move.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9549982.362151g/1539549984250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7" y="2798762"/>
            <a:ext cx="4848225" cy="328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63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596037"/>
            <a:ext cx="1117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calculate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object, sum the vertical and horizontal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 that point in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added together, and forces that point in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opposite directions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subtracted from each other.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40506188.030541g/1540506192738-9816483786762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75" y="2171700"/>
            <a:ext cx="42291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65200" y="4852084"/>
            <a:ext cx="998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sum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all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this object, and therefore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this object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600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dirty="0"/>
          </a:p>
        </p:txBody>
      </p:sp>
      <p:pic>
        <p:nvPicPr>
          <p:cNvPr id="3076" name="Picture 4" descr="https://www.educationperfect.com/media/content/Science/1540506283.245471g/1540506287968-98164837867627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5918199"/>
            <a:ext cx="14478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73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70238"/>
            <a:ext cx="11417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object cancel each other out they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balanced,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object will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stay at rest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keep moving with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same velocity.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forces on an object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unbalanced,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object will speed up, slow down, or change direction.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5666338.653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2952750"/>
            <a:ext cx="53848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0" y="898436"/>
            <a:ext cx="10553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free-body diagram.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of the forces on an object are drawn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extending out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object. These diagrams are useful for showing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size and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forces on an object.</a:t>
            </a:r>
            <a:endParaRPr lang="en-AU" dirty="0"/>
          </a:p>
        </p:txBody>
      </p:sp>
      <p:pic>
        <p:nvPicPr>
          <p:cNvPr id="4098" name="Picture 2" descr="https://www.educationperfect.com/media/content/Science/1539058162.652961g/1539058163302-399153842719819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791" y="3505200"/>
            <a:ext cx="6430859" cy="16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94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392837"/>
            <a:ext cx="9918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falling object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acted on by two forces: weight and air resistance.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 the forces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balanced?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is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net force?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9551715.920551g/1539551717895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5" y="2487612"/>
            <a:ext cx="1876425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34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10337"/>
            <a:ext cx="1066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weight and air resistance forces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not balanced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 have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different magnitudes.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downward.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9551756.746581g/1539551758699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3835400"/>
            <a:ext cx="18764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601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0" y="707936"/>
            <a:ext cx="9283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Will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below change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over time?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9551756.746581g/1539551758699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575" y="3543300"/>
            <a:ext cx="18764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51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746036"/>
            <a:ext cx="10998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will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change over time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forces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unbalanced.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39551756.746581g/1539551758699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987" y="3225800"/>
            <a:ext cx="18764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581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420638"/>
            <a:ext cx="11074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 and Acceleration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greater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object, the faster the object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accelerates.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relationship between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and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 can be described by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this relationship: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51" y="3849687"/>
            <a:ext cx="3907897" cy="167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28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19837"/>
            <a:ext cx="10947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1800 kg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battering ram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being pushed with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760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fast does the battering ram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accelerate?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9557950.838511g/1539557952533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4329112"/>
            <a:ext cx="4314825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56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163512"/>
            <a:ext cx="7354888" cy="6220944"/>
          </a:xfrm>
          <a:prstGeom prst="rect">
            <a:avLst/>
          </a:prstGeom>
        </p:spPr>
      </p:pic>
      <p:pic>
        <p:nvPicPr>
          <p:cNvPr id="10242" name="Picture 2" descr="https://www.educationperfect.com/media/content/Science/1539557950.838511g/1539557952533-337523622361341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675" y="2144712"/>
            <a:ext cx="4314825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15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86939"/>
            <a:ext cx="11239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battering ram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moves through some mud, which applies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ram, and slows its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0.37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mud stuck to the ram increases its mass.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mass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battering ram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mud stuck to it?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39559286.384831g/1539559288284-33752362236134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037" y="4659312"/>
            <a:ext cx="4314825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0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4" y="-1"/>
            <a:ext cx="7832725" cy="691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88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2240"/>
            <a:ext cx="12014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Support Force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Whenever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applied, an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 is also applied.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come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pairs.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sitting on the ground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isn't moving,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forces on it must be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balanced.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Gravity pulls the object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against the ground,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pushes back.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39573212.979911g/1539573214701-101369906127797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975" y="3325812"/>
            <a:ext cx="2876550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935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538540"/>
            <a:ext cx="11226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object is pressed against a wall by an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applied force.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presses directly out from the wall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applied force.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and opposite to the force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pushing into the surface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(assuming the wall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doesn't collapse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 also affected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gravity.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Friction with the wall opposes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force of 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keeps the object at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rest.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39574562.076641g/1539574563855-101369906127797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3192462"/>
            <a:ext cx="28194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532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521038"/>
            <a:ext cx="11163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object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pressed against a wall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an applied force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1200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What is the size and direction of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by the wall?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14338" name="Picture 2" descr="https://www.educationperfect.com/media/content/Science/1539574625.689511g/1539574627469-101369906127797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275" y="3217862"/>
            <a:ext cx="2352675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2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38837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support force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applied force.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1200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39574753.334911g/1539574755019-101369906127797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712" y="2570162"/>
            <a:ext cx="3381375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561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06336"/>
            <a:ext cx="1061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are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support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80 kg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130 kg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masses?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539634171.296421g/1539634173200-183795462731554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678" y="2641600"/>
            <a:ext cx="6025647" cy="291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874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4" y="215900"/>
            <a:ext cx="11700597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98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63512"/>
            <a:ext cx="10299700" cy="64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13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2538"/>
            <a:ext cx="11506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Tension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hanging object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isn't moving, so the forces on it must be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balanced.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Gravity pulls the object toward the ground, and a tension force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pulls back.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tension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and opposite to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weight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39641507.184361g/1539641509020-183795462731554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2836169"/>
            <a:ext cx="4352925" cy="334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517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632936"/>
            <a:ext cx="11201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battering ram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hung from its frame by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three ropes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equal tension. What is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tension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each rope?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39641912.142341g/1539641913990-183795462731554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303" y="3009901"/>
            <a:ext cx="7083297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600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228600"/>
            <a:ext cx="715327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50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2100" y="3015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much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tension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there in the top and bottom ropes?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539644688.470131g/1539644690249-205473023806676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3211512"/>
            <a:ext cx="287655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75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0"/>
            <a:ext cx="11535475" cy="5842000"/>
          </a:xfrm>
          <a:prstGeom prst="rect">
            <a:avLst/>
          </a:prstGeom>
        </p:spPr>
      </p:pic>
      <p:pic>
        <p:nvPicPr>
          <p:cNvPr id="20482" name="Picture 2" descr="https://www.educationperfect.com/media/content/Science/1539644688.470131g/1539644690249-205473023806676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475" y="2195512"/>
            <a:ext cx="287655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74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257671"/>
            <a:ext cx="10687050" cy="6507757"/>
          </a:xfrm>
          <a:prstGeom prst="rect">
            <a:avLst/>
          </a:prstGeom>
        </p:spPr>
      </p:pic>
      <p:pic>
        <p:nvPicPr>
          <p:cNvPr id="21507" name="Picture 3" descr="https://www.educationperfect.com/media/content/Science/1539644688.470131g/1539644690249-205473023806676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275" y="2551112"/>
            <a:ext cx="287655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1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50</Words>
  <Application>Microsoft Office PowerPoint</Application>
  <PresentationFormat>Widescreen</PresentationFormat>
  <Paragraphs>99</Paragraphs>
  <Slides>30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KaTeX_Main</vt:lpstr>
      <vt:lpstr>Office Theme</vt:lpstr>
      <vt:lpstr>Forces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</dc:title>
  <dc:creator>Joseph D'cruz</dc:creator>
  <cp:lastModifiedBy>Joseph D'cruz</cp:lastModifiedBy>
  <cp:revision>3</cp:revision>
  <dcterms:created xsi:type="dcterms:W3CDTF">2020-10-30T23:55:28Z</dcterms:created>
  <dcterms:modified xsi:type="dcterms:W3CDTF">2020-10-31T06:32:39Z</dcterms:modified>
</cp:coreProperties>
</file>