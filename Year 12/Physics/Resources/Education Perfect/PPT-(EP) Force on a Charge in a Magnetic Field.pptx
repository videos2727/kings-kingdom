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44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2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748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39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86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3823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41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10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45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81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011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D519C-A5A9-4877-AAF7-20822D8F699D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97DC4-E0C1-418B-AC8C-828891A921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143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 on a Charge in a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5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8501" y="911412"/>
            <a:ext cx="95457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the magnitude of the force will change for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 charged particle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moving in a magnetic field.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for the magnitude of the force,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the 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 velocity of a charge.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63148468.948411g/1563148472051-12624442931283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562" y="2493819"/>
            <a:ext cx="3914675" cy="4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11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162" y="497306"/>
            <a:ext cx="107629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many kinds of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 charged particles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most common of which are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negatively charged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are one of the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elementary 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make up all matter.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The idea of electrons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was first proposed during the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6th century BCE in ancient India.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was not until 2500 years later in the 19th century that this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experimental evidence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electrons was found.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607480283.4978741g/1607480282113-41933880052907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79" y="3374921"/>
            <a:ext cx="5366269" cy="319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187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695" y="818714"/>
            <a:ext cx="111119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learn about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Lorentz force,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named after Hendrik Lorentz.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Hendrik Lorentz was a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Dutch physicist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who won the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Nobel Prize in Physics in 1902.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 contributed to many branches of physics, completing or complementing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many important ideas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have become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fundamentals of physics,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including Einstein’s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 special theory of relativity.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endrik Lorent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349" y="2777067"/>
            <a:ext cx="2495126" cy="3564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54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0009" y="622148"/>
            <a:ext cx="113294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charged particle is any particle which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 carries a net charge. 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electrons and protons are charged. An electron has a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negative charge,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 proton has a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positive charge. 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are what you will come across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more frequently,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they are the free particles in conductors which allow charge to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flow around a circuit.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proton has charge that is equal to an electron's charge, however, it is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positive instead of negative.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610309773.8444111g/1610309785284-7890391140379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065" y="3302718"/>
            <a:ext cx="5565775" cy="344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21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69956" y="499017"/>
            <a:ext cx="4138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magnet produces a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magnetic field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1955" y="1360438"/>
            <a:ext cx="110487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magnetic field is essentially a representation of the magnetic force at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every point in space around a magnet.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concept of a magnetic field or a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very abstract, you can quite easily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see the result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force. For example, if you move a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magnet near some magnetic object,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an iron nail, the magnetic force will draw the nail towards the magnet until it sticks to the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err="1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 magnet.</a:t>
            </a:r>
            <a:endParaRPr lang="en-AU" dirty="0"/>
          </a:p>
        </p:txBody>
      </p:sp>
      <p:pic>
        <p:nvPicPr>
          <p:cNvPr id="5122" name="Picture 2" descr="https://www.educationperfect.com/media/content/Science/1607996553.7652381g/1607996553834-53353110957478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133" y="3080575"/>
            <a:ext cx="6319308" cy="355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89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2034" y="500606"/>
            <a:ext cx="95004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can we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understand more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about magnetic force?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5067" y="1960308"/>
            <a:ext cx="741997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Unfortunately, there’s not a very concrete way to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demonstrate a magnetic force,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except by doing an experiment like the one mentioned before with the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magnet and the nail.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 we can gain a better theoretical understanding of the effects of magnetic fields by looking at how it affects the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behaviour of charged particles.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reason we care specifically about charged particles is that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electrical charge and magnetism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interact in a way that has influenced many modern inventions. In this lesson we will focus on the magnetic force acting on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a single charged particle.</a:t>
            </a:r>
            <a:endParaRPr lang="en-AU" dirty="0"/>
          </a:p>
        </p:txBody>
      </p:sp>
      <p:pic>
        <p:nvPicPr>
          <p:cNvPr id="6146" name="Picture 2" descr="https://www.educationperfect.com/media/content/German/1454025097.275811g/1454025135863-36802583054202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042" y="1579034"/>
            <a:ext cx="275272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572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6670" y="735168"/>
            <a:ext cx="98557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fundamental interaction between a magnetic field and a charged particle is called the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 Lorentz 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6669" y="1845644"/>
            <a:ext cx="110325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this law says is that a charged particle moving through a magnetic field will have a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magnetic force exerted on it.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magnetic force will deflect it from its path through the magnetic field.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540807" y="2625004"/>
            <a:ext cx="108299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charged particle is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 directly proportional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size of the magnetic field, so a stronger field will deflect a charge more.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Force is also directly proportional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amount of charge the particle carries, so a larger charge will also be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deflected more.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23418398.950251g/1523418398911-35290308356215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108" y="3793595"/>
            <a:ext cx="4762500" cy="288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331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08726" y="542409"/>
            <a:ext cx="3356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Let’s turn this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 formula.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3742" y="1256437"/>
            <a:ext cx="114818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know that the size of the force is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proportional to the field strength and the charge,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 charge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must be moving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magnetic field to affect it. It turns out if the charge moves faster it will be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deflected more by the magnetic field,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magnetic force will be larger. Thus, the equation for the Lorentz force is as follows: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921" y="2638425"/>
            <a:ext cx="1333500" cy="514350"/>
          </a:xfrm>
          <a:prstGeom prst="rect">
            <a:avLst/>
          </a:prstGeom>
        </p:spPr>
      </p:pic>
      <p:pic>
        <p:nvPicPr>
          <p:cNvPr id="8195" name="Picture 3" descr="https://www.educationperfect.com/media/content/Science/1579737531.266171g/1579737530425-338833951409967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726" y="3611433"/>
            <a:ext cx="4803775" cy="320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2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7405" y="565701"/>
            <a:ext cx="106128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critical part of the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Lorentz force is velocity.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know that there needs to be a charge and a magnetic field</a:t>
            </a:r>
            <a:r>
              <a:rPr lang="en-AU" b="1" i="0" dirty="0" smtClean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it is also critical to have a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moving charge.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charge is stationary,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 a velocity of zero, because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 velocity is movement through space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time, and therefore experiences no force. This means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force experienced by a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change as its velocity changes, but we can’t learn anything about the field from a non-moving charge because the Lorentz force will always be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zero for a stationary charge.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27805507.758721g/1527805507785-110569850070924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052" y="3266901"/>
            <a:ext cx="5083546" cy="3019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61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4879" y="595392"/>
            <a:ext cx="9421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Let’s have a closer look at the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components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our new equation.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81" y="1300335"/>
            <a:ext cx="2424431" cy="694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44879" y="2119437"/>
            <a:ext cx="10751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of the components of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Lorentz force equation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may be new to you, so we’ll cover what each of them are in the table below: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786" y="3302663"/>
            <a:ext cx="9947502" cy="286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02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8641" y="351505"/>
            <a:ext cx="5049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there’s an </a:t>
            </a:r>
            <a:r>
              <a:rPr lang="en-AU" b="1" i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extra symbol</a:t>
            </a:r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equation?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0640" y="1109711"/>
            <a:ext cx="115051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symbol ⊥ is also in our equation, and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 this stands for “perpendicular”,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 means it is the velocity of the particle has to be perpendicular to the magnetic field. If the particle is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moving parallel to the magnetic field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equation doesn’t work. This means a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particle travelling parallel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magnetic field won't be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deflected from its path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there won’t be a magnetic force acting on it.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worth noting that the force on the particle will be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 largest when the particle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is travelling perpendicular to the magnetic field if we hold everything else constant.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462165325.839981g/1462165326308-278181106872335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491" y="3141036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521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0575" y="360509"/>
            <a:ext cx="1109749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particle will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experience a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long as it is not parallel to the field lines.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we can have a particle that isn’t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 perfectly perpendicular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magnetic field, it just has to be some angle between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parallel and perpendicular,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i.e. between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0−90°.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angle of the particle's velocity to the magnetic field lines will reduce the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magnitude of the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particle experiences.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work this out we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need a little trigonometry.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out how much the angle of velocity will affect the magnitude of the force we use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sin(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  is the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angle between the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field lines.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11266" name="Picture 2" descr="https://www.educationperfect.com/media/content/Science/1610573269.63563731g/1610573269421-160835243188418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491" y="3355346"/>
            <a:ext cx="8203853" cy="312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129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6115" y="327258"/>
            <a:ext cx="111584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about when the charge is neither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 parallel nor perpendicular?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this we need to use some geometry. The angle between the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charge’s velocity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 the magnetic field lines is given by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replace the perpendicular sign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sin(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the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full version of the equation,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 when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=90</a:t>
            </a:r>
            <a:r>
              <a:rPr lang="en-AU" b="0" i="0" dirty="0" smtClean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i.e. when the charge’s velocity is perpendicular to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magnetic field lines</a:t>
            </a:r>
            <a:r>
              <a:rPr lang="en-AU" b="0" i="0" dirty="0" smtClean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sin(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)=1,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we’re back at our original equation!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Thus, the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full version is: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b="0" i="1" dirty="0" err="1" smtClean="0">
                <a:solidFill>
                  <a:srgbClr val="444444"/>
                </a:solidFill>
                <a:effectLst/>
                <a:latin typeface="KaTeX_Math"/>
              </a:rPr>
              <a:t>qv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sin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B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610573269.63563731g/1610573269421-160835243188418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240" y="3442994"/>
            <a:ext cx="7697584" cy="293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715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3192" y="742342"/>
            <a:ext cx="101609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is a brief summary of what we have learned so far about the 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Lorentz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269077" y="1476816"/>
            <a:ext cx="101526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charge</a:t>
            </a:r>
            <a:r>
              <a:rPr lang="en-AU" b="1" i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 moving</a:t>
            </a:r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through a magnetic field will </a:t>
            </a:r>
            <a:r>
              <a:rPr lang="en-AU" b="1" i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experience a force.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magnitude of the force will depend on the angle of the charge’s velocity relative to the </a:t>
            </a:r>
            <a:r>
              <a:rPr lang="en-AU" b="1" i="0" dirty="0" smtClean="0">
                <a:solidFill>
                  <a:srgbClr val="EF798A"/>
                </a:solidFill>
                <a:effectLst/>
                <a:latin typeface="Arial" panose="020B0604020202020204" pitchFamily="34" charset="0"/>
              </a:rPr>
              <a:t>magnetic field lines</a:t>
            </a:r>
            <a:r>
              <a:rPr lang="en-AU" b="0" i="0" dirty="0" smtClean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—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they are</a:t>
            </a:r>
            <a:r>
              <a:rPr lang="en-AU" b="1" i="0" dirty="0" smtClean="0">
                <a:solidFill>
                  <a:srgbClr val="DD403A"/>
                </a:solidFill>
                <a:effectLst/>
                <a:latin typeface="Arial" panose="020B0604020202020204" pitchFamily="34" charset="0"/>
              </a:rPr>
              <a:t> parallel the charge will experience no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magnitude of the force is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proportional to both the size of the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strength of the 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79737555.850831g/1579737555024-338833951409967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158" y="3188326"/>
            <a:ext cx="5216641" cy="348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70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04166" y="687565"/>
            <a:ext cx="3719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Mathematically, the equation is: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259" y="1358698"/>
            <a:ext cx="2422863" cy="4534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166" y="2762683"/>
            <a:ext cx="81057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42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605" y="311727"/>
            <a:ext cx="8582025" cy="3657600"/>
          </a:xfrm>
          <a:prstGeom prst="rect">
            <a:avLst/>
          </a:prstGeom>
        </p:spPr>
      </p:pic>
      <p:pic>
        <p:nvPicPr>
          <p:cNvPr id="14338" name="Picture 2" descr="https://www.educationperfect.com/media/content/Science/1462165325.839981g/1462165326308-278181106872335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299" y="3514206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215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180975"/>
            <a:ext cx="903922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23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83" y="340648"/>
            <a:ext cx="10863529" cy="4114973"/>
          </a:xfrm>
          <a:prstGeom prst="rect">
            <a:avLst/>
          </a:prstGeom>
        </p:spPr>
      </p:pic>
      <p:pic>
        <p:nvPicPr>
          <p:cNvPr id="15362" name="Picture 2" descr="Electric spar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079" y="2759824"/>
            <a:ext cx="3838921" cy="3838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610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349" y="419447"/>
            <a:ext cx="786765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52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314" y="1405197"/>
            <a:ext cx="78486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51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074" y="317269"/>
            <a:ext cx="7600950" cy="3048000"/>
          </a:xfrm>
          <a:prstGeom prst="rect">
            <a:avLst/>
          </a:prstGeom>
        </p:spPr>
      </p:pic>
      <p:pic>
        <p:nvPicPr>
          <p:cNvPr id="16386" name="Picture 2" descr="https://www.educationperfect.com/media/content/German/1467708283.992581g/1467708304004-122409025833714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985" y="3461414"/>
            <a:ext cx="3592888" cy="3191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988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87" y="187383"/>
            <a:ext cx="10724231" cy="572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72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70" y="1046277"/>
            <a:ext cx="10521214" cy="408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1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1366</Words>
  <Application>Microsoft Office PowerPoint</Application>
  <PresentationFormat>Widescreen</PresentationFormat>
  <Paragraphs>57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KaTeX_Main</vt:lpstr>
      <vt:lpstr>KaTeX_Math</vt:lpstr>
      <vt:lpstr>Office Theme</vt:lpstr>
      <vt:lpstr>Force on a Charge in a Magnetic Field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 on a Charge in a Magnetic Field</dc:title>
  <dc:creator>D'CRUZ Jean [Narrogin Senior High School]</dc:creator>
  <cp:lastModifiedBy>D'CRUZ Jean [Narrogin Senior High School]</cp:lastModifiedBy>
  <cp:revision>2</cp:revision>
  <dcterms:created xsi:type="dcterms:W3CDTF">2021-11-30T01:12:52Z</dcterms:created>
  <dcterms:modified xsi:type="dcterms:W3CDTF">2021-11-30T01:19:11Z</dcterms:modified>
</cp:coreProperties>
</file>