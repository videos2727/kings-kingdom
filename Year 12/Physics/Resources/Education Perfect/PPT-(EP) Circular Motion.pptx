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323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070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30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7659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185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01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991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58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21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159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080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4813D-9683-485B-A8AF-08A723BC0F23}" type="datetimeFigureOut">
              <a:rPr lang="en-AU" smtClean="0"/>
              <a:t>31/10/2020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B5F76-C756-4BAD-9E6B-5925AA15B7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89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Circular Motion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032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700" y="570637"/>
            <a:ext cx="11150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Welcome to this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circular motion!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 Smart Lesson 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circular motion.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Define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period,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frequency,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centripetal acceleration.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Perform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calculations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circular motion.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Digital%20Technology/1535321606.142771g/1535321606114-225015264722201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175" y="2603500"/>
            <a:ext cx="338137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836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47700" y="556736"/>
            <a:ext cx="11264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Circular Motion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Circular motion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repetitive.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moving in a circle, an object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comes back around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start of the circle and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repeats the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all over again.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1528853877.4643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55949" y="3111500"/>
            <a:ext cx="5941391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75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educationperfect.com/media/content/Science/1543805597.797381f/1543805596136-4490174471282996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4" y="384533"/>
            <a:ext cx="3108325" cy="553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330700" y="225179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movement around the circle is called a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rotation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revolution.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time it takes for one rotation is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period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(T)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period is a measure of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time,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unit of the period is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(s).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traffic cone rotates once every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1.8 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Therefore,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T=1.8 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132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1234639"/>
            <a:ext cx="9461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frequency of rotation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is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how many times per second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object completes a rotation.</a:t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symbol for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frequency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the unit of frequency is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hertz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(Hz)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One hertz is equivalent to one cycle per second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(s−1).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traffic cone rotates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0.55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cycles per second. Therefore,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f=0.55 Hz.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310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75" y="854074"/>
            <a:ext cx="8800686" cy="2562225"/>
          </a:xfrm>
          <a:prstGeom prst="rect">
            <a:avLst/>
          </a:prstGeom>
        </p:spPr>
      </p:pic>
      <p:pic>
        <p:nvPicPr>
          <p:cNvPr id="3" name="1544042594.172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17668" y="3047999"/>
            <a:ext cx="49403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0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7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7" y="795337"/>
            <a:ext cx="11057574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672237"/>
            <a:ext cx="11252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object travels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circular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radius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2.1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period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4.6 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How fast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object travelling?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43787273.358081g/1543787272239-185395828316684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550" y="2586482"/>
            <a:ext cx="3644900" cy="390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767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90438"/>
            <a:ext cx="10287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object travels in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circular motion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radius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2.1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period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4.6 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Before we calculate the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 calculate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distance travelled,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we do by calculating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circumference of the circle: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187" y="1844764"/>
            <a:ext cx="6589713" cy="3053096"/>
          </a:xfrm>
          <a:prstGeom prst="rect">
            <a:avLst/>
          </a:prstGeom>
        </p:spPr>
      </p:pic>
      <p:pic>
        <p:nvPicPr>
          <p:cNvPr id="5122" name="Picture 2" descr="https://www.educationperfect.com/media/content/Science/1543787662.316861g/1543787661178-1853958283166840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300" y="3756586"/>
            <a:ext cx="3539067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51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004" y="685800"/>
            <a:ext cx="7000621" cy="5054600"/>
          </a:xfrm>
          <a:prstGeom prst="rect">
            <a:avLst/>
          </a:prstGeom>
        </p:spPr>
      </p:pic>
      <p:pic>
        <p:nvPicPr>
          <p:cNvPr id="6146" name="Picture 2" descr="https://www.educationperfect.com/media/content/Science/1543787912.361281g/1543787911197-1853958283166840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428" y="1562101"/>
            <a:ext cx="3430447" cy="368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079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433338"/>
            <a:ext cx="10947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Centripetal Acceleration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object travelling in circular motion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isn't changing speed,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it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is changing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constant rate.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velocity of the object is changing.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velocity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is changing and therefore the object 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accelerating!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43802904.99989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05200" y="2187664"/>
            <a:ext cx="45339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0" y="934135"/>
            <a:ext cx="9372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points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toward the centre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circle.</a:t>
            </a:r>
            <a:endParaRPr lang="en-AU" dirty="0"/>
          </a:p>
        </p:txBody>
      </p:sp>
      <p:pic>
        <p:nvPicPr>
          <p:cNvPr id="3" name="1543292333.500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43300" y="2324100"/>
            <a:ext cx="40132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6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0" y="1038136"/>
            <a:ext cx="9601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object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stopped accelerating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toward the centre, the direction of motion of the object would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stop changing,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object would continue along its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instantaneous velocity vector.</a:t>
            </a:r>
            <a:endParaRPr lang="en-AU" dirty="0"/>
          </a:p>
        </p:txBody>
      </p:sp>
      <p:pic>
        <p:nvPicPr>
          <p:cNvPr id="3" name="1543803389.655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94100" y="2273300"/>
            <a:ext cx="43688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7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2900" y="710337"/>
            <a:ext cx="99949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Centripetal Acceleration Calculations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relationship between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(v),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radius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(r),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centripetal 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(ac​),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expressed with the following equation: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146300"/>
            <a:ext cx="3911600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63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0578" y="755134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44045910.37191g/1544045910348-69473833920438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8475" y="2640012"/>
            <a:ext cx="1905000" cy="185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953000" y="29685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pizza base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radius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0.15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spun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1.9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properly stretch.</a:t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centripetal 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pizza base?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7408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443637"/>
            <a:ext cx="11239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pizza base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radius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0.15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spun at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1.9 ms−1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properly stretch.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centripetal 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pizza base?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49" y="2266950"/>
            <a:ext cx="9127067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93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2500" y="343238"/>
            <a:ext cx="106807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Example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ordinary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washing machine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circumference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about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1.5 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spins at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37 ms−1.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is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centripetal acceleration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experienced by your clothing when it's in the spinning washing machine?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614.632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51446" y="3530599"/>
            <a:ext cx="5882807" cy="280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8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899" y="527050"/>
            <a:ext cx="8384411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33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352424"/>
            <a:ext cx="11022341" cy="60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87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44</Paragraphs>
  <Slides>19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KaTeX_Main</vt:lpstr>
      <vt:lpstr>Office Theme</vt:lpstr>
      <vt:lpstr>Circular Motion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Circular Motion</dc:title>
  <dc:creator>Joseph D'cruz</dc:creator>
  <cp:lastModifiedBy>Joseph D'cruz</cp:lastModifiedBy>
  <cp:revision>1</cp:revision>
  <dcterms:created xsi:type="dcterms:W3CDTF">2020-10-31T06:47:39Z</dcterms:created>
  <dcterms:modified xsi:type="dcterms:W3CDTF">2020-10-31T06:47:45Z</dcterms:modified>
</cp:coreProperties>
</file>