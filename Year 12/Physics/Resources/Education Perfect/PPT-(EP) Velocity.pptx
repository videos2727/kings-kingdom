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683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8316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15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705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500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363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628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91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911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41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7884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E920D-0723-4CE3-944E-4877425729E8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5BCB7-88E5-4BC5-8D72-7DFB87B60E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19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Velocity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22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547638"/>
            <a:ext cx="11023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 Smart Lesson on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Smart Lesson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State the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Subtract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vectors.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Calculate the velocity of an object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an observer.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two dimensions.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German/1481073211.66461g/1481073221739-200599188443838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700" y="35052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278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416342"/>
            <a:ext cx="10896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be learning about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context of a tournament.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tournament is a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competition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pretend fight between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medieval warriors.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Tournaments were held primarily for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entertainment.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most popular event was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melee,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participating knights would be divided into two groups. The two groups would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crash together on horseback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 attempt to break the other formation, or push them back.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we will focus on a minor aspect of a tournament,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joust.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Jousting is where two knights charge at each other in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single combat.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33600961.212421g/1533600961198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3556000"/>
            <a:ext cx="10033000" cy="250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51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413941"/>
            <a:ext cx="11023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as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 of motion.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is how fast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object is changing over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time.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Speed is a scalar.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is how fast the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is changing over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time.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Velocity is a vector.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measured in metres per second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28156132.851271g/1528156132522-376763967009868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00" y="3759200"/>
            <a:ext cx="38100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66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60338"/>
            <a:ext cx="11074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Speed is a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scalar,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it's described by a size only. Other examples of scalars are distance and mass. None of these quantities have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Velocity is a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vector,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it's described by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size and direction.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Another example of a vector is the force of gravity, as it has a size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(9.8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direction (toward the centre of the Earth).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41844477.181851g/1441844478683-113979914085468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37" y="3573462"/>
            <a:ext cx="6562725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9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732135"/>
            <a:ext cx="115189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34890676.634661g/1534890676588-117620033232018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75" y="3233737"/>
            <a:ext cx="2828925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103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3600" y="640140"/>
            <a:ext cx="104521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2.1 ms</a:t>
            </a:r>
            <a:r>
              <a:rPr lang="en-AU" b="1" i="0" baseline="30000" dirty="0" smtClean="0">
                <a:solidFill>
                  <a:srgbClr val="444444"/>
                </a:solidFill>
                <a:effectLst/>
                <a:latin typeface="KaTeX_Main"/>
              </a:rPr>
              <a:t>-1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the left.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must state both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vector.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see that the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arrow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extending from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pointing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to the left,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that the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label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reads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2.1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means that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travelling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2.1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left.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34890676.634661g/1534890676588-117620033232018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75" y="4198937"/>
            <a:ext cx="2828925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443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396439"/>
            <a:ext cx="11049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 objects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have the same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(8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 same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(8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they're travelling at the same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same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velocity of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(8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left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it's travelling in a different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3602852.334681g/1533602852332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75" y="2665412"/>
            <a:ext cx="57150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25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389235"/>
            <a:ext cx="1076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Which two objects are travelling at the same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33606980.472611g/1533606980467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075" y="2157412"/>
            <a:ext cx="57150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99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524639"/>
            <a:ext cx="11226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 same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1.4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travelling at the same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in a different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travelling in the same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direction,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at a different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33606980.472611g/1533606980467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75" y="2932112"/>
            <a:ext cx="57150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675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3617" y="501134"/>
            <a:ext cx="105649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section we'll learn how to subtract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vectors.</a:t>
            </a:r>
            <a:endParaRPr lang="en-AU" dirty="0"/>
          </a:p>
        </p:txBody>
      </p:sp>
      <p:pic>
        <p:nvPicPr>
          <p:cNvPr id="10242" name="Picture 2" descr="https://www.educationperfect.com/media/content/Science/1533615391.033781g/1533615391782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807" y="1935162"/>
            <a:ext cx="5987361" cy="3182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013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500" y="313541"/>
            <a:ext cx="11074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subtracting numbers, taking away three is the same as adding negative three: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8−3=8+(−3)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Vectors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work the same way. Subtracting a vector is the same as adding the negated vector: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v1​−v2​=v1​+(−v2​)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do we find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−v2​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negative of a vector is simply the vector with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size,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opposite direction: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533615418.289781g/1533615419032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5" y="4379912"/>
            <a:ext cx="3543300" cy="17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37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04900" y="631736"/>
            <a:ext cx="10337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negative of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below?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533615682.87031g/1533615683401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150" y="3122612"/>
            <a:ext cx="3543300" cy="17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391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500" y="317838"/>
            <a:ext cx="10515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negative of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vector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below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 ms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negative of a vector has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same size,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opposite direction.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33615706.055881g/1533615706799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74" y="2665412"/>
            <a:ext cx="6664325" cy="320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088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486539"/>
            <a:ext cx="11518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subtract a vector from another, negate the subtracted vector, and add it to the other.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Adding two vectors together yields another vector, with a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size and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its own.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Vectors are added by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connecting the arrowhead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one vector to the tail of a second vector. The sum of the two vectors is the distance and direction from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tail of the first,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tip of the second: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https://www.educationperfect.com/media/content/Science/1533617216.108141g/1533617216767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108" y="2728912"/>
            <a:ext cx="6587084" cy="2630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859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570637"/>
            <a:ext cx="10807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 vectors are parallel and point in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direction,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calculate the new size by adding the two vectors together.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in the image below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new vector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21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33617539.140231g/1533617539866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4" y="2506662"/>
            <a:ext cx="5940425" cy="382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643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637739"/>
            <a:ext cx="11264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 vectors are parallel and point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opposite directions,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calculate the new size by subtracting the size of the smallest vector from the size of the largest vector.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new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simply the direction of the largest vector.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in the image below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new vector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Science/1533618316.713491g/1533618317433-28792865399761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960102"/>
            <a:ext cx="5102225" cy="328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039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9800" y="8591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difference between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two vectors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below?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534895192.550861g/1534895192826-59101058659821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627" y="3073400"/>
            <a:ext cx="6562973" cy="158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985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405537"/>
            <a:ext cx="11455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difference between the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two vectors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left.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Negate the second vector, then add it to the first: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34896325.026641g/1534896325297-434277957221814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014" y="3225800"/>
            <a:ext cx="9334611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169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196840"/>
            <a:ext cx="11137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Until now we have always described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the ground. We always assume that the ground is not moving.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real life, objects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appear to move at different speeds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depending on how fast you are moving.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From a pedestrian's perspective, cars look like they're moving past at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high speed.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a motorist's perspective, pedestrians look like they're moving past the car.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 descr="https://www.educationperfect.com/media/content/Science/1534713231.042761g/1534713233376-358786026330896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75" y="2473404"/>
            <a:ext cx="5715000" cy="134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46100" y="3944035"/>
            <a:ext cx="1079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diagram above, the pedestrian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car. In the diagram below, the car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pedestrian.</a:t>
            </a:r>
            <a:endParaRPr lang="en-AU" dirty="0"/>
          </a:p>
        </p:txBody>
      </p:sp>
      <p:pic>
        <p:nvPicPr>
          <p:cNvPr id="19460" name="Picture 4" descr="https://www.educationperfect.com/media/content/Science/1534713243.892171g/1534713246341-3587860263308963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4781728"/>
            <a:ext cx="5715000" cy="134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773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328136"/>
            <a:ext cx="1153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diagram below depicts the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velocities of a few objects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the ground.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velocity of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zero, and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velocities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Science/1533687570.338231g/153368757111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75" y="2535237"/>
            <a:ext cx="438150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296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472639"/>
            <a:ext cx="11010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 of an object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looks different depending on where it is measured from. Let's observe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some of the objects below.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Relative to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moving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to the right.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quite natural.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isn't moving, and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is. Of course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sees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motion.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6" name="Picture 2" descr="https://www.educationperfect.com/media/content/Science/1533687570.338231g/153368757111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2840037"/>
            <a:ext cx="438150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442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317838"/>
            <a:ext cx="11620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the same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time progresses, objects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continue to move side by side, and not get any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closer or further away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each other.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Relative to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object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FB6611"/>
                </a:solidFill>
                <a:effectLst/>
                <a:latin typeface="Arial" panose="020B0604020202020204" pitchFamily="34" charset="0"/>
              </a:rPr>
              <a:t>not moving.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530" name="Picture 2" descr="https://www.educationperfect.com/media/content/Science/1533687570.338231g/153368757111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3094037"/>
            <a:ext cx="4381500" cy="268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863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274935"/>
            <a:ext cx="10756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two </a:t>
            </a:r>
            <a:r>
              <a:rPr lang="en-AU" b="1" i="0" dirty="0" smtClean="0">
                <a:solidFill>
                  <a:srgbClr val="00A6D5"/>
                </a:solidFill>
                <a:effectLst/>
                <a:latin typeface="Arial" panose="020B0604020202020204" pitchFamily="34" charset="0"/>
              </a:rPr>
              <a:t>new objects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 moving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opposite directions: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554" name="Picture 2" descr="https://www.educationperfect.com/media/content/Science/1534721401.062521g/1534721403335-232398703607369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679967"/>
            <a:ext cx="2511425" cy="1439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31800" y="2049766"/>
            <a:ext cx="1176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another,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subtract the velocity 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that 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observed object.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675" y="2524131"/>
            <a:ext cx="43624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06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433338"/>
            <a:ext cx="113411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Two knights are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practising their jousting runs.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Knight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travelling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5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right, and knight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travelling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same direction.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velocity of knight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knight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578" name="Picture 2" descr="https://www.educationperfect.com/media/content/Science/1533689868.263451g/1533689868998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5" y="3817936"/>
            <a:ext cx="7994016" cy="254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218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0"/>
            <a:ext cx="11595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another,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subtract the velocity 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that of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observed object.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602" name="Picture 2" descr="https://www.educationperfect.com/media/content/Science/1534713744.160861g/1534713746609-3587860263308963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75" y="1200329"/>
            <a:ext cx="571500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753439" y="2971980"/>
            <a:ext cx="3916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 velocity of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:</a:t>
            </a:r>
            <a:endParaRPr lang="en-AU" dirty="0"/>
          </a:p>
        </p:txBody>
      </p:sp>
      <p:pic>
        <p:nvPicPr>
          <p:cNvPr id="25604" name="Picture 4" descr="https://www.educationperfect.com/media/content/Science/1534713765.89521g/1534713768157-3587860263308963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5" y="3341312"/>
            <a:ext cx="424815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00100" y="5978278"/>
            <a:ext cx="1026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knight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relative to knight </a:t>
            </a:r>
            <a:r>
              <a:rPr lang="en-AU" b="0" i="0" dirty="0" smtClean="0">
                <a:solidFill>
                  <a:srgbClr val="0066CC"/>
                </a:solidFill>
                <a:effectLst/>
                <a:latin typeface="KaTeX_Main"/>
              </a:rPr>
              <a:t>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left.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3255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515035"/>
            <a:ext cx="10274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section we'll learn how to calculate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two dimensions.</a:t>
            </a:r>
            <a:endParaRPr lang="en-AU" dirty="0"/>
          </a:p>
        </p:txBody>
      </p:sp>
      <p:pic>
        <p:nvPicPr>
          <p:cNvPr id="26626" name="Picture 2" descr="https://www.educationperfect.com/media/content/Science/1533697051.036371g/153369705174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699701"/>
            <a:ext cx="470535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622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109835"/>
            <a:ext cx="1176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as for one dimension, to find relative velocity in two dimensions, subtract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velocity of the observer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 of the observed object.</a:t>
            </a:r>
            <a:endParaRPr lang="en-AU" dirty="0"/>
          </a:p>
        </p:txBody>
      </p:sp>
      <p:pic>
        <p:nvPicPr>
          <p:cNvPr id="27650" name="Picture 2" descr="https://www.educationperfect.com/media/content/Science/1533697051.036371g/1533697051747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675" y="284162"/>
            <a:ext cx="470535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345" y="3430290"/>
            <a:ext cx="4166117" cy="309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74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9136"/>
            <a:ext cx="10820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 size of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velocity vector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use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Pythagoras' theorem.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28674" name="Picture 2" descr="https://www.educationperfect.com/media/content/Science/1533698183.407581g/1533698183965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610801"/>
            <a:ext cx="28003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1925515"/>
            <a:ext cx="4400550" cy="493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82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315436"/>
            <a:ext cx="1097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we have found the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velocity vector,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calculate the direction of the vector with </a:t>
            </a:r>
            <a:r>
              <a:rPr lang="en-AU" b="1" i="0" dirty="0" smtClean="0">
                <a:solidFill>
                  <a:srgbClr val="7C0BAE"/>
                </a:solidFill>
                <a:effectLst/>
                <a:latin typeface="Arial" panose="020B0604020202020204" pitchFamily="34" charset="0"/>
              </a:rPr>
              <a:t>trigonometry.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963565"/>
            <a:ext cx="5319712" cy="573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04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181739"/>
            <a:ext cx="1089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archer on horseback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rides east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across the field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11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She fires an arrow at a target to the north. The arrow travels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80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 velocity of the arrow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the ground?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9698" name="Picture 2" descr="https://www.educationperfect.com/media/content/Science/1533703975.636521g/1533703976164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819" y="2315386"/>
            <a:ext cx="2849562" cy="4280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030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505936"/>
            <a:ext cx="11595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arrow is fired from an object that's moving </a:t>
            </a:r>
            <a:r>
              <a:rPr lang="en-AU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relative to the ground,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arrow's velocity relative to the ground is the </a:t>
            </a:r>
            <a:r>
              <a:rPr lang="en-AU" b="1" i="0" dirty="0" smtClean="0">
                <a:solidFill>
                  <a:srgbClr val="FF9505"/>
                </a:solidFill>
                <a:effectLst/>
                <a:latin typeface="Arial" panose="020B0604020202020204" pitchFamily="34" charset="0"/>
              </a:rPr>
              <a:t>sum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two velocities.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22" name="Picture 2" descr="https://www.educationperfect.com/media/content/Science/1533704930.706521g/1533704931349-426650346109513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589470"/>
            <a:ext cx="5343525" cy="3044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859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14287"/>
            <a:ext cx="443865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82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0502" y="196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746" name="Picture 2" descr="https://www.educationperfect.com/media/content/Science/1533849630.440031g/1533849631968-139614972749202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5" y="925512"/>
            <a:ext cx="2124075" cy="24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425" y="968375"/>
            <a:ext cx="546735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122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163</Words>
  <Application>Microsoft Office PowerPoint</Application>
  <PresentationFormat>Widescreen</PresentationFormat>
  <Paragraphs>147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KaTeX_Main</vt:lpstr>
      <vt:lpstr>Office Theme</vt:lpstr>
      <vt:lpstr>Velocity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Velocity</dc:title>
  <dc:creator>Joseph D'cruz</dc:creator>
  <cp:lastModifiedBy>Joseph D'cruz</cp:lastModifiedBy>
  <cp:revision>2</cp:revision>
  <dcterms:created xsi:type="dcterms:W3CDTF">2020-10-30T10:35:09Z</dcterms:created>
  <dcterms:modified xsi:type="dcterms:W3CDTF">2020-10-30T10:41:10Z</dcterms:modified>
</cp:coreProperties>
</file>