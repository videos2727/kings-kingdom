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1pPr>
    <a:lvl2pPr marL="0" marR="0" indent="34290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2pPr>
    <a:lvl3pPr marL="0" marR="0" indent="68580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3pPr>
    <a:lvl4pPr marL="0" marR="0" indent="102870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4pPr>
    <a:lvl5pPr marL="0" marR="0" indent="137160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5pPr>
    <a:lvl6pPr marL="0" marR="0" indent="171450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6pPr>
    <a:lvl7pPr marL="0" marR="0" indent="205740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7pPr>
    <a:lvl8pPr marL="0" marR="0" indent="240030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8pPr>
    <a:lvl9pPr marL="0" marR="0" indent="274320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Iowan Old Style"/>
          <a:ea typeface="Iowan Old Style"/>
          <a:cs typeface="Iowan Old Style"/>
        </a:font>
        <a:srgbClr val="5C5C5C"/>
      </a:tcTxStyle>
      <a:tcStyle>
        <a:tcBdr>
          <a:left>
            <a:ln w="12700" cap="flat">
              <a:noFill/>
              <a:miter lim="400000"/>
            </a:ln>
          </a:left>
          <a:right>
            <a:ln w="12700" cap="flat">
              <a:noFill/>
              <a:miter lim="400000"/>
            </a:ln>
          </a:right>
          <a:top>
            <a:ln w="12700" cap="flat">
              <a:solidFill>
                <a:srgbClr val="5C5C5C"/>
              </a:solidFill>
              <a:prstDash val="solid"/>
              <a:miter lim="400000"/>
            </a:ln>
          </a:top>
          <a:bottom>
            <a:ln w="12700" cap="flat">
              <a:solidFill>
                <a:srgbClr val="5C5C5C"/>
              </a:solidFill>
              <a:prstDash val="solid"/>
              <a:miter lim="400000"/>
            </a:ln>
          </a:bottom>
          <a:insideH>
            <a:ln w="12700" cap="flat">
              <a:solidFill>
                <a:srgbClr val="5C5C5C"/>
              </a:solidFill>
              <a:prstDash val="solid"/>
              <a:miter lim="400000"/>
            </a:ln>
          </a:insideH>
          <a:insideV>
            <a:ln w="12700" cap="flat">
              <a:noFill/>
              <a:miter lim="400000"/>
            </a:ln>
          </a:insideV>
        </a:tcBdr>
        <a:fill>
          <a:noFill/>
        </a:fill>
      </a:tcStyle>
    </a:wholeTbl>
    <a:band2H>
      <a:tcTxStyle/>
      <a:tcStyle>
        <a:tcBdr/>
        <a:fill>
          <a:solidFill>
            <a:srgbClr val="CBCBCB">
              <a:alpha val="25000"/>
            </a:srgbClr>
          </a:solidFill>
        </a:fill>
      </a:tcStyle>
    </a:band2H>
    <a:firstCol>
      <a:tcTxStyle b="off" i="off">
        <a:font>
          <a:latin typeface="DIN Alternate"/>
          <a:ea typeface="DIN Alternate"/>
          <a:cs typeface="DIN Alternate"/>
        </a:font>
        <a:srgbClr val="5C5C5C"/>
      </a:tcTxStyle>
      <a:tcStyle>
        <a:tcBdr>
          <a:left>
            <a:ln w="12700" cap="flat">
              <a:noFill/>
              <a:miter lim="400000"/>
            </a:ln>
          </a:left>
          <a:right>
            <a:ln w="12700" cap="flat">
              <a:noFill/>
              <a:miter lim="400000"/>
            </a:ln>
          </a:right>
          <a:top>
            <a:ln w="12700" cap="flat">
              <a:solidFill>
                <a:srgbClr val="5C5C5C"/>
              </a:solidFill>
              <a:prstDash val="solid"/>
              <a:miter lim="400000"/>
            </a:ln>
          </a:top>
          <a:bottom>
            <a:ln w="12700" cap="flat">
              <a:solidFill>
                <a:srgbClr val="5C5C5C"/>
              </a:solidFill>
              <a:prstDash val="solid"/>
              <a:miter lim="400000"/>
            </a:ln>
          </a:bottom>
          <a:insideH>
            <a:ln w="12700" cap="flat">
              <a:solidFill>
                <a:srgbClr val="5C5C5C"/>
              </a:solidFill>
              <a:prstDash val="solid"/>
              <a:miter lim="400000"/>
            </a:ln>
          </a:insideH>
          <a:insideV>
            <a:ln w="12700" cap="flat">
              <a:noFill/>
              <a:miter lim="400000"/>
            </a:ln>
          </a:insideV>
        </a:tcBdr>
        <a:fill>
          <a:solidFill>
            <a:srgbClr val="CBCBCB">
              <a:alpha val="36000"/>
            </a:srgbClr>
          </a:solidFill>
        </a:fill>
      </a:tcStyle>
    </a:firstCol>
    <a:lastRow>
      <a:tcTxStyle b="off" i="off">
        <a:font>
          <a:latin typeface="DIN Alternate"/>
          <a:ea typeface="DIN Alternate"/>
          <a:cs typeface="DIN Alternate"/>
        </a:font>
        <a:srgbClr val="5C5C5C"/>
      </a:tcTxStyle>
      <a:tcStyle>
        <a:tcBdr>
          <a:left>
            <a:ln w="12700" cap="flat">
              <a:noFill/>
              <a:miter lim="400000"/>
            </a:ln>
          </a:left>
          <a:right>
            <a:ln w="12700" cap="flat">
              <a:noFill/>
              <a:miter lim="400000"/>
            </a:ln>
          </a:right>
          <a:top>
            <a:ln w="12700" cap="flat">
              <a:solidFill>
                <a:srgbClr val="5C5C5C"/>
              </a:solidFill>
              <a:prstDash val="solid"/>
              <a:miter lim="400000"/>
            </a:ln>
          </a:top>
          <a:bottom>
            <a:ln w="12700" cap="flat">
              <a:noFill/>
              <a:miter lim="400000"/>
            </a:ln>
          </a:bottom>
          <a:insideH>
            <a:ln w="12700" cap="flat">
              <a:solidFill>
                <a:srgbClr val="5C5C5C"/>
              </a:solidFill>
              <a:prstDash val="solid"/>
              <a:miter lim="400000"/>
            </a:ln>
          </a:insideH>
          <a:insideV>
            <a:ln w="12700" cap="flat">
              <a:noFill/>
              <a:miter lim="400000"/>
            </a:ln>
          </a:insideV>
        </a:tcBdr>
        <a:fill>
          <a:noFill/>
        </a:fill>
      </a:tcStyle>
    </a:lastRow>
    <a:firstRow>
      <a:tcTxStyle b="off" i="off">
        <a:font>
          <a:latin typeface="DIN Alternate"/>
          <a:ea typeface="DIN Alternate"/>
          <a:cs typeface="DIN Alternate"/>
        </a:font>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12700" cap="flat">
              <a:solidFill>
                <a:srgbClr val="EBEBEB"/>
              </a:solidFill>
              <a:prstDash val="solid"/>
              <a:miter lim="400000"/>
            </a:ln>
          </a:insideH>
          <a:insideV>
            <a:ln w="12700" cap="flat">
              <a:noFill/>
              <a:miter lim="400000"/>
            </a:ln>
          </a:insideV>
        </a:tcBdr>
        <a:fill>
          <a:solidFill>
            <a:schemeClr val="accent1">
              <a:hueOff val="-522454"/>
              <a:satOff val="1153"/>
              <a:lumOff val="13444"/>
            </a:schemeClr>
          </a:solidFill>
        </a:fill>
      </a:tcStyle>
    </a:firstRow>
  </a:tblStyle>
  <a:tblStyle styleId="{C7B018BB-80A7-4F77-B60F-C8B233D01FF8}" styleName="">
    <a:tblBg/>
    <a:wholeTbl>
      <a:tcTxStyle b="off" i="off">
        <a:font>
          <a:latin typeface="Iowan Old Style"/>
          <a:ea typeface="Iowan Old Style"/>
          <a:cs typeface="Iowan Old Style"/>
        </a:font>
        <a:schemeClr val="accent2">
          <a:satOff val="-3676"/>
          <a:lumOff val="-12171"/>
        </a:schemeClr>
      </a:tcTxStyle>
      <a:tcStyle>
        <a:tcBdr>
          <a:left>
            <a:ln w="12700" cap="flat">
              <a:solidFill>
                <a:srgbClr val="808251"/>
              </a:solidFill>
              <a:prstDash val="solid"/>
              <a:miter lim="400000"/>
            </a:ln>
          </a:left>
          <a:right>
            <a:ln w="12700" cap="flat">
              <a:solidFill>
                <a:srgbClr val="808251"/>
              </a:solidFill>
              <a:prstDash val="solid"/>
              <a:miter lim="400000"/>
            </a:ln>
          </a:right>
          <a:top>
            <a:ln w="12700" cap="flat">
              <a:solidFill>
                <a:srgbClr val="808251"/>
              </a:solidFill>
              <a:prstDash val="solid"/>
              <a:miter lim="400000"/>
            </a:ln>
          </a:top>
          <a:bottom>
            <a:ln w="12700" cap="flat">
              <a:solidFill>
                <a:srgbClr val="808251"/>
              </a:solidFill>
              <a:prstDash val="solid"/>
              <a:miter lim="400000"/>
            </a:ln>
          </a:bottom>
          <a:insideH>
            <a:ln w="12700" cap="flat">
              <a:solidFill>
                <a:srgbClr val="808251"/>
              </a:solidFill>
              <a:prstDash val="solid"/>
              <a:miter lim="400000"/>
            </a:ln>
          </a:insideH>
          <a:insideV>
            <a:ln w="12700" cap="flat">
              <a:solidFill>
                <a:srgbClr val="808251"/>
              </a:solidFill>
              <a:prstDash val="solid"/>
              <a:miter lim="400000"/>
            </a:ln>
          </a:insideV>
        </a:tcBdr>
        <a:fill>
          <a:noFill/>
        </a:fill>
      </a:tcStyle>
    </a:wholeTbl>
    <a:band2H>
      <a:tcTxStyle/>
      <a:tcStyle>
        <a:tcBdr/>
        <a:fill>
          <a:solidFill>
            <a:srgbClr val="A8A861">
              <a:alpha val="27000"/>
            </a:srgbClr>
          </a:solidFill>
        </a:fill>
      </a:tcStyle>
    </a:band2H>
    <a:firstCol>
      <a:tcTxStyle b="off" i="off">
        <a:font>
          <a:latin typeface="DIN Alternate"/>
          <a:ea typeface="DIN Alternate"/>
          <a:cs typeface="DIN Alternate"/>
        </a:font>
        <a:srgbClr val="FFFFFF"/>
      </a:tcTxStyle>
      <a:tcStyle>
        <a:tcBdr>
          <a:left>
            <a:ln w="12700" cap="flat">
              <a:solidFill>
                <a:srgbClr val="808251"/>
              </a:solidFill>
              <a:prstDash val="solid"/>
              <a:miter lim="400000"/>
            </a:ln>
          </a:left>
          <a:right>
            <a:ln w="12700" cap="flat">
              <a:solidFill>
                <a:srgbClr val="808251"/>
              </a:solidFill>
              <a:prstDash val="solid"/>
              <a:miter lim="400000"/>
            </a:ln>
          </a:right>
          <a:top>
            <a:ln w="12700" cap="flat">
              <a:solidFill>
                <a:srgbClr val="808251"/>
              </a:solidFill>
              <a:prstDash val="solid"/>
              <a:miter lim="400000"/>
            </a:ln>
          </a:top>
          <a:bottom>
            <a:ln w="12700" cap="flat">
              <a:solidFill>
                <a:srgbClr val="808251"/>
              </a:solidFill>
              <a:prstDash val="solid"/>
              <a:miter lim="400000"/>
            </a:ln>
          </a:bottom>
          <a:insideH>
            <a:ln w="12700" cap="flat">
              <a:solidFill>
                <a:srgbClr val="808251"/>
              </a:solidFill>
              <a:prstDash val="solid"/>
              <a:miter lim="400000"/>
            </a:ln>
          </a:insideH>
          <a:insideV>
            <a:ln w="12700" cap="flat">
              <a:solidFill>
                <a:srgbClr val="808251"/>
              </a:solidFill>
              <a:prstDash val="solid"/>
              <a:miter lim="400000"/>
            </a:ln>
          </a:insideV>
        </a:tcBdr>
        <a:fill>
          <a:solidFill>
            <a:srgbClr val="8F9541">
              <a:alpha val="75000"/>
            </a:srgbClr>
          </a:solidFill>
        </a:fill>
      </a:tcStyle>
    </a:firstCol>
    <a:lastRow>
      <a:tcTxStyle b="off" i="off">
        <a:font>
          <a:latin typeface="DIN Alternate"/>
          <a:ea typeface="DIN Alternate"/>
          <a:cs typeface="DIN Alternate"/>
        </a:font>
        <a:schemeClr val="accent2">
          <a:satOff val="-3676"/>
          <a:lumOff val="-12171"/>
        </a:schemeClr>
      </a:tcTxStyle>
      <a:tcStyle>
        <a:tcBdr>
          <a:left>
            <a:ln w="12700" cap="flat">
              <a:solidFill>
                <a:srgbClr val="808251"/>
              </a:solidFill>
              <a:prstDash val="solid"/>
              <a:miter lim="400000"/>
            </a:ln>
          </a:left>
          <a:right>
            <a:ln w="12700" cap="flat">
              <a:solidFill>
                <a:srgbClr val="808251"/>
              </a:solidFill>
              <a:prstDash val="solid"/>
              <a:miter lim="400000"/>
            </a:ln>
          </a:right>
          <a:top>
            <a:ln w="50800" cap="flat">
              <a:solidFill>
                <a:srgbClr val="808251"/>
              </a:solidFill>
              <a:prstDash val="solid"/>
              <a:miter lim="400000"/>
            </a:ln>
          </a:top>
          <a:bottom>
            <a:ln w="12700" cap="flat">
              <a:solidFill>
                <a:srgbClr val="808251"/>
              </a:solidFill>
              <a:prstDash val="solid"/>
              <a:miter lim="400000"/>
            </a:ln>
          </a:bottom>
          <a:insideH>
            <a:ln w="12700" cap="flat">
              <a:solidFill>
                <a:srgbClr val="808251"/>
              </a:solidFill>
              <a:prstDash val="solid"/>
              <a:miter lim="400000"/>
            </a:ln>
          </a:insideH>
          <a:insideV>
            <a:ln w="12700" cap="flat">
              <a:solidFill>
                <a:srgbClr val="808251"/>
              </a:solidFill>
              <a:prstDash val="solid"/>
              <a:miter lim="400000"/>
            </a:ln>
          </a:insideV>
        </a:tcBdr>
        <a:fill>
          <a:noFill/>
        </a:fill>
      </a:tcStyle>
    </a:lastRow>
    <a:firstRow>
      <a:tcTxStyle b="off" i="off">
        <a:font>
          <a:latin typeface="DIN Alternate"/>
          <a:ea typeface="DIN Alternate"/>
          <a:cs typeface="DIN Alternate"/>
        </a:font>
        <a:srgbClr val="FFFFFF"/>
      </a:tcTxStyle>
      <a:tcStyle>
        <a:tcBdr>
          <a:left>
            <a:ln w="12700" cap="flat">
              <a:solidFill>
                <a:srgbClr val="808251"/>
              </a:solidFill>
              <a:prstDash val="solid"/>
              <a:miter lim="400000"/>
            </a:ln>
          </a:left>
          <a:right>
            <a:ln w="12700" cap="flat">
              <a:solidFill>
                <a:srgbClr val="808251"/>
              </a:solidFill>
              <a:prstDash val="solid"/>
              <a:miter lim="400000"/>
            </a:ln>
          </a:right>
          <a:top>
            <a:ln w="12700" cap="flat">
              <a:solidFill>
                <a:srgbClr val="808251"/>
              </a:solidFill>
              <a:prstDash val="solid"/>
              <a:miter lim="400000"/>
            </a:ln>
          </a:top>
          <a:bottom>
            <a:ln w="12700" cap="flat">
              <a:solidFill>
                <a:srgbClr val="808251"/>
              </a:solidFill>
              <a:prstDash val="solid"/>
              <a:miter lim="400000"/>
            </a:ln>
          </a:bottom>
          <a:insideH>
            <a:ln w="12700" cap="flat">
              <a:solidFill>
                <a:srgbClr val="808251"/>
              </a:solidFill>
              <a:prstDash val="solid"/>
              <a:miter lim="400000"/>
            </a:ln>
          </a:insideH>
          <a:insideV>
            <a:ln w="12700" cap="flat">
              <a:solidFill>
                <a:srgbClr val="808251"/>
              </a:solidFill>
              <a:prstDash val="solid"/>
              <a:miter lim="400000"/>
            </a:ln>
          </a:insideV>
        </a:tcBdr>
        <a:fill>
          <a:solidFill>
            <a:srgbClr val="8F9541">
              <a:alpha val="75000"/>
            </a:srgbClr>
          </a:solidFill>
        </a:fill>
      </a:tcStyle>
    </a:firstRow>
  </a:tblStyle>
  <a:tblStyle styleId="{EEE7283C-3CF3-47DC-8721-378D4A62B228}" styleName="">
    <a:tblBg/>
    <a:wholeTbl>
      <a:tcTxStyle b="off" i="off">
        <a:font>
          <a:latin typeface="Iowan Old Style"/>
          <a:ea typeface="Iowan Old Style"/>
          <a:cs typeface="Iowan Old Style"/>
        </a:font>
        <a:srgbClr val="FFFFFF"/>
      </a:tcTxStyle>
      <a:tcStyle>
        <a:tcBdr>
          <a:left>
            <a:ln w="12700" cap="flat">
              <a:noFill/>
              <a:miter lim="400000"/>
            </a:ln>
          </a:left>
          <a:right>
            <a:ln w="12700" cap="flat">
              <a:noFill/>
              <a:miter lim="400000"/>
            </a:ln>
          </a:right>
          <a:top>
            <a:ln w="12700" cap="flat">
              <a:solidFill>
                <a:srgbClr val="FFFDEF"/>
              </a:solidFill>
              <a:prstDash val="solid"/>
              <a:miter lim="400000"/>
            </a:ln>
          </a:top>
          <a:bottom>
            <a:ln w="12700" cap="flat">
              <a:solidFill>
                <a:srgbClr val="FFFDEF"/>
              </a:solidFill>
              <a:prstDash val="solid"/>
              <a:miter lim="400000"/>
            </a:ln>
          </a:bottom>
          <a:insideH>
            <a:ln w="12700" cap="flat">
              <a:solidFill>
                <a:srgbClr val="FFFDEF"/>
              </a:solidFill>
              <a:prstDash val="solid"/>
              <a:miter lim="400000"/>
            </a:ln>
          </a:insideH>
          <a:insideV>
            <a:ln w="12700" cap="flat">
              <a:noFill/>
              <a:miter lim="400000"/>
            </a:ln>
          </a:insideV>
        </a:tcBdr>
        <a:fill>
          <a:noFill/>
        </a:fill>
      </a:tcStyle>
    </a:wholeTbl>
    <a:band2H>
      <a:tcTxStyle/>
      <a:tcStyle>
        <a:tcBdr/>
        <a:fill>
          <a:solidFill>
            <a:srgbClr val="A8A861">
              <a:alpha val="27000"/>
            </a:srgbClr>
          </a:solidFill>
        </a:fill>
      </a:tcStyle>
    </a:band2H>
    <a:firstCol>
      <a:tcTxStyle b="off" i="off">
        <a:font>
          <a:latin typeface="DIN Alternate"/>
          <a:ea typeface="DIN Alternate"/>
          <a:cs typeface="DIN Alternate"/>
        </a:font>
        <a:srgbClr val="FFFFFF"/>
      </a:tcTxStyle>
      <a:tcStyle>
        <a:tcBdr>
          <a:left>
            <a:ln w="12700" cap="flat">
              <a:solidFill>
                <a:srgbClr val="FFFDEF"/>
              </a:solidFill>
              <a:prstDash val="solid"/>
              <a:miter lim="400000"/>
            </a:ln>
          </a:left>
          <a:right>
            <a:ln w="12700" cap="flat">
              <a:solidFill>
                <a:srgbClr val="FFFDEF"/>
              </a:solidFill>
              <a:prstDash val="solid"/>
              <a:miter lim="400000"/>
            </a:ln>
          </a:right>
          <a:top>
            <a:ln w="12700" cap="flat">
              <a:solidFill>
                <a:srgbClr val="FFFDEF"/>
              </a:solidFill>
              <a:prstDash val="solid"/>
              <a:miter lim="400000"/>
            </a:ln>
          </a:top>
          <a:bottom>
            <a:ln w="12700" cap="flat">
              <a:solidFill>
                <a:srgbClr val="FFFDEF"/>
              </a:solidFill>
              <a:prstDash val="solid"/>
              <a:miter lim="400000"/>
            </a:ln>
          </a:bottom>
          <a:insideH>
            <a:ln w="12700" cap="flat">
              <a:solidFill>
                <a:srgbClr val="FFFDEF"/>
              </a:solidFill>
              <a:prstDash val="solid"/>
              <a:miter lim="400000"/>
            </a:ln>
          </a:insideH>
          <a:insideV>
            <a:ln w="12700" cap="flat">
              <a:noFill/>
              <a:miter lim="400000"/>
            </a:ln>
          </a:insideV>
        </a:tcBdr>
        <a:fill>
          <a:noFill/>
        </a:fill>
      </a:tcStyle>
    </a:firstCol>
    <a:lastRow>
      <a:tcTxStyle b="off" i="off">
        <a:font>
          <a:latin typeface="DIN Alternate"/>
          <a:ea typeface="DIN Alternate"/>
          <a:cs typeface="DIN Alternate"/>
        </a:font>
        <a:srgbClr val="FFFFFF"/>
      </a:tcTxStyle>
      <a:tcStyle>
        <a:tcBdr>
          <a:left>
            <a:ln w="12700" cap="flat">
              <a:noFill/>
              <a:miter lim="400000"/>
            </a:ln>
          </a:left>
          <a:right>
            <a:ln w="12700" cap="flat">
              <a:noFill/>
              <a:miter lim="400000"/>
            </a:ln>
          </a:right>
          <a:top>
            <a:ln w="12700" cap="flat">
              <a:solidFill>
                <a:srgbClr val="FFFDEF"/>
              </a:solidFill>
              <a:prstDash val="solid"/>
              <a:miter lim="400000"/>
            </a:ln>
          </a:top>
          <a:bottom>
            <a:ln w="12700" cap="flat">
              <a:solidFill>
                <a:srgbClr val="FFFDEF"/>
              </a:solidFill>
              <a:prstDash val="solid"/>
              <a:miter lim="400000"/>
            </a:ln>
          </a:bottom>
          <a:insideH>
            <a:ln w="12700" cap="flat">
              <a:solidFill>
                <a:srgbClr val="FFFDEF"/>
              </a:solidFill>
              <a:prstDash val="solid"/>
              <a:miter lim="400000"/>
            </a:ln>
          </a:insideH>
          <a:insideV>
            <a:ln w="12700" cap="flat">
              <a:noFill/>
              <a:miter lim="400000"/>
            </a:ln>
          </a:insideV>
        </a:tcBdr>
        <a:fill>
          <a:noFill/>
        </a:fill>
      </a:tcStyle>
    </a:lastRow>
    <a:firstRow>
      <a:tcTxStyle b="off" i="off">
        <a:font>
          <a:latin typeface="DIN Alternate"/>
          <a:ea typeface="DIN Alternate"/>
          <a:cs typeface="DIN Alternate"/>
        </a:font>
        <a:srgbClr val="FFFFFF"/>
      </a:tcTxStyle>
      <a:tcStyle>
        <a:tcBdr>
          <a:left>
            <a:ln w="12700" cap="flat">
              <a:noFill/>
              <a:miter lim="400000"/>
            </a:ln>
          </a:left>
          <a:right>
            <a:ln w="12700" cap="flat">
              <a:noFill/>
              <a:miter lim="400000"/>
            </a:ln>
          </a:right>
          <a:top>
            <a:ln w="12700" cap="flat">
              <a:solidFill>
                <a:srgbClr val="FFFDEF"/>
              </a:solidFill>
              <a:prstDash val="solid"/>
              <a:miter lim="400000"/>
            </a:ln>
          </a:top>
          <a:bottom>
            <a:ln w="12700" cap="flat">
              <a:solidFill>
                <a:srgbClr val="FFFDEF"/>
              </a:solidFill>
              <a:prstDash val="solid"/>
              <a:miter lim="400000"/>
            </a:ln>
          </a:bottom>
          <a:insideH>
            <a:ln w="12700" cap="flat">
              <a:solidFill>
                <a:srgbClr val="FFFDEF"/>
              </a:solidFill>
              <a:prstDash val="solid"/>
              <a:miter lim="400000"/>
            </a:ln>
          </a:insideH>
          <a:insideV>
            <a:ln w="12700" cap="flat">
              <a:noFill/>
              <a:miter lim="400000"/>
            </a:ln>
          </a:insideV>
        </a:tcBdr>
        <a:fill>
          <a:noFill/>
        </a:fill>
      </a:tcStyle>
    </a:firstRow>
  </a:tblStyle>
  <a:tblStyle styleId="{CF821DB8-F4EB-4A41-A1BA-3FCAFE7338EE}" styleName="">
    <a:tblBg/>
    <a:wholeTbl>
      <a:tcTxStyle b="off" i="off">
        <a:font>
          <a:latin typeface="Iowan Old Style"/>
          <a:ea typeface="Iowan Old Style"/>
          <a:cs typeface="Iowan Old Style"/>
        </a:font>
        <a:srgbClr val="5C5C5C"/>
      </a:tcTxStyle>
      <a:tcStyle>
        <a:tcBdr>
          <a:left>
            <a:ln w="12700" cap="flat">
              <a:noFill/>
              <a:miter lim="400000"/>
            </a:ln>
          </a:left>
          <a:right>
            <a:ln w="12700" cap="flat">
              <a:noFill/>
              <a:miter lim="400000"/>
            </a:ln>
          </a:right>
          <a:top>
            <a:ln w="25400" cap="flat">
              <a:solidFill>
                <a:schemeClr val="accent3">
                  <a:hueOff val="-256224"/>
                  <a:satOff val="-13732"/>
                  <a:lumOff val="-19712"/>
                  <a:alpha val="61000"/>
                </a:schemeClr>
              </a:solidFill>
              <a:prstDash val="solid"/>
              <a:miter lim="400000"/>
            </a:ln>
          </a:top>
          <a:bottom>
            <a:ln w="25400" cap="flat">
              <a:solidFill>
                <a:schemeClr val="accent3">
                  <a:hueOff val="-256224"/>
                  <a:satOff val="-13732"/>
                  <a:lumOff val="-19712"/>
                  <a:alpha val="61000"/>
                </a:schemeClr>
              </a:solidFill>
              <a:prstDash val="solid"/>
              <a:miter lim="400000"/>
            </a:ln>
          </a:bottom>
          <a:insideH>
            <a:ln w="25400" cap="flat">
              <a:solidFill>
                <a:schemeClr val="accent3">
                  <a:hueOff val="-256224"/>
                  <a:satOff val="-13732"/>
                  <a:lumOff val="-19712"/>
                  <a:alpha val="61000"/>
                </a:schemeClr>
              </a:solidFill>
              <a:prstDash val="solid"/>
              <a:miter lim="400000"/>
            </a:ln>
          </a:insideH>
          <a:insideV>
            <a:ln w="12700" cap="flat">
              <a:noFill/>
              <a:miter lim="400000"/>
            </a:ln>
          </a:insideV>
        </a:tcBdr>
        <a:fill>
          <a:noFill/>
        </a:fill>
      </a:tcStyle>
    </a:wholeTbl>
    <a:band2H>
      <a:tcTxStyle/>
      <a:tcStyle>
        <a:tcBdr/>
        <a:fill>
          <a:solidFill>
            <a:srgbClr val="CBCBCB">
              <a:alpha val="36000"/>
            </a:srgbClr>
          </a:solidFill>
        </a:fill>
      </a:tcStyle>
    </a:band2H>
    <a:firstCol>
      <a:tcTxStyle b="off" i="off">
        <a:font>
          <a:latin typeface="DIN Alternate"/>
          <a:ea typeface="DIN Alternate"/>
          <a:cs typeface="DIN Alternate"/>
        </a:font>
        <a:srgbClr val="5C5C5C"/>
      </a:tcTxStyle>
      <a:tcStyle>
        <a:tcBdr>
          <a:left>
            <a:ln w="12700" cap="flat">
              <a:noFill/>
              <a:miter lim="400000"/>
            </a:ln>
          </a:left>
          <a:right>
            <a:ln w="25400" cap="flat">
              <a:solidFill>
                <a:schemeClr val="accent3">
                  <a:hueOff val="-256224"/>
                  <a:satOff val="-13732"/>
                  <a:lumOff val="-19712"/>
                  <a:alpha val="61000"/>
                </a:schemeClr>
              </a:solidFill>
              <a:prstDash val="solid"/>
              <a:miter lim="400000"/>
            </a:ln>
          </a:right>
          <a:top>
            <a:ln w="25400" cap="flat">
              <a:solidFill>
                <a:schemeClr val="accent3">
                  <a:hueOff val="-256224"/>
                  <a:satOff val="-13732"/>
                  <a:lumOff val="-19712"/>
                  <a:alpha val="61000"/>
                </a:schemeClr>
              </a:solidFill>
              <a:prstDash val="solid"/>
              <a:miter lim="400000"/>
            </a:ln>
          </a:top>
          <a:bottom>
            <a:ln w="25400" cap="flat">
              <a:solidFill>
                <a:schemeClr val="accent3">
                  <a:hueOff val="-256224"/>
                  <a:satOff val="-13732"/>
                  <a:lumOff val="-19712"/>
                  <a:alpha val="61000"/>
                </a:schemeClr>
              </a:solidFill>
              <a:prstDash val="solid"/>
              <a:miter lim="400000"/>
            </a:ln>
          </a:bottom>
          <a:insideH>
            <a:ln w="25400" cap="flat">
              <a:solidFill>
                <a:schemeClr val="accent3">
                  <a:hueOff val="-256224"/>
                  <a:satOff val="-13732"/>
                  <a:lumOff val="-19712"/>
                  <a:alpha val="61000"/>
                </a:schemeClr>
              </a:solidFill>
              <a:prstDash val="solid"/>
              <a:miter lim="400000"/>
            </a:ln>
          </a:insideH>
          <a:insideV>
            <a:ln w="12700" cap="flat">
              <a:noFill/>
              <a:miter lim="400000"/>
            </a:ln>
          </a:insideV>
        </a:tcBdr>
        <a:fill>
          <a:noFill/>
        </a:fill>
      </a:tcStyle>
    </a:firstCol>
    <a:lastRow>
      <a:tcTxStyle b="off" i="off">
        <a:font>
          <a:latin typeface="DIN Alternate"/>
          <a:ea typeface="DIN Alternate"/>
          <a:cs typeface="DIN Alternate"/>
        </a:font>
        <a:srgbClr val="FFFFFF"/>
      </a:tcTxStyle>
      <a:tcStyle>
        <a:tcBdr>
          <a:left>
            <a:ln w="12700" cap="flat">
              <a:noFill/>
              <a:miter lim="400000"/>
            </a:ln>
          </a:left>
          <a:right>
            <a:ln w="12700" cap="flat">
              <a:noFill/>
              <a:miter lim="400000"/>
            </a:ln>
          </a:right>
          <a:top>
            <a:ln w="25400" cap="flat">
              <a:solidFill>
                <a:schemeClr val="accent3">
                  <a:hueOff val="-256224"/>
                  <a:satOff val="-13732"/>
                  <a:lumOff val="-19712"/>
                  <a:alpha val="61000"/>
                </a:schemeClr>
              </a:solidFill>
              <a:prstDash val="solid"/>
              <a:miter lim="400000"/>
            </a:ln>
          </a:top>
          <a:bottom>
            <a:ln w="12700" cap="flat">
              <a:noFill/>
              <a:miter lim="400000"/>
            </a:ln>
          </a:bottom>
          <a:insideH>
            <a:ln w="25400" cap="flat">
              <a:solidFill>
                <a:schemeClr val="accent3">
                  <a:hueOff val="-256224"/>
                  <a:satOff val="-13732"/>
                  <a:lumOff val="-19712"/>
                  <a:alpha val="61000"/>
                </a:schemeClr>
              </a:solidFill>
              <a:prstDash val="solid"/>
              <a:miter lim="400000"/>
            </a:ln>
          </a:insideH>
          <a:insideV>
            <a:ln w="12700" cap="flat">
              <a:noFill/>
              <a:miter lim="400000"/>
            </a:ln>
          </a:insideV>
        </a:tcBdr>
        <a:fill>
          <a:noFill/>
        </a:fill>
      </a:tcStyle>
    </a:lastRow>
    <a:firstRow>
      <a:tcTxStyle b="off" i="off">
        <a:font>
          <a:latin typeface="DIN Alternate"/>
          <a:ea typeface="DIN Alternate"/>
          <a:cs typeface="DIN Alternate"/>
        </a:font>
        <a:srgbClr val="FFFFFF"/>
      </a:tcTxStyle>
      <a:tcStyle>
        <a:tcBdr>
          <a:left>
            <a:ln w="12700" cap="flat">
              <a:noFill/>
              <a:miter lim="400000"/>
            </a:ln>
          </a:left>
          <a:right>
            <a:ln w="12700" cap="flat">
              <a:noFill/>
              <a:miter lim="400000"/>
            </a:ln>
          </a:right>
          <a:top>
            <a:ln w="12700" cap="flat">
              <a:noFill/>
              <a:miter lim="400000"/>
            </a:ln>
          </a:top>
          <a:bottom>
            <a:ln w="25400" cap="flat">
              <a:solidFill>
                <a:schemeClr val="accent3">
                  <a:hueOff val="-256224"/>
                  <a:satOff val="-13732"/>
                  <a:lumOff val="-19712"/>
                  <a:alpha val="61000"/>
                </a:schemeClr>
              </a:solidFill>
              <a:prstDash val="solid"/>
              <a:miter lim="400000"/>
            </a:ln>
          </a:bottom>
          <a:insideH>
            <a:ln w="25400" cap="flat">
              <a:solidFill>
                <a:schemeClr val="accent3">
                  <a:hueOff val="-256224"/>
                  <a:satOff val="-13732"/>
                  <a:lumOff val="-19712"/>
                  <a:alpha val="61000"/>
                </a:schemeClr>
              </a:solidFill>
              <a:prstDash val="solid"/>
              <a:miter lim="400000"/>
            </a:ln>
          </a:insideH>
          <a:insideV>
            <a:ln w="12700" cap="flat">
              <a:noFill/>
              <a:miter lim="400000"/>
            </a:ln>
          </a:insideV>
        </a:tcBdr>
        <a:fill>
          <a:noFill/>
        </a:fill>
      </a:tcStyle>
    </a:firstRow>
  </a:tblStyle>
  <a:tblStyle styleId="{33BA23B1-9221-436E-865A-0063620EA4FD}" styleName="">
    <a:tblBg/>
    <a:wholeTbl>
      <a:tcTxStyle b="off" i="off">
        <a:font>
          <a:latin typeface="Iowan Old Style"/>
          <a:ea typeface="Iowan Old Style"/>
          <a:cs typeface="Iowan Old Style"/>
        </a:font>
        <a:srgbClr val="5C5C5C"/>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CBCBCB">
              <a:alpha val="25000"/>
            </a:srgbClr>
          </a:solidFill>
        </a:fill>
      </a:tcStyle>
    </a:wholeTbl>
    <a:band2H>
      <a:tcTxStyle/>
      <a:tcStyle>
        <a:tcBdr/>
        <a:fill>
          <a:solidFill>
            <a:srgbClr val="AEAEAE">
              <a:alpha val="25000"/>
            </a:srgbClr>
          </a:solidFill>
        </a:fill>
      </a:tcStyle>
    </a:band2H>
    <a:firstCol>
      <a:tcTxStyle b="off" i="off">
        <a:font>
          <a:latin typeface="DIN Alternate"/>
          <a:ea typeface="DIN Alternate"/>
          <a:cs typeface="DIN Alternate"/>
        </a:font>
        <a:srgbClr val="5C5C5C"/>
      </a:tcTxStyle>
      <a:tcStyle>
        <a:tcBdr>
          <a:left>
            <a:ln w="12700" cap="flat">
              <a:noFill/>
              <a:miter lim="400000"/>
            </a:ln>
          </a:left>
          <a:right>
            <a:ln w="12700" cap="flat">
              <a:solidFill>
                <a:srgbClr val="797B80"/>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CBCBCB">
              <a:alpha val="25000"/>
            </a:srgbClr>
          </a:solidFill>
        </a:fill>
      </a:tcStyle>
    </a:firstCol>
    <a:lastRow>
      <a:tcTxStyle b="off" i="off">
        <a:font>
          <a:latin typeface="DIN Alternate"/>
          <a:ea typeface="DIN Alternate"/>
          <a:cs typeface="DIN Alternat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51504B">
              <a:alpha val="80000"/>
            </a:srgbClr>
          </a:solidFill>
        </a:fill>
      </a:tcStyle>
    </a:lastRow>
    <a:firstRow>
      <a:tcTxStyle b="off" i="off">
        <a:font>
          <a:latin typeface="DIN Alternate"/>
          <a:ea typeface="DIN Alternate"/>
          <a:cs typeface="DIN Alternat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51504B">
              <a:alpha val="80000"/>
            </a:srgbClr>
          </a:solidFill>
        </a:fill>
      </a:tcStyle>
    </a:firstRow>
  </a:tblStyle>
  <a:tblStyle styleId="{2708684C-4D16-4618-839F-0558EEFCDFE6}" styleName="">
    <a:tblBg/>
    <a:wholeTbl>
      <a:tcTxStyle b="off" i="off">
        <a:font>
          <a:latin typeface="Iowan Old Style"/>
          <a:ea typeface="Iowan Old Style"/>
          <a:cs typeface="Iowan Old Style"/>
        </a:font>
        <a:srgbClr val="5C5C5C"/>
      </a:tcTxStyle>
      <a:tcStyle>
        <a:tcBdr>
          <a:left>
            <a:ln w="12700" cap="flat">
              <a:noFill/>
              <a:miter lim="400000"/>
            </a:ln>
          </a:left>
          <a:right>
            <a:ln w="12700" cap="flat">
              <a:noFill/>
              <a:miter lim="400000"/>
            </a:ln>
          </a:right>
          <a:top>
            <a:ln w="12700" cap="flat">
              <a:solidFill>
                <a:srgbClr val="5C5C5C"/>
              </a:solidFill>
              <a:custDash>
                <a:ds d="200000" sp="200000"/>
              </a:custDash>
              <a:miter lim="400000"/>
            </a:ln>
          </a:top>
          <a:bottom>
            <a:ln w="12700" cap="flat">
              <a:solidFill>
                <a:srgbClr val="5C5C5C"/>
              </a:solidFill>
              <a:custDash>
                <a:ds d="200000" sp="200000"/>
              </a:custDash>
              <a:miter lim="400000"/>
            </a:ln>
          </a:bottom>
          <a:insideH>
            <a:ln w="12700" cap="flat">
              <a:solidFill>
                <a:srgbClr val="5C5C5C"/>
              </a:solidFill>
              <a:custDash>
                <a:ds d="200000" sp="200000"/>
              </a:custDash>
              <a:miter lim="400000"/>
            </a:ln>
          </a:insideH>
          <a:insideV>
            <a:ln w="12700" cap="flat">
              <a:noFill/>
              <a:miter lim="400000"/>
            </a:ln>
          </a:insideV>
        </a:tcBdr>
        <a:fill>
          <a:noFill/>
        </a:fill>
      </a:tcStyle>
    </a:wholeTbl>
    <a:band2H>
      <a:tcTxStyle/>
      <a:tcStyle>
        <a:tcBdr/>
        <a:fill>
          <a:solidFill>
            <a:srgbClr val="EDEEEE"/>
          </a:solidFill>
        </a:fill>
      </a:tcStyle>
    </a:band2H>
    <a:firstCol>
      <a:tcTxStyle b="off" i="off">
        <a:font>
          <a:latin typeface="DIN Alternate"/>
          <a:ea typeface="DIN Alternate"/>
          <a:cs typeface="DIN Alternate"/>
        </a:font>
        <a:srgbClr val="5C5C5C"/>
      </a:tcTxStyle>
      <a:tcStyle>
        <a:tcBdr>
          <a:left>
            <a:ln w="12700" cap="flat">
              <a:noFill/>
              <a:miter lim="400000"/>
            </a:ln>
          </a:left>
          <a:right>
            <a:ln w="12700" cap="flat">
              <a:solidFill>
                <a:srgbClr val="5C5C5C"/>
              </a:solidFill>
              <a:prstDash val="solid"/>
              <a:miter lim="400000"/>
            </a:ln>
          </a:right>
          <a:top>
            <a:ln w="12700" cap="flat">
              <a:solidFill>
                <a:srgbClr val="5C5C5C"/>
              </a:solidFill>
              <a:custDash>
                <a:ds d="200000" sp="200000"/>
              </a:custDash>
              <a:miter lim="400000"/>
            </a:ln>
          </a:top>
          <a:bottom>
            <a:ln w="12700" cap="flat">
              <a:solidFill>
                <a:srgbClr val="5C5C5C"/>
              </a:solidFill>
              <a:custDash>
                <a:ds d="200000" sp="200000"/>
              </a:custDash>
              <a:miter lim="400000"/>
            </a:ln>
          </a:bottom>
          <a:insideH>
            <a:ln w="12700" cap="flat">
              <a:solidFill>
                <a:srgbClr val="5C5C5C"/>
              </a:solidFill>
              <a:custDash>
                <a:ds d="200000" sp="200000"/>
              </a:custDash>
              <a:miter lim="400000"/>
            </a:ln>
          </a:insideH>
          <a:insideV>
            <a:ln w="12700" cap="flat">
              <a:noFill/>
              <a:miter lim="400000"/>
            </a:ln>
          </a:insideV>
        </a:tcBdr>
        <a:fill>
          <a:noFill/>
        </a:fill>
      </a:tcStyle>
    </a:firstCol>
    <a:lastRow>
      <a:tcTxStyle b="off" i="off">
        <a:font>
          <a:latin typeface="DIN Alternate"/>
          <a:ea typeface="DIN Alternate"/>
          <a:cs typeface="DIN Alternate"/>
        </a:font>
        <a:srgbClr val="5C5C5C"/>
      </a:tcTxStyle>
      <a:tcStyle>
        <a:tcBdr>
          <a:left>
            <a:ln w="12700" cap="flat">
              <a:noFill/>
              <a:miter lim="400000"/>
            </a:ln>
          </a:left>
          <a:right>
            <a:ln w="12700" cap="flat">
              <a:noFill/>
              <a:miter lim="400000"/>
            </a:ln>
          </a:right>
          <a:top>
            <a:ln w="12700" cap="flat">
              <a:solidFill>
                <a:srgbClr val="5C5C5C"/>
              </a:solidFill>
              <a:prstDash val="solid"/>
              <a:miter lim="400000"/>
            </a:ln>
          </a:top>
          <a:bottom>
            <a:ln w="12700" cap="flat">
              <a:noFill/>
              <a:miter lim="400000"/>
            </a:ln>
          </a:bottom>
          <a:insideH>
            <a:ln w="12700" cap="flat">
              <a:solidFill>
                <a:srgbClr val="5C5C5C"/>
              </a:solidFill>
              <a:custDash>
                <a:ds d="200000" sp="200000"/>
              </a:custDash>
              <a:miter lim="400000"/>
            </a:ln>
          </a:insideH>
          <a:insideV>
            <a:ln w="12700" cap="flat">
              <a:noFill/>
              <a:miter lim="400000"/>
            </a:ln>
          </a:insideV>
        </a:tcBdr>
        <a:fill>
          <a:noFill/>
        </a:fill>
      </a:tcStyle>
    </a:lastRow>
    <a:firstRow>
      <a:tcTxStyle b="off" i="off">
        <a:font>
          <a:latin typeface="DIN Alternate"/>
          <a:ea typeface="DIN Alternate"/>
          <a:cs typeface="DIN Alternate"/>
        </a:font>
        <a:srgbClr val="5C5C5C"/>
      </a:tcTxStyle>
      <a:tcStyle>
        <a:tcBdr>
          <a:left>
            <a:ln w="12700" cap="flat">
              <a:noFill/>
              <a:miter lim="400000"/>
            </a:ln>
          </a:left>
          <a:right>
            <a:ln w="12700" cap="flat">
              <a:noFill/>
              <a:miter lim="400000"/>
            </a:ln>
          </a:right>
          <a:top>
            <a:ln w="12700" cap="flat">
              <a:noFill/>
              <a:miter lim="400000"/>
            </a:ln>
          </a:top>
          <a:bottom>
            <a:ln w="12700" cap="flat">
              <a:solidFill>
                <a:srgbClr val="5C5C5C"/>
              </a:solidFill>
              <a:prstDash val="solid"/>
              <a:miter lim="400000"/>
            </a:ln>
          </a:bottom>
          <a:insideH>
            <a:ln w="12700" cap="flat">
              <a:solidFill>
                <a:srgbClr val="5C5C5C"/>
              </a:solidFill>
              <a:custDash>
                <a:ds d="200000" sp="200000"/>
              </a:custDash>
              <a:miter lim="400000"/>
            </a:ln>
          </a:insideH>
          <a:insideV>
            <a:ln w="12700" cap="flat">
              <a:noFill/>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94"/>
  </p:normalViewPr>
  <p:slideViewPr>
    <p:cSldViewPr snapToGrid="0" snapToObjects="1">
      <p:cViewPr varScale="1">
        <p:scale>
          <a:sx n="77" d="100"/>
          <a:sy n="77" d="100"/>
        </p:scale>
        <p:origin x="171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Line"/>
          <p:cNvSpPr>
            <a:spLocks noGrp="1"/>
          </p:cNvSpPr>
          <p:nvPr>
            <p:ph type="body" sz="quarter" idx="13"/>
          </p:nvPr>
        </p:nvSpPr>
        <p:spPr>
          <a:xfrm>
            <a:off x="571500" y="5588000"/>
            <a:ext cx="11875780" cy="3"/>
          </a:xfrm>
          <a:prstGeom prst="line">
            <a:avLst/>
          </a:prstGeom>
          <a:ln w="38100" cap="rnd">
            <a:solidFill>
              <a:srgbClr val="747676"/>
            </a:solidFill>
            <a:custDash>
              <a:ds d="100000" sp="200000"/>
            </a:custDash>
            <a:round/>
          </a:ln>
        </p:spPr>
        <p:txBody>
          <a:bodyPr anchor="ctr">
            <a:noAutofit/>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2" name="Title Text"/>
          <p:cNvSpPr txBox="1">
            <a:spLocks noGrp="1"/>
          </p:cNvSpPr>
          <p:nvPr>
            <p:ph type="title"/>
          </p:nvPr>
        </p:nvSpPr>
        <p:spPr>
          <a:xfrm>
            <a:off x="571500" y="571500"/>
            <a:ext cx="11861800" cy="5181600"/>
          </a:xfrm>
          <a:prstGeom prst="rect">
            <a:avLst/>
          </a:prstGeom>
        </p:spPr>
        <p:txBody>
          <a:bodyPr anchor="b"/>
          <a:lstStyle>
            <a:lvl1pPr algn="ctr">
              <a:lnSpc>
                <a:spcPct val="80000"/>
              </a:lnSpc>
              <a:spcBef>
                <a:spcPts val="0"/>
              </a:spcBef>
              <a:defRPr sz="12100">
                <a:solidFill>
                  <a:srgbClr val="5C5C5C"/>
                </a:solidFill>
              </a:defRPr>
            </a:lvl1pPr>
          </a:lstStyle>
          <a:p>
            <a:r>
              <a:t>Title Text</a:t>
            </a:r>
          </a:p>
        </p:txBody>
      </p:sp>
      <p:sp>
        <p:nvSpPr>
          <p:cNvPr id="13" name="Body Level One…"/>
          <p:cNvSpPr txBox="1">
            <a:spLocks noGrp="1"/>
          </p:cNvSpPr>
          <p:nvPr>
            <p:ph type="body" sz="half" idx="1"/>
          </p:nvPr>
        </p:nvSpPr>
        <p:spPr>
          <a:xfrm>
            <a:off x="571500" y="5676900"/>
            <a:ext cx="11861800" cy="3263900"/>
          </a:xfrm>
          <a:prstGeom prst="rect">
            <a:avLst/>
          </a:prstGeom>
        </p:spPr>
        <p:txBody>
          <a:bodyPr/>
          <a:lstStyle>
            <a:lvl1pPr marL="0" indent="0" algn="ctr">
              <a:lnSpc>
                <a:spcPct val="70000"/>
              </a:lnSpc>
              <a:spcBef>
                <a:spcPts val="0"/>
              </a:spcBef>
              <a:buSzTx/>
              <a:buFontTx/>
              <a:buNone/>
              <a:defRPr sz="4800" i="1">
                <a:solidFill>
                  <a:srgbClr val="747676"/>
                </a:solidFill>
              </a:defRPr>
            </a:lvl1pPr>
            <a:lvl2pPr marL="0" indent="0" algn="ctr">
              <a:lnSpc>
                <a:spcPct val="70000"/>
              </a:lnSpc>
              <a:spcBef>
                <a:spcPts val="0"/>
              </a:spcBef>
              <a:buSzTx/>
              <a:buFontTx/>
              <a:buNone/>
              <a:defRPr sz="4800" i="1">
                <a:solidFill>
                  <a:srgbClr val="747676"/>
                </a:solidFill>
              </a:defRPr>
            </a:lvl2pPr>
            <a:lvl3pPr marL="0" indent="0" algn="ctr">
              <a:lnSpc>
                <a:spcPct val="70000"/>
              </a:lnSpc>
              <a:spcBef>
                <a:spcPts val="0"/>
              </a:spcBef>
              <a:buSzTx/>
              <a:buFontTx/>
              <a:buNone/>
              <a:defRPr sz="4800" i="1">
                <a:solidFill>
                  <a:srgbClr val="747676"/>
                </a:solidFill>
              </a:defRPr>
            </a:lvl3pPr>
            <a:lvl4pPr marL="0" indent="0" algn="ctr">
              <a:lnSpc>
                <a:spcPct val="70000"/>
              </a:lnSpc>
              <a:spcBef>
                <a:spcPts val="0"/>
              </a:spcBef>
              <a:buSzTx/>
              <a:buFontTx/>
              <a:buNone/>
              <a:defRPr sz="4800" i="1">
                <a:solidFill>
                  <a:srgbClr val="747676"/>
                </a:solidFill>
              </a:defRPr>
            </a:lvl4pPr>
            <a:lvl5pPr marL="0" indent="0" algn="ctr">
              <a:lnSpc>
                <a:spcPct val="70000"/>
              </a:lnSpc>
              <a:spcBef>
                <a:spcPts val="0"/>
              </a:spcBef>
              <a:buSzTx/>
              <a:buFontTx/>
              <a:buNone/>
              <a:defRPr sz="4800" i="1">
                <a:solidFill>
                  <a:srgbClr val="747676"/>
                </a:solidFill>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xfrm>
            <a:off x="12088552" y="9189156"/>
            <a:ext cx="309365" cy="3429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1" name="118295074_2675x2907.jpeg"/>
          <p:cNvSpPr>
            <a:spLocks noGrp="1"/>
          </p:cNvSpPr>
          <p:nvPr>
            <p:ph type="pic" idx="13"/>
          </p:nvPr>
        </p:nvSpPr>
        <p:spPr>
          <a:xfrm>
            <a:off x="-25400" y="-1130300"/>
            <a:ext cx="13045441" cy="14173329"/>
          </a:xfrm>
          <a:prstGeom prst="rect">
            <a:avLst/>
          </a:prstGeom>
        </p:spPr>
        <p:txBody>
          <a:bodyPr lIns="91439" tIns="45719" rIns="91439" bIns="45719">
            <a:noAutofit/>
          </a:bodyPr>
          <a:lstStyle/>
          <a:p>
            <a:endParaRPr/>
          </a:p>
        </p:txBody>
      </p:sp>
      <p:sp>
        <p:nvSpPr>
          <p:cNvPr id="22" name="Rectangle"/>
          <p:cNvSpPr>
            <a:spLocks noGrp="1"/>
          </p:cNvSpPr>
          <p:nvPr>
            <p:ph type="body" sz="half" idx="14"/>
          </p:nvPr>
        </p:nvSpPr>
        <p:spPr>
          <a:xfrm>
            <a:off x="0" y="5422900"/>
            <a:ext cx="13004800" cy="3606800"/>
          </a:xfrm>
          <a:prstGeom prst="rect">
            <a:avLst/>
          </a:prstGeom>
          <a:solidFill>
            <a:srgbClr val="FFFFFF"/>
          </a:solidFill>
        </p:spPr>
        <p:txBody>
          <a:bodyPr anchor="ctr">
            <a:noAutofit/>
          </a:bodyPr>
          <a:lstStyle/>
          <a:p>
            <a:pPr marL="0" indent="0" algn="ctr">
              <a:spcBef>
                <a:spcPts val="0"/>
              </a:spcBef>
              <a:buSzTx/>
              <a:buFontTx/>
              <a:buNone/>
              <a:defRPr sz="2400">
                <a:latin typeface="DIN Alternate"/>
                <a:ea typeface="DIN Alternate"/>
                <a:cs typeface="DIN Alternate"/>
                <a:sym typeface="DIN Alternate"/>
              </a:defRPr>
            </a:pPr>
            <a:endParaRPr/>
          </a:p>
        </p:txBody>
      </p:sp>
      <p:sp>
        <p:nvSpPr>
          <p:cNvPr id="23" name="Line"/>
          <p:cNvSpPr>
            <a:spLocks noGrp="1"/>
          </p:cNvSpPr>
          <p:nvPr>
            <p:ph type="body" sz="quarter" idx="15"/>
          </p:nvPr>
        </p:nvSpPr>
        <p:spPr>
          <a:xfrm flipV="1">
            <a:off x="571500" y="7619996"/>
            <a:ext cx="11874500" cy="4"/>
          </a:xfrm>
          <a:prstGeom prst="line">
            <a:avLst/>
          </a:prstGeom>
          <a:ln w="38100" cap="rnd">
            <a:solidFill>
              <a:srgbClr val="747676"/>
            </a:solidFill>
            <a:custDash>
              <a:ds d="100000" sp="200000"/>
            </a:custDash>
            <a:round/>
          </a:ln>
        </p:spPr>
        <p:txBody>
          <a:bodyPr anchor="ctr">
            <a:noAutofit/>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24" name="Title Text"/>
          <p:cNvSpPr txBox="1">
            <a:spLocks noGrp="1"/>
          </p:cNvSpPr>
          <p:nvPr>
            <p:ph type="title"/>
          </p:nvPr>
        </p:nvSpPr>
        <p:spPr>
          <a:xfrm>
            <a:off x="571500" y="5562600"/>
            <a:ext cx="11861800" cy="2209800"/>
          </a:xfrm>
          <a:prstGeom prst="rect">
            <a:avLst/>
          </a:prstGeom>
        </p:spPr>
        <p:txBody>
          <a:bodyPr anchor="b"/>
          <a:lstStyle>
            <a:lvl1pPr algn="r">
              <a:lnSpc>
                <a:spcPct val="80000"/>
              </a:lnSpc>
              <a:spcBef>
                <a:spcPts val="0"/>
              </a:spcBef>
              <a:defRPr sz="12100">
                <a:solidFill>
                  <a:srgbClr val="5C5C5C"/>
                </a:solidFill>
              </a:defRPr>
            </a:lvl1pPr>
          </a:lstStyle>
          <a:p>
            <a:r>
              <a:t>Title Text</a:t>
            </a:r>
          </a:p>
        </p:txBody>
      </p:sp>
      <p:sp>
        <p:nvSpPr>
          <p:cNvPr id="25" name="Body Level One…"/>
          <p:cNvSpPr txBox="1">
            <a:spLocks noGrp="1"/>
          </p:cNvSpPr>
          <p:nvPr>
            <p:ph type="body" sz="quarter" idx="1"/>
          </p:nvPr>
        </p:nvSpPr>
        <p:spPr>
          <a:xfrm>
            <a:off x="571500" y="7670800"/>
            <a:ext cx="11861800" cy="1231900"/>
          </a:xfrm>
          <a:prstGeom prst="rect">
            <a:avLst/>
          </a:prstGeom>
        </p:spPr>
        <p:txBody>
          <a:bodyPr/>
          <a:lstStyle>
            <a:lvl1pPr marL="0" indent="0" algn="r">
              <a:lnSpc>
                <a:spcPct val="70000"/>
              </a:lnSpc>
              <a:spcBef>
                <a:spcPts val="600"/>
              </a:spcBef>
              <a:buSzTx/>
              <a:buFontTx/>
              <a:buNone/>
              <a:defRPr sz="4800" i="1">
                <a:solidFill>
                  <a:srgbClr val="747676"/>
                </a:solidFill>
              </a:defRPr>
            </a:lvl1pPr>
            <a:lvl2pPr marL="0" indent="0" algn="r">
              <a:lnSpc>
                <a:spcPct val="70000"/>
              </a:lnSpc>
              <a:spcBef>
                <a:spcPts val="600"/>
              </a:spcBef>
              <a:buSzTx/>
              <a:buFontTx/>
              <a:buNone/>
              <a:defRPr sz="4800" i="1">
                <a:solidFill>
                  <a:srgbClr val="747676"/>
                </a:solidFill>
              </a:defRPr>
            </a:lvl2pPr>
            <a:lvl3pPr marL="0" indent="0" algn="r">
              <a:lnSpc>
                <a:spcPct val="70000"/>
              </a:lnSpc>
              <a:spcBef>
                <a:spcPts val="600"/>
              </a:spcBef>
              <a:buSzTx/>
              <a:buFontTx/>
              <a:buNone/>
              <a:defRPr sz="4800" i="1">
                <a:solidFill>
                  <a:srgbClr val="747676"/>
                </a:solidFill>
              </a:defRPr>
            </a:lvl3pPr>
            <a:lvl4pPr marL="0" indent="0" algn="r">
              <a:lnSpc>
                <a:spcPct val="70000"/>
              </a:lnSpc>
              <a:spcBef>
                <a:spcPts val="600"/>
              </a:spcBef>
              <a:buSzTx/>
              <a:buFontTx/>
              <a:buNone/>
              <a:defRPr sz="4800" i="1">
                <a:solidFill>
                  <a:srgbClr val="747676"/>
                </a:solidFill>
              </a:defRPr>
            </a:lvl4pPr>
            <a:lvl5pPr marL="0" indent="0" algn="r">
              <a:lnSpc>
                <a:spcPct val="70000"/>
              </a:lnSpc>
              <a:spcBef>
                <a:spcPts val="600"/>
              </a:spcBef>
              <a:buSzTx/>
              <a:buFontTx/>
              <a:buNone/>
              <a:defRPr sz="4800" i="1">
                <a:solidFill>
                  <a:srgbClr val="747676"/>
                </a:solidFill>
              </a:defRPr>
            </a:lvl5p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xfrm>
            <a:off x="12092513" y="9194800"/>
            <a:ext cx="309365" cy="342900"/>
          </a:xfrm>
          <a:prstGeom prst="rect">
            <a:avLst/>
          </a:prstGeom>
        </p:spPr>
        <p:txBody>
          <a:bodyPr/>
          <a:lstStyle>
            <a:lvl1pPr>
              <a:defRPr>
                <a:solidFill>
                  <a:srgbClr val="CBCBCB"/>
                </a:solidFil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re">
    <p:spTree>
      <p:nvGrpSpPr>
        <p:cNvPr id="1" name=""/>
        <p:cNvGrpSpPr/>
        <p:nvPr/>
      </p:nvGrpSpPr>
      <p:grpSpPr>
        <a:xfrm>
          <a:off x="0" y="0"/>
          <a:ext cx="0" cy="0"/>
          <a:chOff x="0" y="0"/>
          <a:chExt cx="0" cy="0"/>
        </a:xfrm>
      </p:grpSpPr>
      <p:sp>
        <p:nvSpPr>
          <p:cNvPr id="33" name="Title Text"/>
          <p:cNvSpPr txBox="1">
            <a:spLocks noGrp="1"/>
          </p:cNvSpPr>
          <p:nvPr>
            <p:ph type="title"/>
          </p:nvPr>
        </p:nvSpPr>
        <p:spPr>
          <a:xfrm>
            <a:off x="571500" y="571500"/>
            <a:ext cx="11861800" cy="5181600"/>
          </a:xfrm>
          <a:prstGeom prst="rect">
            <a:avLst/>
          </a:prstGeom>
        </p:spPr>
        <p:txBody>
          <a:bodyPr anchor="b"/>
          <a:lstStyle>
            <a:lvl1pPr algn="ctr">
              <a:lnSpc>
                <a:spcPct val="80000"/>
              </a:lnSpc>
              <a:spcBef>
                <a:spcPts val="0"/>
              </a:spcBef>
              <a:defRPr sz="12100">
                <a:solidFill>
                  <a:srgbClr val="5C5C5C"/>
                </a:solidFill>
              </a:defRPr>
            </a:lvl1pPr>
          </a:lstStyle>
          <a:p>
            <a:r>
              <a:t>Title Text</a:t>
            </a:r>
          </a:p>
        </p:txBody>
      </p:sp>
      <p:sp>
        <p:nvSpPr>
          <p:cNvPr id="34" name="Slide Number"/>
          <p:cNvSpPr txBox="1">
            <a:spLocks noGrp="1"/>
          </p:cNvSpPr>
          <p:nvPr>
            <p:ph type="sldNum" sz="quarter" idx="2"/>
          </p:nvPr>
        </p:nvSpPr>
        <p:spPr>
          <a:xfrm>
            <a:off x="12083465" y="9189156"/>
            <a:ext cx="309365" cy="3429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41" name="182429520_1646x1646.jpeg"/>
          <p:cNvSpPr>
            <a:spLocks noGrp="1"/>
          </p:cNvSpPr>
          <p:nvPr>
            <p:ph type="pic" idx="13"/>
          </p:nvPr>
        </p:nvSpPr>
        <p:spPr>
          <a:xfrm>
            <a:off x="4191000" y="-12700"/>
            <a:ext cx="9779000" cy="9779000"/>
          </a:xfrm>
          <a:prstGeom prst="rect">
            <a:avLst/>
          </a:prstGeom>
        </p:spPr>
        <p:txBody>
          <a:bodyPr lIns="91439" tIns="45719" rIns="91439" bIns="45719">
            <a:noAutofit/>
          </a:bodyPr>
          <a:lstStyle/>
          <a:p>
            <a:endParaRPr/>
          </a:p>
        </p:txBody>
      </p:sp>
      <p:sp>
        <p:nvSpPr>
          <p:cNvPr id="42" name="Line"/>
          <p:cNvSpPr>
            <a:spLocks noGrp="1"/>
          </p:cNvSpPr>
          <p:nvPr>
            <p:ph type="body" sz="quarter" idx="14"/>
          </p:nvPr>
        </p:nvSpPr>
        <p:spPr>
          <a:xfrm flipV="1">
            <a:off x="571500" y="7619998"/>
            <a:ext cx="6451600" cy="3"/>
          </a:xfrm>
          <a:prstGeom prst="line">
            <a:avLst/>
          </a:prstGeom>
          <a:ln w="38100" cap="rnd">
            <a:solidFill>
              <a:srgbClr val="747676"/>
            </a:solidFill>
            <a:custDash>
              <a:ds d="100000" sp="200000"/>
            </a:custDash>
            <a:round/>
          </a:ln>
        </p:spPr>
        <p:txBody>
          <a:bodyPr anchor="ctr">
            <a:noAutofit/>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43" name="Title Text"/>
          <p:cNvSpPr txBox="1">
            <a:spLocks noGrp="1"/>
          </p:cNvSpPr>
          <p:nvPr>
            <p:ph type="title"/>
          </p:nvPr>
        </p:nvSpPr>
        <p:spPr>
          <a:xfrm>
            <a:off x="571500" y="571500"/>
            <a:ext cx="6451600" cy="7213600"/>
          </a:xfrm>
          <a:prstGeom prst="rect">
            <a:avLst/>
          </a:prstGeom>
        </p:spPr>
        <p:txBody>
          <a:bodyPr anchor="b"/>
          <a:lstStyle>
            <a:lvl1pPr algn="r">
              <a:lnSpc>
                <a:spcPct val="80000"/>
              </a:lnSpc>
              <a:spcBef>
                <a:spcPts val="0"/>
              </a:spcBef>
              <a:defRPr sz="12100">
                <a:solidFill>
                  <a:srgbClr val="5C5C5C"/>
                </a:solidFill>
              </a:defRPr>
            </a:lvl1pPr>
          </a:lstStyle>
          <a:p>
            <a:r>
              <a:t>Title Text</a:t>
            </a:r>
          </a:p>
        </p:txBody>
      </p:sp>
      <p:sp>
        <p:nvSpPr>
          <p:cNvPr id="44" name="Body Level One…"/>
          <p:cNvSpPr txBox="1">
            <a:spLocks noGrp="1"/>
          </p:cNvSpPr>
          <p:nvPr>
            <p:ph type="body" sz="quarter" idx="1"/>
          </p:nvPr>
        </p:nvSpPr>
        <p:spPr>
          <a:xfrm>
            <a:off x="571500" y="7670800"/>
            <a:ext cx="6451600" cy="1358900"/>
          </a:xfrm>
          <a:prstGeom prst="rect">
            <a:avLst/>
          </a:prstGeom>
        </p:spPr>
        <p:txBody>
          <a:bodyPr/>
          <a:lstStyle>
            <a:lvl1pPr marL="0" indent="0" algn="r">
              <a:lnSpc>
                <a:spcPct val="70000"/>
              </a:lnSpc>
              <a:spcBef>
                <a:spcPts val="600"/>
              </a:spcBef>
              <a:buSzTx/>
              <a:buFontTx/>
              <a:buNone/>
              <a:defRPr sz="4800" i="1">
                <a:solidFill>
                  <a:srgbClr val="747676"/>
                </a:solidFill>
              </a:defRPr>
            </a:lvl1pPr>
            <a:lvl2pPr marL="0" indent="0" algn="r">
              <a:lnSpc>
                <a:spcPct val="70000"/>
              </a:lnSpc>
              <a:spcBef>
                <a:spcPts val="600"/>
              </a:spcBef>
              <a:buSzTx/>
              <a:buFontTx/>
              <a:buNone/>
              <a:defRPr sz="4800" i="1">
                <a:solidFill>
                  <a:srgbClr val="747676"/>
                </a:solidFill>
              </a:defRPr>
            </a:lvl2pPr>
            <a:lvl3pPr marL="0" indent="0" algn="r">
              <a:lnSpc>
                <a:spcPct val="70000"/>
              </a:lnSpc>
              <a:spcBef>
                <a:spcPts val="600"/>
              </a:spcBef>
              <a:buSzTx/>
              <a:buFontTx/>
              <a:buNone/>
              <a:defRPr sz="4800" i="1">
                <a:solidFill>
                  <a:srgbClr val="747676"/>
                </a:solidFill>
              </a:defRPr>
            </a:lvl3pPr>
            <a:lvl4pPr marL="0" indent="0" algn="r">
              <a:lnSpc>
                <a:spcPct val="70000"/>
              </a:lnSpc>
              <a:spcBef>
                <a:spcPts val="600"/>
              </a:spcBef>
              <a:buSzTx/>
              <a:buFontTx/>
              <a:buNone/>
              <a:defRPr sz="4800" i="1">
                <a:solidFill>
                  <a:srgbClr val="747676"/>
                </a:solidFill>
              </a:defRPr>
            </a:lvl4pPr>
            <a:lvl5pPr marL="0" indent="0" algn="r">
              <a:lnSpc>
                <a:spcPct val="70000"/>
              </a:lnSpc>
              <a:spcBef>
                <a:spcPts val="600"/>
              </a:spcBef>
              <a:buSzTx/>
              <a:buFontTx/>
              <a:buNone/>
              <a:defRPr sz="4800" i="1">
                <a:solidFill>
                  <a:srgbClr val="747676"/>
                </a:solidFill>
              </a:defRPr>
            </a:lvl5pPr>
          </a:lstStyle>
          <a:p>
            <a:r>
              <a:t>Body Level One</a:t>
            </a:r>
          </a:p>
          <a:p>
            <a:pPr lvl="1"/>
            <a:r>
              <a:t>Body Level Two</a:t>
            </a:r>
          </a:p>
          <a:p>
            <a:pPr lvl="2"/>
            <a:r>
              <a:t>Body Level Three</a:t>
            </a:r>
          </a:p>
          <a:p>
            <a:pPr lvl="3"/>
            <a:r>
              <a:t>Body Level Four</a:t>
            </a:r>
          </a:p>
          <a:p>
            <a:pPr lvl="4"/>
            <a:r>
              <a:t>Body Level Five</a:t>
            </a:r>
          </a:p>
        </p:txBody>
      </p:sp>
      <p:sp>
        <p:nvSpPr>
          <p:cNvPr id="45" name="Slide Number"/>
          <p:cNvSpPr txBox="1">
            <a:spLocks noGrp="1"/>
          </p:cNvSpPr>
          <p:nvPr>
            <p:ph type="sldNum" sz="quarter" idx="2"/>
          </p:nvPr>
        </p:nvSpPr>
        <p:spPr>
          <a:xfrm>
            <a:off x="12092513" y="9194800"/>
            <a:ext cx="309365" cy="342900"/>
          </a:xfrm>
          <a:prstGeom prst="rect">
            <a:avLst/>
          </a:prstGeom>
        </p:spPr>
        <p:txBody>
          <a:bodyPr/>
          <a:lstStyle>
            <a:lvl1pPr>
              <a:defRPr>
                <a:solidFill>
                  <a:srgbClr val="CBCBCB"/>
                </a:solidFill>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Line"/>
          <p:cNvSpPr>
            <a:spLocks noGrp="1"/>
          </p:cNvSpPr>
          <p:nvPr>
            <p:ph type="body" sz="quarter" idx="13"/>
          </p:nvPr>
        </p:nvSpPr>
        <p:spPr>
          <a:xfrm>
            <a:off x="571500" y="1574800"/>
            <a:ext cx="11861800" cy="0"/>
          </a:xfrm>
          <a:prstGeom prst="line">
            <a:avLst/>
          </a:prstGeom>
          <a:ln w="38100" cap="rnd">
            <a:solidFill>
              <a:srgbClr val="747676"/>
            </a:solidFill>
            <a:custDash>
              <a:ds d="100000" sp="200000"/>
            </a:custDash>
            <a:round/>
          </a:ln>
        </p:spPr>
        <p:txBody>
          <a:bodyPr anchor="ctr">
            <a:noAutofit/>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53" name="Title Text"/>
          <p:cNvSpPr txBox="1">
            <a:spLocks noGrp="1"/>
          </p:cNvSpPr>
          <p:nvPr>
            <p:ph type="title"/>
          </p:nvPr>
        </p:nvSpPr>
        <p:spPr>
          <a:prstGeom prst="rect">
            <a:avLst/>
          </a:prstGeom>
        </p:spPr>
        <p:txBody>
          <a:bodyPr/>
          <a:lstStyle/>
          <a:p>
            <a:r>
              <a:t>Title Text</a:t>
            </a: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1" name="Line"/>
          <p:cNvSpPr>
            <a:spLocks noGrp="1"/>
          </p:cNvSpPr>
          <p:nvPr>
            <p:ph type="body" sz="quarter" idx="13"/>
          </p:nvPr>
        </p:nvSpPr>
        <p:spPr>
          <a:xfrm>
            <a:off x="571500" y="1574800"/>
            <a:ext cx="11861800" cy="0"/>
          </a:xfrm>
          <a:prstGeom prst="line">
            <a:avLst/>
          </a:prstGeom>
          <a:ln w="38100" cap="rnd">
            <a:solidFill>
              <a:srgbClr val="747676"/>
            </a:solidFill>
            <a:custDash>
              <a:ds d="100000" sp="200000"/>
            </a:custDash>
            <a:round/>
          </a:ln>
        </p:spPr>
        <p:txBody>
          <a:bodyPr anchor="ctr">
            <a:noAutofit/>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71" name="118295074_2675x2907.jpeg"/>
          <p:cNvSpPr>
            <a:spLocks noGrp="1"/>
          </p:cNvSpPr>
          <p:nvPr>
            <p:ph type="pic" idx="13"/>
          </p:nvPr>
        </p:nvSpPr>
        <p:spPr>
          <a:xfrm>
            <a:off x="-203200" y="-12700"/>
            <a:ext cx="9000805" cy="9779000"/>
          </a:xfrm>
          <a:prstGeom prst="rect">
            <a:avLst/>
          </a:prstGeom>
        </p:spPr>
        <p:txBody>
          <a:bodyPr lIns="91439" tIns="45719" rIns="91439" bIns="45719">
            <a:noAutofit/>
          </a:bodyPr>
          <a:lstStyle/>
          <a:p>
            <a:endParaRPr/>
          </a:p>
        </p:txBody>
      </p:sp>
      <p:sp>
        <p:nvSpPr>
          <p:cNvPr id="72" name="Line"/>
          <p:cNvSpPr>
            <a:spLocks noGrp="1"/>
          </p:cNvSpPr>
          <p:nvPr>
            <p:ph type="body" sz="quarter" idx="14"/>
          </p:nvPr>
        </p:nvSpPr>
        <p:spPr>
          <a:xfrm>
            <a:off x="7023100" y="1574800"/>
            <a:ext cx="5397500" cy="0"/>
          </a:xfrm>
          <a:prstGeom prst="line">
            <a:avLst/>
          </a:prstGeom>
          <a:ln w="38100" cap="rnd">
            <a:solidFill>
              <a:srgbClr val="747676"/>
            </a:solidFill>
            <a:custDash>
              <a:ds d="100000" sp="200000"/>
            </a:custDash>
            <a:round/>
          </a:ln>
        </p:spPr>
        <p:txBody>
          <a:bodyPr anchor="ctr">
            <a:noAutofit/>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73" name="Title Text"/>
          <p:cNvSpPr txBox="1">
            <a:spLocks noGrp="1"/>
          </p:cNvSpPr>
          <p:nvPr>
            <p:ph type="title"/>
          </p:nvPr>
        </p:nvSpPr>
        <p:spPr>
          <a:xfrm>
            <a:off x="7023100" y="723900"/>
            <a:ext cx="5397500" cy="723900"/>
          </a:xfrm>
          <a:prstGeom prst="rect">
            <a:avLst/>
          </a:prstGeom>
        </p:spPr>
        <p:txBody>
          <a:bodyPr/>
          <a:lstStyle/>
          <a:p>
            <a:r>
              <a:t>Title Text</a:t>
            </a:r>
          </a:p>
        </p:txBody>
      </p:sp>
      <p:sp>
        <p:nvSpPr>
          <p:cNvPr id="74" name="Body Level One…"/>
          <p:cNvSpPr txBox="1">
            <a:spLocks noGrp="1"/>
          </p:cNvSpPr>
          <p:nvPr>
            <p:ph type="body" sz="half" idx="1"/>
          </p:nvPr>
        </p:nvSpPr>
        <p:spPr>
          <a:xfrm>
            <a:off x="7023100" y="1803400"/>
            <a:ext cx="5397500" cy="7226300"/>
          </a:xfrm>
          <a:prstGeom prst="rect">
            <a:avLst/>
          </a:prstGeom>
        </p:spPr>
        <p:txBody>
          <a:bodyPr/>
          <a:lstStyle>
            <a:lvl1pPr marL="406400" indent="-406400">
              <a:defRPr sz="2800"/>
            </a:lvl1pPr>
            <a:lvl2pPr marL="812800" indent="-406400">
              <a:defRPr sz="2800"/>
            </a:lvl2pPr>
            <a:lvl3pPr marL="1219200" indent="-406400">
              <a:defRPr sz="2800"/>
            </a:lvl3pPr>
            <a:lvl4pPr marL="1625600" indent="-406400">
              <a:defRPr sz="2800"/>
            </a:lvl4pPr>
            <a:lvl5pPr marL="2032000" indent="-406400">
              <a:defRPr sz="28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8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90" name="118295074_2675x2907.jpeg"/>
          <p:cNvSpPr>
            <a:spLocks noGrp="1"/>
          </p:cNvSpPr>
          <p:nvPr>
            <p:ph type="pic" idx="13"/>
          </p:nvPr>
        </p:nvSpPr>
        <p:spPr>
          <a:xfrm>
            <a:off x="571500" y="508000"/>
            <a:ext cx="7454900" cy="8099439"/>
          </a:xfrm>
          <a:prstGeom prst="rect">
            <a:avLst/>
          </a:prstGeom>
        </p:spPr>
        <p:txBody>
          <a:bodyPr lIns="91439" tIns="45719" rIns="91439" bIns="45719">
            <a:noAutofit/>
          </a:bodyPr>
          <a:lstStyle/>
          <a:p>
            <a:endParaRPr/>
          </a:p>
        </p:txBody>
      </p:sp>
      <p:sp>
        <p:nvSpPr>
          <p:cNvPr id="91" name="182741592_1098x949.jpeg"/>
          <p:cNvSpPr>
            <a:spLocks noGrp="1"/>
          </p:cNvSpPr>
          <p:nvPr>
            <p:ph type="pic" sz="quarter" idx="14"/>
          </p:nvPr>
        </p:nvSpPr>
        <p:spPr>
          <a:xfrm>
            <a:off x="7944067" y="424462"/>
            <a:ext cx="5275146" cy="4559301"/>
          </a:xfrm>
          <a:prstGeom prst="rect">
            <a:avLst/>
          </a:prstGeom>
        </p:spPr>
        <p:txBody>
          <a:bodyPr lIns="91439" tIns="45719" rIns="91439" bIns="45719">
            <a:noAutofit/>
          </a:bodyPr>
          <a:lstStyle/>
          <a:p>
            <a:endParaRPr/>
          </a:p>
        </p:txBody>
      </p:sp>
      <p:sp>
        <p:nvSpPr>
          <p:cNvPr id="92" name="182429520_1646x1646.jpeg"/>
          <p:cNvSpPr>
            <a:spLocks noGrp="1"/>
          </p:cNvSpPr>
          <p:nvPr>
            <p:ph type="pic" sz="quarter" idx="15"/>
          </p:nvPr>
        </p:nvSpPr>
        <p:spPr>
          <a:xfrm>
            <a:off x="8102600" y="4267200"/>
            <a:ext cx="4470400" cy="4470400"/>
          </a:xfrm>
          <a:prstGeom prst="rect">
            <a:avLst/>
          </a:prstGeom>
        </p:spPr>
        <p:txBody>
          <a:bodyPr lIns="91439" tIns="45719" rIns="91439" bIns="45719">
            <a:noAutofit/>
          </a:bodyPr>
          <a:lstStyle/>
          <a:p>
            <a:endParaRPr/>
          </a:p>
        </p:txBody>
      </p:sp>
      <p:sp>
        <p:nvSpPr>
          <p:cNvPr id="93" name="Body Level One…"/>
          <p:cNvSpPr txBox="1">
            <a:spLocks noGrp="1"/>
          </p:cNvSpPr>
          <p:nvPr>
            <p:ph type="body" sz="quarter" idx="1"/>
          </p:nvPr>
        </p:nvSpPr>
        <p:spPr>
          <a:xfrm>
            <a:off x="571500" y="8051800"/>
            <a:ext cx="11861800" cy="1333500"/>
          </a:xfrm>
          <a:prstGeom prst="rect">
            <a:avLst/>
          </a:prstGeom>
        </p:spPr>
        <p:txBody>
          <a:bodyPr/>
          <a:lstStyle>
            <a:lvl1pPr marL="0" indent="0">
              <a:spcBef>
                <a:spcPts val="1400"/>
              </a:spcBef>
              <a:buSzTx/>
              <a:buFontTx/>
              <a:buNone/>
              <a:defRPr sz="2800" i="1" spc="28"/>
            </a:lvl1pPr>
            <a:lvl2pPr marL="0" indent="0">
              <a:spcBef>
                <a:spcPts val="1400"/>
              </a:spcBef>
              <a:buSzTx/>
              <a:buFontTx/>
              <a:buNone/>
              <a:defRPr sz="2800" i="1" spc="28"/>
            </a:lvl2pPr>
            <a:lvl3pPr marL="0" indent="0">
              <a:spcBef>
                <a:spcPts val="1400"/>
              </a:spcBef>
              <a:buSzTx/>
              <a:buFontTx/>
              <a:buNone/>
              <a:defRPr sz="2800" i="1" spc="28"/>
            </a:lvl3pPr>
            <a:lvl4pPr marL="0" indent="0">
              <a:spcBef>
                <a:spcPts val="1400"/>
              </a:spcBef>
              <a:buSzTx/>
              <a:buFontTx/>
              <a:buNone/>
              <a:defRPr sz="2800" i="1" spc="28"/>
            </a:lvl4pPr>
            <a:lvl5pPr marL="0" indent="0">
              <a:spcBef>
                <a:spcPts val="1400"/>
              </a:spcBef>
              <a:buSzTx/>
              <a:buFontTx/>
              <a:buNone/>
              <a:defRPr sz="2800" i="1" spc="28"/>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01" name="“"/>
          <p:cNvSpPr txBox="1"/>
          <p:nvPr/>
        </p:nvSpPr>
        <p:spPr>
          <a:xfrm>
            <a:off x="508000" y="1771650"/>
            <a:ext cx="1697832" cy="3175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nSpc>
                <a:spcPct val="8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1000" b="1" i="0" spc="0">
                <a:solidFill>
                  <a:srgbClr val="E4E4E4"/>
                </a:solidFill>
                <a:latin typeface="Baskerville"/>
                <a:ea typeface="Baskerville"/>
                <a:cs typeface="Baskerville"/>
                <a:sym typeface="Baskerville"/>
              </a:defRPr>
            </a:lvl1pPr>
          </a:lstStyle>
          <a:p>
            <a:r>
              <a:t>“</a:t>
            </a:r>
          </a:p>
        </p:txBody>
      </p:sp>
      <p:sp>
        <p:nvSpPr>
          <p:cNvPr id="102" name="Type a quote here."/>
          <p:cNvSpPr txBox="1">
            <a:spLocks noGrp="1"/>
          </p:cNvSpPr>
          <p:nvPr>
            <p:ph type="body" sz="quarter" idx="13"/>
          </p:nvPr>
        </p:nvSpPr>
        <p:spPr>
          <a:xfrm>
            <a:off x="1943100" y="3870536"/>
            <a:ext cx="10490200" cy="939801"/>
          </a:xfrm>
          <a:prstGeom prst="rect">
            <a:avLst/>
          </a:prstGeom>
        </p:spPr>
        <p:txBody>
          <a:bodyPr>
            <a:spAutoFit/>
          </a:bodyPr>
          <a:lstStyle>
            <a:lvl1pPr marL="0" indent="0">
              <a:spcBef>
                <a:spcPts val="1600"/>
              </a:spcBef>
              <a:buSzTx/>
              <a:buFontTx/>
              <a:buNone/>
              <a:defRPr sz="4800">
                <a:solidFill>
                  <a:srgbClr val="747676"/>
                </a:solidFill>
              </a:defRPr>
            </a:lvl1pPr>
          </a:lstStyle>
          <a:p>
            <a:r>
              <a:t>Type a quote here.</a:t>
            </a:r>
          </a:p>
        </p:txBody>
      </p:sp>
      <p:sp>
        <p:nvSpPr>
          <p:cNvPr id="103" name="-Joe Bloggs"/>
          <p:cNvSpPr txBox="1">
            <a:spLocks noGrp="1"/>
          </p:cNvSpPr>
          <p:nvPr>
            <p:ph type="body" sz="quarter" idx="14"/>
          </p:nvPr>
        </p:nvSpPr>
        <p:spPr>
          <a:xfrm>
            <a:off x="1943100" y="7772400"/>
            <a:ext cx="10490200" cy="939800"/>
          </a:xfrm>
          <a:prstGeom prst="rect">
            <a:avLst/>
          </a:prstGeom>
        </p:spPr>
        <p:txBody>
          <a:bodyPr>
            <a:spAutoFit/>
          </a:bodyPr>
          <a:lstStyle>
            <a:lvl1pPr marL="0" indent="0" algn="r">
              <a:lnSpc>
                <a:spcPct val="70000"/>
              </a:lnSpc>
              <a:spcBef>
                <a:spcPts val="1600"/>
              </a:spcBef>
              <a:buSzTx/>
              <a:buFontTx/>
              <a:buNone/>
              <a:defRPr sz="4800" i="1">
                <a:solidFill>
                  <a:srgbClr val="6B6D6D"/>
                </a:solidFill>
              </a:defRPr>
            </a:lvl1pPr>
          </a:lstStyle>
          <a:p>
            <a:r>
              <a:t>-Joe Bloggs</a:t>
            </a: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11" name="118295074_2675x2907.jpeg"/>
          <p:cNvSpPr>
            <a:spLocks noGrp="1"/>
          </p:cNvSpPr>
          <p:nvPr>
            <p:ph type="pic" idx="13"/>
          </p:nvPr>
        </p:nvSpPr>
        <p:spPr>
          <a:xfrm>
            <a:off x="-63500" y="-139700"/>
            <a:ext cx="13144500" cy="14280952"/>
          </a:xfrm>
          <a:prstGeom prst="rect">
            <a:avLst/>
          </a:prstGeom>
        </p:spPr>
        <p:txBody>
          <a:bodyPr lIns="91439" tIns="45719" rIns="91439" bIns="45719">
            <a:noAutofit/>
          </a:bodyPr>
          <a:lstStyle/>
          <a:p>
            <a:endParaRPr/>
          </a:p>
        </p:txBody>
      </p:sp>
      <p:sp>
        <p:nvSpPr>
          <p:cNvPr id="112" name="Slide Number"/>
          <p:cNvSpPr txBox="1">
            <a:spLocks noGrp="1"/>
          </p:cNvSpPr>
          <p:nvPr>
            <p:ph type="sldNum" sz="quarter" idx="2"/>
          </p:nvPr>
        </p:nvSpPr>
        <p:spPr>
          <a:prstGeom prst="rect">
            <a:avLst/>
          </a:prstGeom>
        </p:spPr>
        <p:txBody>
          <a:bodyPr/>
          <a:lstStyle>
            <a:lvl1pPr>
              <a:defRPr>
                <a:solidFill>
                  <a:srgbClr val="CBCBCB"/>
                </a:solidFill>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571500" y="723900"/>
            <a:ext cx="11861800" cy="7239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Title Text</a:t>
            </a:r>
          </a:p>
        </p:txBody>
      </p:sp>
      <p:sp>
        <p:nvSpPr>
          <p:cNvPr id="3" name="Body Level One…"/>
          <p:cNvSpPr txBox="1">
            <a:spLocks noGrp="1"/>
          </p:cNvSpPr>
          <p:nvPr>
            <p:ph type="body" idx="1"/>
          </p:nvPr>
        </p:nvSpPr>
        <p:spPr>
          <a:xfrm>
            <a:off x="571500" y="1803400"/>
            <a:ext cx="11861800" cy="7226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2081047" y="9194800"/>
            <a:ext cx="309365" cy="342900"/>
          </a:xfrm>
          <a:prstGeom prst="rect">
            <a:avLst/>
          </a:prstGeom>
          <a:ln w="12700">
            <a:miter lim="400000"/>
          </a:ln>
        </p:spPr>
        <p:txBody>
          <a:bodyPr wrap="none" lIns="50800" tIns="50800" rIns="50800" bIns="50800">
            <a:spAutoFit/>
          </a:bodyPr>
          <a:lstStyle>
            <a:lvl1pPr algn="r">
              <a:spcBef>
                <a:spcPts val="0"/>
              </a:spcBef>
              <a:defRPr sz="1600" i="0" spc="0">
                <a:solidFill>
                  <a:srgbClr val="747676"/>
                </a:solidFill>
                <a:latin typeface="DIN Alternate"/>
                <a:ea typeface="DIN Alternate"/>
                <a:cs typeface="DIN Alternate"/>
                <a:sym typeface="DIN Alternat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1pPr>
      <a:lvl2pPr marL="0" marR="0" indent="34290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2pPr>
      <a:lvl3pPr marL="0" marR="0" indent="68580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3pPr>
      <a:lvl4pPr marL="0" marR="0" indent="102870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4pPr>
      <a:lvl5pPr marL="0" marR="0" indent="137160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5pPr>
      <a:lvl6pPr marL="0" marR="0" indent="171450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6pPr>
      <a:lvl7pPr marL="0" marR="0" indent="205740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7pPr>
      <a:lvl8pPr marL="0" marR="0" indent="240030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8pPr>
      <a:lvl9pPr marL="0" marR="0" indent="2743200" algn="l" defTabSz="584200" rtl="0" latinLnBrk="0">
        <a:lnSpc>
          <a:spcPct val="100000"/>
        </a:lnSpc>
        <a:spcBef>
          <a:spcPts val="2300"/>
        </a:spcBef>
        <a:spcAft>
          <a:spcPts val="0"/>
        </a:spcAft>
        <a:buClrTx/>
        <a:buSzTx/>
        <a:buFontTx/>
        <a:buNone/>
        <a:tabLst/>
        <a:defRPr sz="5200" b="0" i="0" u="none" strike="noStrike" cap="all" spc="0" baseline="0">
          <a:solidFill>
            <a:srgbClr val="747676"/>
          </a:solidFill>
          <a:uFillTx/>
          <a:latin typeface="+mn-lt"/>
          <a:ea typeface="+mn-ea"/>
          <a:cs typeface="+mn-cs"/>
          <a:sym typeface="DIN Condensed"/>
        </a:defRPr>
      </a:lvl9pPr>
    </p:titleStyle>
    <p:bodyStyle>
      <a:lvl1pPr marL="4699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1pPr>
      <a:lvl2pPr marL="9398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2pPr>
      <a:lvl3pPr marL="14097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3pPr>
      <a:lvl4pPr marL="18796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4pPr>
      <a:lvl5pPr marL="23495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5pPr>
      <a:lvl6pPr marL="28194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6pPr>
      <a:lvl7pPr marL="32893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7pPr>
      <a:lvl8pPr marL="37592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8pPr>
      <a:lvl9pPr marL="4229100" marR="0" indent="-469900" algn="l" defTabSz="584200" rtl="0" latinLnBrk="0">
        <a:lnSpc>
          <a:spcPct val="100000"/>
        </a:lnSpc>
        <a:spcBef>
          <a:spcPts val="1800"/>
        </a:spcBef>
        <a:spcAft>
          <a:spcPts val="0"/>
        </a:spcAft>
        <a:buClrTx/>
        <a:buSzPct val="75000"/>
        <a:buFont typeface="Zapf Dingbats"/>
        <a:buChar char="➤"/>
        <a:tabLst/>
        <a:defRPr sz="3200" b="0" i="0" u="none" strike="noStrike" cap="none" spc="0" baseline="0">
          <a:solidFill>
            <a:srgbClr val="5C5C5C"/>
          </a:solidFill>
          <a:uFillTx/>
          <a:latin typeface="Iowan Old Style"/>
          <a:ea typeface="Iowan Old Style"/>
          <a:cs typeface="Iowan Old Style"/>
          <a:sym typeface="Iowan Old Style"/>
        </a:defRPr>
      </a:lvl9pPr>
    </p:bodyStyle>
    <p:otherStyle>
      <a:lvl1pPr marL="0" marR="0" indent="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1pPr>
      <a:lvl2pPr marL="0" marR="0" indent="22860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2pPr>
      <a:lvl3pPr marL="0" marR="0" indent="45720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3pPr>
      <a:lvl4pPr marL="0" marR="0" indent="68580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4pPr>
      <a:lvl5pPr marL="0" marR="0" indent="91440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5pPr>
      <a:lvl6pPr marL="0" marR="0" indent="114300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6pPr>
      <a:lvl7pPr marL="0" marR="0" indent="137160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7pPr>
      <a:lvl8pPr marL="0" marR="0" indent="160020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8pPr>
      <a:lvl9pPr marL="0" marR="0" indent="1828800" algn="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DIN Alternat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ti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gSt_tDHeg_4" TargetMode="External"/><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t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 name="el-yunque-national-rainforest-tropical-puerto-rico-TROPICALPLANTS0617.jpg" descr="el-yunque-national-rainforest-tropical-puerto-rico-TROPICALPLANTS0617.jpg"/>
          <p:cNvPicPr>
            <a:picLocks noGrp="1" noChangeAspect="1"/>
          </p:cNvPicPr>
          <p:nvPr>
            <p:ph type="pic" idx="13"/>
          </p:nvPr>
        </p:nvPicPr>
        <p:blipFill>
          <a:blip r:embed="rId2"/>
          <a:srcRect l="8333" r="8333"/>
          <a:stretch>
            <a:fillRect/>
          </a:stretch>
        </p:blipFill>
        <p:spPr>
          <a:xfrm>
            <a:off x="0" y="0"/>
            <a:ext cx="13004800" cy="9753600"/>
          </a:xfrm>
          <a:prstGeom prst="rect">
            <a:avLst/>
          </a:prstGeom>
        </p:spPr>
      </p:pic>
      <p:sp>
        <p:nvSpPr>
          <p:cNvPr id="129" name="Rectangle"/>
          <p:cNvSpPr>
            <a:spLocks noGrp="1"/>
          </p:cNvSpPr>
          <p:nvPr>
            <p:ph type="body" idx="14"/>
          </p:nvPr>
        </p:nvSpPr>
        <p:spPr>
          <a:prstGeom prst="rect">
            <a:avLst/>
          </a:prstGeom>
        </p:spPr>
        <p:txBody>
          <a:bodyPr/>
          <a:lstStyle/>
          <a:p>
            <a:pPr marL="0" indent="0" algn="ctr">
              <a:spcBef>
                <a:spcPts val="0"/>
              </a:spcBef>
              <a:buSzTx/>
              <a:buFontTx/>
              <a:buNone/>
              <a:defRPr sz="2400">
                <a:latin typeface="DIN Alternate"/>
                <a:ea typeface="DIN Alternate"/>
                <a:cs typeface="DIN Alternate"/>
                <a:sym typeface="DIN Alternate"/>
              </a:defRPr>
            </a:pPr>
            <a:endParaRPr/>
          </a:p>
        </p:txBody>
      </p:sp>
      <p:sp>
        <p:nvSpPr>
          <p:cNvPr id="130" name="Line"/>
          <p:cNvSpPr>
            <a:spLocks noGrp="1"/>
          </p:cNvSpPr>
          <p:nvPr>
            <p:ph type="body" idx="15"/>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31" name="ATAR GEOGRAPHY 3.1"/>
          <p:cNvSpPr txBox="1">
            <a:spLocks noGrp="1"/>
          </p:cNvSpPr>
          <p:nvPr>
            <p:ph type="title"/>
          </p:nvPr>
        </p:nvSpPr>
        <p:spPr>
          <a:prstGeom prst="rect">
            <a:avLst/>
          </a:prstGeom>
        </p:spPr>
        <p:txBody>
          <a:bodyPr/>
          <a:lstStyle/>
          <a:p>
            <a:r>
              <a:rPr dirty="0"/>
              <a:t>ATAR GEOGRAPHY 3.1</a:t>
            </a:r>
          </a:p>
        </p:txBody>
      </p:sp>
      <p:sp>
        <p:nvSpPr>
          <p:cNvPr id="132" name="Kimberly Wade-Wear #19956736"/>
          <p:cNvSpPr txBox="1">
            <a:spLocks noGrp="1"/>
          </p:cNvSpPr>
          <p:nvPr>
            <p:ph type="body" sz="quarter" idx="1"/>
          </p:nvPr>
        </p:nvSpPr>
        <p:spPr>
          <a:prstGeom prst="rect">
            <a:avLst/>
          </a:prstGeom>
        </p:spPr>
        <p:txBody>
          <a:bodyPr/>
          <a:lstStyle/>
          <a:p>
            <a:r>
              <a:rPr dirty="0"/>
              <a:t>Kimberly Wade-Wear #19956736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 name="fog-foggy-forest-4827.jpg" descr="fog-foggy-forest-4827.jpg"/>
          <p:cNvPicPr>
            <a:picLocks noGrp="1" noChangeAspect="1"/>
          </p:cNvPicPr>
          <p:nvPr>
            <p:ph type="pic" idx="13"/>
          </p:nvPr>
        </p:nvPicPr>
        <p:blipFill>
          <a:blip r:embed="rId2"/>
          <a:srcRect l="10604" r="44652"/>
          <a:stretch>
            <a:fillRect/>
          </a:stretch>
        </p:blipFill>
        <p:spPr>
          <a:xfrm>
            <a:off x="288" y="-9223"/>
            <a:ext cx="6556962" cy="9772046"/>
          </a:xfrm>
          <a:prstGeom prst="rect">
            <a:avLst/>
          </a:prstGeom>
        </p:spPr>
      </p:pic>
      <p:sp>
        <p:nvSpPr>
          <p:cNvPr id="135" name="Line"/>
          <p:cNvSpPr>
            <a:spLocks noGrp="1"/>
          </p:cNvSpPr>
          <p:nvPr>
            <p:ph type="body" idx="14"/>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36" name="Syllabus Point"/>
          <p:cNvSpPr txBox="1">
            <a:spLocks noGrp="1"/>
          </p:cNvSpPr>
          <p:nvPr>
            <p:ph type="title"/>
          </p:nvPr>
        </p:nvSpPr>
        <p:spPr>
          <a:prstGeom prst="rect">
            <a:avLst/>
          </a:prstGeom>
        </p:spPr>
        <p:txBody>
          <a:bodyPr/>
          <a:lstStyle>
            <a:lvl1pPr defTabSz="543305">
              <a:spcBef>
                <a:spcPts val="2100"/>
              </a:spcBef>
              <a:defRPr sz="4836"/>
            </a:lvl1pPr>
          </a:lstStyle>
          <a:p>
            <a:r>
              <a:t>Syllabus Point</a:t>
            </a:r>
          </a:p>
        </p:txBody>
      </p:sp>
      <p:sp>
        <p:nvSpPr>
          <p:cNvPr id="137" name="The concepts of environment, natural and anthropogenic biomes, land cover change, ecosystem structure and dynamics, biodiversity loss, climate change and sustainability."/>
          <p:cNvSpPr txBox="1">
            <a:spLocks noGrp="1"/>
          </p:cNvSpPr>
          <p:nvPr>
            <p:ph type="body" sz="half" idx="1"/>
          </p:nvPr>
        </p:nvSpPr>
        <p:spPr>
          <a:prstGeom prst="rect">
            <a:avLst/>
          </a:prstGeom>
        </p:spPr>
        <p:txBody>
          <a:bodyPr/>
          <a:lstStyle/>
          <a:p>
            <a:r>
              <a:rPr lang="en-AU" dirty="0">
                <a:latin typeface="Iowan Old Style Roman" panose="02040602040506020204" pitchFamily="18" charset="77"/>
              </a:rPr>
              <a:t>The concepts of environment, natural and anthropogenic biomes, land cover change, ecosystem structure and dynamics, biodiversity loss, climate change and sustainability. </a:t>
            </a:r>
            <a:br>
              <a:rPr lang="en-AU" dirty="0">
                <a:latin typeface="Iowan Old Style Roman" panose="02040602040506020204" pitchFamily="18" charset="77"/>
              </a:rPr>
            </a:br>
            <a:endParaRPr lang="en-AU" dirty="0">
              <a:latin typeface="Iowan Old Style Roman" panose="02040602040506020204" pitchFamily="18" charset="77"/>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40" name="The concept of environment"/>
          <p:cNvSpPr txBox="1">
            <a:spLocks noGrp="1"/>
          </p:cNvSpPr>
          <p:nvPr>
            <p:ph type="title"/>
          </p:nvPr>
        </p:nvSpPr>
        <p:spPr>
          <a:prstGeom prst="rect">
            <a:avLst/>
          </a:prstGeom>
        </p:spPr>
        <p:txBody>
          <a:bodyPr/>
          <a:lstStyle>
            <a:lvl1pPr defTabSz="543305">
              <a:spcBef>
                <a:spcPts val="2100"/>
              </a:spcBef>
              <a:defRPr sz="4836"/>
            </a:lvl1pPr>
          </a:lstStyle>
          <a:p>
            <a:r>
              <a:t>The concept of environment</a:t>
            </a:r>
          </a:p>
        </p:txBody>
      </p:sp>
      <p:sp>
        <p:nvSpPr>
          <p:cNvPr id="141" name="Environment: Is defined as the living and non-living elements of the earth’s surface and atmosphere. It includes human changes to the earth’s surface such as croplands, planted forests, buildings and roads.…"/>
          <p:cNvSpPr txBox="1">
            <a:spLocks noGrp="1"/>
          </p:cNvSpPr>
          <p:nvPr>
            <p:ph type="body" idx="1"/>
          </p:nvPr>
        </p:nvSpPr>
        <p:spPr>
          <a:prstGeom prst="rect">
            <a:avLst/>
          </a:prstGeom>
        </p:spPr>
        <p:txBody>
          <a:bodyPr/>
          <a:lstStyle/>
          <a:p>
            <a:r>
              <a:rPr b="1" dirty="0">
                <a:latin typeface="Iowan Old Style Roman" panose="02040602040506020204" pitchFamily="18" charset="77"/>
              </a:rPr>
              <a:t>Environment: </a:t>
            </a:r>
            <a:r>
              <a:rPr dirty="0">
                <a:latin typeface="Iowan Old Style Roman" panose="02040602040506020204" pitchFamily="18" charset="77"/>
              </a:rPr>
              <a:t>Is defined as the living and non-living elements of the earth’s surface and atmosphere. It includes human changes to the earth’s surface such as croplands, planted forests, buildings and roads.</a:t>
            </a:r>
            <a:br>
              <a:rPr dirty="0">
                <a:latin typeface="Iowan Old Style Roman" panose="02040602040506020204" pitchFamily="18" charset="77"/>
              </a:rPr>
            </a:br>
            <a:endParaRPr dirty="0">
              <a:latin typeface="Iowan Old Style Roman" panose="02040602040506020204" pitchFamily="18" charset="77"/>
            </a:endParaRPr>
          </a:p>
          <a:p>
            <a:r>
              <a:rPr dirty="0">
                <a:latin typeface="Iowan Old Style Roman" panose="02040602040506020204" pitchFamily="18" charset="77"/>
              </a:rPr>
              <a:t>From a biological standpoint there are three main types of environments; uninhabitable, uninhabited habitat and inhabited habitat. </a:t>
            </a:r>
            <a:br>
              <a:rPr dirty="0">
                <a:latin typeface="Iowan Old Style Roman" panose="02040602040506020204" pitchFamily="18" charset="77"/>
              </a:rPr>
            </a:br>
            <a:endParaRPr dirty="0">
              <a:latin typeface="Iowan Old Style Roman" panose="02040602040506020204" pitchFamily="18" charset="77"/>
            </a:endParaRPr>
          </a:p>
          <a:p>
            <a:r>
              <a:rPr b="1" dirty="0">
                <a:latin typeface="Iowan Old Style Roman" panose="02040602040506020204" pitchFamily="18" charset="77"/>
              </a:rPr>
              <a:t>Student Activity: Define Environment (2 Marks)</a:t>
            </a:r>
            <a:br>
              <a:rPr b="1" dirty="0">
                <a:latin typeface="Iowan Old Style Roman" panose="02040602040506020204" pitchFamily="18" charset="77"/>
              </a:rPr>
            </a:br>
            <a:r>
              <a:rPr b="1" dirty="0">
                <a:latin typeface="Iowan Old Style Roman" panose="02040602040506020204" pitchFamily="18" charset="77"/>
              </a:rPr>
              <a:t>with reference to examples.</a:t>
            </a:r>
          </a:p>
        </p:txBody>
      </p:sp>
      <p:pic>
        <p:nvPicPr>
          <p:cNvPr id="142" name="cartoon-globe-schools-supplies-isolated-vector-illustration_106293-38.jpg" descr="cartoon-globe-schools-supplies-isolated-vector-illustration_106293-38.jpg"/>
          <p:cNvPicPr>
            <a:picLocks noChangeAspect="1"/>
          </p:cNvPicPr>
          <p:nvPr/>
        </p:nvPicPr>
        <p:blipFill>
          <a:blip r:embed="rId2"/>
          <a:srcRect l="18418" t="9475" r="18491" b="9543"/>
          <a:stretch>
            <a:fillRect/>
          </a:stretch>
        </p:blipFill>
        <p:spPr>
          <a:xfrm>
            <a:off x="10700701" y="6329461"/>
            <a:ext cx="1909505" cy="2450983"/>
          </a:xfrm>
          <a:custGeom>
            <a:avLst/>
            <a:gdLst/>
            <a:ahLst/>
            <a:cxnLst>
              <a:cxn ang="0">
                <a:pos x="wd2" y="hd2"/>
              </a:cxn>
              <a:cxn ang="5400000">
                <a:pos x="wd2" y="hd2"/>
              </a:cxn>
              <a:cxn ang="10800000">
                <a:pos x="wd2" y="hd2"/>
              </a:cxn>
              <a:cxn ang="16200000">
                <a:pos x="wd2" y="hd2"/>
              </a:cxn>
            </a:cxnLst>
            <a:rect l="0" t="0" r="r" b="b"/>
            <a:pathLst>
              <a:path w="20040" h="21554" extrusionOk="0">
                <a:moveTo>
                  <a:pt x="13645" y="0"/>
                </a:moveTo>
                <a:cubicBezTo>
                  <a:pt x="13533" y="0"/>
                  <a:pt x="13275" y="282"/>
                  <a:pt x="13074" y="628"/>
                </a:cubicBezTo>
                <a:cubicBezTo>
                  <a:pt x="12873" y="975"/>
                  <a:pt x="12653" y="1261"/>
                  <a:pt x="12583" y="1260"/>
                </a:cubicBezTo>
                <a:cubicBezTo>
                  <a:pt x="12512" y="1259"/>
                  <a:pt x="12043" y="1163"/>
                  <a:pt x="11537" y="1051"/>
                </a:cubicBezTo>
                <a:cubicBezTo>
                  <a:pt x="9733" y="648"/>
                  <a:pt x="7289" y="813"/>
                  <a:pt x="5444" y="1459"/>
                </a:cubicBezTo>
                <a:cubicBezTo>
                  <a:pt x="4396" y="1826"/>
                  <a:pt x="2850" y="2803"/>
                  <a:pt x="2149" y="3542"/>
                </a:cubicBezTo>
                <a:cubicBezTo>
                  <a:pt x="1769" y="3943"/>
                  <a:pt x="1401" y="4260"/>
                  <a:pt x="1333" y="4244"/>
                </a:cubicBezTo>
                <a:cubicBezTo>
                  <a:pt x="1265" y="4228"/>
                  <a:pt x="1217" y="4290"/>
                  <a:pt x="1224" y="4384"/>
                </a:cubicBezTo>
                <a:cubicBezTo>
                  <a:pt x="1232" y="4477"/>
                  <a:pt x="1073" y="4838"/>
                  <a:pt x="875" y="5190"/>
                </a:cubicBezTo>
                <a:cubicBezTo>
                  <a:pt x="2" y="6733"/>
                  <a:pt x="-243" y="8811"/>
                  <a:pt x="254" y="10442"/>
                </a:cubicBezTo>
                <a:cubicBezTo>
                  <a:pt x="717" y="11961"/>
                  <a:pt x="1450" y="13012"/>
                  <a:pt x="2840" y="14156"/>
                </a:cubicBezTo>
                <a:lnTo>
                  <a:pt x="4127" y="15210"/>
                </a:lnTo>
                <a:lnTo>
                  <a:pt x="3869" y="15664"/>
                </a:lnTo>
                <a:cubicBezTo>
                  <a:pt x="3582" y="16171"/>
                  <a:pt x="3722" y="16393"/>
                  <a:pt x="4377" y="16477"/>
                </a:cubicBezTo>
                <a:cubicBezTo>
                  <a:pt x="4591" y="16504"/>
                  <a:pt x="5291" y="16683"/>
                  <a:pt x="5935" y="16875"/>
                </a:cubicBezTo>
                <a:cubicBezTo>
                  <a:pt x="6579" y="17067"/>
                  <a:pt x="7271" y="17225"/>
                  <a:pt x="7472" y="17227"/>
                </a:cubicBezTo>
                <a:cubicBezTo>
                  <a:pt x="7941" y="17232"/>
                  <a:pt x="7986" y="17299"/>
                  <a:pt x="8047" y="18131"/>
                </a:cubicBezTo>
                <a:cubicBezTo>
                  <a:pt x="8093" y="18761"/>
                  <a:pt x="8060" y="18828"/>
                  <a:pt x="7684" y="18916"/>
                </a:cubicBezTo>
                <a:cubicBezTo>
                  <a:pt x="5150" y="19511"/>
                  <a:pt x="4610" y="19808"/>
                  <a:pt x="4711" y="20543"/>
                </a:cubicBezTo>
                <a:cubicBezTo>
                  <a:pt x="4772" y="20990"/>
                  <a:pt x="5237" y="21235"/>
                  <a:pt x="6393" y="21426"/>
                </a:cubicBezTo>
                <a:cubicBezTo>
                  <a:pt x="7448" y="21600"/>
                  <a:pt x="10555" y="21595"/>
                  <a:pt x="11570" y="21419"/>
                </a:cubicBezTo>
                <a:cubicBezTo>
                  <a:pt x="12772" y="21210"/>
                  <a:pt x="13207" y="20958"/>
                  <a:pt x="13207" y="20473"/>
                </a:cubicBezTo>
                <a:cubicBezTo>
                  <a:pt x="13207" y="19828"/>
                  <a:pt x="12353" y="19306"/>
                  <a:pt x="10867" y="19039"/>
                </a:cubicBezTo>
                <a:cubicBezTo>
                  <a:pt x="9894" y="18864"/>
                  <a:pt x="9768" y="18713"/>
                  <a:pt x="9975" y="17978"/>
                </a:cubicBezTo>
                <a:lnTo>
                  <a:pt x="10121" y="17457"/>
                </a:lnTo>
                <a:lnTo>
                  <a:pt x="11395" y="17279"/>
                </a:lnTo>
                <a:cubicBezTo>
                  <a:pt x="14862" y="16789"/>
                  <a:pt x="17402" y="15238"/>
                  <a:pt x="18893" y="12704"/>
                </a:cubicBezTo>
                <a:cubicBezTo>
                  <a:pt x="21357" y="8514"/>
                  <a:pt x="19709" y="3194"/>
                  <a:pt x="15302" y="1110"/>
                </a:cubicBezTo>
                <a:cubicBezTo>
                  <a:pt x="14717" y="833"/>
                  <a:pt x="14378" y="582"/>
                  <a:pt x="14378" y="422"/>
                </a:cubicBezTo>
                <a:cubicBezTo>
                  <a:pt x="14378" y="179"/>
                  <a:pt x="14067" y="0"/>
                  <a:pt x="13645" y="0"/>
                </a:cubicBezTo>
                <a:close/>
              </a:path>
            </a:pathLst>
          </a:cu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45" name="The concept of natural and anthropogenic biomes"/>
          <p:cNvSpPr txBox="1">
            <a:spLocks noGrp="1"/>
          </p:cNvSpPr>
          <p:nvPr>
            <p:ph type="title"/>
          </p:nvPr>
        </p:nvSpPr>
        <p:spPr>
          <a:prstGeom prst="rect">
            <a:avLst/>
          </a:prstGeom>
        </p:spPr>
        <p:txBody>
          <a:bodyPr/>
          <a:lstStyle>
            <a:lvl1pPr defTabSz="543305">
              <a:spcBef>
                <a:spcPts val="2100"/>
              </a:spcBef>
              <a:defRPr sz="4836"/>
            </a:lvl1pPr>
          </a:lstStyle>
          <a:p>
            <a:r>
              <a:rPr dirty="0"/>
              <a:t>The concept of natural and anthropogenic biomes</a:t>
            </a:r>
          </a:p>
        </p:txBody>
      </p:sp>
      <p:sp>
        <p:nvSpPr>
          <p:cNvPr id="146" name="Natural Biome: A geographical area of distinct flora and fauna, which have adapted to that environment.…"/>
          <p:cNvSpPr txBox="1">
            <a:spLocks noGrp="1"/>
          </p:cNvSpPr>
          <p:nvPr>
            <p:ph type="body" idx="1"/>
          </p:nvPr>
        </p:nvSpPr>
        <p:spPr>
          <a:prstGeom prst="rect">
            <a:avLst/>
          </a:prstGeom>
        </p:spPr>
        <p:txBody>
          <a:bodyPr/>
          <a:lstStyle/>
          <a:p>
            <a:pPr>
              <a:defRPr sz="3100"/>
            </a:pPr>
            <a:r>
              <a:rPr b="1" dirty="0">
                <a:latin typeface="Iowan Old Style Roman" panose="02040602040506020204" pitchFamily="18" charset="77"/>
              </a:rPr>
              <a:t>Natural Biome:</a:t>
            </a:r>
            <a:r>
              <a:rPr dirty="0">
                <a:latin typeface="Iowan Old Style Roman" panose="02040602040506020204" pitchFamily="18" charset="77"/>
              </a:rPr>
              <a:t> A geographical area of distinct flora and fauna, which have adapted to that environment. </a:t>
            </a:r>
          </a:p>
          <a:p>
            <a:pPr lvl="1">
              <a:defRPr sz="3100"/>
            </a:pPr>
            <a:r>
              <a:rPr dirty="0">
                <a:latin typeface="Iowan Old Style Roman" panose="02040602040506020204" pitchFamily="18" charset="77"/>
              </a:rPr>
              <a:t>They occur in broad belts across continents, their boundaries correspond to lines of latitude.</a:t>
            </a:r>
          </a:p>
          <a:p>
            <a:pPr lvl="1">
              <a:defRPr sz="3100"/>
            </a:pPr>
            <a:r>
              <a:rPr dirty="0">
                <a:latin typeface="Iowan Old Style Roman" panose="02040602040506020204" pitchFamily="18" charset="77"/>
              </a:rPr>
              <a:t> Biomes are distinct ecosystems that have formed in response to a shared physical climate. </a:t>
            </a:r>
          </a:p>
          <a:p>
            <a:pPr lvl="1">
              <a:defRPr sz="3100"/>
            </a:pPr>
            <a:r>
              <a:rPr dirty="0">
                <a:latin typeface="Iowan Old Style Roman" panose="02040602040506020204" pitchFamily="18" charset="77"/>
              </a:rPr>
              <a:t>They are most commonly identified by the dominant vegetation type.</a:t>
            </a:r>
          </a:p>
          <a:p>
            <a:pPr lvl="1">
              <a:defRPr sz="3100"/>
            </a:pPr>
            <a:r>
              <a:rPr dirty="0">
                <a:latin typeface="Iowan Old Style Roman" panose="02040602040506020204" pitchFamily="18" charset="77"/>
              </a:rPr>
              <a:t>The main types of biomes include; Rainforest, Temperate Forest, Taiga Forest, Tundra, Desert, Savanna, Grassland and aquatic.</a:t>
            </a:r>
          </a:p>
        </p:txBody>
      </p:sp>
      <p:pic>
        <p:nvPicPr>
          <p:cNvPr id="147" name="cartoon-tree-drawing-clip-art-png-favpng-jPQ0dGjXzJCbytz0k3VScDpRJ.jpg" descr="cartoon-tree-drawing-clip-art-png-favpng-jPQ0dGjXzJCbytz0k3VScDpRJ.jpg"/>
          <p:cNvPicPr>
            <a:picLocks noChangeAspect="1"/>
          </p:cNvPicPr>
          <p:nvPr/>
        </p:nvPicPr>
        <p:blipFill>
          <a:blip r:embed="rId2"/>
          <a:srcRect l="19946" t="834" r="20041" b="1011"/>
          <a:stretch>
            <a:fillRect/>
          </a:stretch>
        </p:blipFill>
        <p:spPr>
          <a:xfrm>
            <a:off x="11821699" y="7957505"/>
            <a:ext cx="1061789" cy="1736631"/>
          </a:xfrm>
          <a:custGeom>
            <a:avLst/>
            <a:gdLst/>
            <a:ahLst/>
            <a:cxnLst>
              <a:cxn ang="0">
                <a:pos x="wd2" y="hd2"/>
              </a:cxn>
              <a:cxn ang="5400000">
                <a:pos x="wd2" y="hd2"/>
              </a:cxn>
              <a:cxn ang="10800000">
                <a:pos x="wd2" y="hd2"/>
              </a:cxn>
              <a:cxn ang="16200000">
                <a:pos x="wd2" y="hd2"/>
              </a:cxn>
            </a:cxnLst>
            <a:rect l="0" t="0" r="r" b="b"/>
            <a:pathLst>
              <a:path w="21570" h="21559" extrusionOk="0">
                <a:moveTo>
                  <a:pt x="11126" y="0"/>
                </a:moveTo>
                <a:cubicBezTo>
                  <a:pt x="10972" y="-1"/>
                  <a:pt x="10830" y="21"/>
                  <a:pt x="10715" y="64"/>
                </a:cubicBezTo>
                <a:cubicBezTo>
                  <a:pt x="10597" y="107"/>
                  <a:pt x="10461" y="123"/>
                  <a:pt x="10304" y="113"/>
                </a:cubicBezTo>
                <a:cubicBezTo>
                  <a:pt x="10026" y="97"/>
                  <a:pt x="9721" y="202"/>
                  <a:pt x="9570" y="369"/>
                </a:cubicBezTo>
                <a:cubicBezTo>
                  <a:pt x="9490" y="458"/>
                  <a:pt x="9412" y="483"/>
                  <a:pt x="9094" y="522"/>
                </a:cubicBezTo>
                <a:cubicBezTo>
                  <a:pt x="8665" y="576"/>
                  <a:pt x="8599" y="610"/>
                  <a:pt x="8490" y="803"/>
                </a:cubicBezTo>
                <a:cubicBezTo>
                  <a:pt x="8426" y="915"/>
                  <a:pt x="8368" y="951"/>
                  <a:pt x="8183" y="990"/>
                </a:cubicBezTo>
                <a:cubicBezTo>
                  <a:pt x="7718" y="1088"/>
                  <a:pt x="7415" y="1293"/>
                  <a:pt x="7425" y="1503"/>
                </a:cubicBezTo>
                <a:cubicBezTo>
                  <a:pt x="7429" y="1584"/>
                  <a:pt x="7526" y="1749"/>
                  <a:pt x="7675" y="1921"/>
                </a:cubicBezTo>
                <a:cubicBezTo>
                  <a:pt x="7982" y="2276"/>
                  <a:pt x="7979" y="2401"/>
                  <a:pt x="7675" y="2488"/>
                </a:cubicBezTo>
                <a:cubicBezTo>
                  <a:pt x="7377" y="2574"/>
                  <a:pt x="7258" y="2673"/>
                  <a:pt x="7224" y="2858"/>
                </a:cubicBezTo>
                <a:cubicBezTo>
                  <a:pt x="7199" y="2990"/>
                  <a:pt x="7161" y="3030"/>
                  <a:pt x="7030" y="3069"/>
                </a:cubicBezTo>
                <a:cubicBezTo>
                  <a:pt x="6893" y="3111"/>
                  <a:pt x="6847" y="3109"/>
                  <a:pt x="6708" y="3065"/>
                </a:cubicBezTo>
                <a:cubicBezTo>
                  <a:pt x="6470" y="2988"/>
                  <a:pt x="6219" y="3036"/>
                  <a:pt x="5934" y="3207"/>
                </a:cubicBezTo>
                <a:cubicBezTo>
                  <a:pt x="5661" y="3371"/>
                  <a:pt x="5772" y="3363"/>
                  <a:pt x="4781" y="3286"/>
                </a:cubicBezTo>
                <a:cubicBezTo>
                  <a:pt x="4550" y="3268"/>
                  <a:pt x="4457" y="3278"/>
                  <a:pt x="4241" y="3355"/>
                </a:cubicBezTo>
                <a:cubicBezTo>
                  <a:pt x="3925" y="3468"/>
                  <a:pt x="3823" y="3603"/>
                  <a:pt x="3862" y="3848"/>
                </a:cubicBezTo>
                <a:cubicBezTo>
                  <a:pt x="3882" y="3978"/>
                  <a:pt x="3868" y="4043"/>
                  <a:pt x="3805" y="4075"/>
                </a:cubicBezTo>
                <a:cubicBezTo>
                  <a:pt x="3758" y="4099"/>
                  <a:pt x="3694" y="4151"/>
                  <a:pt x="3668" y="4193"/>
                </a:cubicBezTo>
                <a:cubicBezTo>
                  <a:pt x="3640" y="4239"/>
                  <a:pt x="3531" y="4285"/>
                  <a:pt x="3386" y="4311"/>
                </a:cubicBezTo>
                <a:cubicBezTo>
                  <a:pt x="2852" y="4409"/>
                  <a:pt x="2717" y="4685"/>
                  <a:pt x="2991" y="5129"/>
                </a:cubicBezTo>
                <a:cubicBezTo>
                  <a:pt x="3304" y="5636"/>
                  <a:pt x="3499" y="5787"/>
                  <a:pt x="3902" y="5829"/>
                </a:cubicBezTo>
                <a:cubicBezTo>
                  <a:pt x="4064" y="5845"/>
                  <a:pt x="4115" y="5872"/>
                  <a:pt x="4152" y="5957"/>
                </a:cubicBezTo>
                <a:cubicBezTo>
                  <a:pt x="4189" y="6040"/>
                  <a:pt x="4171" y="6072"/>
                  <a:pt x="4080" y="6124"/>
                </a:cubicBezTo>
                <a:cubicBezTo>
                  <a:pt x="4016" y="6160"/>
                  <a:pt x="3967" y="6225"/>
                  <a:pt x="3967" y="6262"/>
                </a:cubicBezTo>
                <a:cubicBezTo>
                  <a:pt x="3967" y="6299"/>
                  <a:pt x="3904" y="6374"/>
                  <a:pt x="3830" y="6430"/>
                </a:cubicBezTo>
                <a:cubicBezTo>
                  <a:pt x="3755" y="6486"/>
                  <a:pt x="3654" y="6573"/>
                  <a:pt x="3604" y="6622"/>
                </a:cubicBezTo>
                <a:cubicBezTo>
                  <a:pt x="3523" y="6700"/>
                  <a:pt x="3476" y="6709"/>
                  <a:pt x="3185" y="6701"/>
                </a:cubicBezTo>
                <a:cubicBezTo>
                  <a:pt x="2514" y="6682"/>
                  <a:pt x="2135" y="6810"/>
                  <a:pt x="1846" y="7159"/>
                </a:cubicBezTo>
                <a:cubicBezTo>
                  <a:pt x="1589" y="7470"/>
                  <a:pt x="1572" y="7580"/>
                  <a:pt x="1750" y="7839"/>
                </a:cubicBezTo>
                <a:cubicBezTo>
                  <a:pt x="1833" y="7960"/>
                  <a:pt x="1903" y="8109"/>
                  <a:pt x="1903" y="8169"/>
                </a:cubicBezTo>
                <a:cubicBezTo>
                  <a:pt x="1903" y="8244"/>
                  <a:pt x="1972" y="8325"/>
                  <a:pt x="2120" y="8425"/>
                </a:cubicBezTo>
                <a:cubicBezTo>
                  <a:pt x="2396" y="8612"/>
                  <a:pt x="2334" y="8671"/>
                  <a:pt x="1935" y="8602"/>
                </a:cubicBezTo>
                <a:cubicBezTo>
                  <a:pt x="1688" y="8560"/>
                  <a:pt x="1652" y="8563"/>
                  <a:pt x="1508" y="8627"/>
                </a:cubicBezTo>
                <a:cubicBezTo>
                  <a:pt x="1420" y="8666"/>
                  <a:pt x="1170" y="8744"/>
                  <a:pt x="959" y="8804"/>
                </a:cubicBezTo>
                <a:cubicBezTo>
                  <a:pt x="427" y="8956"/>
                  <a:pt x="0" y="9201"/>
                  <a:pt x="0" y="9351"/>
                </a:cubicBezTo>
                <a:cubicBezTo>
                  <a:pt x="0" y="9414"/>
                  <a:pt x="42" y="9496"/>
                  <a:pt x="97" y="9534"/>
                </a:cubicBezTo>
                <a:cubicBezTo>
                  <a:pt x="184" y="9593"/>
                  <a:pt x="191" y="9623"/>
                  <a:pt x="129" y="9765"/>
                </a:cubicBezTo>
                <a:cubicBezTo>
                  <a:pt x="68" y="9904"/>
                  <a:pt x="76" y="9952"/>
                  <a:pt x="161" y="10085"/>
                </a:cubicBezTo>
                <a:cubicBezTo>
                  <a:pt x="287" y="10283"/>
                  <a:pt x="403" y="10361"/>
                  <a:pt x="1008" y="10667"/>
                </a:cubicBezTo>
                <a:cubicBezTo>
                  <a:pt x="1275" y="10802"/>
                  <a:pt x="1492" y="10935"/>
                  <a:pt x="1492" y="10962"/>
                </a:cubicBezTo>
                <a:cubicBezTo>
                  <a:pt x="1492" y="10990"/>
                  <a:pt x="1443" y="11065"/>
                  <a:pt x="1379" y="11130"/>
                </a:cubicBezTo>
                <a:cubicBezTo>
                  <a:pt x="1229" y="11280"/>
                  <a:pt x="1221" y="11382"/>
                  <a:pt x="1371" y="11465"/>
                </a:cubicBezTo>
                <a:cubicBezTo>
                  <a:pt x="1438" y="11502"/>
                  <a:pt x="1492" y="11577"/>
                  <a:pt x="1492" y="11637"/>
                </a:cubicBezTo>
                <a:cubicBezTo>
                  <a:pt x="1492" y="11738"/>
                  <a:pt x="1504" y="11741"/>
                  <a:pt x="1685" y="11721"/>
                </a:cubicBezTo>
                <a:cubicBezTo>
                  <a:pt x="2316" y="11652"/>
                  <a:pt x="2306" y="11652"/>
                  <a:pt x="2370" y="11726"/>
                </a:cubicBezTo>
                <a:cubicBezTo>
                  <a:pt x="2405" y="11765"/>
                  <a:pt x="2448" y="11871"/>
                  <a:pt x="2467" y="11958"/>
                </a:cubicBezTo>
                <a:cubicBezTo>
                  <a:pt x="2536" y="12266"/>
                  <a:pt x="2539" y="12270"/>
                  <a:pt x="2798" y="12317"/>
                </a:cubicBezTo>
                <a:cubicBezTo>
                  <a:pt x="2960" y="12347"/>
                  <a:pt x="3075" y="12398"/>
                  <a:pt x="3136" y="12465"/>
                </a:cubicBezTo>
                <a:cubicBezTo>
                  <a:pt x="3267" y="12607"/>
                  <a:pt x="3563" y="12656"/>
                  <a:pt x="3967" y="12603"/>
                </a:cubicBezTo>
                <a:cubicBezTo>
                  <a:pt x="4139" y="12580"/>
                  <a:pt x="4313" y="12545"/>
                  <a:pt x="4354" y="12524"/>
                </a:cubicBezTo>
                <a:cubicBezTo>
                  <a:pt x="4407" y="12497"/>
                  <a:pt x="4477" y="12506"/>
                  <a:pt x="4604" y="12564"/>
                </a:cubicBezTo>
                <a:cubicBezTo>
                  <a:pt x="4752" y="12631"/>
                  <a:pt x="4808" y="12640"/>
                  <a:pt x="4958" y="12608"/>
                </a:cubicBezTo>
                <a:cubicBezTo>
                  <a:pt x="5180" y="12561"/>
                  <a:pt x="5184" y="12563"/>
                  <a:pt x="5434" y="12978"/>
                </a:cubicBezTo>
                <a:cubicBezTo>
                  <a:pt x="5665" y="13362"/>
                  <a:pt x="5982" y="13761"/>
                  <a:pt x="6184" y="13924"/>
                </a:cubicBezTo>
                <a:cubicBezTo>
                  <a:pt x="6264" y="13988"/>
                  <a:pt x="6513" y="14128"/>
                  <a:pt x="6740" y="14239"/>
                </a:cubicBezTo>
                <a:cubicBezTo>
                  <a:pt x="7225" y="14475"/>
                  <a:pt x="7448" y="14656"/>
                  <a:pt x="7845" y="15121"/>
                </a:cubicBezTo>
                <a:cubicBezTo>
                  <a:pt x="8465" y="15847"/>
                  <a:pt x="8710" y="16459"/>
                  <a:pt x="8619" y="17072"/>
                </a:cubicBezTo>
                <a:cubicBezTo>
                  <a:pt x="8381" y="18673"/>
                  <a:pt x="8182" y="19275"/>
                  <a:pt x="7812" y="19580"/>
                </a:cubicBezTo>
                <a:cubicBezTo>
                  <a:pt x="7533" y="19809"/>
                  <a:pt x="7386" y="19868"/>
                  <a:pt x="7063" y="19870"/>
                </a:cubicBezTo>
                <a:cubicBezTo>
                  <a:pt x="6328" y="19875"/>
                  <a:pt x="5497" y="20056"/>
                  <a:pt x="5128" y="20289"/>
                </a:cubicBezTo>
                <a:cubicBezTo>
                  <a:pt x="4736" y="20537"/>
                  <a:pt x="4582" y="20877"/>
                  <a:pt x="4797" y="21008"/>
                </a:cubicBezTo>
                <a:cubicBezTo>
                  <a:pt x="4879" y="21058"/>
                  <a:pt x="4902" y="21050"/>
                  <a:pt x="5031" y="20930"/>
                </a:cubicBezTo>
                <a:cubicBezTo>
                  <a:pt x="5385" y="20601"/>
                  <a:pt x="5768" y="20553"/>
                  <a:pt x="7417" y="20639"/>
                </a:cubicBezTo>
                <a:cubicBezTo>
                  <a:pt x="8800" y="20711"/>
                  <a:pt x="9222" y="20714"/>
                  <a:pt x="9522" y="20649"/>
                </a:cubicBezTo>
                <a:cubicBezTo>
                  <a:pt x="9652" y="20620"/>
                  <a:pt x="9760" y="20614"/>
                  <a:pt x="9780" y="20634"/>
                </a:cubicBezTo>
                <a:cubicBezTo>
                  <a:pt x="9903" y="20756"/>
                  <a:pt x="10490" y="20904"/>
                  <a:pt x="11376" y="21038"/>
                </a:cubicBezTo>
                <a:cubicBezTo>
                  <a:pt x="12117" y="21150"/>
                  <a:pt x="12383" y="21231"/>
                  <a:pt x="12626" y="21417"/>
                </a:cubicBezTo>
                <a:cubicBezTo>
                  <a:pt x="12842" y="21584"/>
                  <a:pt x="12917" y="21599"/>
                  <a:pt x="13085" y="21486"/>
                </a:cubicBezTo>
                <a:cubicBezTo>
                  <a:pt x="13348" y="21311"/>
                  <a:pt x="13323" y="21129"/>
                  <a:pt x="13005" y="20846"/>
                </a:cubicBezTo>
                <a:cubicBezTo>
                  <a:pt x="12747" y="20617"/>
                  <a:pt x="12763" y="20613"/>
                  <a:pt x="13779" y="20614"/>
                </a:cubicBezTo>
                <a:cubicBezTo>
                  <a:pt x="14603" y="20615"/>
                  <a:pt x="14629" y="20620"/>
                  <a:pt x="15189" y="20851"/>
                </a:cubicBezTo>
                <a:cubicBezTo>
                  <a:pt x="15574" y="21009"/>
                  <a:pt x="15635" y="20979"/>
                  <a:pt x="15633" y="20639"/>
                </a:cubicBezTo>
                <a:cubicBezTo>
                  <a:pt x="15631" y="20249"/>
                  <a:pt x="15482" y="20071"/>
                  <a:pt x="15044" y="19934"/>
                </a:cubicBezTo>
                <a:cubicBezTo>
                  <a:pt x="14739" y="19839"/>
                  <a:pt x="14686" y="19836"/>
                  <a:pt x="14012" y="19846"/>
                </a:cubicBezTo>
                <a:cubicBezTo>
                  <a:pt x="13118" y="19858"/>
                  <a:pt x="12868" y="19815"/>
                  <a:pt x="12521" y="19594"/>
                </a:cubicBezTo>
                <a:cubicBezTo>
                  <a:pt x="12103" y="19329"/>
                  <a:pt x="11844" y="18915"/>
                  <a:pt x="11658" y="18200"/>
                </a:cubicBezTo>
                <a:cubicBezTo>
                  <a:pt x="11607" y="18002"/>
                  <a:pt x="11471" y="17532"/>
                  <a:pt x="11360" y="17156"/>
                </a:cubicBezTo>
                <a:cubicBezTo>
                  <a:pt x="11249" y="16779"/>
                  <a:pt x="11148" y="16378"/>
                  <a:pt x="11126" y="16264"/>
                </a:cubicBezTo>
                <a:lnTo>
                  <a:pt x="11086" y="16057"/>
                </a:lnTo>
                <a:lnTo>
                  <a:pt x="11569" y="15751"/>
                </a:lnTo>
                <a:cubicBezTo>
                  <a:pt x="11837" y="15584"/>
                  <a:pt x="12380" y="15304"/>
                  <a:pt x="12771" y="15131"/>
                </a:cubicBezTo>
                <a:cubicBezTo>
                  <a:pt x="13161" y="14957"/>
                  <a:pt x="13576" y="14752"/>
                  <a:pt x="13698" y="14677"/>
                </a:cubicBezTo>
                <a:cubicBezTo>
                  <a:pt x="13820" y="14603"/>
                  <a:pt x="13945" y="14544"/>
                  <a:pt x="13980" y="14544"/>
                </a:cubicBezTo>
                <a:cubicBezTo>
                  <a:pt x="14015" y="14544"/>
                  <a:pt x="14173" y="14466"/>
                  <a:pt x="14327" y="14372"/>
                </a:cubicBezTo>
                <a:cubicBezTo>
                  <a:pt x="14543" y="14240"/>
                  <a:pt x="14662" y="14124"/>
                  <a:pt x="14835" y="13859"/>
                </a:cubicBezTo>
                <a:cubicBezTo>
                  <a:pt x="14958" y="13671"/>
                  <a:pt x="15084" y="13499"/>
                  <a:pt x="15117" y="13475"/>
                </a:cubicBezTo>
                <a:cubicBezTo>
                  <a:pt x="15157" y="13445"/>
                  <a:pt x="15279" y="13438"/>
                  <a:pt x="15504" y="13451"/>
                </a:cubicBezTo>
                <a:cubicBezTo>
                  <a:pt x="15743" y="13464"/>
                  <a:pt x="15882" y="13450"/>
                  <a:pt x="15988" y="13411"/>
                </a:cubicBezTo>
                <a:cubicBezTo>
                  <a:pt x="16069" y="13381"/>
                  <a:pt x="16309" y="13305"/>
                  <a:pt x="16520" y="13244"/>
                </a:cubicBezTo>
                <a:cubicBezTo>
                  <a:pt x="16984" y="13108"/>
                  <a:pt x="17093" y="13056"/>
                  <a:pt x="17141" y="12923"/>
                </a:cubicBezTo>
                <a:cubicBezTo>
                  <a:pt x="17196" y="12770"/>
                  <a:pt x="17306" y="12726"/>
                  <a:pt x="17479" y="12795"/>
                </a:cubicBezTo>
                <a:cubicBezTo>
                  <a:pt x="17558" y="12827"/>
                  <a:pt x="17700" y="12853"/>
                  <a:pt x="17794" y="12849"/>
                </a:cubicBezTo>
                <a:cubicBezTo>
                  <a:pt x="17887" y="12846"/>
                  <a:pt x="18058" y="12850"/>
                  <a:pt x="18173" y="12864"/>
                </a:cubicBezTo>
                <a:cubicBezTo>
                  <a:pt x="18353" y="12887"/>
                  <a:pt x="18419" y="12877"/>
                  <a:pt x="18672" y="12766"/>
                </a:cubicBezTo>
                <a:cubicBezTo>
                  <a:pt x="18833" y="12695"/>
                  <a:pt x="19085" y="12584"/>
                  <a:pt x="19237" y="12519"/>
                </a:cubicBezTo>
                <a:cubicBezTo>
                  <a:pt x="19389" y="12455"/>
                  <a:pt x="19542" y="12366"/>
                  <a:pt x="19575" y="12322"/>
                </a:cubicBezTo>
                <a:cubicBezTo>
                  <a:pt x="19608" y="12279"/>
                  <a:pt x="19738" y="12209"/>
                  <a:pt x="19866" y="12170"/>
                </a:cubicBezTo>
                <a:cubicBezTo>
                  <a:pt x="20158" y="12078"/>
                  <a:pt x="20455" y="11900"/>
                  <a:pt x="20503" y="11785"/>
                </a:cubicBezTo>
                <a:cubicBezTo>
                  <a:pt x="20523" y="11737"/>
                  <a:pt x="20521" y="11650"/>
                  <a:pt x="20503" y="11593"/>
                </a:cubicBezTo>
                <a:cubicBezTo>
                  <a:pt x="20465" y="11477"/>
                  <a:pt x="20546" y="11427"/>
                  <a:pt x="20890" y="11332"/>
                </a:cubicBezTo>
                <a:cubicBezTo>
                  <a:pt x="21078" y="11280"/>
                  <a:pt x="21118" y="11237"/>
                  <a:pt x="21277" y="10982"/>
                </a:cubicBezTo>
                <a:cubicBezTo>
                  <a:pt x="21530" y="10577"/>
                  <a:pt x="21600" y="10407"/>
                  <a:pt x="21559" y="10273"/>
                </a:cubicBezTo>
                <a:cubicBezTo>
                  <a:pt x="21523" y="10155"/>
                  <a:pt x="21344" y="10090"/>
                  <a:pt x="21164" y="10130"/>
                </a:cubicBezTo>
                <a:cubicBezTo>
                  <a:pt x="21121" y="10139"/>
                  <a:pt x="20993" y="10102"/>
                  <a:pt x="20881" y="10046"/>
                </a:cubicBezTo>
                <a:lnTo>
                  <a:pt x="20680" y="9943"/>
                </a:lnTo>
                <a:lnTo>
                  <a:pt x="20865" y="9770"/>
                </a:lnTo>
                <a:cubicBezTo>
                  <a:pt x="21072" y="9579"/>
                  <a:pt x="21111" y="9398"/>
                  <a:pt x="20962" y="9307"/>
                </a:cubicBezTo>
                <a:cubicBezTo>
                  <a:pt x="20868" y="9249"/>
                  <a:pt x="20774" y="9239"/>
                  <a:pt x="20406" y="9248"/>
                </a:cubicBezTo>
                <a:cubicBezTo>
                  <a:pt x="20241" y="9252"/>
                  <a:pt x="20133" y="9222"/>
                  <a:pt x="19874" y="9090"/>
                </a:cubicBezTo>
                <a:cubicBezTo>
                  <a:pt x="19593" y="8948"/>
                  <a:pt x="19520" y="8924"/>
                  <a:pt x="19317" y="8933"/>
                </a:cubicBezTo>
                <a:cubicBezTo>
                  <a:pt x="19099" y="8942"/>
                  <a:pt x="19079" y="8934"/>
                  <a:pt x="19027" y="8824"/>
                </a:cubicBezTo>
                <a:cubicBezTo>
                  <a:pt x="18951" y="8662"/>
                  <a:pt x="19033" y="8622"/>
                  <a:pt x="19325" y="8671"/>
                </a:cubicBezTo>
                <a:cubicBezTo>
                  <a:pt x="19660" y="8728"/>
                  <a:pt x="19800" y="8720"/>
                  <a:pt x="19833" y="8642"/>
                </a:cubicBezTo>
                <a:cubicBezTo>
                  <a:pt x="19854" y="8594"/>
                  <a:pt x="19934" y="8566"/>
                  <a:pt x="20116" y="8548"/>
                </a:cubicBezTo>
                <a:cubicBezTo>
                  <a:pt x="20548" y="8505"/>
                  <a:pt x="20550" y="8503"/>
                  <a:pt x="20567" y="8090"/>
                </a:cubicBezTo>
                <a:cubicBezTo>
                  <a:pt x="20575" y="7886"/>
                  <a:pt x="20586" y="7623"/>
                  <a:pt x="20591" y="7504"/>
                </a:cubicBezTo>
                <a:cubicBezTo>
                  <a:pt x="20603" y="7249"/>
                  <a:pt x="20453" y="7035"/>
                  <a:pt x="20164" y="6903"/>
                </a:cubicBezTo>
                <a:cubicBezTo>
                  <a:pt x="20062" y="6856"/>
                  <a:pt x="19887" y="6768"/>
                  <a:pt x="19777" y="6706"/>
                </a:cubicBezTo>
                <a:cubicBezTo>
                  <a:pt x="19583" y="6596"/>
                  <a:pt x="19583" y="6586"/>
                  <a:pt x="19583" y="6321"/>
                </a:cubicBezTo>
                <a:cubicBezTo>
                  <a:pt x="19583" y="5986"/>
                  <a:pt x="19491" y="5904"/>
                  <a:pt x="19100" y="5902"/>
                </a:cubicBezTo>
                <a:cubicBezTo>
                  <a:pt x="18962" y="5902"/>
                  <a:pt x="18792" y="5877"/>
                  <a:pt x="18729" y="5848"/>
                </a:cubicBezTo>
                <a:cubicBezTo>
                  <a:pt x="18666" y="5819"/>
                  <a:pt x="18545" y="5794"/>
                  <a:pt x="18455" y="5794"/>
                </a:cubicBezTo>
                <a:cubicBezTo>
                  <a:pt x="18251" y="5794"/>
                  <a:pt x="18137" y="5690"/>
                  <a:pt x="18084" y="5459"/>
                </a:cubicBezTo>
                <a:cubicBezTo>
                  <a:pt x="17994" y="5071"/>
                  <a:pt x="17232" y="4815"/>
                  <a:pt x="16689" y="4986"/>
                </a:cubicBezTo>
                <a:cubicBezTo>
                  <a:pt x="16513" y="5042"/>
                  <a:pt x="16342" y="5204"/>
                  <a:pt x="16342" y="5311"/>
                </a:cubicBezTo>
                <a:cubicBezTo>
                  <a:pt x="16342" y="5344"/>
                  <a:pt x="16281" y="5379"/>
                  <a:pt x="16213" y="5390"/>
                </a:cubicBezTo>
                <a:cubicBezTo>
                  <a:pt x="16114" y="5406"/>
                  <a:pt x="16099" y="5429"/>
                  <a:pt x="16125" y="5508"/>
                </a:cubicBezTo>
                <a:cubicBezTo>
                  <a:pt x="16148" y="5579"/>
                  <a:pt x="16122" y="5623"/>
                  <a:pt x="16036" y="5671"/>
                </a:cubicBezTo>
                <a:cubicBezTo>
                  <a:pt x="15919" y="5735"/>
                  <a:pt x="15920" y="5738"/>
                  <a:pt x="15810" y="5651"/>
                </a:cubicBezTo>
                <a:cubicBezTo>
                  <a:pt x="15643" y="5518"/>
                  <a:pt x="15605" y="5425"/>
                  <a:pt x="15705" y="5380"/>
                </a:cubicBezTo>
                <a:cubicBezTo>
                  <a:pt x="15797" y="5339"/>
                  <a:pt x="15931" y="5034"/>
                  <a:pt x="15931" y="4858"/>
                </a:cubicBezTo>
                <a:cubicBezTo>
                  <a:pt x="15931" y="4800"/>
                  <a:pt x="15892" y="4746"/>
                  <a:pt x="15843" y="4735"/>
                </a:cubicBezTo>
                <a:cubicBezTo>
                  <a:pt x="15711" y="4704"/>
                  <a:pt x="15727" y="4565"/>
                  <a:pt x="15867" y="4543"/>
                </a:cubicBezTo>
                <a:cubicBezTo>
                  <a:pt x="15932" y="4532"/>
                  <a:pt x="15988" y="4516"/>
                  <a:pt x="15988" y="4503"/>
                </a:cubicBezTo>
                <a:cubicBezTo>
                  <a:pt x="15987" y="4491"/>
                  <a:pt x="15961" y="4297"/>
                  <a:pt x="15931" y="4075"/>
                </a:cubicBezTo>
                <a:lnTo>
                  <a:pt x="15875" y="3671"/>
                </a:lnTo>
                <a:lnTo>
                  <a:pt x="16076" y="3434"/>
                </a:lnTo>
                <a:cubicBezTo>
                  <a:pt x="16188" y="3303"/>
                  <a:pt x="16286" y="3148"/>
                  <a:pt x="16286" y="3089"/>
                </a:cubicBezTo>
                <a:cubicBezTo>
                  <a:pt x="16286" y="2871"/>
                  <a:pt x="16018" y="2603"/>
                  <a:pt x="15657" y="2454"/>
                </a:cubicBezTo>
                <a:cubicBezTo>
                  <a:pt x="15519" y="2396"/>
                  <a:pt x="15456" y="2340"/>
                  <a:pt x="15456" y="2281"/>
                </a:cubicBezTo>
                <a:cubicBezTo>
                  <a:pt x="15456" y="2170"/>
                  <a:pt x="15277" y="2072"/>
                  <a:pt x="14875" y="1956"/>
                </a:cubicBezTo>
                <a:lnTo>
                  <a:pt x="14561" y="1862"/>
                </a:lnTo>
                <a:lnTo>
                  <a:pt x="14601" y="1478"/>
                </a:lnTo>
                <a:cubicBezTo>
                  <a:pt x="14646" y="1057"/>
                  <a:pt x="14616" y="1009"/>
                  <a:pt x="14278" y="951"/>
                </a:cubicBezTo>
                <a:cubicBezTo>
                  <a:pt x="14197" y="937"/>
                  <a:pt x="14059" y="875"/>
                  <a:pt x="13972" y="813"/>
                </a:cubicBezTo>
                <a:cubicBezTo>
                  <a:pt x="13835" y="714"/>
                  <a:pt x="13778" y="700"/>
                  <a:pt x="13529" y="700"/>
                </a:cubicBezTo>
                <a:cubicBezTo>
                  <a:pt x="13260" y="700"/>
                  <a:pt x="13177" y="719"/>
                  <a:pt x="12827" y="877"/>
                </a:cubicBezTo>
                <a:cubicBezTo>
                  <a:pt x="12708" y="931"/>
                  <a:pt x="12328" y="855"/>
                  <a:pt x="12206" y="754"/>
                </a:cubicBezTo>
                <a:cubicBezTo>
                  <a:pt x="12147" y="704"/>
                  <a:pt x="12077" y="581"/>
                  <a:pt x="12045" y="478"/>
                </a:cubicBezTo>
                <a:cubicBezTo>
                  <a:pt x="11970" y="232"/>
                  <a:pt x="11883" y="155"/>
                  <a:pt x="11594" y="69"/>
                </a:cubicBezTo>
                <a:cubicBezTo>
                  <a:pt x="11444" y="25"/>
                  <a:pt x="11280" y="1"/>
                  <a:pt x="11126" y="0"/>
                </a:cubicBezTo>
                <a:close/>
                <a:moveTo>
                  <a:pt x="6692" y="13268"/>
                </a:moveTo>
                <a:cubicBezTo>
                  <a:pt x="6772" y="13269"/>
                  <a:pt x="6880" y="13275"/>
                  <a:pt x="6990" y="13283"/>
                </a:cubicBezTo>
                <a:cubicBezTo>
                  <a:pt x="7277" y="13305"/>
                  <a:pt x="7463" y="13346"/>
                  <a:pt x="7667" y="13426"/>
                </a:cubicBezTo>
                <a:cubicBezTo>
                  <a:pt x="7824" y="13487"/>
                  <a:pt x="8011" y="13534"/>
                  <a:pt x="8078" y="13534"/>
                </a:cubicBezTo>
                <a:cubicBezTo>
                  <a:pt x="8146" y="13534"/>
                  <a:pt x="8253" y="13572"/>
                  <a:pt x="8312" y="13618"/>
                </a:cubicBezTo>
                <a:cubicBezTo>
                  <a:pt x="8372" y="13664"/>
                  <a:pt x="8471" y="13724"/>
                  <a:pt x="8538" y="13746"/>
                </a:cubicBezTo>
                <a:cubicBezTo>
                  <a:pt x="8645" y="13781"/>
                  <a:pt x="8665" y="13828"/>
                  <a:pt x="8699" y="14150"/>
                </a:cubicBezTo>
                <a:cubicBezTo>
                  <a:pt x="8721" y="14353"/>
                  <a:pt x="8720" y="14537"/>
                  <a:pt x="8691" y="14554"/>
                </a:cubicBezTo>
                <a:cubicBezTo>
                  <a:pt x="8611" y="14603"/>
                  <a:pt x="8382" y="14408"/>
                  <a:pt x="8103" y="14061"/>
                </a:cubicBezTo>
                <a:cubicBezTo>
                  <a:pt x="7811" y="13700"/>
                  <a:pt x="7585" y="13587"/>
                  <a:pt x="7119" y="13549"/>
                </a:cubicBezTo>
                <a:cubicBezTo>
                  <a:pt x="6896" y="13531"/>
                  <a:pt x="6783" y="13497"/>
                  <a:pt x="6659" y="13416"/>
                </a:cubicBezTo>
                <a:cubicBezTo>
                  <a:pt x="6569" y="13357"/>
                  <a:pt x="6513" y="13294"/>
                  <a:pt x="6539" y="13278"/>
                </a:cubicBezTo>
                <a:cubicBezTo>
                  <a:pt x="6551" y="13270"/>
                  <a:pt x="6611" y="13268"/>
                  <a:pt x="6692" y="13268"/>
                </a:cubicBezTo>
                <a:close/>
                <a:moveTo>
                  <a:pt x="13359" y="13431"/>
                </a:moveTo>
                <a:cubicBezTo>
                  <a:pt x="13420" y="13425"/>
                  <a:pt x="13473" y="13450"/>
                  <a:pt x="13496" y="13505"/>
                </a:cubicBezTo>
                <a:cubicBezTo>
                  <a:pt x="13524" y="13570"/>
                  <a:pt x="13559" y="13575"/>
                  <a:pt x="13754" y="13559"/>
                </a:cubicBezTo>
                <a:cubicBezTo>
                  <a:pt x="13879" y="13549"/>
                  <a:pt x="13996" y="13558"/>
                  <a:pt x="14012" y="13574"/>
                </a:cubicBezTo>
                <a:cubicBezTo>
                  <a:pt x="14029" y="13590"/>
                  <a:pt x="13847" y="13709"/>
                  <a:pt x="13609" y="13845"/>
                </a:cubicBezTo>
                <a:cubicBezTo>
                  <a:pt x="13292" y="14026"/>
                  <a:pt x="13012" y="14141"/>
                  <a:pt x="12561" y="14278"/>
                </a:cubicBezTo>
                <a:cubicBezTo>
                  <a:pt x="11429" y="14623"/>
                  <a:pt x="10915" y="14758"/>
                  <a:pt x="10892" y="14712"/>
                </a:cubicBezTo>
                <a:cubicBezTo>
                  <a:pt x="10880" y="14688"/>
                  <a:pt x="10860" y="14457"/>
                  <a:pt x="10844" y="14195"/>
                </a:cubicBezTo>
                <a:cubicBezTo>
                  <a:pt x="10813" y="13708"/>
                  <a:pt x="10852" y="13592"/>
                  <a:pt x="11013" y="13736"/>
                </a:cubicBezTo>
                <a:cubicBezTo>
                  <a:pt x="11180" y="13885"/>
                  <a:pt x="11299" y="13933"/>
                  <a:pt x="11513" y="13933"/>
                </a:cubicBezTo>
                <a:cubicBezTo>
                  <a:pt x="11635" y="13933"/>
                  <a:pt x="11762" y="13909"/>
                  <a:pt x="11803" y="13879"/>
                </a:cubicBezTo>
                <a:cubicBezTo>
                  <a:pt x="11844" y="13849"/>
                  <a:pt x="11936" y="13825"/>
                  <a:pt x="12013" y="13825"/>
                </a:cubicBezTo>
                <a:cubicBezTo>
                  <a:pt x="12196" y="13825"/>
                  <a:pt x="12197" y="13799"/>
                  <a:pt x="11981" y="13662"/>
                </a:cubicBezTo>
                <a:cubicBezTo>
                  <a:pt x="11836" y="13571"/>
                  <a:pt x="11812" y="13537"/>
                  <a:pt x="11876" y="13505"/>
                </a:cubicBezTo>
                <a:cubicBezTo>
                  <a:pt x="11935" y="13475"/>
                  <a:pt x="12053" y="13488"/>
                  <a:pt x="12352" y="13554"/>
                </a:cubicBezTo>
                <a:cubicBezTo>
                  <a:pt x="12888" y="13673"/>
                  <a:pt x="13048" y="13670"/>
                  <a:pt x="13174" y="13534"/>
                </a:cubicBezTo>
                <a:cubicBezTo>
                  <a:pt x="13232" y="13472"/>
                  <a:pt x="13298" y="13437"/>
                  <a:pt x="13359" y="13431"/>
                </a:cubicBezTo>
                <a:close/>
              </a:path>
            </a:pathLst>
          </a:cu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50" name="The concept of natural and anthropogenic biomes"/>
          <p:cNvSpPr txBox="1">
            <a:spLocks noGrp="1"/>
          </p:cNvSpPr>
          <p:nvPr>
            <p:ph type="title"/>
          </p:nvPr>
        </p:nvSpPr>
        <p:spPr>
          <a:prstGeom prst="rect">
            <a:avLst/>
          </a:prstGeom>
        </p:spPr>
        <p:txBody>
          <a:bodyPr/>
          <a:lstStyle>
            <a:lvl1pPr defTabSz="543305">
              <a:spcBef>
                <a:spcPts val="2100"/>
              </a:spcBef>
              <a:defRPr sz="4836"/>
            </a:lvl1pPr>
          </a:lstStyle>
          <a:p>
            <a:r>
              <a:t>The concept of natural and anthropogenic biomes</a:t>
            </a:r>
          </a:p>
        </p:txBody>
      </p:sp>
      <p:sp>
        <p:nvSpPr>
          <p:cNvPr id="151" name="Anthropogenic Biome: An anthropogenic biome refers to part of the earth’s surface that has been altered through sustained direct interactions between humans and ecosystems.…"/>
          <p:cNvSpPr txBox="1">
            <a:spLocks noGrp="1"/>
          </p:cNvSpPr>
          <p:nvPr>
            <p:ph type="body" idx="1"/>
          </p:nvPr>
        </p:nvSpPr>
        <p:spPr>
          <a:xfrm>
            <a:off x="571500" y="1809750"/>
            <a:ext cx="11861801" cy="7226300"/>
          </a:xfrm>
          <a:prstGeom prst="rect">
            <a:avLst/>
          </a:prstGeom>
        </p:spPr>
        <p:txBody>
          <a:bodyPr/>
          <a:lstStyle/>
          <a:p>
            <a:pPr marL="465201" indent="-465201" defTabSz="578358">
              <a:spcBef>
                <a:spcPts val="1700"/>
              </a:spcBef>
              <a:defRPr sz="3069" b="1"/>
            </a:pPr>
            <a:r>
              <a:rPr dirty="0">
                <a:latin typeface="Iowan Old Style Roman" panose="02040602040506020204" pitchFamily="18" charset="77"/>
              </a:rPr>
              <a:t>Anthropogenic Biome:</a:t>
            </a:r>
            <a:r>
              <a:rPr b="0" dirty="0">
                <a:latin typeface="Iowan Old Style Roman" panose="02040602040506020204" pitchFamily="18" charset="77"/>
              </a:rPr>
              <a:t> An anthropogenic biome refers to part of the earth’s surface that has been altered through sustained direct interactions between humans and ecosystems.</a:t>
            </a:r>
          </a:p>
          <a:p>
            <a:pPr marL="930402" lvl="1" indent="-465201" defTabSz="578358">
              <a:spcBef>
                <a:spcPts val="1700"/>
              </a:spcBef>
              <a:defRPr sz="3069" b="1"/>
            </a:pPr>
            <a:r>
              <a:rPr b="0" dirty="0">
                <a:latin typeface="Iowan Old Style Roman" panose="02040602040506020204" pitchFamily="18" charset="77"/>
              </a:rPr>
              <a:t>They are formed through global patterns in human populations and their long term use of the land that has produced land cover change (e.g. rice villages and residential irrigated crop lands).</a:t>
            </a:r>
          </a:p>
          <a:p>
            <a:pPr marL="930402" lvl="1" indent="-465201" defTabSz="578358">
              <a:spcBef>
                <a:spcPts val="1700"/>
              </a:spcBef>
              <a:defRPr sz="3069" b="1"/>
            </a:pPr>
            <a:r>
              <a:rPr b="0" dirty="0">
                <a:latin typeface="Iowan Old Style Roman" panose="02040602040506020204" pitchFamily="18" charset="77"/>
              </a:rPr>
              <a:t>Approximately only 22% of earth’s ice-free land surface is not affected by human activity.</a:t>
            </a:r>
          </a:p>
          <a:p>
            <a:pPr marL="930402" lvl="1" indent="-465201" defTabSz="578358">
              <a:spcBef>
                <a:spcPts val="1700"/>
              </a:spcBef>
              <a:defRPr sz="3069" b="1"/>
            </a:pPr>
            <a:r>
              <a:rPr b="0" dirty="0">
                <a:latin typeface="Iowan Old Style Roman" panose="02040602040506020204" pitchFamily="18" charset="77"/>
              </a:rPr>
              <a:t>High populations in associated focused areas have resulted in the development of permanent towns, cities and metropolises across the globe (e.g. </a:t>
            </a:r>
            <a:r>
              <a:rPr b="0" dirty="0" err="1">
                <a:latin typeface="Iowan Old Style Roman" panose="02040602040506020204" pitchFamily="18" charset="77"/>
              </a:rPr>
              <a:t>Manjimup</a:t>
            </a:r>
            <a:r>
              <a:rPr b="0" dirty="0">
                <a:latin typeface="Iowan Old Style Roman" panose="02040602040506020204" pitchFamily="18" charset="77"/>
              </a:rPr>
              <a:t>, Prague, Shanghai)</a:t>
            </a:r>
          </a:p>
        </p:txBody>
      </p:sp>
      <p:pic>
        <p:nvPicPr>
          <p:cNvPr id="152" name="cartoon-tree-drawing-clip-art-png-favpng-jPQ0dGjXzJCbytz0k3VScDpRJ.jpg" descr="cartoon-tree-drawing-clip-art-png-favpng-jPQ0dGjXzJCbytz0k3VScDpRJ.jpg"/>
          <p:cNvPicPr>
            <a:picLocks noChangeAspect="1"/>
          </p:cNvPicPr>
          <p:nvPr/>
        </p:nvPicPr>
        <p:blipFill>
          <a:blip r:embed="rId2"/>
          <a:srcRect l="19946" t="834" r="20032" b="1018"/>
          <a:stretch>
            <a:fillRect/>
          </a:stretch>
        </p:blipFill>
        <p:spPr>
          <a:xfrm>
            <a:off x="12006870" y="8260355"/>
            <a:ext cx="876746" cy="1433675"/>
          </a:xfrm>
          <a:custGeom>
            <a:avLst/>
            <a:gdLst/>
            <a:ahLst/>
            <a:cxnLst>
              <a:cxn ang="0">
                <a:pos x="wd2" y="hd2"/>
              </a:cxn>
              <a:cxn ang="5400000">
                <a:pos x="wd2" y="hd2"/>
              </a:cxn>
              <a:cxn ang="10800000">
                <a:pos x="wd2" y="hd2"/>
              </a:cxn>
              <a:cxn ang="16200000">
                <a:pos x="wd2" y="hd2"/>
              </a:cxn>
            </a:cxnLst>
            <a:rect l="0" t="0" r="r" b="b"/>
            <a:pathLst>
              <a:path w="21570" h="21560" extrusionOk="0">
                <a:moveTo>
                  <a:pt x="11131" y="0"/>
                </a:moveTo>
                <a:cubicBezTo>
                  <a:pt x="10977" y="-1"/>
                  <a:pt x="10827" y="17"/>
                  <a:pt x="10711" y="60"/>
                </a:cubicBezTo>
                <a:cubicBezTo>
                  <a:pt x="10593" y="103"/>
                  <a:pt x="10458" y="123"/>
                  <a:pt x="10301" y="113"/>
                </a:cubicBezTo>
                <a:cubicBezTo>
                  <a:pt x="10024" y="97"/>
                  <a:pt x="9720" y="202"/>
                  <a:pt x="9569" y="370"/>
                </a:cubicBezTo>
                <a:cubicBezTo>
                  <a:pt x="9489" y="458"/>
                  <a:pt x="9408" y="486"/>
                  <a:pt x="9090" y="525"/>
                </a:cubicBezTo>
                <a:cubicBezTo>
                  <a:pt x="8661" y="579"/>
                  <a:pt x="8594" y="606"/>
                  <a:pt x="8485" y="800"/>
                </a:cubicBezTo>
                <a:cubicBezTo>
                  <a:pt x="8421" y="912"/>
                  <a:pt x="8367" y="952"/>
                  <a:pt x="8182" y="991"/>
                </a:cubicBezTo>
                <a:cubicBezTo>
                  <a:pt x="7717" y="1088"/>
                  <a:pt x="7410" y="1294"/>
                  <a:pt x="7421" y="1504"/>
                </a:cubicBezTo>
                <a:cubicBezTo>
                  <a:pt x="7424" y="1585"/>
                  <a:pt x="7525" y="1749"/>
                  <a:pt x="7674" y="1922"/>
                </a:cubicBezTo>
                <a:cubicBezTo>
                  <a:pt x="7981" y="2276"/>
                  <a:pt x="7978" y="2402"/>
                  <a:pt x="7674" y="2489"/>
                </a:cubicBezTo>
                <a:cubicBezTo>
                  <a:pt x="7376" y="2575"/>
                  <a:pt x="7259" y="2674"/>
                  <a:pt x="7225" y="2859"/>
                </a:cubicBezTo>
                <a:cubicBezTo>
                  <a:pt x="7201" y="2991"/>
                  <a:pt x="7160" y="3028"/>
                  <a:pt x="7030" y="3068"/>
                </a:cubicBezTo>
                <a:cubicBezTo>
                  <a:pt x="6893" y="3109"/>
                  <a:pt x="6847" y="3112"/>
                  <a:pt x="6708" y="3068"/>
                </a:cubicBezTo>
                <a:cubicBezTo>
                  <a:pt x="6470" y="2992"/>
                  <a:pt x="6212" y="3034"/>
                  <a:pt x="5927" y="3205"/>
                </a:cubicBezTo>
                <a:cubicBezTo>
                  <a:pt x="5653" y="3369"/>
                  <a:pt x="5775" y="3366"/>
                  <a:pt x="4784" y="3289"/>
                </a:cubicBezTo>
                <a:cubicBezTo>
                  <a:pt x="4553" y="3271"/>
                  <a:pt x="4464" y="3283"/>
                  <a:pt x="4247" y="3360"/>
                </a:cubicBezTo>
                <a:cubicBezTo>
                  <a:pt x="3932" y="3473"/>
                  <a:pt x="3828" y="3604"/>
                  <a:pt x="3867" y="3850"/>
                </a:cubicBezTo>
                <a:cubicBezTo>
                  <a:pt x="3887" y="3980"/>
                  <a:pt x="3870" y="4045"/>
                  <a:pt x="3808" y="4076"/>
                </a:cubicBezTo>
                <a:cubicBezTo>
                  <a:pt x="3761" y="4100"/>
                  <a:pt x="3697" y="4148"/>
                  <a:pt x="3671" y="4190"/>
                </a:cubicBezTo>
                <a:cubicBezTo>
                  <a:pt x="3642" y="4236"/>
                  <a:pt x="3533" y="4289"/>
                  <a:pt x="3388" y="4315"/>
                </a:cubicBezTo>
                <a:cubicBezTo>
                  <a:pt x="2854" y="4413"/>
                  <a:pt x="2724" y="4689"/>
                  <a:pt x="2998" y="5133"/>
                </a:cubicBezTo>
                <a:cubicBezTo>
                  <a:pt x="3310" y="5640"/>
                  <a:pt x="3503" y="5790"/>
                  <a:pt x="3906" y="5831"/>
                </a:cubicBezTo>
                <a:cubicBezTo>
                  <a:pt x="4067" y="5848"/>
                  <a:pt x="4113" y="5872"/>
                  <a:pt x="4150" y="5956"/>
                </a:cubicBezTo>
                <a:cubicBezTo>
                  <a:pt x="4186" y="6040"/>
                  <a:pt x="4172" y="6078"/>
                  <a:pt x="4081" y="6130"/>
                </a:cubicBezTo>
                <a:cubicBezTo>
                  <a:pt x="4018" y="6166"/>
                  <a:pt x="3964" y="6224"/>
                  <a:pt x="3964" y="6261"/>
                </a:cubicBezTo>
                <a:cubicBezTo>
                  <a:pt x="3964" y="6298"/>
                  <a:pt x="3902" y="6378"/>
                  <a:pt x="3827" y="6434"/>
                </a:cubicBezTo>
                <a:cubicBezTo>
                  <a:pt x="3753" y="6490"/>
                  <a:pt x="3653" y="6571"/>
                  <a:pt x="3603" y="6619"/>
                </a:cubicBezTo>
                <a:cubicBezTo>
                  <a:pt x="3522" y="6697"/>
                  <a:pt x="3475" y="6705"/>
                  <a:pt x="3183" y="6697"/>
                </a:cubicBezTo>
                <a:cubicBezTo>
                  <a:pt x="2513" y="6678"/>
                  <a:pt x="2134" y="6813"/>
                  <a:pt x="1845" y="7162"/>
                </a:cubicBezTo>
                <a:cubicBezTo>
                  <a:pt x="1588" y="7474"/>
                  <a:pt x="1580" y="7584"/>
                  <a:pt x="1758" y="7843"/>
                </a:cubicBezTo>
                <a:cubicBezTo>
                  <a:pt x="1841" y="7964"/>
                  <a:pt x="1904" y="8111"/>
                  <a:pt x="1904" y="8171"/>
                </a:cubicBezTo>
                <a:cubicBezTo>
                  <a:pt x="1904" y="8246"/>
                  <a:pt x="1971" y="8327"/>
                  <a:pt x="2119" y="8427"/>
                </a:cubicBezTo>
                <a:cubicBezTo>
                  <a:pt x="2395" y="8614"/>
                  <a:pt x="2332" y="8675"/>
                  <a:pt x="1933" y="8606"/>
                </a:cubicBezTo>
                <a:cubicBezTo>
                  <a:pt x="1686" y="8564"/>
                  <a:pt x="1648" y="8566"/>
                  <a:pt x="1504" y="8630"/>
                </a:cubicBezTo>
                <a:cubicBezTo>
                  <a:pt x="1416" y="8669"/>
                  <a:pt x="1167" y="8749"/>
                  <a:pt x="957" y="8809"/>
                </a:cubicBezTo>
                <a:cubicBezTo>
                  <a:pt x="424" y="8961"/>
                  <a:pt x="0" y="9202"/>
                  <a:pt x="0" y="9353"/>
                </a:cubicBezTo>
                <a:cubicBezTo>
                  <a:pt x="0" y="9415"/>
                  <a:pt x="43" y="9500"/>
                  <a:pt x="98" y="9538"/>
                </a:cubicBezTo>
                <a:cubicBezTo>
                  <a:pt x="185" y="9597"/>
                  <a:pt x="189" y="9622"/>
                  <a:pt x="127" y="9764"/>
                </a:cubicBezTo>
                <a:cubicBezTo>
                  <a:pt x="66" y="9903"/>
                  <a:pt x="71" y="9953"/>
                  <a:pt x="156" y="10087"/>
                </a:cubicBezTo>
                <a:cubicBezTo>
                  <a:pt x="282" y="10284"/>
                  <a:pt x="401" y="10366"/>
                  <a:pt x="1006" y="10672"/>
                </a:cubicBezTo>
                <a:cubicBezTo>
                  <a:pt x="1273" y="10807"/>
                  <a:pt x="1494" y="10937"/>
                  <a:pt x="1494" y="10964"/>
                </a:cubicBezTo>
                <a:cubicBezTo>
                  <a:pt x="1494" y="10991"/>
                  <a:pt x="1441" y="11066"/>
                  <a:pt x="1377" y="11131"/>
                </a:cubicBezTo>
                <a:cubicBezTo>
                  <a:pt x="1227" y="11281"/>
                  <a:pt x="1228" y="11383"/>
                  <a:pt x="1377" y="11465"/>
                </a:cubicBezTo>
                <a:cubicBezTo>
                  <a:pt x="1444" y="11503"/>
                  <a:pt x="1494" y="11578"/>
                  <a:pt x="1494" y="11638"/>
                </a:cubicBezTo>
                <a:cubicBezTo>
                  <a:pt x="1494" y="11739"/>
                  <a:pt x="1499" y="11742"/>
                  <a:pt x="1679" y="11722"/>
                </a:cubicBezTo>
                <a:cubicBezTo>
                  <a:pt x="2310" y="11653"/>
                  <a:pt x="2308" y="11654"/>
                  <a:pt x="2373" y="11728"/>
                </a:cubicBezTo>
                <a:cubicBezTo>
                  <a:pt x="2407" y="11767"/>
                  <a:pt x="2451" y="11868"/>
                  <a:pt x="2470" y="11955"/>
                </a:cubicBezTo>
                <a:cubicBezTo>
                  <a:pt x="2539" y="12263"/>
                  <a:pt x="2544" y="12272"/>
                  <a:pt x="2802" y="12319"/>
                </a:cubicBezTo>
                <a:cubicBezTo>
                  <a:pt x="2964" y="12348"/>
                  <a:pt x="3073" y="12401"/>
                  <a:pt x="3134" y="12468"/>
                </a:cubicBezTo>
                <a:cubicBezTo>
                  <a:pt x="3265" y="12610"/>
                  <a:pt x="3561" y="12658"/>
                  <a:pt x="3964" y="12605"/>
                </a:cubicBezTo>
                <a:cubicBezTo>
                  <a:pt x="4137" y="12583"/>
                  <a:pt x="4314" y="12548"/>
                  <a:pt x="4355" y="12528"/>
                </a:cubicBezTo>
                <a:cubicBezTo>
                  <a:pt x="4408" y="12501"/>
                  <a:pt x="4482" y="12512"/>
                  <a:pt x="4609" y="12570"/>
                </a:cubicBezTo>
                <a:cubicBezTo>
                  <a:pt x="4757" y="12637"/>
                  <a:pt x="4809" y="12637"/>
                  <a:pt x="4960" y="12605"/>
                </a:cubicBezTo>
                <a:cubicBezTo>
                  <a:pt x="5182" y="12558"/>
                  <a:pt x="5189" y="12566"/>
                  <a:pt x="5438" y="12981"/>
                </a:cubicBezTo>
                <a:cubicBezTo>
                  <a:pt x="5670" y="13365"/>
                  <a:pt x="5979" y="13762"/>
                  <a:pt x="6181" y="13924"/>
                </a:cubicBezTo>
                <a:cubicBezTo>
                  <a:pt x="6260" y="13989"/>
                  <a:pt x="6510" y="14130"/>
                  <a:pt x="6737" y="14241"/>
                </a:cubicBezTo>
                <a:cubicBezTo>
                  <a:pt x="7222" y="14477"/>
                  <a:pt x="7454" y="14659"/>
                  <a:pt x="7850" y="15124"/>
                </a:cubicBezTo>
                <a:cubicBezTo>
                  <a:pt x="8470" y="15851"/>
                  <a:pt x="8703" y="16457"/>
                  <a:pt x="8612" y="17070"/>
                </a:cubicBezTo>
                <a:cubicBezTo>
                  <a:pt x="8374" y="18671"/>
                  <a:pt x="8181" y="19278"/>
                  <a:pt x="7811" y="19582"/>
                </a:cubicBezTo>
                <a:cubicBezTo>
                  <a:pt x="7532" y="19812"/>
                  <a:pt x="7383" y="19873"/>
                  <a:pt x="7059" y="19875"/>
                </a:cubicBezTo>
                <a:cubicBezTo>
                  <a:pt x="6325" y="19880"/>
                  <a:pt x="5495" y="20059"/>
                  <a:pt x="5126" y="20293"/>
                </a:cubicBezTo>
                <a:cubicBezTo>
                  <a:pt x="4734" y="20541"/>
                  <a:pt x="4579" y="20877"/>
                  <a:pt x="4794" y="21009"/>
                </a:cubicBezTo>
                <a:cubicBezTo>
                  <a:pt x="4876" y="21059"/>
                  <a:pt x="4899" y="21051"/>
                  <a:pt x="5028" y="20931"/>
                </a:cubicBezTo>
                <a:cubicBezTo>
                  <a:pt x="5382" y="20603"/>
                  <a:pt x="5771" y="20559"/>
                  <a:pt x="7421" y="20645"/>
                </a:cubicBezTo>
                <a:cubicBezTo>
                  <a:pt x="8803" y="20717"/>
                  <a:pt x="9221" y="20716"/>
                  <a:pt x="9520" y="20651"/>
                </a:cubicBezTo>
                <a:cubicBezTo>
                  <a:pt x="9650" y="20622"/>
                  <a:pt x="9754" y="20619"/>
                  <a:pt x="9774" y="20639"/>
                </a:cubicBezTo>
                <a:cubicBezTo>
                  <a:pt x="9897" y="20761"/>
                  <a:pt x="10489" y="20905"/>
                  <a:pt x="11375" y="21039"/>
                </a:cubicBezTo>
                <a:cubicBezTo>
                  <a:pt x="12115" y="21151"/>
                  <a:pt x="12383" y="21234"/>
                  <a:pt x="12625" y="21421"/>
                </a:cubicBezTo>
                <a:cubicBezTo>
                  <a:pt x="12841" y="21588"/>
                  <a:pt x="12915" y="21599"/>
                  <a:pt x="13084" y="21486"/>
                </a:cubicBezTo>
                <a:cubicBezTo>
                  <a:pt x="13347" y="21311"/>
                  <a:pt x="13324" y="21131"/>
                  <a:pt x="13006" y="20848"/>
                </a:cubicBezTo>
                <a:cubicBezTo>
                  <a:pt x="12748" y="20619"/>
                  <a:pt x="12761" y="20614"/>
                  <a:pt x="13777" y="20615"/>
                </a:cubicBezTo>
                <a:cubicBezTo>
                  <a:pt x="14601" y="20616"/>
                  <a:pt x="14632" y="20623"/>
                  <a:pt x="15193" y="20854"/>
                </a:cubicBezTo>
                <a:cubicBezTo>
                  <a:pt x="15577" y="21012"/>
                  <a:pt x="15634" y="20985"/>
                  <a:pt x="15632" y="20645"/>
                </a:cubicBezTo>
                <a:cubicBezTo>
                  <a:pt x="15630" y="20254"/>
                  <a:pt x="15474" y="20071"/>
                  <a:pt x="15036" y="19935"/>
                </a:cubicBezTo>
                <a:cubicBezTo>
                  <a:pt x="14731" y="19839"/>
                  <a:pt x="14685" y="19836"/>
                  <a:pt x="14011" y="19845"/>
                </a:cubicBezTo>
                <a:cubicBezTo>
                  <a:pt x="13117" y="19858"/>
                  <a:pt x="12865" y="19815"/>
                  <a:pt x="12517" y="19594"/>
                </a:cubicBezTo>
                <a:cubicBezTo>
                  <a:pt x="12100" y="19329"/>
                  <a:pt x="11844" y="18919"/>
                  <a:pt x="11658" y="18204"/>
                </a:cubicBezTo>
                <a:cubicBezTo>
                  <a:pt x="11607" y="18006"/>
                  <a:pt x="11476" y="17530"/>
                  <a:pt x="11365" y="17153"/>
                </a:cubicBezTo>
                <a:cubicBezTo>
                  <a:pt x="11255" y="16777"/>
                  <a:pt x="11143" y="16378"/>
                  <a:pt x="11121" y="16264"/>
                </a:cubicBezTo>
                <a:lnTo>
                  <a:pt x="11082" y="16055"/>
                </a:lnTo>
                <a:lnTo>
                  <a:pt x="11570" y="15751"/>
                </a:lnTo>
                <a:cubicBezTo>
                  <a:pt x="11838" y="15583"/>
                  <a:pt x="12371" y="15304"/>
                  <a:pt x="12761" y="15130"/>
                </a:cubicBezTo>
                <a:cubicBezTo>
                  <a:pt x="13152" y="14956"/>
                  <a:pt x="13577" y="14757"/>
                  <a:pt x="13699" y="14682"/>
                </a:cubicBezTo>
                <a:cubicBezTo>
                  <a:pt x="13821" y="14608"/>
                  <a:pt x="13947" y="14545"/>
                  <a:pt x="13982" y="14545"/>
                </a:cubicBezTo>
                <a:cubicBezTo>
                  <a:pt x="14017" y="14545"/>
                  <a:pt x="14170" y="14466"/>
                  <a:pt x="14324" y="14372"/>
                </a:cubicBezTo>
                <a:cubicBezTo>
                  <a:pt x="14540" y="14240"/>
                  <a:pt x="14659" y="14123"/>
                  <a:pt x="14831" y="13859"/>
                </a:cubicBezTo>
                <a:cubicBezTo>
                  <a:pt x="14954" y="13671"/>
                  <a:pt x="15082" y="13501"/>
                  <a:pt x="15115" y="13477"/>
                </a:cubicBezTo>
                <a:cubicBezTo>
                  <a:pt x="15155" y="13447"/>
                  <a:pt x="15281" y="13440"/>
                  <a:pt x="15505" y="13453"/>
                </a:cubicBezTo>
                <a:cubicBezTo>
                  <a:pt x="15744" y="13466"/>
                  <a:pt x="15878" y="13456"/>
                  <a:pt x="15984" y="13417"/>
                </a:cubicBezTo>
                <a:cubicBezTo>
                  <a:pt x="16065" y="13387"/>
                  <a:pt x="16300" y="13311"/>
                  <a:pt x="16511" y="13250"/>
                </a:cubicBezTo>
                <a:cubicBezTo>
                  <a:pt x="16975" y="13115"/>
                  <a:pt x="17088" y="13054"/>
                  <a:pt x="17136" y="12922"/>
                </a:cubicBezTo>
                <a:cubicBezTo>
                  <a:pt x="17191" y="12768"/>
                  <a:pt x="17304" y="12727"/>
                  <a:pt x="17477" y="12796"/>
                </a:cubicBezTo>
                <a:cubicBezTo>
                  <a:pt x="17556" y="12828"/>
                  <a:pt x="17696" y="12853"/>
                  <a:pt x="17790" y="12850"/>
                </a:cubicBezTo>
                <a:cubicBezTo>
                  <a:pt x="17883" y="12847"/>
                  <a:pt x="18056" y="12854"/>
                  <a:pt x="18171" y="12868"/>
                </a:cubicBezTo>
                <a:cubicBezTo>
                  <a:pt x="18351" y="12890"/>
                  <a:pt x="18415" y="12878"/>
                  <a:pt x="18669" y="12766"/>
                </a:cubicBezTo>
                <a:cubicBezTo>
                  <a:pt x="18829" y="12696"/>
                  <a:pt x="19083" y="12586"/>
                  <a:pt x="19235" y="12522"/>
                </a:cubicBezTo>
                <a:cubicBezTo>
                  <a:pt x="19387" y="12458"/>
                  <a:pt x="19544" y="12369"/>
                  <a:pt x="19577" y="12325"/>
                </a:cubicBezTo>
                <a:cubicBezTo>
                  <a:pt x="19610" y="12281"/>
                  <a:pt x="19733" y="12209"/>
                  <a:pt x="19860" y="12170"/>
                </a:cubicBezTo>
                <a:cubicBezTo>
                  <a:pt x="20152" y="12078"/>
                  <a:pt x="20447" y="11903"/>
                  <a:pt x="20494" y="11788"/>
                </a:cubicBezTo>
                <a:cubicBezTo>
                  <a:pt x="20514" y="11739"/>
                  <a:pt x="20523" y="11653"/>
                  <a:pt x="20504" y="11597"/>
                </a:cubicBezTo>
                <a:cubicBezTo>
                  <a:pt x="20466" y="11481"/>
                  <a:pt x="20542" y="11429"/>
                  <a:pt x="20885" y="11334"/>
                </a:cubicBezTo>
                <a:cubicBezTo>
                  <a:pt x="21074" y="11282"/>
                  <a:pt x="21117" y="11236"/>
                  <a:pt x="21276" y="10982"/>
                </a:cubicBezTo>
                <a:cubicBezTo>
                  <a:pt x="21529" y="10577"/>
                  <a:pt x="21600" y="10412"/>
                  <a:pt x="21559" y="10278"/>
                </a:cubicBezTo>
                <a:cubicBezTo>
                  <a:pt x="21523" y="10160"/>
                  <a:pt x="21339" y="10095"/>
                  <a:pt x="21158" y="10134"/>
                </a:cubicBezTo>
                <a:cubicBezTo>
                  <a:pt x="21115" y="10144"/>
                  <a:pt x="20986" y="10101"/>
                  <a:pt x="20875" y="10045"/>
                </a:cubicBezTo>
                <a:lnTo>
                  <a:pt x="20680" y="9943"/>
                </a:lnTo>
                <a:lnTo>
                  <a:pt x="20865" y="9770"/>
                </a:lnTo>
                <a:cubicBezTo>
                  <a:pt x="21072" y="9580"/>
                  <a:pt x="21112" y="9402"/>
                  <a:pt x="20963" y="9311"/>
                </a:cubicBezTo>
                <a:cubicBezTo>
                  <a:pt x="20869" y="9253"/>
                  <a:pt x="20775" y="9242"/>
                  <a:pt x="20407" y="9251"/>
                </a:cubicBezTo>
                <a:cubicBezTo>
                  <a:pt x="20242" y="9255"/>
                  <a:pt x="20128" y="9222"/>
                  <a:pt x="19870" y="9090"/>
                </a:cubicBezTo>
                <a:cubicBezTo>
                  <a:pt x="19589" y="8947"/>
                  <a:pt x="19515" y="8926"/>
                  <a:pt x="19313" y="8935"/>
                </a:cubicBezTo>
                <a:cubicBezTo>
                  <a:pt x="19094" y="8944"/>
                  <a:pt x="19082" y="8937"/>
                  <a:pt x="19030" y="8827"/>
                </a:cubicBezTo>
                <a:cubicBezTo>
                  <a:pt x="18954" y="8665"/>
                  <a:pt x="19030" y="8622"/>
                  <a:pt x="19323" y="8672"/>
                </a:cubicBezTo>
                <a:cubicBezTo>
                  <a:pt x="19658" y="8729"/>
                  <a:pt x="19797" y="8720"/>
                  <a:pt x="19831" y="8642"/>
                </a:cubicBezTo>
                <a:cubicBezTo>
                  <a:pt x="19851" y="8594"/>
                  <a:pt x="19933" y="8565"/>
                  <a:pt x="20114" y="8547"/>
                </a:cubicBezTo>
                <a:cubicBezTo>
                  <a:pt x="20546" y="8503"/>
                  <a:pt x="20546" y="8506"/>
                  <a:pt x="20563" y="8093"/>
                </a:cubicBezTo>
                <a:cubicBezTo>
                  <a:pt x="20571" y="7889"/>
                  <a:pt x="20586" y="7621"/>
                  <a:pt x="20592" y="7502"/>
                </a:cubicBezTo>
                <a:cubicBezTo>
                  <a:pt x="20604" y="7247"/>
                  <a:pt x="20451" y="7038"/>
                  <a:pt x="20162" y="6905"/>
                </a:cubicBezTo>
                <a:cubicBezTo>
                  <a:pt x="20061" y="6859"/>
                  <a:pt x="19892" y="6771"/>
                  <a:pt x="19782" y="6709"/>
                </a:cubicBezTo>
                <a:cubicBezTo>
                  <a:pt x="19588" y="6599"/>
                  <a:pt x="19577" y="6585"/>
                  <a:pt x="19577" y="6321"/>
                </a:cubicBezTo>
                <a:cubicBezTo>
                  <a:pt x="19577" y="5986"/>
                  <a:pt x="19479" y="5905"/>
                  <a:pt x="19088" y="5903"/>
                </a:cubicBezTo>
                <a:cubicBezTo>
                  <a:pt x="18951" y="5902"/>
                  <a:pt x="18790" y="5878"/>
                  <a:pt x="18727" y="5849"/>
                </a:cubicBezTo>
                <a:cubicBezTo>
                  <a:pt x="18664" y="5820"/>
                  <a:pt x="18544" y="5795"/>
                  <a:pt x="18454" y="5795"/>
                </a:cubicBezTo>
                <a:cubicBezTo>
                  <a:pt x="18250" y="5795"/>
                  <a:pt x="18136" y="5693"/>
                  <a:pt x="18083" y="5461"/>
                </a:cubicBezTo>
                <a:cubicBezTo>
                  <a:pt x="17993" y="5073"/>
                  <a:pt x="17229" y="4812"/>
                  <a:pt x="16687" y="4984"/>
                </a:cubicBezTo>
                <a:cubicBezTo>
                  <a:pt x="16511" y="5039"/>
                  <a:pt x="16335" y="5205"/>
                  <a:pt x="16335" y="5312"/>
                </a:cubicBezTo>
                <a:cubicBezTo>
                  <a:pt x="16335" y="5344"/>
                  <a:pt x="16286" y="5379"/>
                  <a:pt x="16218" y="5389"/>
                </a:cubicBezTo>
                <a:cubicBezTo>
                  <a:pt x="16119" y="5405"/>
                  <a:pt x="16094" y="5430"/>
                  <a:pt x="16120" y="5509"/>
                </a:cubicBezTo>
                <a:cubicBezTo>
                  <a:pt x="16143" y="5580"/>
                  <a:pt x="16118" y="5622"/>
                  <a:pt x="16032" y="5670"/>
                </a:cubicBezTo>
                <a:cubicBezTo>
                  <a:pt x="15916" y="5735"/>
                  <a:pt x="15917" y="5739"/>
                  <a:pt x="15808" y="5652"/>
                </a:cubicBezTo>
                <a:cubicBezTo>
                  <a:pt x="15640" y="5519"/>
                  <a:pt x="15600" y="5429"/>
                  <a:pt x="15700" y="5384"/>
                </a:cubicBezTo>
                <a:cubicBezTo>
                  <a:pt x="15792" y="5342"/>
                  <a:pt x="15925" y="5034"/>
                  <a:pt x="15925" y="4858"/>
                </a:cubicBezTo>
                <a:cubicBezTo>
                  <a:pt x="15925" y="4800"/>
                  <a:pt x="15887" y="4751"/>
                  <a:pt x="15837" y="4739"/>
                </a:cubicBezTo>
                <a:cubicBezTo>
                  <a:pt x="15706" y="4708"/>
                  <a:pt x="15727" y="4570"/>
                  <a:pt x="15866" y="4548"/>
                </a:cubicBezTo>
                <a:cubicBezTo>
                  <a:pt x="15931" y="4538"/>
                  <a:pt x="15984" y="4519"/>
                  <a:pt x="15984" y="4506"/>
                </a:cubicBezTo>
                <a:cubicBezTo>
                  <a:pt x="15983" y="4494"/>
                  <a:pt x="15955" y="4299"/>
                  <a:pt x="15925" y="4076"/>
                </a:cubicBezTo>
                <a:lnTo>
                  <a:pt x="15876" y="3671"/>
                </a:lnTo>
                <a:lnTo>
                  <a:pt x="16071" y="3438"/>
                </a:lnTo>
                <a:cubicBezTo>
                  <a:pt x="16183" y="3307"/>
                  <a:pt x="16276" y="3150"/>
                  <a:pt x="16276" y="3092"/>
                </a:cubicBezTo>
                <a:cubicBezTo>
                  <a:pt x="16276" y="2873"/>
                  <a:pt x="16022" y="2603"/>
                  <a:pt x="15661" y="2453"/>
                </a:cubicBezTo>
                <a:cubicBezTo>
                  <a:pt x="15523" y="2395"/>
                  <a:pt x="15456" y="2345"/>
                  <a:pt x="15456" y="2286"/>
                </a:cubicBezTo>
                <a:cubicBezTo>
                  <a:pt x="15456" y="2175"/>
                  <a:pt x="15272" y="2074"/>
                  <a:pt x="14870" y="1958"/>
                </a:cubicBezTo>
                <a:lnTo>
                  <a:pt x="14558" y="1862"/>
                </a:lnTo>
                <a:lnTo>
                  <a:pt x="14597" y="1480"/>
                </a:lnTo>
                <a:cubicBezTo>
                  <a:pt x="14642" y="1059"/>
                  <a:pt x="14612" y="1008"/>
                  <a:pt x="14275" y="949"/>
                </a:cubicBezTo>
                <a:cubicBezTo>
                  <a:pt x="14194" y="935"/>
                  <a:pt x="14059" y="874"/>
                  <a:pt x="13972" y="812"/>
                </a:cubicBezTo>
                <a:cubicBezTo>
                  <a:pt x="13835" y="713"/>
                  <a:pt x="13772" y="698"/>
                  <a:pt x="13523" y="698"/>
                </a:cubicBezTo>
                <a:cubicBezTo>
                  <a:pt x="13255" y="698"/>
                  <a:pt x="13180" y="720"/>
                  <a:pt x="12830" y="877"/>
                </a:cubicBezTo>
                <a:cubicBezTo>
                  <a:pt x="12711" y="931"/>
                  <a:pt x="12327" y="854"/>
                  <a:pt x="12205" y="752"/>
                </a:cubicBezTo>
                <a:cubicBezTo>
                  <a:pt x="12145" y="702"/>
                  <a:pt x="12071" y="581"/>
                  <a:pt x="12039" y="477"/>
                </a:cubicBezTo>
                <a:cubicBezTo>
                  <a:pt x="11964" y="232"/>
                  <a:pt x="11879" y="151"/>
                  <a:pt x="11590" y="66"/>
                </a:cubicBezTo>
                <a:cubicBezTo>
                  <a:pt x="11440" y="21"/>
                  <a:pt x="11285" y="1"/>
                  <a:pt x="11131" y="0"/>
                </a:cubicBezTo>
                <a:close/>
                <a:moveTo>
                  <a:pt x="6688" y="13274"/>
                </a:moveTo>
                <a:cubicBezTo>
                  <a:pt x="6769" y="13274"/>
                  <a:pt x="6881" y="13277"/>
                  <a:pt x="6991" y="13286"/>
                </a:cubicBezTo>
                <a:cubicBezTo>
                  <a:pt x="7278" y="13308"/>
                  <a:pt x="7460" y="13343"/>
                  <a:pt x="7665" y="13423"/>
                </a:cubicBezTo>
                <a:cubicBezTo>
                  <a:pt x="7821" y="13484"/>
                  <a:pt x="8007" y="13536"/>
                  <a:pt x="8075" y="13536"/>
                </a:cubicBezTo>
                <a:cubicBezTo>
                  <a:pt x="8142" y="13536"/>
                  <a:pt x="8249" y="13574"/>
                  <a:pt x="8309" y="13620"/>
                </a:cubicBezTo>
                <a:cubicBezTo>
                  <a:pt x="8369" y="13666"/>
                  <a:pt x="8476" y="13723"/>
                  <a:pt x="8543" y="13745"/>
                </a:cubicBezTo>
                <a:cubicBezTo>
                  <a:pt x="8651" y="13780"/>
                  <a:pt x="8665" y="13829"/>
                  <a:pt x="8700" y="14151"/>
                </a:cubicBezTo>
                <a:cubicBezTo>
                  <a:pt x="8721" y="14354"/>
                  <a:pt x="8718" y="14540"/>
                  <a:pt x="8690" y="14557"/>
                </a:cubicBezTo>
                <a:cubicBezTo>
                  <a:pt x="8610" y="14606"/>
                  <a:pt x="8374" y="14414"/>
                  <a:pt x="8094" y="14068"/>
                </a:cubicBezTo>
                <a:cubicBezTo>
                  <a:pt x="7803" y="13706"/>
                  <a:pt x="7584" y="13586"/>
                  <a:pt x="7118" y="13548"/>
                </a:cubicBezTo>
                <a:cubicBezTo>
                  <a:pt x="6895" y="13530"/>
                  <a:pt x="6783" y="13498"/>
                  <a:pt x="6659" y="13417"/>
                </a:cubicBezTo>
                <a:cubicBezTo>
                  <a:pt x="6568" y="13358"/>
                  <a:pt x="6516" y="13295"/>
                  <a:pt x="6542" y="13280"/>
                </a:cubicBezTo>
                <a:cubicBezTo>
                  <a:pt x="6555" y="13272"/>
                  <a:pt x="6608" y="13273"/>
                  <a:pt x="6688" y="13274"/>
                </a:cubicBezTo>
                <a:close/>
                <a:moveTo>
                  <a:pt x="13357" y="13435"/>
                </a:moveTo>
                <a:cubicBezTo>
                  <a:pt x="13418" y="13429"/>
                  <a:pt x="13470" y="13452"/>
                  <a:pt x="13494" y="13507"/>
                </a:cubicBezTo>
                <a:cubicBezTo>
                  <a:pt x="13522" y="13572"/>
                  <a:pt x="13562" y="13576"/>
                  <a:pt x="13757" y="13560"/>
                </a:cubicBezTo>
                <a:cubicBezTo>
                  <a:pt x="13882" y="13550"/>
                  <a:pt x="13995" y="13556"/>
                  <a:pt x="14011" y="13572"/>
                </a:cubicBezTo>
                <a:cubicBezTo>
                  <a:pt x="14027" y="13588"/>
                  <a:pt x="13849" y="13711"/>
                  <a:pt x="13611" y="13847"/>
                </a:cubicBezTo>
                <a:cubicBezTo>
                  <a:pt x="13293" y="14028"/>
                  <a:pt x="13017" y="14145"/>
                  <a:pt x="12566" y="14282"/>
                </a:cubicBezTo>
                <a:cubicBezTo>
                  <a:pt x="11435" y="14628"/>
                  <a:pt x="10910" y="14758"/>
                  <a:pt x="10887" y="14712"/>
                </a:cubicBezTo>
                <a:cubicBezTo>
                  <a:pt x="10875" y="14688"/>
                  <a:pt x="10854" y="14455"/>
                  <a:pt x="10838" y="14193"/>
                </a:cubicBezTo>
                <a:cubicBezTo>
                  <a:pt x="10807" y="13706"/>
                  <a:pt x="10852" y="13595"/>
                  <a:pt x="11014" y="13739"/>
                </a:cubicBezTo>
                <a:cubicBezTo>
                  <a:pt x="11180" y="13888"/>
                  <a:pt x="11298" y="13930"/>
                  <a:pt x="11512" y="13930"/>
                </a:cubicBezTo>
                <a:cubicBezTo>
                  <a:pt x="11634" y="13930"/>
                  <a:pt x="11764" y="13907"/>
                  <a:pt x="11805" y="13877"/>
                </a:cubicBezTo>
                <a:cubicBezTo>
                  <a:pt x="11845" y="13847"/>
                  <a:pt x="11942" y="13823"/>
                  <a:pt x="12019" y="13823"/>
                </a:cubicBezTo>
                <a:cubicBezTo>
                  <a:pt x="12203" y="13823"/>
                  <a:pt x="12187" y="13798"/>
                  <a:pt x="11971" y="13662"/>
                </a:cubicBezTo>
                <a:cubicBezTo>
                  <a:pt x="11826" y="13570"/>
                  <a:pt x="11809" y="13539"/>
                  <a:pt x="11873" y="13507"/>
                </a:cubicBezTo>
                <a:cubicBezTo>
                  <a:pt x="11932" y="13477"/>
                  <a:pt x="12053" y="13488"/>
                  <a:pt x="12351" y="13554"/>
                </a:cubicBezTo>
                <a:cubicBezTo>
                  <a:pt x="12888" y="13673"/>
                  <a:pt x="13046" y="13672"/>
                  <a:pt x="13172" y="13536"/>
                </a:cubicBezTo>
                <a:cubicBezTo>
                  <a:pt x="13230" y="13474"/>
                  <a:pt x="13296" y="13441"/>
                  <a:pt x="13357" y="13435"/>
                </a:cubicBezTo>
                <a:close/>
              </a:path>
            </a:pathLst>
          </a:cu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Aerial-Cropland-3.jpg" descr="Aerial-Cropland-3.jpg"/>
          <p:cNvPicPr>
            <a:picLocks noGrp="1" noChangeAspect="1"/>
          </p:cNvPicPr>
          <p:nvPr>
            <p:ph type="pic" idx="13"/>
          </p:nvPr>
        </p:nvPicPr>
        <p:blipFill>
          <a:blip r:embed="rId2"/>
          <a:srcRect l="7003" r="7003"/>
          <a:stretch>
            <a:fillRect/>
          </a:stretch>
        </p:blipFill>
        <p:spPr>
          <a:xfrm>
            <a:off x="-13733" y="4818835"/>
            <a:ext cx="6466366" cy="4934766"/>
          </a:xfrm>
          <a:prstGeom prst="rect">
            <a:avLst/>
          </a:prstGeom>
        </p:spPr>
      </p:pic>
      <p:sp>
        <p:nvSpPr>
          <p:cNvPr id="155" name="Line"/>
          <p:cNvSpPr>
            <a:spLocks noGrp="1"/>
          </p:cNvSpPr>
          <p:nvPr>
            <p:ph type="body" idx="14"/>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56" name="The concept of natural and anthropogenic biomes"/>
          <p:cNvSpPr txBox="1">
            <a:spLocks noGrp="1"/>
          </p:cNvSpPr>
          <p:nvPr>
            <p:ph type="title"/>
          </p:nvPr>
        </p:nvSpPr>
        <p:spPr>
          <a:prstGeom prst="rect">
            <a:avLst/>
          </a:prstGeom>
        </p:spPr>
        <p:txBody>
          <a:bodyPr anchor="ctr"/>
          <a:lstStyle>
            <a:lvl1pPr defTabSz="251206">
              <a:spcBef>
                <a:spcPts val="900"/>
              </a:spcBef>
              <a:defRPr sz="2365"/>
            </a:lvl1pPr>
          </a:lstStyle>
          <a:p>
            <a:r>
              <a:t>The concept of natural and anthropogenic biomes</a:t>
            </a:r>
          </a:p>
        </p:txBody>
      </p:sp>
      <p:sp>
        <p:nvSpPr>
          <p:cNvPr id="157" name="Student Activity: With reference to specific examples describe the differences between natural and anthropogenic biomes. (3 Marks)…"/>
          <p:cNvSpPr txBox="1">
            <a:spLocks noGrp="1"/>
          </p:cNvSpPr>
          <p:nvPr>
            <p:ph type="body" sz="half" idx="1"/>
          </p:nvPr>
        </p:nvSpPr>
        <p:spPr>
          <a:prstGeom prst="rect">
            <a:avLst/>
          </a:prstGeom>
        </p:spPr>
        <p:txBody>
          <a:bodyPr/>
          <a:lstStyle/>
          <a:p>
            <a:pPr>
              <a:defRPr b="1"/>
            </a:pPr>
            <a:r>
              <a:rPr dirty="0">
                <a:latin typeface="Iowan Old Style Roman" panose="02040602040506020204" pitchFamily="18" charset="77"/>
              </a:rPr>
              <a:t>Student Activity:</a:t>
            </a:r>
            <a:br>
              <a:rPr dirty="0">
                <a:latin typeface="Iowan Old Style Roman" panose="02040602040506020204" pitchFamily="18" charset="77"/>
              </a:rPr>
            </a:br>
            <a:r>
              <a:rPr b="0" dirty="0">
                <a:latin typeface="Iowan Old Style Roman" panose="02040602040506020204" pitchFamily="18" charset="77"/>
              </a:rPr>
              <a:t>With reference to specific examples describe the differences between natural and anthropogenic biomes.</a:t>
            </a:r>
            <a:br>
              <a:rPr b="0" dirty="0">
                <a:latin typeface="Iowan Old Style Roman" panose="02040602040506020204" pitchFamily="18" charset="77"/>
              </a:rPr>
            </a:br>
            <a:r>
              <a:rPr b="0" dirty="0">
                <a:latin typeface="Iowan Old Style Roman" panose="02040602040506020204" pitchFamily="18" charset="77"/>
              </a:rPr>
              <a:t>(3 Marks)</a:t>
            </a:r>
          </a:p>
          <a:p>
            <a:pPr>
              <a:defRPr b="1"/>
            </a:pPr>
            <a:r>
              <a:rPr b="0" dirty="0">
                <a:latin typeface="Iowan Old Style Roman" panose="02040602040506020204" pitchFamily="18" charset="77"/>
              </a:rPr>
              <a:t>Define Natural Biome.</a:t>
            </a:r>
            <a:br>
              <a:rPr b="0" dirty="0">
                <a:latin typeface="Iowan Old Style Roman" panose="02040602040506020204" pitchFamily="18" charset="77"/>
              </a:rPr>
            </a:br>
            <a:r>
              <a:rPr b="0" dirty="0">
                <a:latin typeface="Iowan Old Style Roman" panose="02040602040506020204" pitchFamily="18" charset="77"/>
              </a:rPr>
              <a:t>(2 Marks)</a:t>
            </a:r>
          </a:p>
          <a:p>
            <a:pPr>
              <a:defRPr b="1"/>
            </a:pPr>
            <a:r>
              <a:rPr b="0" dirty="0">
                <a:latin typeface="Iowan Old Style Roman" panose="02040602040506020204" pitchFamily="18" charset="77"/>
              </a:rPr>
              <a:t>Define the term ‘Anthropogenic Biome’.</a:t>
            </a:r>
            <a:br>
              <a:rPr b="0" dirty="0">
                <a:latin typeface="Iowan Old Style Roman" panose="02040602040506020204" pitchFamily="18" charset="77"/>
              </a:rPr>
            </a:br>
            <a:r>
              <a:rPr b="0" dirty="0">
                <a:latin typeface="Iowan Old Style Roman" panose="02040602040506020204" pitchFamily="18" charset="77"/>
              </a:rPr>
              <a:t>(2 Marks)</a:t>
            </a:r>
          </a:p>
        </p:txBody>
      </p:sp>
      <p:pic>
        <p:nvPicPr>
          <p:cNvPr id="158" name="tundra-58bf1be55f9b58af5cc29755.jpg" descr="tundra-58bf1be55f9b58af5cc29755.jpg"/>
          <p:cNvPicPr>
            <a:picLocks noChangeAspect="1"/>
          </p:cNvPicPr>
          <p:nvPr/>
        </p:nvPicPr>
        <p:blipFill>
          <a:blip r:embed="rId3"/>
          <a:srcRect l="2468" r="2468"/>
          <a:stretch>
            <a:fillRect/>
          </a:stretch>
        </p:blipFill>
        <p:spPr>
          <a:xfrm>
            <a:off x="-18694" y="-13062"/>
            <a:ext cx="6476233" cy="5108753"/>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61" name="The concept of land cover change"/>
          <p:cNvSpPr txBox="1">
            <a:spLocks noGrp="1"/>
          </p:cNvSpPr>
          <p:nvPr>
            <p:ph type="title"/>
          </p:nvPr>
        </p:nvSpPr>
        <p:spPr>
          <a:prstGeom prst="rect">
            <a:avLst/>
          </a:prstGeom>
        </p:spPr>
        <p:txBody>
          <a:bodyPr/>
          <a:lstStyle>
            <a:lvl1pPr defTabSz="543305">
              <a:spcBef>
                <a:spcPts val="2100"/>
              </a:spcBef>
              <a:defRPr sz="4836"/>
            </a:lvl1pPr>
          </a:lstStyle>
          <a:p>
            <a:r>
              <a:rPr dirty="0"/>
              <a:t>The concept of land cover change</a:t>
            </a:r>
          </a:p>
        </p:txBody>
      </p:sp>
      <p:sp>
        <p:nvSpPr>
          <p:cNvPr id="162" name="Land Cover Change: Refers to the process in which the earth’s physical surface is altered due to natural and/or anthropogenic means.…"/>
          <p:cNvSpPr txBox="1">
            <a:spLocks noGrp="1"/>
          </p:cNvSpPr>
          <p:nvPr>
            <p:ph type="body" idx="1"/>
          </p:nvPr>
        </p:nvSpPr>
        <p:spPr>
          <a:prstGeom prst="rect">
            <a:avLst/>
          </a:prstGeom>
        </p:spPr>
        <p:txBody>
          <a:bodyPr/>
          <a:lstStyle/>
          <a:p>
            <a:pPr marL="422909" indent="-422909" defTabSz="525779">
              <a:spcBef>
                <a:spcPts val="1600"/>
              </a:spcBef>
              <a:defRPr sz="2880"/>
            </a:pPr>
            <a:r>
              <a:rPr b="1" dirty="0">
                <a:latin typeface="Iowan Old Style Roman" panose="02040602040506020204" pitchFamily="18" charset="77"/>
              </a:rPr>
              <a:t>Land Change:</a:t>
            </a:r>
            <a:r>
              <a:rPr dirty="0">
                <a:latin typeface="Iowan Old Style Roman" panose="02040602040506020204" pitchFamily="18" charset="77"/>
              </a:rPr>
              <a:t> Refers to the process in which the earth’s </a:t>
            </a:r>
            <a:r>
              <a:rPr lang="en-AU" dirty="0">
                <a:latin typeface="Iowan Old Style Roman" panose="02040602040506020204" pitchFamily="18" charset="77"/>
              </a:rPr>
              <a:t>Cover</a:t>
            </a:r>
            <a:r>
              <a:rPr dirty="0">
                <a:latin typeface="Iowan Old Style Roman" panose="02040602040506020204" pitchFamily="18" charset="77"/>
              </a:rPr>
              <a:t>physical surface is altered due to natural and/or anthropogenic means. </a:t>
            </a:r>
          </a:p>
          <a:p>
            <a:pPr marL="422909" indent="-422909" defTabSz="525779">
              <a:spcBef>
                <a:spcPts val="1600"/>
              </a:spcBef>
              <a:defRPr sz="2880"/>
            </a:pPr>
            <a:r>
              <a:rPr dirty="0">
                <a:latin typeface="Iowan Old Style Roman" panose="02040602040506020204" pitchFamily="18" charset="77"/>
              </a:rPr>
              <a:t>On a natural scale this this can result from changes in climatic conditions over time, natural hazards and changes to river hydrology.</a:t>
            </a:r>
          </a:p>
          <a:p>
            <a:pPr marL="422909" indent="-422909" defTabSz="525779">
              <a:spcBef>
                <a:spcPts val="1600"/>
              </a:spcBef>
              <a:defRPr sz="2880"/>
            </a:pPr>
            <a:r>
              <a:rPr dirty="0">
                <a:latin typeface="Iowan Old Style Roman" panose="02040602040506020204" pitchFamily="18" charset="77"/>
              </a:rPr>
              <a:t> On an anthropogenic scale this can include modification of the land for agriculture, growth of </a:t>
            </a:r>
            <a:r>
              <a:rPr dirty="0" err="1">
                <a:latin typeface="Iowan Old Style Roman" panose="02040602040506020204" pitchFamily="18" charset="77"/>
              </a:rPr>
              <a:t>urbanisation</a:t>
            </a:r>
            <a:r>
              <a:rPr dirty="0">
                <a:latin typeface="Iowan Old Style Roman" panose="02040602040506020204" pitchFamily="18" charset="77"/>
              </a:rPr>
              <a:t>, deforestation for a variety of reasons (</a:t>
            </a:r>
            <a:r>
              <a:rPr dirty="0" err="1">
                <a:latin typeface="Iowan Old Style Roman" panose="02040602040506020204" pitchFamily="18" charset="77"/>
              </a:rPr>
              <a:t>e.g</a:t>
            </a:r>
            <a:r>
              <a:rPr dirty="0">
                <a:latin typeface="Iowan Old Style Roman" panose="02040602040506020204" pitchFamily="18" charset="77"/>
              </a:rPr>
              <a:t> agriculture) and the rehabilitation of the environment.</a:t>
            </a:r>
          </a:p>
          <a:p>
            <a:pPr marL="422909" indent="-422909" defTabSz="525779">
              <a:spcBef>
                <a:spcPts val="1600"/>
              </a:spcBef>
              <a:defRPr sz="2880"/>
            </a:pPr>
            <a:r>
              <a:rPr dirty="0">
                <a:latin typeface="Iowan Old Style Roman" panose="02040602040506020204" pitchFamily="18" charset="77"/>
              </a:rPr>
              <a:t>South Asia has lost 85% of its rainforests to agricultural purposes. Central America has lost 40% of all its rainforests in the last 40 years in countries like Honduras and Panama with estimates that 2/3rds of this land has been changed to pastural land.</a:t>
            </a:r>
          </a:p>
        </p:txBody>
      </p:sp>
      <p:pic>
        <p:nvPicPr>
          <p:cNvPr id="163" name="color-image-cartoon-plant-with-leaves-in-growth-vector-14885186.jpg" descr="color-image-cartoon-plant-with-leaves-in-growth-vector-14885186.jpg"/>
          <p:cNvPicPr>
            <a:picLocks noChangeAspect="1"/>
          </p:cNvPicPr>
          <p:nvPr/>
        </p:nvPicPr>
        <p:blipFill>
          <a:blip r:embed="rId2"/>
          <a:srcRect l="78" t="111" r="6" b="7414"/>
          <a:stretch>
            <a:fillRect/>
          </a:stretch>
        </p:blipFill>
        <p:spPr>
          <a:xfrm>
            <a:off x="11048836" y="7936021"/>
            <a:ext cx="1522848" cy="1640285"/>
          </a:xfrm>
          <a:custGeom>
            <a:avLst/>
            <a:gdLst/>
            <a:ahLst/>
            <a:cxnLst>
              <a:cxn ang="0">
                <a:pos x="wd2" y="hd2"/>
              </a:cxn>
              <a:cxn ang="5400000">
                <a:pos x="wd2" y="hd2"/>
              </a:cxn>
              <a:cxn ang="10800000">
                <a:pos x="wd2" y="hd2"/>
              </a:cxn>
              <a:cxn ang="16200000">
                <a:pos x="wd2" y="hd2"/>
              </a:cxn>
            </a:cxnLst>
            <a:rect l="0" t="0" r="r" b="b"/>
            <a:pathLst>
              <a:path w="21599" h="21600" extrusionOk="0">
                <a:moveTo>
                  <a:pt x="8607" y="0"/>
                </a:moveTo>
                <a:lnTo>
                  <a:pt x="8573" y="256"/>
                </a:lnTo>
                <a:cubicBezTo>
                  <a:pt x="8554" y="401"/>
                  <a:pt x="8513" y="542"/>
                  <a:pt x="8483" y="564"/>
                </a:cubicBezTo>
                <a:cubicBezTo>
                  <a:pt x="8453" y="587"/>
                  <a:pt x="8423" y="674"/>
                  <a:pt x="8415" y="763"/>
                </a:cubicBezTo>
                <a:cubicBezTo>
                  <a:pt x="8408" y="856"/>
                  <a:pt x="8366" y="967"/>
                  <a:pt x="8314" y="1019"/>
                </a:cubicBezTo>
                <a:cubicBezTo>
                  <a:pt x="8260" y="1073"/>
                  <a:pt x="8223" y="1172"/>
                  <a:pt x="8218" y="1265"/>
                </a:cubicBezTo>
                <a:cubicBezTo>
                  <a:pt x="8214" y="1351"/>
                  <a:pt x="8197" y="1442"/>
                  <a:pt x="8179" y="1469"/>
                </a:cubicBezTo>
                <a:cubicBezTo>
                  <a:pt x="8161" y="1495"/>
                  <a:pt x="8156" y="1529"/>
                  <a:pt x="8168" y="1547"/>
                </a:cubicBezTo>
                <a:cubicBezTo>
                  <a:pt x="8180" y="1565"/>
                  <a:pt x="8148" y="1614"/>
                  <a:pt x="8100" y="1651"/>
                </a:cubicBezTo>
                <a:cubicBezTo>
                  <a:pt x="8033" y="1705"/>
                  <a:pt x="8027" y="1739"/>
                  <a:pt x="8061" y="1798"/>
                </a:cubicBezTo>
                <a:cubicBezTo>
                  <a:pt x="8093" y="1854"/>
                  <a:pt x="8086" y="1882"/>
                  <a:pt x="8038" y="1918"/>
                </a:cubicBezTo>
                <a:cubicBezTo>
                  <a:pt x="8003" y="1945"/>
                  <a:pt x="7987" y="1983"/>
                  <a:pt x="7999" y="2002"/>
                </a:cubicBezTo>
                <a:cubicBezTo>
                  <a:pt x="8011" y="2020"/>
                  <a:pt x="7982" y="2061"/>
                  <a:pt x="7937" y="2090"/>
                </a:cubicBezTo>
                <a:cubicBezTo>
                  <a:pt x="7889" y="2122"/>
                  <a:pt x="7865" y="2179"/>
                  <a:pt x="7875" y="2226"/>
                </a:cubicBezTo>
                <a:cubicBezTo>
                  <a:pt x="7908" y="2380"/>
                  <a:pt x="7893" y="2534"/>
                  <a:pt x="7841" y="2592"/>
                </a:cubicBezTo>
                <a:cubicBezTo>
                  <a:pt x="7813" y="2624"/>
                  <a:pt x="7806" y="2650"/>
                  <a:pt x="7824" y="2650"/>
                </a:cubicBezTo>
                <a:cubicBezTo>
                  <a:pt x="7842" y="2650"/>
                  <a:pt x="7832" y="2679"/>
                  <a:pt x="7802" y="2712"/>
                </a:cubicBezTo>
                <a:cubicBezTo>
                  <a:pt x="7772" y="2746"/>
                  <a:pt x="7764" y="2774"/>
                  <a:pt x="7785" y="2775"/>
                </a:cubicBezTo>
                <a:cubicBezTo>
                  <a:pt x="7806" y="2776"/>
                  <a:pt x="7785" y="2801"/>
                  <a:pt x="7740" y="2833"/>
                </a:cubicBezTo>
                <a:cubicBezTo>
                  <a:pt x="7674" y="2879"/>
                  <a:pt x="7664" y="2901"/>
                  <a:pt x="7706" y="2948"/>
                </a:cubicBezTo>
                <a:cubicBezTo>
                  <a:pt x="7744" y="2990"/>
                  <a:pt x="7746" y="3017"/>
                  <a:pt x="7712" y="3036"/>
                </a:cubicBezTo>
                <a:cubicBezTo>
                  <a:pt x="7685" y="3052"/>
                  <a:pt x="7674" y="3084"/>
                  <a:pt x="7684" y="3110"/>
                </a:cubicBezTo>
                <a:cubicBezTo>
                  <a:pt x="7694" y="3135"/>
                  <a:pt x="7675" y="3205"/>
                  <a:pt x="7644" y="3261"/>
                </a:cubicBezTo>
                <a:cubicBezTo>
                  <a:pt x="7545" y="3438"/>
                  <a:pt x="7498" y="3622"/>
                  <a:pt x="7543" y="3648"/>
                </a:cubicBezTo>
                <a:cubicBezTo>
                  <a:pt x="7566" y="3661"/>
                  <a:pt x="7567" y="3690"/>
                  <a:pt x="7549" y="3716"/>
                </a:cubicBezTo>
                <a:cubicBezTo>
                  <a:pt x="7530" y="3742"/>
                  <a:pt x="7515" y="3792"/>
                  <a:pt x="7515" y="3826"/>
                </a:cubicBezTo>
                <a:cubicBezTo>
                  <a:pt x="7514" y="3859"/>
                  <a:pt x="7504" y="3905"/>
                  <a:pt x="7487" y="3930"/>
                </a:cubicBezTo>
                <a:cubicBezTo>
                  <a:pt x="7470" y="3955"/>
                  <a:pt x="7453" y="4038"/>
                  <a:pt x="7453" y="4113"/>
                </a:cubicBezTo>
                <a:cubicBezTo>
                  <a:pt x="7452" y="4272"/>
                  <a:pt x="7423" y="4578"/>
                  <a:pt x="7408" y="4578"/>
                </a:cubicBezTo>
                <a:cubicBezTo>
                  <a:pt x="7402" y="4578"/>
                  <a:pt x="7393" y="4661"/>
                  <a:pt x="7385" y="4761"/>
                </a:cubicBezTo>
                <a:cubicBezTo>
                  <a:pt x="7377" y="4861"/>
                  <a:pt x="7362" y="5007"/>
                  <a:pt x="7351" y="5085"/>
                </a:cubicBezTo>
                <a:cubicBezTo>
                  <a:pt x="7339" y="5179"/>
                  <a:pt x="7356" y="5262"/>
                  <a:pt x="7408" y="5331"/>
                </a:cubicBezTo>
                <a:cubicBezTo>
                  <a:pt x="7457" y="5396"/>
                  <a:pt x="7476" y="5453"/>
                  <a:pt x="7453" y="5488"/>
                </a:cubicBezTo>
                <a:cubicBezTo>
                  <a:pt x="7433" y="5518"/>
                  <a:pt x="7432" y="5584"/>
                  <a:pt x="7453" y="5634"/>
                </a:cubicBezTo>
                <a:cubicBezTo>
                  <a:pt x="7473" y="5684"/>
                  <a:pt x="7477" y="5732"/>
                  <a:pt x="7464" y="5744"/>
                </a:cubicBezTo>
                <a:cubicBezTo>
                  <a:pt x="7451" y="5756"/>
                  <a:pt x="7466" y="5836"/>
                  <a:pt x="7498" y="5921"/>
                </a:cubicBezTo>
                <a:cubicBezTo>
                  <a:pt x="7529" y="6006"/>
                  <a:pt x="7557" y="6088"/>
                  <a:pt x="7560" y="6099"/>
                </a:cubicBezTo>
                <a:cubicBezTo>
                  <a:pt x="7563" y="6110"/>
                  <a:pt x="7591" y="6173"/>
                  <a:pt x="7622" y="6240"/>
                </a:cubicBezTo>
                <a:cubicBezTo>
                  <a:pt x="7653" y="6307"/>
                  <a:pt x="7680" y="6423"/>
                  <a:pt x="7684" y="6501"/>
                </a:cubicBezTo>
                <a:cubicBezTo>
                  <a:pt x="7687" y="6588"/>
                  <a:pt x="7714" y="6643"/>
                  <a:pt x="7746" y="6637"/>
                </a:cubicBezTo>
                <a:cubicBezTo>
                  <a:pt x="7803" y="6627"/>
                  <a:pt x="7909" y="6778"/>
                  <a:pt x="7869" y="6815"/>
                </a:cubicBezTo>
                <a:cubicBezTo>
                  <a:pt x="7856" y="6828"/>
                  <a:pt x="7867" y="6860"/>
                  <a:pt x="7892" y="6888"/>
                </a:cubicBezTo>
                <a:cubicBezTo>
                  <a:pt x="7924" y="6924"/>
                  <a:pt x="7921" y="6952"/>
                  <a:pt x="7886" y="6972"/>
                </a:cubicBezTo>
                <a:cubicBezTo>
                  <a:pt x="7854" y="6990"/>
                  <a:pt x="7871" y="7014"/>
                  <a:pt x="7937" y="7045"/>
                </a:cubicBezTo>
                <a:cubicBezTo>
                  <a:pt x="7993" y="7072"/>
                  <a:pt x="8036" y="7127"/>
                  <a:pt x="8033" y="7165"/>
                </a:cubicBezTo>
                <a:cubicBezTo>
                  <a:pt x="8029" y="7208"/>
                  <a:pt x="8062" y="7233"/>
                  <a:pt x="8117" y="7233"/>
                </a:cubicBezTo>
                <a:cubicBezTo>
                  <a:pt x="8165" y="7233"/>
                  <a:pt x="8212" y="7268"/>
                  <a:pt x="8224" y="7311"/>
                </a:cubicBezTo>
                <a:cubicBezTo>
                  <a:pt x="8236" y="7354"/>
                  <a:pt x="8285" y="7394"/>
                  <a:pt x="8331" y="7406"/>
                </a:cubicBezTo>
                <a:cubicBezTo>
                  <a:pt x="8377" y="7417"/>
                  <a:pt x="8410" y="7456"/>
                  <a:pt x="8410" y="7489"/>
                </a:cubicBezTo>
                <a:cubicBezTo>
                  <a:pt x="8410" y="7522"/>
                  <a:pt x="8452" y="7556"/>
                  <a:pt x="8500" y="7568"/>
                </a:cubicBezTo>
                <a:cubicBezTo>
                  <a:pt x="8548" y="7579"/>
                  <a:pt x="8584" y="7617"/>
                  <a:pt x="8584" y="7651"/>
                </a:cubicBezTo>
                <a:cubicBezTo>
                  <a:pt x="8584" y="7685"/>
                  <a:pt x="8632" y="7717"/>
                  <a:pt x="8686" y="7724"/>
                </a:cubicBezTo>
                <a:cubicBezTo>
                  <a:pt x="8750" y="7733"/>
                  <a:pt x="8780" y="7764"/>
                  <a:pt x="8776" y="7813"/>
                </a:cubicBezTo>
                <a:cubicBezTo>
                  <a:pt x="8770" y="7872"/>
                  <a:pt x="8792" y="7886"/>
                  <a:pt x="8877" y="7871"/>
                </a:cubicBezTo>
                <a:cubicBezTo>
                  <a:pt x="8944" y="7859"/>
                  <a:pt x="8992" y="7873"/>
                  <a:pt x="9006" y="7907"/>
                </a:cubicBezTo>
                <a:cubicBezTo>
                  <a:pt x="9019" y="7938"/>
                  <a:pt x="9051" y="7952"/>
                  <a:pt x="9074" y="7939"/>
                </a:cubicBezTo>
                <a:cubicBezTo>
                  <a:pt x="9097" y="7925"/>
                  <a:pt x="9128" y="7950"/>
                  <a:pt x="9142" y="7996"/>
                </a:cubicBezTo>
                <a:cubicBezTo>
                  <a:pt x="9155" y="8043"/>
                  <a:pt x="9182" y="8071"/>
                  <a:pt x="9203" y="8059"/>
                </a:cubicBezTo>
                <a:cubicBezTo>
                  <a:pt x="9252" y="8031"/>
                  <a:pt x="9896" y="8318"/>
                  <a:pt x="9896" y="8367"/>
                </a:cubicBezTo>
                <a:cubicBezTo>
                  <a:pt x="9896" y="8387"/>
                  <a:pt x="10002" y="8404"/>
                  <a:pt x="10132" y="8404"/>
                </a:cubicBezTo>
                <a:cubicBezTo>
                  <a:pt x="10386" y="8404"/>
                  <a:pt x="10640" y="8508"/>
                  <a:pt x="10560" y="8581"/>
                </a:cubicBezTo>
                <a:cubicBezTo>
                  <a:pt x="10536" y="8604"/>
                  <a:pt x="10529" y="8658"/>
                  <a:pt x="10549" y="8707"/>
                </a:cubicBezTo>
                <a:cubicBezTo>
                  <a:pt x="10568" y="8754"/>
                  <a:pt x="10587" y="8872"/>
                  <a:pt x="10588" y="8968"/>
                </a:cubicBezTo>
                <a:cubicBezTo>
                  <a:pt x="10590" y="9065"/>
                  <a:pt x="10612" y="9168"/>
                  <a:pt x="10639" y="9198"/>
                </a:cubicBezTo>
                <a:cubicBezTo>
                  <a:pt x="10674" y="9238"/>
                  <a:pt x="10675" y="9261"/>
                  <a:pt x="10639" y="9282"/>
                </a:cubicBezTo>
                <a:cubicBezTo>
                  <a:pt x="10606" y="9301"/>
                  <a:pt x="10601" y="9377"/>
                  <a:pt x="10622" y="9517"/>
                </a:cubicBezTo>
                <a:cubicBezTo>
                  <a:pt x="10652" y="9719"/>
                  <a:pt x="10666" y="10657"/>
                  <a:pt x="10701" y="13599"/>
                </a:cubicBezTo>
                <a:cubicBezTo>
                  <a:pt x="10717" y="14965"/>
                  <a:pt x="10698" y="15252"/>
                  <a:pt x="10588" y="15151"/>
                </a:cubicBezTo>
                <a:cubicBezTo>
                  <a:pt x="10562" y="15126"/>
                  <a:pt x="10543" y="15057"/>
                  <a:pt x="10543" y="14994"/>
                </a:cubicBezTo>
                <a:cubicBezTo>
                  <a:pt x="10544" y="14931"/>
                  <a:pt x="10519" y="14852"/>
                  <a:pt x="10492" y="14822"/>
                </a:cubicBezTo>
                <a:cubicBezTo>
                  <a:pt x="10466" y="14791"/>
                  <a:pt x="10444" y="14738"/>
                  <a:pt x="10442" y="14701"/>
                </a:cubicBezTo>
                <a:cubicBezTo>
                  <a:pt x="10434" y="14570"/>
                  <a:pt x="10366" y="14372"/>
                  <a:pt x="10329" y="14372"/>
                </a:cubicBezTo>
                <a:cubicBezTo>
                  <a:pt x="10260" y="14372"/>
                  <a:pt x="10177" y="14148"/>
                  <a:pt x="10189" y="13996"/>
                </a:cubicBezTo>
                <a:cubicBezTo>
                  <a:pt x="10198" y="13862"/>
                  <a:pt x="10187" y="13846"/>
                  <a:pt x="10104" y="13855"/>
                </a:cubicBezTo>
                <a:cubicBezTo>
                  <a:pt x="10025" y="13863"/>
                  <a:pt x="10012" y="13839"/>
                  <a:pt x="10008" y="13719"/>
                </a:cubicBezTo>
                <a:cubicBezTo>
                  <a:pt x="10006" y="13641"/>
                  <a:pt x="9979" y="13578"/>
                  <a:pt x="9952" y="13578"/>
                </a:cubicBezTo>
                <a:cubicBezTo>
                  <a:pt x="9882" y="13578"/>
                  <a:pt x="9850" y="13544"/>
                  <a:pt x="9828" y="13437"/>
                </a:cubicBezTo>
                <a:cubicBezTo>
                  <a:pt x="9818" y="13386"/>
                  <a:pt x="9770" y="13302"/>
                  <a:pt x="9721" y="13254"/>
                </a:cubicBezTo>
                <a:cubicBezTo>
                  <a:pt x="9673" y="13206"/>
                  <a:pt x="9637" y="13141"/>
                  <a:pt x="9637" y="13107"/>
                </a:cubicBezTo>
                <a:cubicBezTo>
                  <a:pt x="9637" y="13074"/>
                  <a:pt x="9584" y="13002"/>
                  <a:pt x="9524" y="12951"/>
                </a:cubicBezTo>
                <a:cubicBezTo>
                  <a:pt x="9465" y="12899"/>
                  <a:pt x="9431" y="12837"/>
                  <a:pt x="9445" y="12815"/>
                </a:cubicBezTo>
                <a:cubicBezTo>
                  <a:pt x="9460" y="12792"/>
                  <a:pt x="9457" y="12786"/>
                  <a:pt x="9434" y="12799"/>
                </a:cubicBezTo>
                <a:cubicBezTo>
                  <a:pt x="9388" y="12826"/>
                  <a:pt x="9265" y="12770"/>
                  <a:pt x="9265" y="12721"/>
                </a:cubicBezTo>
                <a:cubicBezTo>
                  <a:pt x="9265" y="12703"/>
                  <a:pt x="9218" y="12629"/>
                  <a:pt x="9164" y="12559"/>
                </a:cubicBezTo>
                <a:cubicBezTo>
                  <a:pt x="9110" y="12488"/>
                  <a:pt x="9068" y="12406"/>
                  <a:pt x="9068" y="12376"/>
                </a:cubicBezTo>
                <a:cubicBezTo>
                  <a:pt x="9068" y="12345"/>
                  <a:pt x="9026" y="12299"/>
                  <a:pt x="8978" y="12271"/>
                </a:cubicBezTo>
                <a:cubicBezTo>
                  <a:pt x="8930" y="12243"/>
                  <a:pt x="8894" y="12181"/>
                  <a:pt x="8894" y="12135"/>
                </a:cubicBezTo>
                <a:cubicBezTo>
                  <a:pt x="8894" y="12038"/>
                  <a:pt x="9016" y="11847"/>
                  <a:pt x="9063" y="11874"/>
                </a:cubicBezTo>
                <a:cubicBezTo>
                  <a:pt x="9089" y="11889"/>
                  <a:pt x="9201" y="11729"/>
                  <a:pt x="9215" y="11654"/>
                </a:cubicBezTo>
                <a:cubicBezTo>
                  <a:pt x="9227" y="11587"/>
                  <a:pt x="9301" y="11529"/>
                  <a:pt x="9378" y="11529"/>
                </a:cubicBezTo>
                <a:cubicBezTo>
                  <a:pt x="9437" y="11529"/>
                  <a:pt x="9461" y="11510"/>
                  <a:pt x="9445" y="11472"/>
                </a:cubicBezTo>
                <a:cubicBezTo>
                  <a:pt x="9432" y="11440"/>
                  <a:pt x="9451" y="11394"/>
                  <a:pt x="9485" y="11367"/>
                </a:cubicBezTo>
                <a:cubicBezTo>
                  <a:pt x="9519" y="11341"/>
                  <a:pt x="9536" y="11306"/>
                  <a:pt x="9524" y="11289"/>
                </a:cubicBezTo>
                <a:cubicBezTo>
                  <a:pt x="9513" y="11271"/>
                  <a:pt x="9534" y="11232"/>
                  <a:pt x="9569" y="11205"/>
                </a:cubicBezTo>
                <a:cubicBezTo>
                  <a:pt x="9619" y="11167"/>
                  <a:pt x="9634" y="11058"/>
                  <a:pt x="9631" y="10724"/>
                </a:cubicBezTo>
                <a:cubicBezTo>
                  <a:pt x="9628" y="10351"/>
                  <a:pt x="9612" y="10284"/>
                  <a:pt x="9536" y="10207"/>
                </a:cubicBezTo>
                <a:cubicBezTo>
                  <a:pt x="9478" y="10148"/>
                  <a:pt x="9446" y="10053"/>
                  <a:pt x="9440" y="9930"/>
                </a:cubicBezTo>
                <a:cubicBezTo>
                  <a:pt x="9435" y="9819"/>
                  <a:pt x="9403" y="9726"/>
                  <a:pt x="9367" y="9705"/>
                </a:cubicBezTo>
                <a:cubicBezTo>
                  <a:pt x="9333" y="9686"/>
                  <a:pt x="9302" y="9650"/>
                  <a:pt x="9299" y="9627"/>
                </a:cubicBezTo>
                <a:cubicBezTo>
                  <a:pt x="9296" y="9604"/>
                  <a:pt x="9293" y="9580"/>
                  <a:pt x="9288" y="9574"/>
                </a:cubicBezTo>
                <a:cubicBezTo>
                  <a:pt x="9282" y="9569"/>
                  <a:pt x="9275" y="9501"/>
                  <a:pt x="9271" y="9423"/>
                </a:cubicBezTo>
                <a:cubicBezTo>
                  <a:pt x="9267" y="9345"/>
                  <a:pt x="9239" y="9242"/>
                  <a:pt x="9209" y="9193"/>
                </a:cubicBezTo>
                <a:cubicBezTo>
                  <a:pt x="9180" y="9144"/>
                  <a:pt x="9154" y="9085"/>
                  <a:pt x="9158" y="9068"/>
                </a:cubicBezTo>
                <a:cubicBezTo>
                  <a:pt x="9163" y="9050"/>
                  <a:pt x="9157" y="9007"/>
                  <a:pt x="9142" y="8968"/>
                </a:cubicBezTo>
                <a:cubicBezTo>
                  <a:pt x="9126" y="8929"/>
                  <a:pt x="9103" y="8867"/>
                  <a:pt x="9091" y="8832"/>
                </a:cubicBezTo>
                <a:cubicBezTo>
                  <a:pt x="9078" y="8793"/>
                  <a:pt x="9046" y="8781"/>
                  <a:pt x="9012" y="8801"/>
                </a:cubicBezTo>
                <a:cubicBezTo>
                  <a:pt x="8982" y="8819"/>
                  <a:pt x="8925" y="8828"/>
                  <a:pt x="8883" y="8822"/>
                </a:cubicBezTo>
                <a:cubicBezTo>
                  <a:pt x="8838" y="8815"/>
                  <a:pt x="8804" y="8833"/>
                  <a:pt x="8804" y="8869"/>
                </a:cubicBezTo>
                <a:cubicBezTo>
                  <a:pt x="8804" y="8903"/>
                  <a:pt x="8770" y="8955"/>
                  <a:pt x="8725" y="8984"/>
                </a:cubicBezTo>
                <a:cubicBezTo>
                  <a:pt x="8680" y="9013"/>
                  <a:pt x="8637" y="9056"/>
                  <a:pt x="8629" y="9078"/>
                </a:cubicBezTo>
                <a:cubicBezTo>
                  <a:pt x="8622" y="9100"/>
                  <a:pt x="8567" y="9152"/>
                  <a:pt x="8511" y="9193"/>
                </a:cubicBezTo>
                <a:cubicBezTo>
                  <a:pt x="8455" y="9234"/>
                  <a:pt x="8410" y="9290"/>
                  <a:pt x="8410" y="9318"/>
                </a:cubicBezTo>
                <a:cubicBezTo>
                  <a:pt x="8410" y="9347"/>
                  <a:pt x="8357" y="9421"/>
                  <a:pt x="8292" y="9486"/>
                </a:cubicBezTo>
                <a:cubicBezTo>
                  <a:pt x="8226" y="9550"/>
                  <a:pt x="8174" y="9625"/>
                  <a:pt x="8173" y="9648"/>
                </a:cubicBezTo>
                <a:cubicBezTo>
                  <a:pt x="8173" y="9670"/>
                  <a:pt x="8121" y="9684"/>
                  <a:pt x="8061" y="9684"/>
                </a:cubicBezTo>
                <a:cubicBezTo>
                  <a:pt x="7981" y="9684"/>
                  <a:pt x="7955" y="9665"/>
                  <a:pt x="7954" y="9606"/>
                </a:cubicBezTo>
                <a:cubicBezTo>
                  <a:pt x="7953" y="9561"/>
                  <a:pt x="7927" y="9527"/>
                  <a:pt x="7898" y="9533"/>
                </a:cubicBezTo>
                <a:cubicBezTo>
                  <a:pt x="7868" y="9538"/>
                  <a:pt x="7807" y="9463"/>
                  <a:pt x="7762" y="9365"/>
                </a:cubicBezTo>
                <a:cubicBezTo>
                  <a:pt x="7717" y="9268"/>
                  <a:pt x="7648" y="9180"/>
                  <a:pt x="7610" y="9167"/>
                </a:cubicBezTo>
                <a:cubicBezTo>
                  <a:pt x="7572" y="9153"/>
                  <a:pt x="7552" y="9115"/>
                  <a:pt x="7565" y="9083"/>
                </a:cubicBezTo>
                <a:cubicBezTo>
                  <a:pt x="7579" y="9049"/>
                  <a:pt x="7527" y="8984"/>
                  <a:pt x="7442" y="8921"/>
                </a:cubicBezTo>
                <a:cubicBezTo>
                  <a:pt x="7309" y="8825"/>
                  <a:pt x="7303" y="8808"/>
                  <a:pt x="7357" y="8728"/>
                </a:cubicBezTo>
                <a:cubicBezTo>
                  <a:pt x="7409" y="8651"/>
                  <a:pt x="7406" y="8644"/>
                  <a:pt x="7346" y="8665"/>
                </a:cubicBezTo>
                <a:cubicBezTo>
                  <a:pt x="7279" y="8689"/>
                  <a:pt x="7213" y="8631"/>
                  <a:pt x="7211" y="8550"/>
                </a:cubicBezTo>
                <a:cubicBezTo>
                  <a:pt x="7210" y="8528"/>
                  <a:pt x="7164" y="8510"/>
                  <a:pt x="7104" y="8508"/>
                </a:cubicBezTo>
                <a:cubicBezTo>
                  <a:pt x="7036" y="8507"/>
                  <a:pt x="6910" y="8433"/>
                  <a:pt x="6777" y="8315"/>
                </a:cubicBezTo>
                <a:cubicBezTo>
                  <a:pt x="6661" y="8211"/>
                  <a:pt x="6551" y="8136"/>
                  <a:pt x="6530" y="8148"/>
                </a:cubicBezTo>
                <a:cubicBezTo>
                  <a:pt x="6509" y="8160"/>
                  <a:pt x="6424" y="8126"/>
                  <a:pt x="6344" y="8069"/>
                </a:cubicBezTo>
                <a:cubicBezTo>
                  <a:pt x="6264" y="8013"/>
                  <a:pt x="6136" y="7957"/>
                  <a:pt x="6062" y="7949"/>
                </a:cubicBezTo>
                <a:cubicBezTo>
                  <a:pt x="5989" y="7942"/>
                  <a:pt x="5900" y="7903"/>
                  <a:pt x="5860" y="7865"/>
                </a:cubicBezTo>
                <a:cubicBezTo>
                  <a:pt x="5820" y="7828"/>
                  <a:pt x="5719" y="7803"/>
                  <a:pt x="5640" y="7803"/>
                </a:cubicBezTo>
                <a:cubicBezTo>
                  <a:pt x="5553" y="7803"/>
                  <a:pt x="5469" y="7769"/>
                  <a:pt x="5421" y="7719"/>
                </a:cubicBezTo>
                <a:cubicBezTo>
                  <a:pt x="5356" y="7653"/>
                  <a:pt x="5288" y="7640"/>
                  <a:pt x="5072" y="7646"/>
                </a:cubicBezTo>
                <a:cubicBezTo>
                  <a:pt x="4826" y="7652"/>
                  <a:pt x="4377" y="7588"/>
                  <a:pt x="4222" y="7526"/>
                </a:cubicBezTo>
                <a:cubicBezTo>
                  <a:pt x="4145" y="7495"/>
                  <a:pt x="3711" y="7485"/>
                  <a:pt x="1565" y="7463"/>
                </a:cubicBezTo>
                <a:lnTo>
                  <a:pt x="0" y="7447"/>
                </a:lnTo>
                <a:cubicBezTo>
                  <a:pt x="12" y="7854"/>
                  <a:pt x="33" y="7882"/>
                  <a:pt x="73" y="7892"/>
                </a:cubicBezTo>
                <a:cubicBezTo>
                  <a:pt x="121" y="7903"/>
                  <a:pt x="170" y="7947"/>
                  <a:pt x="186" y="7986"/>
                </a:cubicBezTo>
                <a:cubicBezTo>
                  <a:pt x="202" y="8024"/>
                  <a:pt x="301" y="8126"/>
                  <a:pt x="405" y="8216"/>
                </a:cubicBezTo>
                <a:cubicBezTo>
                  <a:pt x="545" y="8335"/>
                  <a:pt x="597" y="8407"/>
                  <a:pt x="597" y="8493"/>
                </a:cubicBezTo>
                <a:cubicBezTo>
                  <a:pt x="597" y="8572"/>
                  <a:pt x="617" y="8613"/>
                  <a:pt x="664" y="8613"/>
                </a:cubicBezTo>
                <a:cubicBezTo>
                  <a:pt x="703" y="8613"/>
                  <a:pt x="743" y="8645"/>
                  <a:pt x="754" y="8686"/>
                </a:cubicBezTo>
                <a:cubicBezTo>
                  <a:pt x="766" y="8727"/>
                  <a:pt x="830" y="8794"/>
                  <a:pt x="901" y="8832"/>
                </a:cubicBezTo>
                <a:cubicBezTo>
                  <a:pt x="1006" y="8890"/>
                  <a:pt x="1021" y="8916"/>
                  <a:pt x="985" y="8979"/>
                </a:cubicBezTo>
                <a:cubicBezTo>
                  <a:pt x="926" y="9080"/>
                  <a:pt x="933" y="9099"/>
                  <a:pt x="1008" y="9099"/>
                </a:cubicBezTo>
                <a:cubicBezTo>
                  <a:pt x="1079" y="9099"/>
                  <a:pt x="1340" y="9426"/>
                  <a:pt x="1340" y="9517"/>
                </a:cubicBezTo>
                <a:cubicBezTo>
                  <a:pt x="1340" y="9549"/>
                  <a:pt x="1384" y="9603"/>
                  <a:pt x="1441" y="9637"/>
                </a:cubicBezTo>
                <a:cubicBezTo>
                  <a:pt x="1523" y="9687"/>
                  <a:pt x="1538" y="9728"/>
                  <a:pt x="1525" y="9836"/>
                </a:cubicBezTo>
                <a:cubicBezTo>
                  <a:pt x="1511" y="9956"/>
                  <a:pt x="1530" y="9977"/>
                  <a:pt x="1649" y="10019"/>
                </a:cubicBezTo>
                <a:cubicBezTo>
                  <a:pt x="1724" y="10045"/>
                  <a:pt x="1770" y="10082"/>
                  <a:pt x="1756" y="10102"/>
                </a:cubicBezTo>
                <a:cubicBezTo>
                  <a:pt x="1743" y="10123"/>
                  <a:pt x="1777" y="10183"/>
                  <a:pt x="1835" y="10233"/>
                </a:cubicBezTo>
                <a:cubicBezTo>
                  <a:pt x="1920" y="10307"/>
                  <a:pt x="1935" y="10343"/>
                  <a:pt x="1903" y="10421"/>
                </a:cubicBezTo>
                <a:cubicBezTo>
                  <a:pt x="1872" y="10495"/>
                  <a:pt x="1877" y="10515"/>
                  <a:pt x="1925" y="10515"/>
                </a:cubicBezTo>
                <a:cubicBezTo>
                  <a:pt x="1999" y="10515"/>
                  <a:pt x="2077" y="10642"/>
                  <a:pt x="2077" y="10756"/>
                </a:cubicBezTo>
                <a:cubicBezTo>
                  <a:pt x="2077" y="10799"/>
                  <a:pt x="2109" y="10842"/>
                  <a:pt x="2145" y="10855"/>
                </a:cubicBezTo>
                <a:cubicBezTo>
                  <a:pt x="2181" y="10868"/>
                  <a:pt x="2212" y="10912"/>
                  <a:pt x="2212" y="10954"/>
                </a:cubicBezTo>
                <a:cubicBezTo>
                  <a:pt x="2212" y="10996"/>
                  <a:pt x="2265" y="11083"/>
                  <a:pt x="2330" y="11148"/>
                </a:cubicBezTo>
                <a:cubicBezTo>
                  <a:pt x="2396" y="11212"/>
                  <a:pt x="2448" y="11278"/>
                  <a:pt x="2449" y="11289"/>
                </a:cubicBezTo>
                <a:cubicBezTo>
                  <a:pt x="2450" y="11300"/>
                  <a:pt x="2504" y="11357"/>
                  <a:pt x="2567" y="11419"/>
                </a:cubicBezTo>
                <a:cubicBezTo>
                  <a:pt x="2635" y="11487"/>
                  <a:pt x="2675" y="11563"/>
                  <a:pt x="2663" y="11607"/>
                </a:cubicBezTo>
                <a:cubicBezTo>
                  <a:pt x="2648" y="11658"/>
                  <a:pt x="2668" y="11692"/>
                  <a:pt x="2730" y="11707"/>
                </a:cubicBezTo>
                <a:cubicBezTo>
                  <a:pt x="2781" y="11719"/>
                  <a:pt x="2820" y="11759"/>
                  <a:pt x="2820" y="11801"/>
                </a:cubicBezTo>
                <a:cubicBezTo>
                  <a:pt x="2820" y="11842"/>
                  <a:pt x="2867" y="11898"/>
                  <a:pt x="2921" y="11921"/>
                </a:cubicBezTo>
                <a:cubicBezTo>
                  <a:pt x="2976" y="11944"/>
                  <a:pt x="3012" y="11982"/>
                  <a:pt x="3006" y="12010"/>
                </a:cubicBezTo>
                <a:cubicBezTo>
                  <a:pt x="2999" y="12039"/>
                  <a:pt x="3030" y="12059"/>
                  <a:pt x="3073" y="12052"/>
                </a:cubicBezTo>
                <a:cubicBezTo>
                  <a:pt x="3119" y="12045"/>
                  <a:pt x="3166" y="12076"/>
                  <a:pt x="3192" y="12130"/>
                </a:cubicBezTo>
                <a:cubicBezTo>
                  <a:pt x="3216" y="12180"/>
                  <a:pt x="3260" y="12219"/>
                  <a:pt x="3293" y="12219"/>
                </a:cubicBezTo>
                <a:cubicBezTo>
                  <a:pt x="3326" y="12219"/>
                  <a:pt x="3365" y="12258"/>
                  <a:pt x="3377" y="12303"/>
                </a:cubicBezTo>
                <a:cubicBezTo>
                  <a:pt x="3392" y="12355"/>
                  <a:pt x="3453" y="12390"/>
                  <a:pt x="3552" y="12407"/>
                </a:cubicBezTo>
                <a:cubicBezTo>
                  <a:pt x="3635" y="12422"/>
                  <a:pt x="3726" y="12468"/>
                  <a:pt x="3755" y="12512"/>
                </a:cubicBezTo>
                <a:cubicBezTo>
                  <a:pt x="3824" y="12618"/>
                  <a:pt x="4076" y="12762"/>
                  <a:pt x="4149" y="12736"/>
                </a:cubicBezTo>
                <a:cubicBezTo>
                  <a:pt x="4181" y="12725"/>
                  <a:pt x="4227" y="12731"/>
                  <a:pt x="4250" y="12752"/>
                </a:cubicBezTo>
                <a:cubicBezTo>
                  <a:pt x="4315" y="12813"/>
                  <a:pt x="5314" y="12885"/>
                  <a:pt x="5415" y="12836"/>
                </a:cubicBezTo>
                <a:cubicBezTo>
                  <a:pt x="5437" y="12825"/>
                  <a:pt x="5505" y="12810"/>
                  <a:pt x="5567" y="12804"/>
                </a:cubicBezTo>
                <a:cubicBezTo>
                  <a:pt x="5629" y="12799"/>
                  <a:pt x="5743" y="12781"/>
                  <a:pt x="5815" y="12768"/>
                </a:cubicBezTo>
                <a:cubicBezTo>
                  <a:pt x="5887" y="12754"/>
                  <a:pt x="6059" y="12743"/>
                  <a:pt x="6198" y="12742"/>
                </a:cubicBezTo>
                <a:cubicBezTo>
                  <a:pt x="6387" y="12740"/>
                  <a:pt x="6455" y="12725"/>
                  <a:pt x="6485" y="12674"/>
                </a:cubicBezTo>
                <a:cubicBezTo>
                  <a:pt x="6507" y="12635"/>
                  <a:pt x="6590" y="12601"/>
                  <a:pt x="6670" y="12595"/>
                </a:cubicBezTo>
                <a:cubicBezTo>
                  <a:pt x="6749" y="12590"/>
                  <a:pt x="6833" y="12565"/>
                  <a:pt x="6862" y="12543"/>
                </a:cubicBezTo>
                <a:cubicBezTo>
                  <a:pt x="6890" y="12521"/>
                  <a:pt x="6947" y="12513"/>
                  <a:pt x="6986" y="12527"/>
                </a:cubicBezTo>
                <a:cubicBezTo>
                  <a:pt x="7025" y="12541"/>
                  <a:pt x="7059" y="12532"/>
                  <a:pt x="7059" y="12506"/>
                </a:cubicBezTo>
                <a:cubicBezTo>
                  <a:pt x="7059" y="12451"/>
                  <a:pt x="7239" y="12380"/>
                  <a:pt x="7447" y="12355"/>
                </a:cubicBezTo>
                <a:cubicBezTo>
                  <a:pt x="7530" y="12345"/>
                  <a:pt x="7633" y="12314"/>
                  <a:pt x="7672" y="12282"/>
                </a:cubicBezTo>
                <a:cubicBezTo>
                  <a:pt x="7765" y="12204"/>
                  <a:pt x="7865" y="12206"/>
                  <a:pt x="7937" y="12287"/>
                </a:cubicBezTo>
                <a:cubicBezTo>
                  <a:pt x="7969" y="12323"/>
                  <a:pt x="8038" y="12366"/>
                  <a:pt x="8095" y="12386"/>
                </a:cubicBezTo>
                <a:cubicBezTo>
                  <a:pt x="8151" y="12406"/>
                  <a:pt x="8188" y="12442"/>
                  <a:pt x="8173" y="12465"/>
                </a:cubicBezTo>
                <a:cubicBezTo>
                  <a:pt x="8158" y="12487"/>
                  <a:pt x="8195" y="12521"/>
                  <a:pt x="8258" y="12543"/>
                </a:cubicBezTo>
                <a:cubicBezTo>
                  <a:pt x="8321" y="12565"/>
                  <a:pt x="8362" y="12605"/>
                  <a:pt x="8348" y="12627"/>
                </a:cubicBezTo>
                <a:cubicBezTo>
                  <a:pt x="8334" y="12648"/>
                  <a:pt x="8368" y="12690"/>
                  <a:pt x="8427" y="12726"/>
                </a:cubicBezTo>
                <a:cubicBezTo>
                  <a:pt x="8539" y="12794"/>
                  <a:pt x="8603" y="12935"/>
                  <a:pt x="8539" y="12971"/>
                </a:cubicBezTo>
                <a:cubicBezTo>
                  <a:pt x="8518" y="12984"/>
                  <a:pt x="8328" y="12995"/>
                  <a:pt x="8117" y="12998"/>
                </a:cubicBezTo>
                <a:cubicBezTo>
                  <a:pt x="7774" y="13003"/>
                  <a:pt x="7727" y="13016"/>
                  <a:pt x="7639" y="13102"/>
                </a:cubicBezTo>
                <a:cubicBezTo>
                  <a:pt x="7580" y="13160"/>
                  <a:pt x="7513" y="13188"/>
                  <a:pt x="7481" y="13170"/>
                </a:cubicBezTo>
                <a:cubicBezTo>
                  <a:pt x="7438" y="13146"/>
                  <a:pt x="7438" y="13152"/>
                  <a:pt x="7481" y="13201"/>
                </a:cubicBezTo>
                <a:cubicBezTo>
                  <a:pt x="7543" y="13273"/>
                  <a:pt x="7515" y="13316"/>
                  <a:pt x="7402" y="13316"/>
                </a:cubicBezTo>
                <a:cubicBezTo>
                  <a:pt x="7311" y="13316"/>
                  <a:pt x="7106" y="13479"/>
                  <a:pt x="7036" y="13609"/>
                </a:cubicBezTo>
                <a:cubicBezTo>
                  <a:pt x="6998" y="13680"/>
                  <a:pt x="6960" y="13698"/>
                  <a:pt x="6851" y="13687"/>
                </a:cubicBezTo>
                <a:cubicBezTo>
                  <a:pt x="6740" y="13677"/>
                  <a:pt x="6713" y="13687"/>
                  <a:pt x="6732" y="13735"/>
                </a:cubicBezTo>
                <a:cubicBezTo>
                  <a:pt x="6757" y="13795"/>
                  <a:pt x="6619" y="13898"/>
                  <a:pt x="6563" y="13860"/>
                </a:cubicBezTo>
                <a:cubicBezTo>
                  <a:pt x="6548" y="13850"/>
                  <a:pt x="6541" y="13856"/>
                  <a:pt x="6552" y="13870"/>
                </a:cubicBezTo>
                <a:cubicBezTo>
                  <a:pt x="6592" y="13921"/>
                  <a:pt x="6487" y="14040"/>
                  <a:pt x="6423" y="14017"/>
                </a:cubicBezTo>
                <a:cubicBezTo>
                  <a:pt x="6373" y="13999"/>
                  <a:pt x="6361" y="14029"/>
                  <a:pt x="6361" y="14142"/>
                </a:cubicBezTo>
                <a:cubicBezTo>
                  <a:pt x="6361" y="14286"/>
                  <a:pt x="6365" y="14289"/>
                  <a:pt x="6541" y="14289"/>
                </a:cubicBezTo>
                <a:cubicBezTo>
                  <a:pt x="6644" y="14289"/>
                  <a:pt x="6767" y="14318"/>
                  <a:pt x="6834" y="14362"/>
                </a:cubicBezTo>
                <a:cubicBezTo>
                  <a:pt x="6897" y="14403"/>
                  <a:pt x="7030" y="14453"/>
                  <a:pt x="7126" y="14466"/>
                </a:cubicBezTo>
                <a:cubicBezTo>
                  <a:pt x="7229" y="14481"/>
                  <a:pt x="7323" y="14524"/>
                  <a:pt x="7357" y="14571"/>
                </a:cubicBezTo>
                <a:cubicBezTo>
                  <a:pt x="7402" y="14632"/>
                  <a:pt x="7435" y="14644"/>
                  <a:pt x="7509" y="14618"/>
                </a:cubicBezTo>
                <a:cubicBezTo>
                  <a:pt x="7572" y="14596"/>
                  <a:pt x="7648" y="14603"/>
                  <a:pt x="7717" y="14639"/>
                </a:cubicBezTo>
                <a:cubicBezTo>
                  <a:pt x="7840" y="14702"/>
                  <a:pt x="8004" y="14711"/>
                  <a:pt x="8038" y="14660"/>
                </a:cubicBezTo>
                <a:cubicBezTo>
                  <a:pt x="8051" y="14640"/>
                  <a:pt x="8149" y="14621"/>
                  <a:pt x="8258" y="14618"/>
                </a:cubicBezTo>
                <a:cubicBezTo>
                  <a:pt x="8367" y="14614"/>
                  <a:pt x="8492" y="14609"/>
                  <a:pt x="8534" y="14607"/>
                </a:cubicBezTo>
                <a:cubicBezTo>
                  <a:pt x="8654" y="14602"/>
                  <a:pt x="8897" y="14489"/>
                  <a:pt x="8871" y="14451"/>
                </a:cubicBezTo>
                <a:cubicBezTo>
                  <a:pt x="8859" y="14431"/>
                  <a:pt x="8915" y="14381"/>
                  <a:pt x="8995" y="14336"/>
                </a:cubicBezTo>
                <a:cubicBezTo>
                  <a:pt x="9075" y="14290"/>
                  <a:pt x="9173" y="14216"/>
                  <a:pt x="9215" y="14174"/>
                </a:cubicBezTo>
                <a:cubicBezTo>
                  <a:pt x="9342" y="14043"/>
                  <a:pt x="9529" y="14131"/>
                  <a:pt x="9558" y="14336"/>
                </a:cubicBezTo>
                <a:cubicBezTo>
                  <a:pt x="9566" y="14393"/>
                  <a:pt x="9607" y="14486"/>
                  <a:pt x="9648" y="14545"/>
                </a:cubicBezTo>
                <a:cubicBezTo>
                  <a:pt x="9689" y="14603"/>
                  <a:pt x="9721" y="14678"/>
                  <a:pt x="9721" y="14712"/>
                </a:cubicBezTo>
                <a:cubicBezTo>
                  <a:pt x="9721" y="14746"/>
                  <a:pt x="9763" y="14814"/>
                  <a:pt x="9811" y="14858"/>
                </a:cubicBezTo>
                <a:cubicBezTo>
                  <a:pt x="9871" y="14913"/>
                  <a:pt x="9896" y="14990"/>
                  <a:pt x="9896" y="15104"/>
                </a:cubicBezTo>
                <a:cubicBezTo>
                  <a:pt x="9896" y="15209"/>
                  <a:pt x="9921" y="15289"/>
                  <a:pt x="9963" y="15318"/>
                </a:cubicBezTo>
                <a:cubicBezTo>
                  <a:pt x="10001" y="15343"/>
                  <a:pt x="10039" y="15400"/>
                  <a:pt x="10048" y="15444"/>
                </a:cubicBezTo>
                <a:cubicBezTo>
                  <a:pt x="10057" y="15487"/>
                  <a:pt x="10067" y="15527"/>
                  <a:pt x="10070" y="15527"/>
                </a:cubicBezTo>
                <a:cubicBezTo>
                  <a:pt x="10089" y="15527"/>
                  <a:pt x="10121" y="15708"/>
                  <a:pt x="10127" y="15851"/>
                </a:cubicBezTo>
                <a:cubicBezTo>
                  <a:pt x="10130" y="15940"/>
                  <a:pt x="10154" y="16024"/>
                  <a:pt x="10177" y="16039"/>
                </a:cubicBezTo>
                <a:cubicBezTo>
                  <a:pt x="10201" y="16054"/>
                  <a:pt x="10221" y="16093"/>
                  <a:pt x="10228" y="16123"/>
                </a:cubicBezTo>
                <a:cubicBezTo>
                  <a:pt x="10234" y="16153"/>
                  <a:pt x="10256" y="16228"/>
                  <a:pt x="10273" y="16295"/>
                </a:cubicBezTo>
                <a:cubicBezTo>
                  <a:pt x="10290" y="16362"/>
                  <a:pt x="10303" y="16464"/>
                  <a:pt x="10301" y="16520"/>
                </a:cubicBezTo>
                <a:cubicBezTo>
                  <a:pt x="10299" y="16576"/>
                  <a:pt x="10317" y="16641"/>
                  <a:pt x="10341" y="16666"/>
                </a:cubicBezTo>
                <a:cubicBezTo>
                  <a:pt x="10364" y="16692"/>
                  <a:pt x="10366" y="16723"/>
                  <a:pt x="10346" y="16734"/>
                </a:cubicBezTo>
                <a:cubicBezTo>
                  <a:pt x="10272" y="16777"/>
                  <a:pt x="10285" y="17052"/>
                  <a:pt x="10363" y="17105"/>
                </a:cubicBezTo>
                <a:cubicBezTo>
                  <a:pt x="10441" y="17158"/>
                  <a:pt x="10434" y="17121"/>
                  <a:pt x="10470" y="18386"/>
                </a:cubicBezTo>
                <a:cubicBezTo>
                  <a:pt x="10479" y="18692"/>
                  <a:pt x="10475" y="18726"/>
                  <a:pt x="10408" y="18715"/>
                </a:cubicBezTo>
                <a:cubicBezTo>
                  <a:pt x="10367" y="18708"/>
                  <a:pt x="10279" y="18743"/>
                  <a:pt x="10217" y="18788"/>
                </a:cubicBezTo>
                <a:cubicBezTo>
                  <a:pt x="10142" y="18842"/>
                  <a:pt x="10039" y="18872"/>
                  <a:pt x="9918" y="18872"/>
                </a:cubicBezTo>
                <a:cubicBezTo>
                  <a:pt x="9770" y="18872"/>
                  <a:pt x="9728" y="18885"/>
                  <a:pt x="9710" y="18950"/>
                </a:cubicBezTo>
                <a:cubicBezTo>
                  <a:pt x="9697" y="18995"/>
                  <a:pt x="9655" y="19034"/>
                  <a:pt x="9620" y="19034"/>
                </a:cubicBezTo>
                <a:cubicBezTo>
                  <a:pt x="9585" y="19034"/>
                  <a:pt x="9547" y="19066"/>
                  <a:pt x="9536" y="19107"/>
                </a:cubicBezTo>
                <a:cubicBezTo>
                  <a:pt x="9518" y="19168"/>
                  <a:pt x="9456" y="19189"/>
                  <a:pt x="9203" y="19212"/>
                </a:cubicBezTo>
                <a:cubicBezTo>
                  <a:pt x="9032" y="19227"/>
                  <a:pt x="8854" y="19230"/>
                  <a:pt x="8809" y="19217"/>
                </a:cubicBezTo>
                <a:cubicBezTo>
                  <a:pt x="8763" y="19203"/>
                  <a:pt x="8706" y="19218"/>
                  <a:pt x="8674" y="19253"/>
                </a:cubicBezTo>
                <a:cubicBezTo>
                  <a:pt x="8635" y="19297"/>
                  <a:pt x="8605" y="19303"/>
                  <a:pt x="8567" y="19274"/>
                </a:cubicBezTo>
                <a:cubicBezTo>
                  <a:pt x="8514" y="19234"/>
                  <a:pt x="8264" y="19305"/>
                  <a:pt x="8179" y="19384"/>
                </a:cubicBezTo>
                <a:cubicBezTo>
                  <a:pt x="8159" y="19403"/>
                  <a:pt x="8127" y="19419"/>
                  <a:pt x="8111" y="19421"/>
                </a:cubicBezTo>
                <a:cubicBezTo>
                  <a:pt x="8081" y="19424"/>
                  <a:pt x="7996" y="19457"/>
                  <a:pt x="7791" y="19536"/>
                </a:cubicBezTo>
                <a:cubicBezTo>
                  <a:pt x="7725" y="19561"/>
                  <a:pt x="7672" y="19602"/>
                  <a:pt x="7672" y="19630"/>
                </a:cubicBezTo>
                <a:cubicBezTo>
                  <a:pt x="7672" y="19658"/>
                  <a:pt x="7630" y="19706"/>
                  <a:pt x="7582" y="19734"/>
                </a:cubicBezTo>
                <a:cubicBezTo>
                  <a:pt x="7534" y="19762"/>
                  <a:pt x="7492" y="19813"/>
                  <a:pt x="7492" y="19849"/>
                </a:cubicBezTo>
                <a:cubicBezTo>
                  <a:pt x="7492" y="19885"/>
                  <a:pt x="7455" y="19945"/>
                  <a:pt x="7408" y="19985"/>
                </a:cubicBezTo>
                <a:cubicBezTo>
                  <a:pt x="7360" y="20025"/>
                  <a:pt x="7334" y="20072"/>
                  <a:pt x="7346" y="20090"/>
                </a:cubicBezTo>
                <a:cubicBezTo>
                  <a:pt x="7358" y="20107"/>
                  <a:pt x="7346" y="20134"/>
                  <a:pt x="7323" y="20147"/>
                </a:cubicBezTo>
                <a:cubicBezTo>
                  <a:pt x="7300" y="20160"/>
                  <a:pt x="7279" y="20203"/>
                  <a:pt x="7278" y="20241"/>
                </a:cubicBezTo>
                <a:cubicBezTo>
                  <a:pt x="7278" y="20280"/>
                  <a:pt x="7267" y="20396"/>
                  <a:pt x="7250" y="20502"/>
                </a:cubicBezTo>
                <a:cubicBezTo>
                  <a:pt x="7216" y="20725"/>
                  <a:pt x="7136" y="20788"/>
                  <a:pt x="6862" y="20795"/>
                </a:cubicBezTo>
                <a:cubicBezTo>
                  <a:pt x="6748" y="20798"/>
                  <a:pt x="6692" y="20816"/>
                  <a:pt x="6699" y="20847"/>
                </a:cubicBezTo>
                <a:cubicBezTo>
                  <a:pt x="6713" y="20914"/>
                  <a:pt x="6565" y="20983"/>
                  <a:pt x="6451" y="20962"/>
                </a:cubicBezTo>
                <a:cubicBezTo>
                  <a:pt x="6389" y="20951"/>
                  <a:pt x="6361" y="20963"/>
                  <a:pt x="6361" y="21004"/>
                </a:cubicBezTo>
                <a:cubicBezTo>
                  <a:pt x="6361" y="21038"/>
                  <a:pt x="6323" y="21076"/>
                  <a:pt x="6276" y="21088"/>
                </a:cubicBezTo>
                <a:cubicBezTo>
                  <a:pt x="6230" y="21099"/>
                  <a:pt x="6182" y="21150"/>
                  <a:pt x="6175" y="21198"/>
                </a:cubicBezTo>
                <a:cubicBezTo>
                  <a:pt x="6165" y="21262"/>
                  <a:pt x="6135" y="21280"/>
                  <a:pt x="6062" y="21271"/>
                </a:cubicBezTo>
                <a:cubicBezTo>
                  <a:pt x="5965" y="21258"/>
                  <a:pt x="5929" y="21320"/>
                  <a:pt x="6006" y="21365"/>
                </a:cubicBezTo>
                <a:cubicBezTo>
                  <a:pt x="6029" y="21378"/>
                  <a:pt x="6021" y="21437"/>
                  <a:pt x="5984" y="21506"/>
                </a:cubicBezTo>
                <a:lnTo>
                  <a:pt x="5933" y="21600"/>
                </a:lnTo>
                <a:lnTo>
                  <a:pt x="15637" y="21600"/>
                </a:lnTo>
                <a:lnTo>
                  <a:pt x="15570" y="21428"/>
                </a:lnTo>
                <a:cubicBezTo>
                  <a:pt x="15518" y="21298"/>
                  <a:pt x="15509" y="21229"/>
                  <a:pt x="15542" y="21192"/>
                </a:cubicBezTo>
                <a:cubicBezTo>
                  <a:pt x="15575" y="21155"/>
                  <a:pt x="15559" y="21113"/>
                  <a:pt x="15491" y="21046"/>
                </a:cubicBezTo>
                <a:cubicBezTo>
                  <a:pt x="15439" y="20995"/>
                  <a:pt x="15401" y="20926"/>
                  <a:pt x="15401" y="20889"/>
                </a:cubicBezTo>
                <a:cubicBezTo>
                  <a:pt x="15401" y="20852"/>
                  <a:pt x="15359" y="20803"/>
                  <a:pt x="15311" y="20779"/>
                </a:cubicBezTo>
                <a:cubicBezTo>
                  <a:pt x="15263" y="20756"/>
                  <a:pt x="15226" y="20720"/>
                  <a:pt x="15226" y="20701"/>
                </a:cubicBezTo>
                <a:cubicBezTo>
                  <a:pt x="15226" y="20622"/>
                  <a:pt x="14964" y="20412"/>
                  <a:pt x="14855" y="20403"/>
                </a:cubicBezTo>
                <a:cubicBezTo>
                  <a:pt x="14791" y="20398"/>
                  <a:pt x="14720" y="20359"/>
                  <a:pt x="14697" y="20320"/>
                </a:cubicBezTo>
                <a:cubicBezTo>
                  <a:pt x="14668" y="20269"/>
                  <a:pt x="14624" y="20256"/>
                  <a:pt x="14551" y="20273"/>
                </a:cubicBezTo>
                <a:cubicBezTo>
                  <a:pt x="14488" y="20287"/>
                  <a:pt x="14433" y="20274"/>
                  <a:pt x="14410" y="20241"/>
                </a:cubicBezTo>
                <a:cubicBezTo>
                  <a:pt x="14387" y="20207"/>
                  <a:pt x="14287" y="20189"/>
                  <a:pt x="14134" y="20189"/>
                </a:cubicBezTo>
                <a:lnTo>
                  <a:pt x="13892" y="20189"/>
                </a:lnTo>
                <a:lnTo>
                  <a:pt x="13892" y="20037"/>
                </a:lnTo>
                <a:cubicBezTo>
                  <a:pt x="13895" y="19918"/>
                  <a:pt x="13880" y="19886"/>
                  <a:pt x="13819" y="19886"/>
                </a:cubicBezTo>
                <a:cubicBezTo>
                  <a:pt x="13777" y="19886"/>
                  <a:pt x="13721" y="19847"/>
                  <a:pt x="13695" y="19802"/>
                </a:cubicBezTo>
                <a:cubicBezTo>
                  <a:pt x="13670" y="19758"/>
                  <a:pt x="13662" y="19724"/>
                  <a:pt x="13679" y="19724"/>
                </a:cubicBezTo>
                <a:cubicBezTo>
                  <a:pt x="13695" y="19724"/>
                  <a:pt x="13676" y="19684"/>
                  <a:pt x="13633" y="19640"/>
                </a:cubicBezTo>
                <a:cubicBezTo>
                  <a:pt x="13591" y="19596"/>
                  <a:pt x="13536" y="19571"/>
                  <a:pt x="13515" y="19583"/>
                </a:cubicBezTo>
                <a:cubicBezTo>
                  <a:pt x="13494" y="19595"/>
                  <a:pt x="13461" y="19567"/>
                  <a:pt x="13442" y="19520"/>
                </a:cubicBezTo>
                <a:cubicBezTo>
                  <a:pt x="13423" y="19473"/>
                  <a:pt x="13360" y="19413"/>
                  <a:pt x="13301" y="19384"/>
                </a:cubicBezTo>
                <a:cubicBezTo>
                  <a:pt x="13242" y="19356"/>
                  <a:pt x="13200" y="19311"/>
                  <a:pt x="13206" y="19285"/>
                </a:cubicBezTo>
                <a:cubicBezTo>
                  <a:pt x="13212" y="19259"/>
                  <a:pt x="13201" y="19234"/>
                  <a:pt x="13183" y="19233"/>
                </a:cubicBezTo>
                <a:cubicBezTo>
                  <a:pt x="13165" y="19231"/>
                  <a:pt x="13065" y="19223"/>
                  <a:pt x="12964" y="19217"/>
                </a:cubicBezTo>
                <a:cubicBezTo>
                  <a:pt x="12862" y="19211"/>
                  <a:pt x="12752" y="19187"/>
                  <a:pt x="12716" y="19159"/>
                </a:cubicBezTo>
                <a:cubicBezTo>
                  <a:pt x="12680" y="19132"/>
                  <a:pt x="12630" y="19118"/>
                  <a:pt x="12603" y="19133"/>
                </a:cubicBezTo>
                <a:cubicBezTo>
                  <a:pt x="12577" y="19148"/>
                  <a:pt x="12519" y="19134"/>
                  <a:pt x="12474" y="19097"/>
                </a:cubicBezTo>
                <a:cubicBezTo>
                  <a:pt x="12429" y="19059"/>
                  <a:pt x="12371" y="19040"/>
                  <a:pt x="12344" y="19055"/>
                </a:cubicBezTo>
                <a:cubicBezTo>
                  <a:pt x="12263" y="19102"/>
                  <a:pt x="12039" y="19111"/>
                  <a:pt x="12012" y="19071"/>
                </a:cubicBezTo>
                <a:cubicBezTo>
                  <a:pt x="11998" y="19049"/>
                  <a:pt x="11934" y="19034"/>
                  <a:pt x="11866" y="19034"/>
                </a:cubicBezTo>
                <a:cubicBezTo>
                  <a:pt x="11782" y="19034"/>
                  <a:pt x="11719" y="19001"/>
                  <a:pt x="11669" y="18929"/>
                </a:cubicBezTo>
                <a:cubicBezTo>
                  <a:pt x="11616" y="18855"/>
                  <a:pt x="11578" y="18837"/>
                  <a:pt x="11539" y="18867"/>
                </a:cubicBezTo>
                <a:cubicBezTo>
                  <a:pt x="11477" y="18915"/>
                  <a:pt x="11359" y="18861"/>
                  <a:pt x="11359" y="18783"/>
                </a:cubicBezTo>
                <a:cubicBezTo>
                  <a:pt x="11359" y="18754"/>
                  <a:pt x="11314" y="18722"/>
                  <a:pt x="11258" y="18715"/>
                </a:cubicBezTo>
                <a:cubicBezTo>
                  <a:pt x="11203" y="18708"/>
                  <a:pt x="11147" y="18678"/>
                  <a:pt x="11134" y="18647"/>
                </a:cubicBezTo>
                <a:cubicBezTo>
                  <a:pt x="11100" y="18565"/>
                  <a:pt x="11201" y="18313"/>
                  <a:pt x="11286" y="18266"/>
                </a:cubicBezTo>
                <a:cubicBezTo>
                  <a:pt x="11352" y="18229"/>
                  <a:pt x="11350" y="18217"/>
                  <a:pt x="11258" y="18151"/>
                </a:cubicBezTo>
                <a:cubicBezTo>
                  <a:pt x="11171" y="18087"/>
                  <a:pt x="11164" y="18068"/>
                  <a:pt x="11219" y="18025"/>
                </a:cubicBezTo>
                <a:cubicBezTo>
                  <a:pt x="11255" y="17997"/>
                  <a:pt x="11297" y="17865"/>
                  <a:pt x="11314" y="17717"/>
                </a:cubicBezTo>
                <a:cubicBezTo>
                  <a:pt x="11332" y="17566"/>
                  <a:pt x="11372" y="17438"/>
                  <a:pt x="11410" y="17409"/>
                </a:cubicBezTo>
                <a:cubicBezTo>
                  <a:pt x="11446" y="17380"/>
                  <a:pt x="11471" y="17301"/>
                  <a:pt x="11466" y="17231"/>
                </a:cubicBezTo>
                <a:cubicBezTo>
                  <a:pt x="11455" y="17068"/>
                  <a:pt x="11534" y="16886"/>
                  <a:pt x="11618" y="16886"/>
                </a:cubicBezTo>
                <a:cubicBezTo>
                  <a:pt x="11671" y="16886"/>
                  <a:pt x="11685" y="16841"/>
                  <a:pt x="11675" y="16677"/>
                </a:cubicBezTo>
                <a:cubicBezTo>
                  <a:pt x="11663" y="16496"/>
                  <a:pt x="11674" y="16462"/>
                  <a:pt x="11759" y="16426"/>
                </a:cubicBezTo>
                <a:cubicBezTo>
                  <a:pt x="11836" y="16394"/>
                  <a:pt x="11857" y="16352"/>
                  <a:pt x="11855" y="16227"/>
                </a:cubicBezTo>
                <a:cubicBezTo>
                  <a:pt x="11853" y="16141"/>
                  <a:pt x="11876" y="16046"/>
                  <a:pt x="11905" y="16013"/>
                </a:cubicBezTo>
                <a:cubicBezTo>
                  <a:pt x="11935" y="15980"/>
                  <a:pt x="11943" y="15951"/>
                  <a:pt x="11922" y="15950"/>
                </a:cubicBezTo>
                <a:cubicBezTo>
                  <a:pt x="11901" y="15950"/>
                  <a:pt x="11912" y="15925"/>
                  <a:pt x="11950" y="15898"/>
                </a:cubicBezTo>
                <a:cubicBezTo>
                  <a:pt x="11989" y="15871"/>
                  <a:pt x="12045" y="15783"/>
                  <a:pt x="12074" y="15700"/>
                </a:cubicBezTo>
                <a:cubicBezTo>
                  <a:pt x="12104" y="15616"/>
                  <a:pt x="12164" y="15527"/>
                  <a:pt x="12204" y="15506"/>
                </a:cubicBezTo>
                <a:cubicBezTo>
                  <a:pt x="12244" y="15485"/>
                  <a:pt x="12261" y="15460"/>
                  <a:pt x="12243" y="15444"/>
                </a:cubicBezTo>
                <a:cubicBezTo>
                  <a:pt x="12194" y="15398"/>
                  <a:pt x="12296" y="15303"/>
                  <a:pt x="12367" y="15329"/>
                </a:cubicBezTo>
                <a:cubicBezTo>
                  <a:pt x="12414" y="15345"/>
                  <a:pt x="12429" y="15316"/>
                  <a:pt x="12429" y="15208"/>
                </a:cubicBezTo>
                <a:cubicBezTo>
                  <a:pt x="12429" y="15116"/>
                  <a:pt x="12457" y="15044"/>
                  <a:pt x="12508" y="15010"/>
                </a:cubicBezTo>
                <a:cubicBezTo>
                  <a:pt x="12551" y="14981"/>
                  <a:pt x="12599" y="14923"/>
                  <a:pt x="12615" y="14884"/>
                </a:cubicBezTo>
                <a:cubicBezTo>
                  <a:pt x="12630" y="14845"/>
                  <a:pt x="12682" y="14816"/>
                  <a:pt x="12727" y="14816"/>
                </a:cubicBezTo>
                <a:cubicBezTo>
                  <a:pt x="12786" y="14816"/>
                  <a:pt x="12806" y="14787"/>
                  <a:pt x="12800" y="14722"/>
                </a:cubicBezTo>
                <a:cubicBezTo>
                  <a:pt x="12796" y="14672"/>
                  <a:pt x="12844" y="14583"/>
                  <a:pt x="12902" y="14524"/>
                </a:cubicBezTo>
                <a:cubicBezTo>
                  <a:pt x="12960" y="14464"/>
                  <a:pt x="13000" y="14401"/>
                  <a:pt x="12992" y="14383"/>
                </a:cubicBezTo>
                <a:cubicBezTo>
                  <a:pt x="12983" y="14364"/>
                  <a:pt x="13022" y="14331"/>
                  <a:pt x="13076" y="14309"/>
                </a:cubicBezTo>
                <a:cubicBezTo>
                  <a:pt x="13130" y="14287"/>
                  <a:pt x="13172" y="14254"/>
                  <a:pt x="13172" y="14231"/>
                </a:cubicBezTo>
                <a:cubicBezTo>
                  <a:pt x="13172" y="14183"/>
                  <a:pt x="13453" y="13964"/>
                  <a:pt x="13515" y="13964"/>
                </a:cubicBezTo>
                <a:cubicBezTo>
                  <a:pt x="13539" y="13964"/>
                  <a:pt x="13564" y="13926"/>
                  <a:pt x="13572" y="13876"/>
                </a:cubicBezTo>
                <a:cubicBezTo>
                  <a:pt x="13579" y="13825"/>
                  <a:pt x="13614" y="13782"/>
                  <a:pt x="13650" y="13782"/>
                </a:cubicBezTo>
                <a:cubicBezTo>
                  <a:pt x="13686" y="13782"/>
                  <a:pt x="13752" y="13739"/>
                  <a:pt x="13797" y="13687"/>
                </a:cubicBezTo>
                <a:cubicBezTo>
                  <a:pt x="13905" y="13563"/>
                  <a:pt x="14148" y="13577"/>
                  <a:pt x="14168" y="13708"/>
                </a:cubicBezTo>
                <a:cubicBezTo>
                  <a:pt x="14180" y="13785"/>
                  <a:pt x="14196" y="13791"/>
                  <a:pt x="14309" y="13761"/>
                </a:cubicBezTo>
                <a:cubicBezTo>
                  <a:pt x="14422" y="13731"/>
                  <a:pt x="14449" y="13739"/>
                  <a:pt x="14528" y="13839"/>
                </a:cubicBezTo>
                <a:cubicBezTo>
                  <a:pt x="14595" y="13922"/>
                  <a:pt x="14660" y="13959"/>
                  <a:pt x="14759" y="13959"/>
                </a:cubicBezTo>
                <a:cubicBezTo>
                  <a:pt x="14925" y="13960"/>
                  <a:pt x="15149" y="14035"/>
                  <a:pt x="15120" y="14079"/>
                </a:cubicBezTo>
                <a:cubicBezTo>
                  <a:pt x="15108" y="14097"/>
                  <a:pt x="15172" y="14108"/>
                  <a:pt x="15260" y="14106"/>
                </a:cubicBezTo>
                <a:cubicBezTo>
                  <a:pt x="15349" y="14104"/>
                  <a:pt x="15449" y="14116"/>
                  <a:pt x="15485" y="14132"/>
                </a:cubicBezTo>
                <a:cubicBezTo>
                  <a:pt x="15521" y="14148"/>
                  <a:pt x="15588" y="14171"/>
                  <a:pt x="15632" y="14184"/>
                </a:cubicBezTo>
                <a:cubicBezTo>
                  <a:pt x="15675" y="14197"/>
                  <a:pt x="15697" y="14225"/>
                  <a:pt x="15682" y="14247"/>
                </a:cubicBezTo>
                <a:cubicBezTo>
                  <a:pt x="15666" y="14272"/>
                  <a:pt x="15939" y="14282"/>
                  <a:pt x="16437" y="14273"/>
                </a:cubicBezTo>
                <a:cubicBezTo>
                  <a:pt x="17040" y="14261"/>
                  <a:pt x="17241" y="14239"/>
                  <a:pt x="17343" y="14189"/>
                </a:cubicBezTo>
                <a:cubicBezTo>
                  <a:pt x="17415" y="14154"/>
                  <a:pt x="17555" y="14127"/>
                  <a:pt x="17658" y="14126"/>
                </a:cubicBezTo>
                <a:cubicBezTo>
                  <a:pt x="17813" y="14126"/>
                  <a:pt x="17843" y="14112"/>
                  <a:pt x="17833" y="14053"/>
                </a:cubicBezTo>
                <a:cubicBezTo>
                  <a:pt x="17824" y="14006"/>
                  <a:pt x="17857" y="13978"/>
                  <a:pt x="17923" y="13970"/>
                </a:cubicBezTo>
                <a:cubicBezTo>
                  <a:pt x="17977" y="13963"/>
                  <a:pt x="18018" y="13933"/>
                  <a:pt x="18018" y="13902"/>
                </a:cubicBezTo>
                <a:cubicBezTo>
                  <a:pt x="18018" y="13828"/>
                  <a:pt x="18140" y="13768"/>
                  <a:pt x="18238" y="13792"/>
                </a:cubicBezTo>
                <a:cubicBezTo>
                  <a:pt x="18288" y="13804"/>
                  <a:pt x="18342" y="13771"/>
                  <a:pt x="18390" y="13703"/>
                </a:cubicBezTo>
                <a:cubicBezTo>
                  <a:pt x="18431" y="13645"/>
                  <a:pt x="18486" y="13599"/>
                  <a:pt x="18514" y="13599"/>
                </a:cubicBezTo>
                <a:cubicBezTo>
                  <a:pt x="18541" y="13599"/>
                  <a:pt x="18585" y="13560"/>
                  <a:pt x="18610" y="13510"/>
                </a:cubicBezTo>
                <a:cubicBezTo>
                  <a:pt x="18634" y="13460"/>
                  <a:pt x="18682" y="13421"/>
                  <a:pt x="18711" y="13426"/>
                </a:cubicBezTo>
                <a:cubicBezTo>
                  <a:pt x="18756" y="13435"/>
                  <a:pt x="18789" y="13294"/>
                  <a:pt x="18767" y="13181"/>
                </a:cubicBezTo>
                <a:cubicBezTo>
                  <a:pt x="18764" y="13162"/>
                  <a:pt x="18799" y="13135"/>
                  <a:pt x="18846" y="13123"/>
                </a:cubicBezTo>
                <a:cubicBezTo>
                  <a:pt x="18893" y="13112"/>
                  <a:pt x="18940" y="13066"/>
                  <a:pt x="18947" y="13019"/>
                </a:cubicBezTo>
                <a:cubicBezTo>
                  <a:pt x="18956" y="12965"/>
                  <a:pt x="18995" y="12927"/>
                  <a:pt x="19054" y="12919"/>
                </a:cubicBezTo>
                <a:cubicBezTo>
                  <a:pt x="19117" y="12911"/>
                  <a:pt x="19143" y="12885"/>
                  <a:pt x="19127" y="12846"/>
                </a:cubicBezTo>
                <a:cubicBezTo>
                  <a:pt x="19114" y="12814"/>
                  <a:pt x="19139" y="12740"/>
                  <a:pt x="19184" y="12679"/>
                </a:cubicBezTo>
                <a:cubicBezTo>
                  <a:pt x="19228" y="12618"/>
                  <a:pt x="19277" y="12530"/>
                  <a:pt x="19291" y="12485"/>
                </a:cubicBezTo>
                <a:cubicBezTo>
                  <a:pt x="19306" y="12435"/>
                  <a:pt x="19350" y="12405"/>
                  <a:pt x="19409" y="12407"/>
                </a:cubicBezTo>
                <a:cubicBezTo>
                  <a:pt x="19483" y="12410"/>
                  <a:pt x="19492" y="12398"/>
                  <a:pt x="19454" y="12355"/>
                </a:cubicBezTo>
                <a:cubicBezTo>
                  <a:pt x="19417" y="12314"/>
                  <a:pt x="19425" y="12283"/>
                  <a:pt x="19482" y="12224"/>
                </a:cubicBezTo>
                <a:cubicBezTo>
                  <a:pt x="19524" y="12181"/>
                  <a:pt x="19544" y="12124"/>
                  <a:pt x="19527" y="12099"/>
                </a:cubicBezTo>
                <a:cubicBezTo>
                  <a:pt x="19509" y="12072"/>
                  <a:pt x="19535" y="12044"/>
                  <a:pt x="19589" y="12031"/>
                </a:cubicBezTo>
                <a:cubicBezTo>
                  <a:pt x="19639" y="12019"/>
                  <a:pt x="19679" y="11981"/>
                  <a:pt x="19679" y="11947"/>
                </a:cubicBezTo>
                <a:cubicBezTo>
                  <a:pt x="19679" y="11913"/>
                  <a:pt x="19726" y="11822"/>
                  <a:pt x="19786" y="11749"/>
                </a:cubicBezTo>
                <a:cubicBezTo>
                  <a:pt x="19846" y="11675"/>
                  <a:pt x="19904" y="11569"/>
                  <a:pt x="19910" y="11508"/>
                </a:cubicBezTo>
                <a:cubicBezTo>
                  <a:pt x="19916" y="11444"/>
                  <a:pt x="19950" y="11388"/>
                  <a:pt x="19994" y="11377"/>
                </a:cubicBezTo>
                <a:cubicBezTo>
                  <a:pt x="20035" y="11368"/>
                  <a:pt x="20071" y="11321"/>
                  <a:pt x="20079" y="11273"/>
                </a:cubicBezTo>
                <a:cubicBezTo>
                  <a:pt x="20086" y="11225"/>
                  <a:pt x="20121" y="11184"/>
                  <a:pt x="20158" y="11184"/>
                </a:cubicBezTo>
                <a:cubicBezTo>
                  <a:pt x="20203" y="11184"/>
                  <a:pt x="20232" y="11133"/>
                  <a:pt x="20248" y="11006"/>
                </a:cubicBezTo>
                <a:cubicBezTo>
                  <a:pt x="20265" y="10857"/>
                  <a:pt x="20283" y="10823"/>
                  <a:pt x="20349" y="10834"/>
                </a:cubicBezTo>
                <a:cubicBezTo>
                  <a:pt x="20396" y="10842"/>
                  <a:pt x="20416" y="10828"/>
                  <a:pt x="20400" y="10803"/>
                </a:cubicBezTo>
                <a:cubicBezTo>
                  <a:pt x="20359" y="10742"/>
                  <a:pt x="20670" y="10317"/>
                  <a:pt x="20754" y="10317"/>
                </a:cubicBezTo>
                <a:cubicBezTo>
                  <a:pt x="20800" y="10317"/>
                  <a:pt x="20816" y="10294"/>
                  <a:pt x="20799" y="10254"/>
                </a:cubicBezTo>
                <a:cubicBezTo>
                  <a:pt x="20769" y="10181"/>
                  <a:pt x="21067" y="9776"/>
                  <a:pt x="21126" y="9810"/>
                </a:cubicBezTo>
                <a:cubicBezTo>
                  <a:pt x="21147" y="9822"/>
                  <a:pt x="21165" y="9795"/>
                  <a:pt x="21165" y="9747"/>
                </a:cubicBezTo>
                <a:cubicBezTo>
                  <a:pt x="21165" y="9694"/>
                  <a:pt x="21196" y="9650"/>
                  <a:pt x="21250" y="9637"/>
                </a:cubicBezTo>
                <a:cubicBezTo>
                  <a:pt x="21298" y="9625"/>
                  <a:pt x="21340" y="9603"/>
                  <a:pt x="21340" y="9585"/>
                </a:cubicBezTo>
                <a:cubicBezTo>
                  <a:pt x="21340" y="9567"/>
                  <a:pt x="21355" y="9502"/>
                  <a:pt x="21379" y="9444"/>
                </a:cubicBezTo>
                <a:cubicBezTo>
                  <a:pt x="21416" y="9354"/>
                  <a:pt x="21439" y="9344"/>
                  <a:pt x="21514" y="9381"/>
                </a:cubicBezTo>
                <a:cubicBezTo>
                  <a:pt x="21554" y="9401"/>
                  <a:pt x="21575" y="9388"/>
                  <a:pt x="21587" y="8947"/>
                </a:cubicBezTo>
                <a:lnTo>
                  <a:pt x="21480" y="9000"/>
                </a:lnTo>
                <a:cubicBezTo>
                  <a:pt x="21414" y="9031"/>
                  <a:pt x="21326" y="9044"/>
                  <a:pt x="21283" y="9031"/>
                </a:cubicBezTo>
                <a:cubicBezTo>
                  <a:pt x="21240" y="9018"/>
                  <a:pt x="21176" y="9032"/>
                  <a:pt x="21143" y="9057"/>
                </a:cubicBezTo>
                <a:cubicBezTo>
                  <a:pt x="21097" y="9092"/>
                  <a:pt x="21060" y="9092"/>
                  <a:pt x="20991" y="9052"/>
                </a:cubicBezTo>
                <a:cubicBezTo>
                  <a:pt x="20913" y="9007"/>
                  <a:pt x="20877" y="9008"/>
                  <a:pt x="20765" y="9068"/>
                </a:cubicBezTo>
                <a:cubicBezTo>
                  <a:pt x="20665" y="9121"/>
                  <a:pt x="20629" y="9127"/>
                  <a:pt x="20613" y="9088"/>
                </a:cubicBezTo>
                <a:cubicBezTo>
                  <a:pt x="20589" y="9030"/>
                  <a:pt x="19520" y="9016"/>
                  <a:pt x="19426" y="9073"/>
                </a:cubicBezTo>
                <a:cubicBezTo>
                  <a:pt x="19396" y="9091"/>
                  <a:pt x="19352" y="9089"/>
                  <a:pt x="19324" y="9073"/>
                </a:cubicBezTo>
                <a:cubicBezTo>
                  <a:pt x="19256" y="9033"/>
                  <a:pt x="17277" y="9023"/>
                  <a:pt x="17304" y="9062"/>
                </a:cubicBezTo>
                <a:cubicBezTo>
                  <a:pt x="17342" y="9120"/>
                  <a:pt x="17229" y="9144"/>
                  <a:pt x="17163" y="9094"/>
                </a:cubicBezTo>
                <a:cubicBezTo>
                  <a:pt x="17127" y="9066"/>
                  <a:pt x="17087" y="9059"/>
                  <a:pt x="17073" y="9073"/>
                </a:cubicBezTo>
                <a:cubicBezTo>
                  <a:pt x="17058" y="9086"/>
                  <a:pt x="17007" y="9075"/>
                  <a:pt x="16960" y="9052"/>
                </a:cubicBezTo>
                <a:cubicBezTo>
                  <a:pt x="16894" y="9019"/>
                  <a:pt x="16862" y="9024"/>
                  <a:pt x="16820" y="9078"/>
                </a:cubicBezTo>
                <a:cubicBezTo>
                  <a:pt x="16783" y="9124"/>
                  <a:pt x="16711" y="9147"/>
                  <a:pt x="16589" y="9146"/>
                </a:cubicBezTo>
                <a:cubicBezTo>
                  <a:pt x="16489" y="9145"/>
                  <a:pt x="16394" y="9157"/>
                  <a:pt x="16380" y="9177"/>
                </a:cubicBezTo>
                <a:cubicBezTo>
                  <a:pt x="16367" y="9197"/>
                  <a:pt x="16329" y="9205"/>
                  <a:pt x="16296" y="9193"/>
                </a:cubicBezTo>
                <a:cubicBezTo>
                  <a:pt x="16263" y="9181"/>
                  <a:pt x="16222" y="9195"/>
                  <a:pt x="16206" y="9219"/>
                </a:cubicBezTo>
                <a:cubicBezTo>
                  <a:pt x="16190" y="9243"/>
                  <a:pt x="16154" y="9250"/>
                  <a:pt x="16127" y="9235"/>
                </a:cubicBezTo>
                <a:cubicBezTo>
                  <a:pt x="16047" y="9189"/>
                  <a:pt x="15880" y="9181"/>
                  <a:pt x="15891" y="9224"/>
                </a:cubicBezTo>
                <a:cubicBezTo>
                  <a:pt x="15904" y="9279"/>
                  <a:pt x="15628" y="9363"/>
                  <a:pt x="15457" y="9355"/>
                </a:cubicBezTo>
                <a:cubicBezTo>
                  <a:pt x="15376" y="9351"/>
                  <a:pt x="15317" y="9366"/>
                  <a:pt x="15322" y="9392"/>
                </a:cubicBezTo>
                <a:cubicBezTo>
                  <a:pt x="15337" y="9460"/>
                  <a:pt x="15131" y="9544"/>
                  <a:pt x="15013" y="9517"/>
                </a:cubicBezTo>
                <a:cubicBezTo>
                  <a:pt x="14927" y="9497"/>
                  <a:pt x="14912" y="9505"/>
                  <a:pt x="14934" y="9559"/>
                </a:cubicBezTo>
                <a:cubicBezTo>
                  <a:pt x="14953" y="9605"/>
                  <a:pt x="14920" y="9644"/>
                  <a:pt x="14838" y="9684"/>
                </a:cubicBezTo>
                <a:cubicBezTo>
                  <a:pt x="14700" y="9752"/>
                  <a:pt x="13977" y="10428"/>
                  <a:pt x="13977" y="10489"/>
                </a:cubicBezTo>
                <a:cubicBezTo>
                  <a:pt x="13977" y="10512"/>
                  <a:pt x="13940" y="10545"/>
                  <a:pt x="13892" y="10562"/>
                </a:cubicBezTo>
                <a:cubicBezTo>
                  <a:pt x="13844" y="10580"/>
                  <a:pt x="13822" y="10592"/>
                  <a:pt x="13842" y="10594"/>
                </a:cubicBezTo>
                <a:cubicBezTo>
                  <a:pt x="13861" y="10595"/>
                  <a:pt x="13860" y="10619"/>
                  <a:pt x="13842" y="10646"/>
                </a:cubicBezTo>
                <a:cubicBezTo>
                  <a:pt x="13824" y="10673"/>
                  <a:pt x="13808" y="10741"/>
                  <a:pt x="13802" y="10797"/>
                </a:cubicBezTo>
                <a:cubicBezTo>
                  <a:pt x="13785" y="10971"/>
                  <a:pt x="13755" y="11051"/>
                  <a:pt x="13707" y="11080"/>
                </a:cubicBezTo>
                <a:cubicBezTo>
                  <a:pt x="13681" y="11095"/>
                  <a:pt x="13668" y="11149"/>
                  <a:pt x="13673" y="11205"/>
                </a:cubicBezTo>
                <a:cubicBezTo>
                  <a:pt x="13677" y="11261"/>
                  <a:pt x="13667" y="11324"/>
                  <a:pt x="13650" y="11346"/>
                </a:cubicBezTo>
                <a:cubicBezTo>
                  <a:pt x="13613" y="11396"/>
                  <a:pt x="13570" y="11718"/>
                  <a:pt x="13543" y="12172"/>
                </a:cubicBezTo>
                <a:cubicBezTo>
                  <a:pt x="13533" y="12358"/>
                  <a:pt x="13502" y="12534"/>
                  <a:pt x="13476" y="12564"/>
                </a:cubicBezTo>
                <a:cubicBezTo>
                  <a:pt x="13446" y="12597"/>
                  <a:pt x="13444" y="12627"/>
                  <a:pt x="13470" y="12642"/>
                </a:cubicBezTo>
                <a:cubicBezTo>
                  <a:pt x="13493" y="12655"/>
                  <a:pt x="13511" y="12697"/>
                  <a:pt x="13504" y="12736"/>
                </a:cubicBezTo>
                <a:cubicBezTo>
                  <a:pt x="13497" y="12775"/>
                  <a:pt x="13509" y="12829"/>
                  <a:pt x="13532" y="12857"/>
                </a:cubicBezTo>
                <a:cubicBezTo>
                  <a:pt x="13562" y="12892"/>
                  <a:pt x="13554" y="12917"/>
                  <a:pt x="13504" y="12935"/>
                </a:cubicBezTo>
                <a:cubicBezTo>
                  <a:pt x="13450" y="12954"/>
                  <a:pt x="13445" y="12972"/>
                  <a:pt x="13481" y="13013"/>
                </a:cubicBezTo>
                <a:cubicBezTo>
                  <a:pt x="13548" y="13088"/>
                  <a:pt x="13491" y="13154"/>
                  <a:pt x="13363" y="13154"/>
                </a:cubicBezTo>
                <a:cubicBezTo>
                  <a:pt x="13297" y="13154"/>
                  <a:pt x="13262" y="13178"/>
                  <a:pt x="13262" y="13217"/>
                </a:cubicBezTo>
                <a:cubicBezTo>
                  <a:pt x="13262" y="13251"/>
                  <a:pt x="13227" y="13287"/>
                  <a:pt x="13189" y="13301"/>
                </a:cubicBezTo>
                <a:cubicBezTo>
                  <a:pt x="13114" y="13327"/>
                  <a:pt x="12892" y="13523"/>
                  <a:pt x="12890" y="13562"/>
                </a:cubicBezTo>
                <a:cubicBezTo>
                  <a:pt x="12889" y="13602"/>
                  <a:pt x="12614" y="13844"/>
                  <a:pt x="12570" y="13844"/>
                </a:cubicBezTo>
                <a:cubicBezTo>
                  <a:pt x="12547" y="13844"/>
                  <a:pt x="12515" y="13878"/>
                  <a:pt x="12502" y="13923"/>
                </a:cubicBezTo>
                <a:cubicBezTo>
                  <a:pt x="12489" y="13968"/>
                  <a:pt x="12443" y="14006"/>
                  <a:pt x="12395" y="14006"/>
                </a:cubicBezTo>
                <a:cubicBezTo>
                  <a:pt x="12328" y="14006"/>
                  <a:pt x="12316" y="14029"/>
                  <a:pt x="12322" y="14126"/>
                </a:cubicBezTo>
                <a:cubicBezTo>
                  <a:pt x="12328" y="14226"/>
                  <a:pt x="12297" y="14276"/>
                  <a:pt x="12159" y="14377"/>
                </a:cubicBezTo>
                <a:cubicBezTo>
                  <a:pt x="12064" y="14447"/>
                  <a:pt x="11966" y="14544"/>
                  <a:pt x="11945" y="14597"/>
                </a:cubicBezTo>
                <a:cubicBezTo>
                  <a:pt x="11923" y="14649"/>
                  <a:pt x="11880" y="14696"/>
                  <a:pt x="11843" y="14696"/>
                </a:cubicBezTo>
                <a:cubicBezTo>
                  <a:pt x="11777" y="14696"/>
                  <a:pt x="11755" y="14754"/>
                  <a:pt x="11770" y="14931"/>
                </a:cubicBezTo>
                <a:cubicBezTo>
                  <a:pt x="11776" y="14994"/>
                  <a:pt x="11752" y="15033"/>
                  <a:pt x="11697" y="15046"/>
                </a:cubicBezTo>
                <a:cubicBezTo>
                  <a:pt x="11649" y="15058"/>
                  <a:pt x="11594" y="15135"/>
                  <a:pt x="11556" y="15234"/>
                </a:cubicBezTo>
                <a:cubicBezTo>
                  <a:pt x="11511" y="15358"/>
                  <a:pt x="11468" y="15402"/>
                  <a:pt x="11404" y="15402"/>
                </a:cubicBezTo>
                <a:cubicBezTo>
                  <a:pt x="11318" y="15402"/>
                  <a:pt x="11314" y="15371"/>
                  <a:pt x="11303" y="13374"/>
                </a:cubicBezTo>
                <a:cubicBezTo>
                  <a:pt x="11297" y="12259"/>
                  <a:pt x="11289" y="11230"/>
                  <a:pt x="11281" y="11085"/>
                </a:cubicBezTo>
                <a:cubicBezTo>
                  <a:pt x="11272" y="10940"/>
                  <a:pt x="11273" y="10803"/>
                  <a:pt x="11286" y="10782"/>
                </a:cubicBezTo>
                <a:cubicBezTo>
                  <a:pt x="11299" y="10760"/>
                  <a:pt x="11304" y="10679"/>
                  <a:pt x="11297" y="10599"/>
                </a:cubicBezTo>
                <a:cubicBezTo>
                  <a:pt x="11284" y="10424"/>
                  <a:pt x="11359" y="10352"/>
                  <a:pt x="11562" y="10348"/>
                </a:cubicBezTo>
                <a:cubicBezTo>
                  <a:pt x="11642" y="10346"/>
                  <a:pt x="11730" y="10334"/>
                  <a:pt x="11753" y="10322"/>
                </a:cubicBezTo>
                <a:cubicBezTo>
                  <a:pt x="11777" y="10309"/>
                  <a:pt x="11894" y="10302"/>
                  <a:pt x="12018" y="10306"/>
                </a:cubicBezTo>
                <a:cubicBezTo>
                  <a:pt x="12192" y="10311"/>
                  <a:pt x="12262" y="10295"/>
                  <a:pt x="12322" y="10233"/>
                </a:cubicBezTo>
                <a:cubicBezTo>
                  <a:pt x="12365" y="10189"/>
                  <a:pt x="12446" y="10155"/>
                  <a:pt x="12502" y="10155"/>
                </a:cubicBezTo>
                <a:cubicBezTo>
                  <a:pt x="12562" y="10155"/>
                  <a:pt x="12629" y="10110"/>
                  <a:pt x="12671" y="10050"/>
                </a:cubicBezTo>
                <a:cubicBezTo>
                  <a:pt x="12710" y="9994"/>
                  <a:pt x="12761" y="9957"/>
                  <a:pt x="12778" y="9966"/>
                </a:cubicBezTo>
                <a:cubicBezTo>
                  <a:pt x="12795" y="9976"/>
                  <a:pt x="12869" y="9894"/>
                  <a:pt x="12947" y="9783"/>
                </a:cubicBezTo>
                <a:cubicBezTo>
                  <a:pt x="13025" y="9673"/>
                  <a:pt x="13107" y="9589"/>
                  <a:pt x="13127" y="9601"/>
                </a:cubicBezTo>
                <a:cubicBezTo>
                  <a:pt x="13146" y="9612"/>
                  <a:pt x="13169" y="9522"/>
                  <a:pt x="13183" y="9397"/>
                </a:cubicBezTo>
                <a:cubicBezTo>
                  <a:pt x="13201" y="9238"/>
                  <a:pt x="13236" y="9145"/>
                  <a:pt x="13301" y="9088"/>
                </a:cubicBezTo>
                <a:cubicBezTo>
                  <a:pt x="13366" y="9033"/>
                  <a:pt x="13383" y="8992"/>
                  <a:pt x="13352" y="8963"/>
                </a:cubicBezTo>
                <a:cubicBezTo>
                  <a:pt x="13321" y="8934"/>
                  <a:pt x="13330" y="8886"/>
                  <a:pt x="13375" y="8806"/>
                </a:cubicBezTo>
                <a:cubicBezTo>
                  <a:pt x="13410" y="8742"/>
                  <a:pt x="13424" y="8673"/>
                  <a:pt x="13408" y="8649"/>
                </a:cubicBezTo>
                <a:cubicBezTo>
                  <a:pt x="13393" y="8626"/>
                  <a:pt x="13422" y="8598"/>
                  <a:pt x="13470" y="8587"/>
                </a:cubicBezTo>
                <a:cubicBezTo>
                  <a:pt x="13539" y="8570"/>
                  <a:pt x="13553" y="8535"/>
                  <a:pt x="13543" y="8435"/>
                </a:cubicBezTo>
                <a:cubicBezTo>
                  <a:pt x="13529" y="8282"/>
                  <a:pt x="13590" y="8163"/>
                  <a:pt x="13679" y="8163"/>
                </a:cubicBezTo>
                <a:cubicBezTo>
                  <a:pt x="13725" y="8163"/>
                  <a:pt x="13740" y="8114"/>
                  <a:pt x="13740" y="7980"/>
                </a:cubicBezTo>
                <a:lnTo>
                  <a:pt x="13740" y="7803"/>
                </a:lnTo>
                <a:lnTo>
                  <a:pt x="13572" y="7803"/>
                </a:lnTo>
                <a:cubicBezTo>
                  <a:pt x="13480" y="7803"/>
                  <a:pt x="13392" y="7815"/>
                  <a:pt x="13369" y="7834"/>
                </a:cubicBezTo>
                <a:cubicBezTo>
                  <a:pt x="13323" y="7874"/>
                  <a:pt x="13010" y="7973"/>
                  <a:pt x="12907" y="7980"/>
                </a:cubicBezTo>
                <a:cubicBezTo>
                  <a:pt x="12871" y="7983"/>
                  <a:pt x="12820" y="7999"/>
                  <a:pt x="12789" y="8017"/>
                </a:cubicBezTo>
                <a:cubicBezTo>
                  <a:pt x="12758" y="8035"/>
                  <a:pt x="12703" y="8025"/>
                  <a:pt x="12665" y="7996"/>
                </a:cubicBezTo>
                <a:cubicBezTo>
                  <a:pt x="12609" y="7953"/>
                  <a:pt x="12589" y="7957"/>
                  <a:pt x="12553" y="8017"/>
                </a:cubicBezTo>
                <a:cubicBezTo>
                  <a:pt x="12512" y="8085"/>
                  <a:pt x="12502" y="8089"/>
                  <a:pt x="12423" y="8022"/>
                </a:cubicBezTo>
                <a:cubicBezTo>
                  <a:pt x="12371" y="7978"/>
                  <a:pt x="12344" y="7971"/>
                  <a:pt x="12344" y="8001"/>
                </a:cubicBezTo>
                <a:cubicBezTo>
                  <a:pt x="12344" y="8057"/>
                  <a:pt x="12065" y="8173"/>
                  <a:pt x="11956" y="8163"/>
                </a:cubicBezTo>
                <a:cubicBezTo>
                  <a:pt x="11820" y="8151"/>
                  <a:pt x="11782" y="8166"/>
                  <a:pt x="11759" y="8247"/>
                </a:cubicBezTo>
                <a:cubicBezTo>
                  <a:pt x="11746" y="8293"/>
                  <a:pt x="11700" y="8325"/>
                  <a:pt x="11652" y="8325"/>
                </a:cubicBezTo>
                <a:cubicBezTo>
                  <a:pt x="11606" y="8325"/>
                  <a:pt x="11532" y="8364"/>
                  <a:pt x="11489" y="8409"/>
                </a:cubicBezTo>
                <a:cubicBezTo>
                  <a:pt x="11395" y="8505"/>
                  <a:pt x="11282" y="8514"/>
                  <a:pt x="11207" y="8430"/>
                </a:cubicBezTo>
                <a:cubicBezTo>
                  <a:pt x="11140" y="8355"/>
                  <a:pt x="11180" y="8247"/>
                  <a:pt x="11275" y="8247"/>
                </a:cubicBezTo>
                <a:cubicBezTo>
                  <a:pt x="11319" y="8247"/>
                  <a:pt x="11340" y="8225"/>
                  <a:pt x="11326" y="8189"/>
                </a:cubicBezTo>
                <a:cubicBezTo>
                  <a:pt x="11312" y="8158"/>
                  <a:pt x="11325" y="8106"/>
                  <a:pt x="11359" y="8080"/>
                </a:cubicBezTo>
                <a:cubicBezTo>
                  <a:pt x="11394" y="8053"/>
                  <a:pt x="11426" y="8050"/>
                  <a:pt x="11427" y="8069"/>
                </a:cubicBezTo>
                <a:cubicBezTo>
                  <a:pt x="11428" y="8089"/>
                  <a:pt x="11459" y="8052"/>
                  <a:pt x="11494" y="7991"/>
                </a:cubicBezTo>
                <a:cubicBezTo>
                  <a:pt x="11530" y="7930"/>
                  <a:pt x="11589" y="7881"/>
                  <a:pt x="11624" y="7881"/>
                </a:cubicBezTo>
                <a:cubicBezTo>
                  <a:pt x="11658" y="7881"/>
                  <a:pt x="11675" y="7858"/>
                  <a:pt x="11663" y="7829"/>
                </a:cubicBezTo>
                <a:cubicBezTo>
                  <a:pt x="11651" y="7800"/>
                  <a:pt x="11698" y="7705"/>
                  <a:pt x="11770" y="7620"/>
                </a:cubicBezTo>
                <a:cubicBezTo>
                  <a:pt x="11843" y="7535"/>
                  <a:pt x="11891" y="7448"/>
                  <a:pt x="11877" y="7426"/>
                </a:cubicBezTo>
                <a:cubicBezTo>
                  <a:pt x="11863" y="7405"/>
                  <a:pt x="11895" y="7381"/>
                  <a:pt x="11945" y="7369"/>
                </a:cubicBezTo>
                <a:cubicBezTo>
                  <a:pt x="11997" y="7356"/>
                  <a:pt x="12053" y="7293"/>
                  <a:pt x="12080" y="7217"/>
                </a:cubicBezTo>
                <a:cubicBezTo>
                  <a:pt x="12105" y="7146"/>
                  <a:pt x="12195" y="7018"/>
                  <a:pt x="12277" y="6935"/>
                </a:cubicBezTo>
                <a:cubicBezTo>
                  <a:pt x="12359" y="6852"/>
                  <a:pt x="12435" y="6725"/>
                  <a:pt x="12451" y="6658"/>
                </a:cubicBezTo>
                <a:cubicBezTo>
                  <a:pt x="12467" y="6591"/>
                  <a:pt x="12512" y="6529"/>
                  <a:pt x="12547" y="6517"/>
                </a:cubicBezTo>
                <a:cubicBezTo>
                  <a:pt x="12582" y="6505"/>
                  <a:pt x="12604" y="6465"/>
                  <a:pt x="12598" y="6428"/>
                </a:cubicBezTo>
                <a:cubicBezTo>
                  <a:pt x="12591" y="6392"/>
                  <a:pt x="12627" y="6302"/>
                  <a:pt x="12682" y="6230"/>
                </a:cubicBezTo>
                <a:cubicBezTo>
                  <a:pt x="12738" y="6157"/>
                  <a:pt x="12770" y="6099"/>
                  <a:pt x="12755" y="6099"/>
                </a:cubicBezTo>
                <a:cubicBezTo>
                  <a:pt x="12740" y="6099"/>
                  <a:pt x="12743" y="6074"/>
                  <a:pt x="12761" y="6047"/>
                </a:cubicBezTo>
                <a:cubicBezTo>
                  <a:pt x="12779" y="6019"/>
                  <a:pt x="12802" y="5939"/>
                  <a:pt x="12806" y="5869"/>
                </a:cubicBezTo>
                <a:cubicBezTo>
                  <a:pt x="12810" y="5799"/>
                  <a:pt x="12840" y="5685"/>
                  <a:pt x="12879" y="5613"/>
                </a:cubicBezTo>
                <a:cubicBezTo>
                  <a:pt x="12918" y="5541"/>
                  <a:pt x="12943" y="5465"/>
                  <a:pt x="12930" y="5446"/>
                </a:cubicBezTo>
                <a:cubicBezTo>
                  <a:pt x="12917" y="5426"/>
                  <a:pt x="12922" y="5385"/>
                  <a:pt x="12941" y="5357"/>
                </a:cubicBezTo>
                <a:cubicBezTo>
                  <a:pt x="12985" y="5291"/>
                  <a:pt x="12987" y="5203"/>
                  <a:pt x="12947" y="5122"/>
                </a:cubicBezTo>
                <a:cubicBezTo>
                  <a:pt x="12929" y="5086"/>
                  <a:pt x="12936" y="5032"/>
                  <a:pt x="12964" y="5007"/>
                </a:cubicBezTo>
                <a:cubicBezTo>
                  <a:pt x="13001" y="4972"/>
                  <a:pt x="12992" y="4950"/>
                  <a:pt x="12930" y="4907"/>
                </a:cubicBezTo>
                <a:cubicBezTo>
                  <a:pt x="12849" y="4853"/>
                  <a:pt x="12850" y="4849"/>
                  <a:pt x="12930" y="4735"/>
                </a:cubicBezTo>
                <a:cubicBezTo>
                  <a:pt x="12997" y="4639"/>
                  <a:pt x="13001" y="4627"/>
                  <a:pt x="12941" y="4672"/>
                </a:cubicBezTo>
                <a:cubicBezTo>
                  <a:pt x="12866" y="4729"/>
                  <a:pt x="12830" y="4701"/>
                  <a:pt x="12806" y="4552"/>
                </a:cubicBezTo>
                <a:cubicBezTo>
                  <a:pt x="12801" y="4522"/>
                  <a:pt x="12788" y="4476"/>
                  <a:pt x="12772" y="4453"/>
                </a:cubicBezTo>
                <a:cubicBezTo>
                  <a:pt x="12749" y="4419"/>
                  <a:pt x="12752" y="4324"/>
                  <a:pt x="12778" y="4244"/>
                </a:cubicBezTo>
                <a:cubicBezTo>
                  <a:pt x="12793" y="4197"/>
                  <a:pt x="12768" y="4171"/>
                  <a:pt x="12705" y="4171"/>
                </a:cubicBezTo>
                <a:cubicBezTo>
                  <a:pt x="12663" y="4170"/>
                  <a:pt x="12623" y="4137"/>
                  <a:pt x="12615" y="4097"/>
                </a:cubicBezTo>
                <a:cubicBezTo>
                  <a:pt x="12606" y="4058"/>
                  <a:pt x="12543" y="3969"/>
                  <a:pt x="12474" y="3899"/>
                </a:cubicBezTo>
                <a:cubicBezTo>
                  <a:pt x="12392" y="3815"/>
                  <a:pt x="12358" y="3755"/>
                  <a:pt x="12384" y="3726"/>
                </a:cubicBezTo>
                <a:cubicBezTo>
                  <a:pt x="12410" y="3697"/>
                  <a:pt x="12394" y="3664"/>
                  <a:pt x="12339" y="3632"/>
                </a:cubicBezTo>
                <a:cubicBezTo>
                  <a:pt x="12292" y="3605"/>
                  <a:pt x="12254" y="3562"/>
                  <a:pt x="12254" y="3538"/>
                </a:cubicBezTo>
                <a:cubicBezTo>
                  <a:pt x="12254" y="3514"/>
                  <a:pt x="12210" y="3462"/>
                  <a:pt x="12159" y="3423"/>
                </a:cubicBezTo>
                <a:cubicBezTo>
                  <a:pt x="12107" y="3384"/>
                  <a:pt x="12062" y="3309"/>
                  <a:pt x="12057" y="3256"/>
                </a:cubicBezTo>
                <a:cubicBezTo>
                  <a:pt x="12052" y="3190"/>
                  <a:pt x="12016" y="3152"/>
                  <a:pt x="11945" y="3136"/>
                </a:cubicBezTo>
                <a:cubicBezTo>
                  <a:pt x="11881" y="3121"/>
                  <a:pt x="11842" y="3085"/>
                  <a:pt x="11849" y="3047"/>
                </a:cubicBezTo>
                <a:cubicBezTo>
                  <a:pt x="11856" y="3012"/>
                  <a:pt x="11825" y="2975"/>
                  <a:pt x="11776" y="2963"/>
                </a:cubicBezTo>
                <a:cubicBezTo>
                  <a:pt x="11725" y="2951"/>
                  <a:pt x="11686" y="2910"/>
                  <a:pt x="11686" y="2864"/>
                </a:cubicBezTo>
                <a:cubicBezTo>
                  <a:pt x="11686" y="2818"/>
                  <a:pt x="11652" y="2772"/>
                  <a:pt x="11601" y="2759"/>
                </a:cubicBezTo>
                <a:cubicBezTo>
                  <a:pt x="11553" y="2748"/>
                  <a:pt x="11511" y="2711"/>
                  <a:pt x="11511" y="2676"/>
                </a:cubicBezTo>
                <a:cubicBezTo>
                  <a:pt x="11511" y="2640"/>
                  <a:pt x="11482" y="2608"/>
                  <a:pt x="11444" y="2608"/>
                </a:cubicBezTo>
                <a:cubicBezTo>
                  <a:pt x="11406" y="2608"/>
                  <a:pt x="11366" y="2577"/>
                  <a:pt x="11354" y="2535"/>
                </a:cubicBezTo>
                <a:cubicBezTo>
                  <a:pt x="11342" y="2492"/>
                  <a:pt x="11293" y="2447"/>
                  <a:pt x="11247" y="2435"/>
                </a:cubicBezTo>
                <a:cubicBezTo>
                  <a:pt x="11201" y="2424"/>
                  <a:pt x="11147" y="2382"/>
                  <a:pt x="11129" y="2341"/>
                </a:cubicBezTo>
                <a:cubicBezTo>
                  <a:pt x="11110" y="2300"/>
                  <a:pt x="11069" y="2263"/>
                  <a:pt x="11033" y="2263"/>
                </a:cubicBezTo>
                <a:cubicBezTo>
                  <a:pt x="10997" y="2263"/>
                  <a:pt x="10962" y="2223"/>
                  <a:pt x="10954" y="2174"/>
                </a:cubicBezTo>
                <a:cubicBezTo>
                  <a:pt x="10946" y="2119"/>
                  <a:pt x="10901" y="2083"/>
                  <a:pt x="10841" y="2075"/>
                </a:cubicBezTo>
                <a:cubicBezTo>
                  <a:pt x="10778" y="2066"/>
                  <a:pt x="10754" y="2038"/>
                  <a:pt x="10763" y="1991"/>
                </a:cubicBezTo>
                <a:cubicBezTo>
                  <a:pt x="10770" y="1950"/>
                  <a:pt x="10744" y="1918"/>
                  <a:pt x="10706" y="1918"/>
                </a:cubicBezTo>
                <a:cubicBezTo>
                  <a:pt x="10671" y="1918"/>
                  <a:pt x="10620" y="1889"/>
                  <a:pt x="10588" y="1850"/>
                </a:cubicBezTo>
                <a:cubicBezTo>
                  <a:pt x="10556" y="1811"/>
                  <a:pt x="10491" y="1763"/>
                  <a:pt x="10447" y="1740"/>
                </a:cubicBezTo>
                <a:cubicBezTo>
                  <a:pt x="10404" y="1718"/>
                  <a:pt x="10368" y="1679"/>
                  <a:pt x="10369" y="1657"/>
                </a:cubicBezTo>
                <a:cubicBezTo>
                  <a:pt x="10369" y="1634"/>
                  <a:pt x="10336" y="1605"/>
                  <a:pt x="10290" y="1589"/>
                </a:cubicBezTo>
                <a:cubicBezTo>
                  <a:pt x="10243" y="1573"/>
                  <a:pt x="10200" y="1523"/>
                  <a:pt x="10200" y="1479"/>
                </a:cubicBezTo>
                <a:cubicBezTo>
                  <a:pt x="10200" y="1427"/>
                  <a:pt x="10168" y="1393"/>
                  <a:pt x="10104" y="1385"/>
                </a:cubicBezTo>
                <a:cubicBezTo>
                  <a:pt x="10038" y="1376"/>
                  <a:pt x="10011" y="1349"/>
                  <a:pt x="10020" y="1301"/>
                </a:cubicBezTo>
                <a:cubicBezTo>
                  <a:pt x="10029" y="1252"/>
                  <a:pt x="10000" y="1233"/>
                  <a:pt x="9935" y="1233"/>
                </a:cubicBezTo>
                <a:cubicBezTo>
                  <a:pt x="9879" y="1233"/>
                  <a:pt x="9836" y="1199"/>
                  <a:pt x="9823" y="1150"/>
                </a:cubicBezTo>
                <a:cubicBezTo>
                  <a:pt x="9810" y="1105"/>
                  <a:pt x="9771" y="1071"/>
                  <a:pt x="9738" y="1071"/>
                </a:cubicBezTo>
                <a:cubicBezTo>
                  <a:pt x="9668" y="1071"/>
                  <a:pt x="9581" y="930"/>
                  <a:pt x="9626" y="888"/>
                </a:cubicBezTo>
                <a:cubicBezTo>
                  <a:pt x="9643" y="873"/>
                  <a:pt x="9627" y="865"/>
                  <a:pt x="9592" y="873"/>
                </a:cubicBezTo>
                <a:cubicBezTo>
                  <a:pt x="9557" y="880"/>
                  <a:pt x="9508" y="846"/>
                  <a:pt x="9485" y="800"/>
                </a:cubicBezTo>
                <a:cubicBezTo>
                  <a:pt x="9462" y="753"/>
                  <a:pt x="9405" y="701"/>
                  <a:pt x="9355" y="679"/>
                </a:cubicBezTo>
                <a:cubicBezTo>
                  <a:pt x="9305" y="658"/>
                  <a:pt x="9265" y="616"/>
                  <a:pt x="9271" y="591"/>
                </a:cubicBezTo>
                <a:cubicBezTo>
                  <a:pt x="9277" y="565"/>
                  <a:pt x="9244" y="536"/>
                  <a:pt x="9198" y="523"/>
                </a:cubicBezTo>
                <a:cubicBezTo>
                  <a:pt x="9095" y="492"/>
                  <a:pt x="8965" y="272"/>
                  <a:pt x="9029" y="235"/>
                </a:cubicBezTo>
                <a:cubicBezTo>
                  <a:pt x="9053" y="221"/>
                  <a:pt x="9029" y="189"/>
                  <a:pt x="8973" y="162"/>
                </a:cubicBezTo>
                <a:cubicBezTo>
                  <a:pt x="8916" y="135"/>
                  <a:pt x="8874" y="80"/>
                  <a:pt x="8877" y="42"/>
                </a:cubicBezTo>
                <a:cubicBezTo>
                  <a:pt x="8879" y="21"/>
                  <a:pt x="8787" y="10"/>
                  <a:pt x="8607" y="0"/>
                </a:cubicBezTo>
                <a:close/>
                <a:moveTo>
                  <a:pt x="21576" y="68"/>
                </a:moveTo>
                <a:cubicBezTo>
                  <a:pt x="21570" y="70"/>
                  <a:pt x="21563" y="75"/>
                  <a:pt x="21554" y="84"/>
                </a:cubicBezTo>
                <a:cubicBezTo>
                  <a:pt x="21526" y="109"/>
                  <a:pt x="21511" y="158"/>
                  <a:pt x="21525" y="193"/>
                </a:cubicBezTo>
                <a:cubicBezTo>
                  <a:pt x="21565" y="290"/>
                  <a:pt x="21599" y="268"/>
                  <a:pt x="21599" y="146"/>
                </a:cubicBezTo>
                <a:cubicBezTo>
                  <a:pt x="21599" y="85"/>
                  <a:pt x="21595" y="62"/>
                  <a:pt x="21576" y="68"/>
                </a:cubicBezTo>
                <a:close/>
                <a:moveTo>
                  <a:pt x="21531" y="512"/>
                </a:moveTo>
                <a:cubicBezTo>
                  <a:pt x="21482" y="512"/>
                  <a:pt x="21470" y="546"/>
                  <a:pt x="21486" y="622"/>
                </a:cubicBezTo>
                <a:cubicBezTo>
                  <a:pt x="21524" y="801"/>
                  <a:pt x="21529" y="1049"/>
                  <a:pt x="21497" y="1098"/>
                </a:cubicBezTo>
                <a:cubicBezTo>
                  <a:pt x="21480" y="1123"/>
                  <a:pt x="21495" y="1154"/>
                  <a:pt x="21525" y="1165"/>
                </a:cubicBezTo>
                <a:cubicBezTo>
                  <a:pt x="21556" y="1177"/>
                  <a:pt x="21581" y="1185"/>
                  <a:pt x="21587" y="1186"/>
                </a:cubicBezTo>
                <a:cubicBezTo>
                  <a:pt x="21593" y="1188"/>
                  <a:pt x="21599" y="1038"/>
                  <a:pt x="21599" y="852"/>
                </a:cubicBezTo>
                <a:cubicBezTo>
                  <a:pt x="21599" y="574"/>
                  <a:pt x="21586" y="512"/>
                  <a:pt x="21531" y="512"/>
                </a:cubicBezTo>
                <a:close/>
                <a:moveTo>
                  <a:pt x="21576" y="2054"/>
                </a:moveTo>
                <a:cubicBezTo>
                  <a:pt x="21570" y="2056"/>
                  <a:pt x="21563" y="2061"/>
                  <a:pt x="21554" y="2070"/>
                </a:cubicBezTo>
                <a:cubicBezTo>
                  <a:pt x="21526" y="2095"/>
                  <a:pt x="21511" y="2144"/>
                  <a:pt x="21525" y="2179"/>
                </a:cubicBezTo>
                <a:cubicBezTo>
                  <a:pt x="21565" y="2276"/>
                  <a:pt x="21599" y="2260"/>
                  <a:pt x="21599" y="2138"/>
                </a:cubicBezTo>
                <a:cubicBezTo>
                  <a:pt x="21599" y="2076"/>
                  <a:pt x="21595" y="2048"/>
                  <a:pt x="21576" y="2054"/>
                </a:cubicBezTo>
                <a:close/>
                <a:moveTo>
                  <a:pt x="21576" y="2838"/>
                </a:moveTo>
                <a:cubicBezTo>
                  <a:pt x="21570" y="2831"/>
                  <a:pt x="21562" y="2835"/>
                  <a:pt x="21554" y="2843"/>
                </a:cubicBezTo>
                <a:cubicBezTo>
                  <a:pt x="21499" y="2894"/>
                  <a:pt x="21482" y="3284"/>
                  <a:pt x="21531" y="3392"/>
                </a:cubicBezTo>
                <a:cubicBezTo>
                  <a:pt x="21549" y="3431"/>
                  <a:pt x="21572" y="3460"/>
                  <a:pt x="21582" y="3460"/>
                </a:cubicBezTo>
                <a:cubicBezTo>
                  <a:pt x="21591" y="3460"/>
                  <a:pt x="21599" y="3313"/>
                  <a:pt x="21599" y="3131"/>
                </a:cubicBezTo>
                <a:cubicBezTo>
                  <a:pt x="21599" y="2948"/>
                  <a:pt x="21595" y="2857"/>
                  <a:pt x="21576" y="2838"/>
                </a:cubicBezTo>
                <a:close/>
                <a:moveTo>
                  <a:pt x="21570" y="3643"/>
                </a:moveTo>
                <a:cubicBezTo>
                  <a:pt x="21562" y="3647"/>
                  <a:pt x="21551" y="3653"/>
                  <a:pt x="21537" y="3664"/>
                </a:cubicBezTo>
                <a:cubicBezTo>
                  <a:pt x="21486" y="3702"/>
                  <a:pt x="21482" y="3731"/>
                  <a:pt x="21520" y="3773"/>
                </a:cubicBezTo>
                <a:cubicBezTo>
                  <a:pt x="21589" y="3851"/>
                  <a:pt x="21599" y="3842"/>
                  <a:pt x="21599" y="3721"/>
                </a:cubicBezTo>
                <a:cubicBezTo>
                  <a:pt x="21599" y="3670"/>
                  <a:pt x="21600" y="3647"/>
                  <a:pt x="21587" y="3643"/>
                </a:cubicBezTo>
                <a:cubicBezTo>
                  <a:pt x="21583" y="3641"/>
                  <a:pt x="21577" y="3640"/>
                  <a:pt x="21570" y="3643"/>
                </a:cubicBezTo>
                <a:close/>
                <a:moveTo>
                  <a:pt x="21587" y="4165"/>
                </a:moveTo>
                <a:cubicBezTo>
                  <a:pt x="21578" y="4160"/>
                  <a:pt x="21560" y="4169"/>
                  <a:pt x="21531" y="4191"/>
                </a:cubicBezTo>
                <a:cubicBezTo>
                  <a:pt x="21477" y="4233"/>
                  <a:pt x="21474" y="4254"/>
                  <a:pt x="21520" y="4280"/>
                </a:cubicBezTo>
                <a:cubicBezTo>
                  <a:pt x="21598" y="4326"/>
                  <a:pt x="21599" y="4325"/>
                  <a:pt x="21599" y="4228"/>
                </a:cubicBezTo>
                <a:cubicBezTo>
                  <a:pt x="21599" y="4191"/>
                  <a:pt x="21597" y="4170"/>
                  <a:pt x="21587" y="4165"/>
                </a:cubicBezTo>
                <a:close/>
                <a:moveTo>
                  <a:pt x="21582" y="4839"/>
                </a:moveTo>
                <a:cubicBezTo>
                  <a:pt x="21571" y="4839"/>
                  <a:pt x="21533" y="4893"/>
                  <a:pt x="21497" y="4960"/>
                </a:cubicBezTo>
                <a:cubicBezTo>
                  <a:pt x="21454" y="5041"/>
                  <a:pt x="21450" y="5094"/>
                  <a:pt x="21480" y="5111"/>
                </a:cubicBezTo>
                <a:cubicBezTo>
                  <a:pt x="21508" y="5127"/>
                  <a:pt x="21516" y="5238"/>
                  <a:pt x="21503" y="5404"/>
                </a:cubicBezTo>
                <a:cubicBezTo>
                  <a:pt x="21487" y="5615"/>
                  <a:pt x="21496" y="5676"/>
                  <a:pt x="21542" y="5676"/>
                </a:cubicBezTo>
                <a:cubicBezTo>
                  <a:pt x="21588" y="5676"/>
                  <a:pt x="21598" y="5584"/>
                  <a:pt x="21599" y="5268"/>
                </a:cubicBezTo>
                <a:cubicBezTo>
                  <a:pt x="21599" y="5265"/>
                  <a:pt x="21599" y="5261"/>
                  <a:pt x="21599" y="5258"/>
                </a:cubicBezTo>
                <a:cubicBezTo>
                  <a:pt x="21599" y="5252"/>
                  <a:pt x="21599" y="5248"/>
                  <a:pt x="21599" y="5242"/>
                </a:cubicBezTo>
                <a:cubicBezTo>
                  <a:pt x="21598" y="5019"/>
                  <a:pt x="21592" y="4839"/>
                  <a:pt x="21582" y="4839"/>
                </a:cubicBezTo>
                <a:close/>
                <a:moveTo>
                  <a:pt x="21576" y="6115"/>
                </a:moveTo>
                <a:cubicBezTo>
                  <a:pt x="21571" y="6115"/>
                  <a:pt x="21560" y="6116"/>
                  <a:pt x="21554" y="6120"/>
                </a:cubicBezTo>
                <a:cubicBezTo>
                  <a:pt x="21529" y="6134"/>
                  <a:pt x="21523" y="6162"/>
                  <a:pt x="21537" y="6183"/>
                </a:cubicBezTo>
                <a:cubicBezTo>
                  <a:pt x="21572" y="6236"/>
                  <a:pt x="21596" y="6225"/>
                  <a:pt x="21599" y="6162"/>
                </a:cubicBezTo>
                <a:cubicBezTo>
                  <a:pt x="21599" y="6159"/>
                  <a:pt x="21599" y="6154"/>
                  <a:pt x="21599" y="6151"/>
                </a:cubicBezTo>
                <a:cubicBezTo>
                  <a:pt x="21598" y="6127"/>
                  <a:pt x="21591" y="6115"/>
                  <a:pt x="21576" y="6115"/>
                </a:cubicBezTo>
                <a:close/>
                <a:moveTo>
                  <a:pt x="21576" y="7082"/>
                </a:moveTo>
                <a:cubicBezTo>
                  <a:pt x="21570" y="7084"/>
                  <a:pt x="21563" y="7094"/>
                  <a:pt x="21554" y="7102"/>
                </a:cubicBezTo>
                <a:cubicBezTo>
                  <a:pt x="21526" y="7128"/>
                  <a:pt x="21511" y="7177"/>
                  <a:pt x="21525" y="7212"/>
                </a:cubicBezTo>
                <a:cubicBezTo>
                  <a:pt x="21563" y="7304"/>
                  <a:pt x="21595" y="7285"/>
                  <a:pt x="21599" y="7181"/>
                </a:cubicBezTo>
                <a:cubicBezTo>
                  <a:pt x="21599" y="7174"/>
                  <a:pt x="21599" y="7161"/>
                  <a:pt x="21599" y="7155"/>
                </a:cubicBezTo>
                <a:cubicBezTo>
                  <a:pt x="21597" y="7104"/>
                  <a:pt x="21594" y="7076"/>
                  <a:pt x="21576" y="7082"/>
                </a:cubicBezTo>
                <a:close/>
                <a:moveTo>
                  <a:pt x="21576" y="7338"/>
                </a:moveTo>
                <a:cubicBezTo>
                  <a:pt x="21570" y="7331"/>
                  <a:pt x="21562" y="7335"/>
                  <a:pt x="21554" y="7343"/>
                </a:cubicBezTo>
                <a:cubicBezTo>
                  <a:pt x="21499" y="7394"/>
                  <a:pt x="21482" y="7783"/>
                  <a:pt x="21531" y="7892"/>
                </a:cubicBezTo>
                <a:cubicBezTo>
                  <a:pt x="21549" y="7931"/>
                  <a:pt x="21572" y="7965"/>
                  <a:pt x="21582" y="7965"/>
                </a:cubicBezTo>
                <a:cubicBezTo>
                  <a:pt x="21587" y="7965"/>
                  <a:pt x="21595" y="7901"/>
                  <a:pt x="21599" y="7818"/>
                </a:cubicBezTo>
                <a:cubicBezTo>
                  <a:pt x="21599" y="7723"/>
                  <a:pt x="21598" y="7681"/>
                  <a:pt x="21599" y="7573"/>
                </a:cubicBezTo>
                <a:cubicBezTo>
                  <a:pt x="21597" y="7441"/>
                  <a:pt x="21592" y="7354"/>
                  <a:pt x="21576" y="7338"/>
                </a:cubicBezTo>
                <a:close/>
                <a:moveTo>
                  <a:pt x="21587" y="8095"/>
                </a:moveTo>
                <a:cubicBezTo>
                  <a:pt x="21579" y="8088"/>
                  <a:pt x="21566" y="8106"/>
                  <a:pt x="21537" y="8142"/>
                </a:cubicBezTo>
                <a:cubicBezTo>
                  <a:pt x="21490" y="8200"/>
                  <a:pt x="21484" y="8233"/>
                  <a:pt x="21520" y="8273"/>
                </a:cubicBezTo>
                <a:cubicBezTo>
                  <a:pt x="21567" y="8326"/>
                  <a:pt x="21585" y="8334"/>
                  <a:pt x="21593" y="8294"/>
                </a:cubicBezTo>
                <a:cubicBezTo>
                  <a:pt x="21593" y="8241"/>
                  <a:pt x="21593" y="8175"/>
                  <a:pt x="21593" y="8116"/>
                </a:cubicBezTo>
                <a:cubicBezTo>
                  <a:pt x="21591" y="8108"/>
                  <a:pt x="21590" y="8098"/>
                  <a:pt x="21587" y="8095"/>
                </a:cubicBezTo>
                <a:close/>
                <a:moveTo>
                  <a:pt x="21542" y="10003"/>
                </a:moveTo>
                <a:cubicBezTo>
                  <a:pt x="21469" y="10003"/>
                  <a:pt x="21456" y="10161"/>
                  <a:pt x="21525" y="10202"/>
                </a:cubicBezTo>
                <a:cubicBezTo>
                  <a:pt x="21600" y="10246"/>
                  <a:pt x="21599" y="10245"/>
                  <a:pt x="21599" y="10118"/>
                </a:cubicBezTo>
                <a:cubicBezTo>
                  <a:pt x="21599" y="10051"/>
                  <a:pt x="21575" y="10003"/>
                  <a:pt x="21542" y="10003"/>
                </a:cubicBezTo>
                <a:close/>
                <a:moveTo>
                  <a:pt x="21576" y="10897"/>
                </a:moveTo>
                <a:cubicBezTo>
                  <a:pt x="21570" y="10899"/>
                  <a:pt x="21562" y="10904"/>
                  <a:pt x="21554" y="10912"/>
                </a:cubicBezTo>
                <a:cubicBezTo>
                  <a:pt x="21527" y="10937"/>
                  <a:pt x="21515" y="10977"/>
                  <a:pt x="21531" y="11001"/>
                </a:cubicBezTo>
                <a:cubicBezTo>
                  <a:pt x="21576" y="11069"/>
                  <a:pt x="21599" y="11052"/>
                  <a:pt x="21599" y="10954"/>
                </a:cubicBezTo>
                <a:cubicBezTo>
                  <a:pt x="21599" y="10917"/>
                  <a:pt x="21597" y="10901"/>
                  <a:pt x="21587" y="10897"/>
                </a:cubicBezTo>
                <a:cubicBezTo>
                  <a:pt x="21584" y="10895"/>
                  <a:pt x="21581" y="10895"/>
                  <a:pt x="21576" y="10897"/>
                </a:cubicBezTo>
                <a:close/>
                <a:moveTo>
                  <a:pt x="21565" y="11597"/>
                </a:moveTo>
                <a:cubicBezTo>
                  <a:pt x="21552" y="11593"/>
                  <a:pt x="21536" y="11600"/>
                  <a:pt x="21514" y="11613"/>
                </a:cubicBezTo>
                <a:cubicBezTo>
                  <a:pt x="21460" y="11644"/>
                  <a:pt x="21462" y="11659"/>
                  <a:pt x="21514" y="11717"/>
                </a:cubicBezTo>
                <a:cubicBezTo>
                  <a:pt x="21562" y="11771"/>
                  <a:pt x="21595" y="11756"/>
                  <a:pt x="21599" y="11702"/>
                </a:cubicBezTo>
                <a:cubicBezTo>
                  <a:pt x="21600" y="11683"/>
                  <a:pt x="21599" y="11661"/>
                  <a:pt x="21593" y="11634"/>
                </a:cubicBezTo>
                <a:cubicBezTo>
                  <a:pt x="21588" y="11613"/>
                  <a:pt x="21577" y="11601"/>
                  <a:pt x="21565" y="11597"/>
                </a:cubicBezTo>
                <a:close/>
                <a:moveTo>
                  <a:pt x="21570" y="11832"/>
                </a:moveTo>
                <a:cubicBezTo>
                  <a:pt x="21568" y="11831"/>
                  <a:pt x="21562" y="11834"/>
                  <a:pt x="21559" y="11837"/>
                </a:cubicBezTo>
                <a:cubicBezTo>
                  <a:pt x="21509" y="11885"/>
                  <a:pt x="21493" y="12295"/>
                  <a:pt x="21537" y="12391"/>
                </a:cubicBezTo>
                <a:cubicBezTo>
                  <a:pt x="21554" y="12430"/>
                  <a:pt x="21572" y="12465"/>
                  <a:pt x="21582" y="12465"/>
                </a:cubicBezTo>
                <a:cubicBezTo>
                  <a:pt x="21591" y="12465"/>
                  <a:pt x="21599" y="12313"/>
                  <a:pt x="21599" y="12130"/>
                </a:cubicBezTo>
                <a:cubicBezTo>
                  <a:pt x="21599" y="11951"/>
                  <a:pt x="21590" y="11841"/>
                  <a:pt x="21570" y="11832"/>
                </a:cubicBezTo>
                <a:close/>
                <a:moveTo>
                  <a:pt x="21576" y="12684"/>
                </a:moveTo>
                <a:cubicBezTo>
                  <a:pt x="21571" y="12684"/>
                  <a:pt x="21560" y="12686"/>
                  <a:pt x="21554" y="12689"/>
                </a:cubicBezTo>
                <a:cubicBezTo>
                  <a:pt x="21529" y="12703"/>
                  <a:pt x="21523" y="12731"/>
                  <a:pt x="21537" y="12752"/>
                </a:cubicBezTo>
                <a:cubicBezTo>
                  <a:pt x="21574" y="12808"/>
                  <a:pt x="21599" y="12797"/>
                  <a:pt x="21599" y="12726"/>
                </a:cubicBezTo>
                <a:cubicBezTo>
                  <a:pt x="21599" y="12700"/>
                  <a:pt x="21592" y="12685"/>
                  <a:pt x="21576" y="12684"/>
                </a:cubicBezTo>
                <a:close/>
                <a:moveTo>
                  <a:pt x="21537" y="14503"/>
                </a:moveTo>
                <a:cubicBezTo>
                  <a:pt x="21494" y="14503"/>
                  <a:pt x="21486" y="14528"/>
                  <a:pt x="21508" y="14571"/>
                </a:cubicBezTo>
                <a:cubicBezTo>
                  <a:pt x="21527" y="14606"/>
                  <a:pt x="21537" y="14677"/>
                  <a:pt x="21531" y="14733"/>
                </a:cubicBezTo>
                <a:cubicBezTo>
                  <a:pt x="21525" y="14788"/>
                  <a:pt x="21527" y="14856"/>
                  <a:pt x="21537" y="14884"/>
                </a:cubicBezTo>
                <a:cubicBezTo>
                  <a:pt x="21575" y="14993"/>
                  <a:pt x="21599" y="14929"/>
                  <a:pt x="21599" y="14722"/>
                </a:cubicBezTo>
                <a:cubicBezTo>
                  <a:pt x="21599" y="14561"/>
                  <a:pt x="21584" y="14503"/>
                  <a:pt x="21537" y="14503"/>
                </a:cubicBezTo>
                <a:close/>
                <a:moveTo>
                  <a:pt x="21576" y="15031"/>
                </a:moveTo>
                <a:cubicBezTo>
                  <a:pt x="21570" y="15033"/>
                  <a:pt x="21562" y="15038"/>
                  <a:pt x="21554" y="15046"/>
                </a:cubicBezTo>
                <a:cubicBezTo>
                  <a:pt x="21527" y="15071"/>
                  <a:pt x="21515" y="15111"/>
                  <a:pt x="21531" y="15135"/>
                </a:cubicBezTo>
                <a:cubicBezTo>
                  <a:pt x="21576" y="15203"/>
                  <a:pt x="21599" y="15191"/>
                  <a:pt x="21599" y="15093"/>
                </a:cubicBezTo>
                <a:cubicBezTo>
                  <a:pt x="21599" y="15056"/>
                  <a:pt x="21597" y="15035"/>
                  <a:pt x="21587" y="15031"/>
                </a:cubicBezTo>
                <a:cubicBezTo>
                  <a:pt x="21584" y="15029"/>
                  <a:pt x="21581" y="15029"/>
                  <a:pt x="21576" y="15031"/>
                </a:cubicBezTo>
                <a:close/>
                <a:moveTo>
                  <a:pt x="21531" y="15449"/>
                </a:moveTo>
                <a:cubicBezTo>
                  <a:pt x="21475" y="15469"/>
                  <a:pt x="21473" y="15484"/>
                  <a:pt x="21520" y="15511"/>
                </a:cubicBezTo>
                <a:cubicBezTo>
                  <a:pt x="21597" y="15557"/>
                  <a:pt x="21599" y="15554"/>
                  <a:pt x="21599" y="15485"/>
                </a:cubicBezTo>
                <a:cubicBezTo>
                  <a:pt x="21599" y="15466"/>
                  <a:pt x="21593" y="15455"/>
                  <a:pt x="21582" y="15449"/>
                </a:cubicBezTo>
                <a:cubicBezTo>
                  <a:pt x="21570" y="15443"/>
                  <a:pt x="21553" y="15441"/>
                  <a:pt x="21531" y="15449"/>
                </a:cubicBezTo>
                <a:close/>
                <a:moveTo>
                  <a:pt x="21576" y="15883"/>
                </a:moveTo>
                <a:cubicBezTo>
                  <a:pt x="21570" y="15885"/>
                  <a:pt x="21563" y="15890"/>
                  <a:pt x="21554" y="15898"/>
                </a:cubicBezTo>
                <a:cubicBezTo>
                  <a:pt x="21526" y="15923"/>
                  <a:pt x="21511" y="15973"/>
                  <a:pt x="21525" y="16008"/>
                </a:cubicBezTo>
                <a:cubicBezTo>
                  <a:pt x="21565" y="16105"/>
                  <a:pt x="21599" y="16083"/>
                  <a:pt x="21599" y="15961"/>
                </a:cubicBezTo>
                <a:cubicBezTo>
                  <a:pt x="21599" y="15900"/>
                  <a:pt x="21595" y="15876"/>
                  <a:pt x="21576" y="15883"/>
                </a:cubicBezTo>
                <a:close/>
                <a:moveTo>
                  <a:pt x="21587" y="16740"/>
                </a:moveTo>
                <a:cubicBezTo>
                  <a:pt x="21578" y="16733"/>
                  <a:pt x="21564" y="16739"/>
                  <a:pt x="21537" y="16761"/>
                </a:cubicBezTo>
                <a:cubicBezTo>
                  <a:pt x="21501" y="16788"/>
                  <a:pt x="21469" y="16833"/>
                  <a:pt x="21469" y="16860"/>
                </a:cubicBezTo>
                <a:cubicBezTo>
                  <a:pt x="21469" y="16887"/>
                  <a:pt x="21501" y="16912"/>
                  <a:pt x="21537" y="16912"/>
                </a:cubicBezTo>
                <a:cubicBezTo>
                  <a:pt x="21577" y="16912"/>
                  <a:pt x="21599" y="16874"/>
                  <a:pt x="21599" y="16813"/>
                </a:cubicBezTo>
                <a:cubicBezTo>
                  <a:pt x="21599" y="16771"/>
                  <a:pt x="21597" y="16747"/>
                  <a:pt x="21587" y="16740"/>
                </a:cubicBezTo>
                <a:close/>
                <a:moveTo>
                  <a:pt x="21531" y="17356"/>
                </a:moveTo>
                <a:cubicBezTo>
                  <a:pt x="21475" y="17376"/>
                  <a:pt x="21473" y="17386"/>
                  <a:pt x="21520" y="17414"/>
                </a:cubicBezTo>
                <a:cubicBezTo>
                  <a:pt x="21597" y="17459"/>
                  <a:pt x="21599" y="17462"/>
                  <a:pt x="21599" y="17393"/>
                </a:cubicBezTo>
                <a:cubicBezTo>
                  <a:pt x="21599" y="17374"/>
                  <a:pt x="21593" y="17362"/>
                  <a:pt x="21582" y="17356"/>
                </a:cubicBezTo>
                <a:cubicBezTo>
                  <a:pt x="21570" y="17350"/>
                  <a:pt x="21553" y="17349"/>
                  <a:pt x="21531" y="17356"/>
                </a:cubicBezTo>
                <a:close/>
                <a:moveTo>
                  <a:pt x="21565" y="18689"/>
                </a:moveTo>
                <a:cubicBezTo>
                  <a:pt x="21516" y="18738"/>
                  <a:pt x="21471" y="19062"/>
                  <a:pt x="21508" y="19097"/>
                </a:cubicBezTo>
                <a:cubicBezTo>
                  <a:pt x="21524" y="19111"/>
                  <a:pt x="21539" y="19139"/>
                  <a:pt x="21542" y="19159"/>
                </a:cubicBezTo>
                <a:cubicBezTo>
                  <a:pt x="21545" y="19180"/>
                  <a:pt x="21551" y="19206"/>
                  <a:pt x="21554" y="19217"/>
                </a:cubicBezTo>
                <a:cubicBezTo>
                  <a:pt x="21557" y="19228"/>
                  <a:pt x="21564" y="19238"/>
                  <a:pt x="21576" y="19238"/>
                </a:cubicBezTo>
                <a:cubicBezTo>
                  <a:pt x="21588" y="19238"/>
                  <a:pt x="21599" y="19106"/>
                  <a:pt x="21599" y="18945"/>
                </a:cubicBezTo>
                <a:cubicBezTo>
                  <a:pt x="21599" y="18776"/>
                  <a:pt x="21587" y="18667"/>
                  <a:pt x="21565" y="18689"/>
                </a:cubicBezTo>
                <a:close/>
                <a:moveTo>
                  <a:pt x="21559" y="19415"/>
                </a:moveTo>
                <a:cubicBezTo>
                  <a:pt x="21536" y="19429"/>
                  <a:pt x="21529" y="19466"/>
                  <a:pt x="21542" y="19499"/>
                </a:cubicBezTo>
                <a:cubicBezTo>
                  <a:pt x="21577" y="19583"/>
                  <a:pt x="21599" y="19576"/>
                  <a:pt x="21599" y="19478"/>
                </a:cubicBezTo>
                <a:cubicBezTo>
                  <a:pt x="21599" y="19444"/>
                  <a:pt x="21591" y="19420"/>
                  <a:pt x="21576" y="19415"/>
                </a:cubicBezTo>
                <a:cubicBezTo>
                  <a:pt x="21571" y="19414"/>
                  <a:pt x="21565" y="19412"/>
                  <a:pt x="21559" y="19415"/>
                </a:cubicBezTo>
                <a:close/>
                <a:moveTo>
                  <a:pt x="21587" y="19901"/>
                </a:moveTo>
                <a:cubicBezTo>
                  <a:pt x="21578" y="19897"/>
                  <a:pt x="21560" y="19906"/>
                  <a:pt x="21531" y="19928"/>
                </a:cubicBezTo>
                <a:cubicBezTo>
                  <a:pt x="21477" y="19969"/>
                  <a:pt x="21474" y="19985"/>
                  <a:pt x="21520" y="20011"/>
                </a:cubicBezTo>
                <a:cubicBezTo>
                  <a:pt x="21598" y="20057"/>
                  <a:pt x="21599" y="20056"/>
                  <a:pt x="21599" y="19959"/>
                </a:cubicBezTo>
                <a:cubicBezTo>
                  <a:pt x="21599" y="19922"/>
                  <a:pt x="21597" y="19906"/>
                  <a:pt x="21587" y="19901"/>
                </a:cubicBezTo>
                <a:close/>
                <a:moveTo>
                  <a:pt x="21565" y="20842"/>
                </a:moveTo>
                <a:cubicBezTo>
                  <a:pt x="21544" y="20846"/>
                  <a:pt x="21516" y="20943"/>
                  <a:pt x="21503" y="21130"/>
                </a:cubicBezTo>
                <a:cubicBezTo>
                  <a:pt x="21492" y="21285"/>
                  <a:pt x="21502" y="21390"/>
                  <a:pt x="21531" y="21401"/>
                </a:cubicBezTo>
                <a:cubicBezTo>
                  <a:pt x="21557" y="21411"/>
                  <a:pt x="21581" y="21421"/>
                  <a:pt x="21587" y="21422"/>
                </a:cubicBezTo>
                <a:cubicBezTo>
                  <a:pt x="21593" y="21424"/>
                  <a:pt x="21599" y="21286"/>
                  <a:pt x="21599" y="21114"/>
                </a:cubicBezTo>
                <a:cubicBezTo>
                  <a:pt x="21599" y="20930"/>
                  <a:pt x="21585" y="20838"/>
                  <a:pt x="21565" y="20842"/>
                </a:cubicBezTo>
                <a:close/>
                <a:moveTo>
                  <a:pt x="21565" y="21579"/>
                </a:moveTo>
                <a:cubicBezTo>
                  <a:pt x="21553" y="21569"/>
                  <a:pt x="21535" y="21574"/>
                  <a:pt x="21514" y="21584"/>
                </a:cubicBezTo>
                <a:cubicBezTo>
                  <a:pt x="21490" y="21597"/>
                  <a:pt x="20603" y="21594"/>
                  <a:pt x="20236" y="21600"/>
                </a:cubicBezTo>
                <a:lnTo>
                  <a:pt x="21570" y="21600"/>
                </a:lnTo>
                <a:cubicBezTo>
                  <a:pt x="21568" y="21596"/>
                  <a:pt x="21568" y="21581"/>
                  <a:pt x="21565" y="21579"/>
                </a:cubicBezTo>
                <a:close/>
              </a:path>
            </a:pathLst>
          </a:cu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 name="Science_AmazonASAP_1125307709.jpg" descr="Science_AmazonASAP_1125307709.jpg"/>
          <p:cNvPicPr>
            <a:picLocks noGrp="1" noChangeAspect="1"/>
          </p:cNvPicPr>
          <p:nvPr>
            <p:ph type="pic" idx="13"/>
          </p:nvPr>
        </p:nvPicPr>
        <p:blipFill>
          <a:blip r:embed="rId2"/>
          <a:srcRect l="3108" r="47379"/>
          <a:stretch>
            <a:fillRect/>
          </a:stretch>
        </p:blipFill>
        <p:spPr>
          <a:xfrm>
            <a:off x="-71504" y="-58967"/>
            <a:ext cx="6516755" cy="9871534"/>
          </a:xfrm>
          <a:prstGeom prst="rect">
            <a:avLst/>
          </a:prstGeom>
        </p:spPr>
      </p:pic>
      <p:sp>
        <p:nvSpPr>
          <p:cNvPr id="166" name="Line"/>
          <p:cNvSpPr>
            <a:spLocks noGrp="1"/>
          </p:cNvSpPr>
          <p:nvPr>
            <p:ph type="body" idx="14"/>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67" name="The concept of land cover change"/>
          <p:cNvSpPr txBox="1">
            <a:spLocks noGrp="1"/>
          </p:cNvSpPr>
          <p:nvPr>
            <p:ph type="title"/>
          </p:nvPr>
        </p:nvSpPr>
        <p:spPr>
          <a:xfrm>
            <a:off x="7023100" y="723900"/>
            <a:ext cx="5545744" cy="723900"/>
          </a:xfrm>
          <a:prstGeom prst="rect">
            <a:avLst/>
          </a:prstGeom>
        </p:spPr>
        <p:txBody>
          <a:bodyPr/>
          <a:lstStyle>
            <a:lvl1pPr defTabSz="397256">
              <a:spcBef>
                <a:spcPts val="1500"/>
              </a:spcBef>
              <a:defRPr sz="3536"/>
            </a:lvl1pPr>
          </a:lstStyle>
          <a:p>
            <a:r>
              <a:rPr dirty="0"/>
              <a:t>The concept of land cover change</a:t>
            </a:r>
          </a:p>
        </p:txBody>
      </p:sp>
      <p:sp>
        <p:nvSpPr>
          <p:cNvPr id="168" name="Student Activity: Define Land Cover Change with reference to specific examples. (3 Marks)"/>
          <p:cNvSpPr txBox="1">
            <a:spLocks noGrp="1"/>
          </p:cNvSpPr>
          <p:nvPr>
            <p:ph type="body" sz="half" idx="1"/>
          </p:nvPr>
        </p:nvSpPr>
        <p:spPr>
          <a:xfrm>
            <a:off x="7023100" y="1809750"/>
            <a:ext cx="5397501" cy="7226301"/>
          </a:xfrm>
          <a:prstGeom prst="rect">
            <a:avLst/>
          </a:prstGeom>
        </p:spPr>
        <p:txBody>
          <a:bodyPr/>
          <a:lstStyle/>
          <a:p>
            <a:r>
              <a:rPr b="1" dirty="0">
                <a:latin typeface="Iowan Old Style Roman" panose="02040602040506020204" pitchFamily="18" charset="77"/>
              </a:rPr>
              <a:t>Student Activity:</a:t>
            </a:r>
            <a:r>
              <a:rPr dirty="0">
                <a:latin typeface="Iowan Old Style Roman" panose="02040602040506020204" pitchFamily="18" charset="77"/>
              </a:rPr>
              <a:t> Define Land Cover Change with reference to specific examples.</a:t>
            </a:r>
            <a:br>
              <a:rPr dirty="0">
                <a:latin typeface="Iowan Old Style Roman" panose="02040602040506020204" pitchFamily="18" charset="77"/>
              </a:rPr>
            </a:br>
            <a:r>
              <a:rPr dirty="0">
                <a:latin typeface="Iowan Old Style Roman" panose="02040602040506020204" pitchFamily="18" charset="77"/>
              </a:rPr>
              <a:t>(3 Marks)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71" name="The concept of ecosystem structure and dynamics"/>
          <p:cNvSpPr txBox="1">
            <a:spLocks noGrp="1"/>
          </p:cNvSpPr>
          <p:nvPr>
            <p:ph type="title"/>
          </p:nvPr>
        </p:nvSpPr>
        <p:spPr>
          <a:prstGeom prst="rect">
            <a:avLst/>
          </a:prstGeom>
        </p:spPr>
        <p:txBody>
          <a:bodyPr/>
          <a:lstStyle>
            <a:lvl1pPr defTabSz="543305">
              <a:spcBef>
                <a:spcPts val="2100"/>
              </a:spcBef>
              <a:defRPr sz="4836"/>
            </a:lvl1pPr>
          </a:lstStyle>
          <a:p>
            <a:r>
              <a:t>The concept of ecosystem structure and dynamics</a:t>
            </a:r>
          </a:p>
        </p:txBody>
      </p:sp>
      <p:sp>
        <p:nvSpPr>
          <p:cNvPr id="172" name="Ecosystem Structure: The abiotic and biotic features of the  ecosystem, their interactions and a source of energy make up the structure  of an ecosystem.…"/>
          <p:cNvSpPr txBox="1">
            <a:spLocks noGrp="1"/>
          </p:cNvSpPr>
          <p:nvPr>
            <p:ph type="body" idx="1"/>
          </p:nvPr>
        </p:nvSpPr>
        <p:spPr>
          <a:prstGeom prst="rect">
            <a:avLst/>
          </a:prstGeom>
        </p:spPr>
        <p:txBody>
          <a:bodyPr/>
          <a:lstStyle/>
          <a:p>
            <a:r>
              <a:rPr b="1" dirty="0">
                <a:latin typeface="Iowan Old Style Roman" panose="02040602040506020204" pitchFamily="18" charset="77"/>
              </a:rPr>
              <a:t>Ecosystem Structure:</a:t>
            </a:r>
            <a:r>
              <a:rPr dirty="0">
                <a:latin typeface="Iowan Old Style Roman" panose="02040602040506020204" pitchFamily="18" charset="77"/>
              </a:rPr>
              <a:t> The abiotic and biotic features of the  ecosystem, their interactions and a source of energy make up the structure  of an ecosystem.</a:t>
            </a:r>
            <a:r>
              <a:rPr lang="en-US" dirty="0">
                <a:latin typeface="Iowan Old Style Roman" panose="02040602040506020204" pitchFamily="18" charset="77"/>
              </a:rPr>
              <a:t> All of these abiotic and biotic elements are linked together through a  series of energy flows and nutrient cycles.</a:t>
            </a:r>
            <a:endParaRPr dirty="0">
              <a:latin typeface="Iowan Old Style Roman" panose="02040602040506020204" pitchFamily="18" charset="77"/>
            </a:endParaRPr>
          </a:p>
          <a:p>
            <a:r>
              <a:rPr b="1" dirty="0">
                <a:latin typeface="Iowan Old Style Roman" panose="02040602040506020204" pitchFamily="18" charset="77"/>
              </a:rPr>
              <a:t>Ecosystem Dynamics:</a:t>
            </a:r>
            <a:r>
              <a:rPr dirty="0">
                <a:latin typeface="Iowan Old Style Roman" panose="02040602040506020204" pitchFamily="18" charset="77"/>
              </a:rPr>
              <a:t> The network of interactions within the ecosystem community, these could include nutrient cycles and energy flows.</a:t>
            </a:r>
          </a:p>
          <a:p>
            <a:pPr lvl="1"/>
            <a:r>
              <a:rPr dirty="0" err="1">
                <a:latin typeface="Iowan Old Style Roman" panose="02040602040506020204" pitchFamily="18" charset="77"/>
              </a:rPr>
              <a:t>Characterised</a:t>
            </a:r>
            <a:r>
              <a:rPr dirty="0">
                <a:latin typeface="Iowan Old Style Roman" panose="02040602040506020204" pitchFamily="18" charset="77"/>
              </a:rPr>
              <a:t> by the complex interactions between the abiotic and biological environments. It involves four major spheres; the biosphere, lithosphere, hydrosphere (and the atmosphere</a:t>
            </a:r>
          </a:p>
        </p:txBody>
      </p:sp>
      <p:pic>
        <p:nvPicPr>
          <p:cNvPr id="173" name="flat-design-smiling-cartoon-sun-vector-8793646.jpg" descr="flat-design-smiling-cartoon-sun-vector-8793646.jpg"/>
          <p:cNvPicPr>
            <a:picLocks noChangeAspect="1"/>
          </p:cNvPicPr>
          <p:nvPr/>
        </p:nvPicPr>
        <p:blipFill>
          <a:blip r:embed="rId2"/>
          <a:srcRect l="8995" t="8348" r="8976" b="15653"/>
          <a:stretch>
            <a:fillRect/>
          </a:stretch>
        </p:blipFill>
        <p:spPr>
          <a:xfrm>
            <a:off x="10118209" y="7283169"/>
            <a:ext cx="2379109" cy="2380546"/>
          </a:xfrm>
          <a:custGeom>
            <a:avLst/>
            <a:gdLst/>
            <a:ahLst/>
            <a:cxnLst>
              <a:cxn ang="0">
                <a:pos x="wd2" y="hd2"/>
              </a:cxn>
              <a:cxn ang="5400000">
                <a:pos x="wd2" y="hd2"/>
              </a:cxn>
              <a:cxn ang="10800000">
                <a:pos x="wd2" y="hd2"/>
              </a:cxn>
              <a:cxn ang="16200000">
                <a:pos x="wd2" y="hd2"/>
              </a:cxn>
            </a:cxnLst>
            <a:rect l="0" t="0" r="r" b="b"/>
            <a:pathLst>
              <a:path w="21568" h="21587" extrusionOk="0">
                <a:moveTo>
                  <a:pt x="10890" y="4"/>
                </a:moveTo>
                <a:cubicBezTo>
                  <a:pt x="10722" y="-9"/>
                  <a:pt x="10693" y="7"/>
                  <a:pt x="10667" y="105"/>
                </a:cubicBezTo>
                <a:cubicBezTo>
                  <a:pt x="10627" y="251"/>
                  <a:pt x="10624" y="3584"/>
                  <a:pt x="10663" y="3779"/>
                </a:cubicBezTo>
                <a:cubicBezTo>
                  <a:pt x="10690" y="3913"/>
                  <a:pt x="10713" y="3928"/>
                  <a:pt x="10886" y="3930"/>
                </a:cubicBezTo>
                <a:cubicBezTo>
                  <a:pt x="10992" y="3932"/>
                  <a:pt x="11077" y="3920"/>
                  <a:pt x="11077" y="3901"/>
                </a:cubicBezTo>
                <a:cubicBezTo>
                  <a:pt x="11077" y="3883"/>
                  <a:pt x="11078" y="3001"/>
                  <a:pt x="11080" y="1944"/>
                </a:cubicBezTo>
                <a:lnTo>
                  <a:pt x="11084" y="22"/>
                </a:lnTo>
                <a:lnTo>
                  <a:pt x="10890" y="4"/>
                </a:lnTo>
                <a:close/>
                <a:moveTo>
                  <a:pt x="14275" y="2660"/>
                </a:moveTo>
                <a:lnTo>
                  <a:pt x="14070" y="2678"/>
                </a:lnTo>
                <a:cubicBezTo>
                  <a:pt x="13917" y="2692"/>
                  <a:pt x="13855" y="2722"/>
                  <a:pt x="13825" y="2800"/>
                </a:cubicBezTo>
                <a:cubicBezTo>
                  <a:pt x="13804" y="2858"/>
                  <a:pt x="13755" y="2905"/>
                  <a:pt x="13714" y="2905"/>
                </a:cubicBezTo>
                <a:cubicBezTo>
                  <a:pt x="13658" y="2905"/>
                  <a:pt x="13638" y="2958"/>
                  <a:pt x="13638" y="3106"/>
                </a:cubicBezTo>
                <a:cubicBezTo>
                  <a:pt x="13638" y="3266"/>
                  <a:pt x="13616" y="3316"/>
                  <a:pt x="13538" y="3336"/>
                </a:cubicBezTo>
                <a:cubicBezTo>
                  <a:pt x="13440" y="3362"/>
                  <a:pt x="13433" y="3391"/>
                  <a:pt x="13419" y="3840"/>
                </a:cubicBezTo>
                <a:cubicBezTo>
                  <a:pt x="13417" y="3915"/>
                  <a:pt x="13384" y="3971"/>
                  <a:pt x="13333" y="3981"/>
                </a:cubicBezTo>
                <a:cubicBezTo>
                  <a:pt x="13280" y="3991"/>
                  <a:pt x="13234" y="4062"/>
                  <a:pt x="13214" y="4171"/>
                </a:cubicBezTo>
                <a:cubicBezTo>
                  <a:pt x="13193" y="4283"/>
                  <a:pt x="13147" y="4358"/>
                  <a:pt x="13088" y="4373"/>
                </a:cubicBezTo>
                <a:cubicBezTo>
                  <a:pt x="12961" y="4406"/>
                  <a:pt x="12975" y="4477"/>
                  <a:pt x="13117" y="4531"/>
                </a:cubicBezTo>
                <a:cubicBezTo>
                  <a:pt x="13205" y="4565"/>
                  <a:pt x="13230" y="4604"/>
                  <a:pt x="13210" y="4679"/>
                </a:cubicBezTo>
                <a:cubicBezTo>
                  <a:pt x="13187" y="4770"/>
                  <a:pt x="13205" y="4779"/>
                  <a:pt x="13387" y="4772"/>
                </a:cubicBezTo>
                <a:cubicBezTo>
                  <a:pt x="13541" y="4766"/>
                  <a:pt x="13588" y="4743"/>
                  <a:pt x="13588" y="4679"/>
                </a:cubicBezTo>
                <a:cubicBezTo>
                  <a:pt x="13588" y="4633"/>
                  <a:pt x="13631" y="4539"/>
                  <a:pt x="13685" y="4470"/>
                </a:cubicBezTo>
                <a:cubicBezTo>
                  <a:pt x="13739" y="4401"/>
                  <a:pt x="13786" y="4277"/>
                  <a:pt x="13786" y="4197"/>
                </a:cubicBezTo>
                <a:cubicBezTo>
                  <a:pt x="13786" y="4099"/>
                  <a:pt x="13824" y="4026"/>
                  <a:pt x="13897" y="3977"/>
                </a:cubicBezTo>
                <a:cubicBezTo>
                  <a:pt x="13980" y="3922"/>
                  <a:pt x="14005" y="3856"/>
                  <a:pt x="14005" y="3714"/>
                </a:cubicBezTo>
                <a:cubicBezTo>
                  <a:pt x="14005" y="3567"/>
                  <a:pt x="14029" y="3519"/>
                  <a:pt x="14106" y="3498"/>
                </a:cubicBezTo>
                <a:cubicBezTo>
                  <a:pt x="14178" y="3479"/>
                  <a:pt x="14205" y="3427"/>
                  <a:pt x="14210" y="3300"/>
                </a:cubicBezTo>
                <a:cubicBezTo>
                  <a:pt x="14215" y="3205"/>
                  <a:pt x="14221" y="3128"/>
                  <a:pt x="14225" y="3128"/>
                </a:cubicBezTo>
                <a:cubicBezTo>
                  <a:pt x="14228" y="3128"/>
                  <a:pt x="14242" y="3022"/>
                  <a:pt x="14254" y="2894"/>
                </a:cubicBezTo>
                <a:lnTo>
                  <a:pt x="14275" y="2660"/>
                </a:lnTo>
                <a:close/>
                <a:moveTo>
                  <a:pt x="7403" y="2678"/>
                </a:moveTo>
                <a:cubicBezTo>
                  <a:pt x="7377" y="2690"/>
                  <a:pt x="7360" y="2716"/>
                  <a:pt x="7342" y="2764"/>
                </a:cubicBezTo>
                <a:cubicBezTo>
                  <a:pt x="7268" y="2962"/>
                  <a:pt x="7331" y="3385"/>
                  <a:pt x="7465" y="3581"/>
                </a:cubicBezTo>
                <a:cubicBezTo>
                  <a:pt x="7531" y="3680"/>
                  <a:pt x="7575" y="3791"/>
                  <a:pt x="7562" y="3826"/>
                </a:cubicBezTo>
                <a:cubicBezTo>
                  <a:pt x="7548" y="3861"/>
                  <a:pt x="7579" y="3914"/>
                  <a:pt x="7630" y="3941"/>
                </a:cubicBezTo>
                <a:cubicBezTo>
                  <a:pt x="7728" y="3994"/>
                  <a:pt x="7799" y="4226"/>
                  <a:pt x="7785" y="4441"/>
                </a:cubicBezTo>
                <a:cubicBezTo>
                  <a:pt x="7779" y="4534"/>
                  <a:pt x="7804" y="4578"/>
                  <a:pt x="7875" y="4596"/>
                </a:cubicBezTo>
                <a:cubicBezTo>
                  <a:pt x="7929" y="4610"/>
                  <a:pt x="7975" y="4653"/>
                  <a:pt x="7975" y="4693"/>
                </a:cubicBezTo>
                <a:cubicBezTo>
                  <a:pt x="7975" y="4746"/>
                  <a:pt x="8029" y="4768"/>
                  <a:pt x="8173" y="4765"/>
                </a:cubicBezTo>
                <a:cubicBezTo>
                  <a:pt x="8313" y="4763"/>
                  <a:pt x="8367" y="4741"/>
                  <a:pt x="8350" y="4697"/>
                </a:cubicBezTo>
                <a:cubicBezTo>
                  <a:pt x="8336" y="4662"/>
                  <a:pt x="8342" y="4624"/>
                  <a:pt x="8364" y="4610"/>
                </a:cubicBezTo>
                <a:cubicBezTo>
                  <a:pt x="8400" y="4588"/>
                  <a:pt x="8399" y="4465"/>
                  <a:pt x="8357" y="4114"/>
                </a:cubicBezTo>
                <a:cubicBezTo>
                  <a:pt x="8350" y="4060"/>
                  <a:pt x="8295" y="3972"/>
                  <a:pt x="8234" y="3923"/>
                </a:cubicBezTo>
                <a:cubicBezTo>
                  <a:pt x="8147" y="3852"/>
                  <a:pt x="8123" y="3784"/>
                  <a:pt x="8123" y="3592"/>
                </a:cubicBezTo>
                <a:cubicBezTo>
                  <a:pt x="8123" y="3413"/>
                  <a:pt x="8103" y="3347"/>
                  <a:pt x="8051" y="3347"/>
                </a:cubicBezTo>
                <a:cubicBezTo>
                  <a:pt x="7951" y="3347"/>
                  <a:pt x="7911" y="3261"/>
                  <a:pt x="7918" y="3070"/>
                </a:cubicBezTo>
                <a:cubicBezTo>
                  <a:pt x="7921" y="2980"/>
                  <a:pt x="7905" y="2912"/>
                  <a:pt x="7882" y="2919"/>
                </a:cubicBezTo>
                <a:cubicBezTo>
                  <a:pt x="7859" y="2925"/>
                  <a:pt x="7800" y="2882"/>
                  <a:pt x="7749" y="2822"/>
                </a:cubicBezTo>
                <a:cubicBezTo>
                  <a:pt x="7698" y="2762"/>
                  <a:pt x="7593" y="2699"/>
                  <a:pt x="7518" y="2681"/>
                </a:cubicBezTo>
                <a:cubicBezTo>
                  <a:pt x="7463" y="2668"/>
                  <a:pt x="7430" y="2665"/>
                  <a:pt x="7403" y="2678"/>
                </a:cubicBezTo>
                <a:close/>
                <a:moveTo>
                  <a:pt x="18546" y="3156"/>
                </a:moveTo>
                <a:cubicBezTo>
                  <a:pt x="18503" y="3152"/>
                  <a:pt x="18457" y="3172"/>
                  <a:pt x="18416" y="3221"/>
                </a:cubicBezTo>
                <a:cubicBezTo>
                  <a:pt x="18384" y="3260"/>
                  <a:pt x="18294" y="3308"/>
                  <a:pt x="18215" y="3326"/>
                </a:cubicBezTo>
                <a:cubicBezTo>
                  <a:pt x="18135" y="3343"/>
                  <a:pt x="18067" y="3387"/>
                  <a:pt x="18067" y="3426"/>
                </a:cubicBezTo>
                <a:cubicBezTo>
                  <a:pt x="18067" y="3466"/>
                  <a:pt x="18011" y="3522"/>
                  <a:pt x="17941" y="3549"/>
                </a:cubicBezTo>
                <a:cubicBezTo>
                  <a:pt x="17871" y="3575"/>
                  <a:pt x="17830" y="3620"/>
                  <a:pt x="17848" y="3649"/>
                </a:cubicBezTo>
                <a:cubicBezTo>
                  <a:pt x="17866" y="3679"/>
                  <a:pt x="17835" y="3713"/>
                  <a:pt x="17776" y="3729"/>
                </a:cubicBezTo>
                <a:cubicBezTo>
                  <a:pt x="17717" y="3744"/>
                  <a:pt x="17649" y="3809"/>
                  <a:pt x="17625" y="3873"/>
                </a:cubicBezTo>
                <a:cubicBezTo>
                  <a:pt x="17600" y="3937"/>
                  <a:pt x="17548" y="3991"/>
                  <a:pt x="17510" y="3991"/>
                </a:cubicBezTo>
                <a:cubicBezTo>
                  <a:pt x="17472" y="3991"/>
                  <a:pt x="17430" y="4034"/>
                  <a:pt x="17416" y="4089"/>
                </a:cubicBezTo>
                <a:cubicBezTo>
                  <a:pt x="17402" y="4143"/>
                  <a:pt x="17357" y="4186"/>
                  <a:pt x="17315" y="4186"/>
                </a:cubicBezTo>
                <a:cubicBezTo>
                  <a:pt x="17274" y="4186"/>
                  <a:pt x="17230" y="4236"/>
                  <a:pt x="17222" y="4297"/>
                </a:cubicBezTo>
                <a:cubicBezTo>
                  <a:pt x="17213" y="4358"/>
                  <a:pt x="17173" y="4409"/>
                  <a:pt x="17132" y="4409"/>
                </a:cubicBezTo>
                <a:cubicBezTo>
                  <a:pt x="17044" y="4409"/>
                  <a:pt x="16821" y="4621"/>
                  <a:pt x="16776" y="4744"/>
                </a:cubicBezTo>
                <a:cubicBezTo>
                  <a:pt x="16758" y="4791"/>
                  <a:pt x="16709" y="4830"/>
                  <a:pt x="16668" y="4830"/>
                </a:cubicBezTo>
                <a:cubicBezTo>
                  <a:pt x="16626" y="4830"/>
                  <a:pt x="16592" y="4862"/>
                  <a:pt x="16592" y="4906"/>
                </a:cubicBezTo>
                <a:cubicBezTo>
                  <a:pt x="16592" y="4949"/>
                  <a:pt x="16548" y="4996"/>
                  <a:pt x="16495" y="5010"/>
                </a:cubicBezTo>
                <a:cubicBezTo>
                  <a:pt x="16442" y="5024"/>
                  <a:pt x="16392" y="5085"/>
                  <a:pt x="16384" y="5143"/>
                </a:cubicBezTo>
                <a:cubicBezTo>
                  <a:pt x="16375" y="5201"/>
                  <a:pt x="16338" y="5247"/>
                  <a:pt x="16297" y="5247"/>
                </a:cubicBezTo>
                <a:cubicBezTo>
                  <a:pt x="16210" y="5247"/>
                  <a:pt x="15983" y="5459"/>
                  <a:pt x="15937" y="5582"/>
                </a:cubicBezTo>
                <a:cubicBezTo>
                  <a:pt x="15920" y="5630"/>
                  <a:pt x="15871" y="5665"/>
                  <a:pt x="15829" y="5665"/>
                </a:cubicBezTo>
                <a:cubicBezTo>
                  <a:pt x="15771" y="5665"/>
                  <a:pt x="15754" y="5727"/>
                  <a:pt x="15754" y="5935"/>
                </a:cubicBezTo>
                <a:lnTo>
                  <a:pt x="15754" y="6205"/>
                </a:lnTo>
                <a:lnTo>
                  <a:pt x="15963" y="6219"/>
                </a:lnTo>
                <a:cubicBezTo>
                  <a:pt x="16248" y="6240"/>
                  <a:pt x="16349" y="6213"/>
                  <a:pt x="16333" y="6118"/>
                </a:cubicBezTo>
                <a:cubicBezTo>
                  <a:pt x="16325" y="6067"/>
                  <a:pt x="16360" y="6031"/>
                  <a:pt x="16430" y="6021"/>
                </a:cubicBezTo>
                <a:cubicBezTo>
                  <a:pt x="16491" y="6013"/>
                  <a:pt x="16542" y="5973"/>
                  <a:pt x="16542" y="5931"/>
                </a:cubicBezTo>
                <a:cubicBezTo>
                  <a:pt x="16542" y="5890"/>
                  <a:pt x="16588" y="5845"/>
                  <a:pt x="16643" y="5830"/>
                </a:cubicBezTo>
                <a:cubicBezTo>
                  <a:pt x="16697" y="5816"/>
                  <a:pt x="16740" y="5770"/>
                  <a:pt x="16740" y="5730"/>
                </a:cubicBezTo>
                <a:cubicBezTo>
                  <a:pt x="16740" y="5690"/>
                  <a:pt x="16784" y="5646"/>
                  <a:pt x="16837" y="5633"/>
                </a:cubicBezTo>
                <a:cubicBezTo>
                  <a:pt x="16889" y="5619"/>
                  <a:pt x="16937" y="5561"/>
                  <a:pt x="16945" y="5503"/>
                </a:cubicBezTo>
                <a:cubicBezTo>
                  <a:pt x="16954" y="5437"/>
                  <a:pt x="16995" y="5395"/>
                  <a:pt x="17053" y="5395"/>
                </a:cubicBezTo>
                <a:cubicBezTo>
                  <a:pt x="17104" y="5395"/>
                  <a:pt x="17167" y="5344"/>
                  <a:pt x="17189" y="5283"/>
                </a:cubicBezTo>
                <a:cubicBezTo>
                  <a:pt x="17212" y="5223"/>
                  <a:pt x="17263" y="5172"/>
                  <a:pt x="17305" y="5172"/>
                </a:cubicBezTo>
                <a:cubicBezTo>
                  <a:pt x="17346" y="5172"/>
                  <a:pt x="17380" y="5139"/>
                  <a:pt x="17380" y="5096"/>
                </a:cubicBezTo>
                <a:cubicBezTo>
                  <a:pt x="17380" y="5053"/>
                  <a:pt x="17418" y="5005"/>
                  <a:pt x="17466" y="4992"/>
                </a:cubicBezTo>
                <a:cubicBezTo>
                  <a:pt x="17515" y="4979"/>
                  <a:pt x="17577" y="4926"/>
                  <a:pt x="17603" y="4870"/>
                </a:cubicBezTo>
                <a:cubicBezTo>
                  <a:pt x="17629" y="4813"/>
                  <a:pt x="17673" y="4767"/>
                  <a:pt x="17700" y="4769"/>
                </a:cubicBezTo>
                <a:cubicBezTo>
                  <a:pt x="17727" y="4771"/>
                  <a:pt x="17766" y="4727"/>
                  <a:pt x="17787" y="4672"/>
                </a:cubicBezTo>
                <a:cubicBezTo>
                  <a:pt x="17807" y="4616"/>
                  <a:pt x="17866" y="4560"/>
                  <a:pt x="17920" y="4546"/>
                </a:cubicBezTo>
                <a:cubicBezTo>
                  <a:pt x="17974" y="4531"/>
                  <a:pt x="18021" y="4489"/>
                  <a:pt x="18021" y="4448"/>
                </a:cubicBezTo>
                <a:cubicBezTo>
                  <a:pt x="18021" y="4408"/>
                  <a:pt x="18064" y="4365"/>
                  <a:pt x="18118" y="4351"/>
                </a:cubicBezTo>
                <a:cubicBezTo>
                  <a:pt x="18172" y="4337"/>
                  <a:pt x="18215" y="4291"/>
                  <a:pt x="18215" y="4251"/>
                </a:cubicBezTo>
                <a:cubicBezTo>
                  <a:pt x="18215" y="4210"/>
                  <a:pt x="18261" y="4168"/>
                  <a:pt x="18316" y="4153"/>
                </a:cubicBezTo>
                <a:cubicBezTo>
                  <a:pt x="18370" y="4139"/>
                  <a:pt x="18413" y="4096"/>
                  <a:pt x="18413" y="4060"/>
                </a:cubicBezTo>
                <a:cubicBezTo>
                  <a:pt x="18413" y="4024"/>
                  <a:pt x="18453" y="3966"/>
                  <a:pt x="18503" y="3930"/>
                </a:cubicBezTo>
                <a:cubicBezTo>
                  <a:pt x="18552" y="3895"/>
                  <a:pt x="18607" y="3827"/>
                  <a:pt x="18625" y="3779"/>
                </a:cubicBezTo>
                <a:cubicBezTo>
                  <a:pt x="18643" y="3732"/>
                  <a:pt x="18703" y="3693"/>
                  <a:pt x="18758" y="3693"/>
                </a:cubicBezTo>
                <a:cubicBezTo>
                  <a:pt x="18840" y="3693"/>
                  <a:pt x="18855" y="3661"/>
                  <a:pt x="18855" y="3520"/>
                </a:cubicBezTo>
                <a:cubicBezTo>
                  <a:pt x="18855" y="3401"/>
                  <a:pt x="18833" y="3347"/>
                  <a:pt x="18783" y="3347"/>
                </a:cubicBezTo>
                <a:cubicBezTo>
                  <a:pt x="18744" y="3347"/>
                  <a:pt x="18690" y="3304"/>
                  <a:pt x="18661" y="3250"/>
                </a:cubicBezTo>
                <a:cubicBezTo>
                  <a:pt x="18630" y="3192"/>
                  <a:pt x="18589" y="3161"/>
                  <a:pt x="18546" y="3156"/>
                </a:cubicBezTo>
                <a:close/>
                <a:moveTo>
                  <a:pt x="2920" y="3160"/>
                </a:moveTo>
                <a:cubicBezTo>
                  <a:pt x="2803" y="3149"/>
                  <a:pt x="2749" y="3170"/>
                  <a:pt x="2708" y="3246"/>
                </a:cubicBezTo>
                <a:cubicBezTo>
                  <a:pt x="2678" y="3302"/>
                  <a:pt x="2622" y="3347"/>
                  <a:pt x="2582" y="3347"/>
                </a:cubicBezTo>
                <a:cubicBezTo>
                  <a:pt x="2488" y="3347"/>
                  <a:pt x="2488" y="3476"/>
                  <a:pt x="2582" y="3513"/>
                </a:cubicBezTo>
                <a:cubicBezTo>
                  <a:pt x="2622" y="3528"/>
                  <a:pt x="2644" y="3575"/>
                  <a:pt x="2629" y="3614"/>
                </a:cubicBezTo>
                <a:cubicBezTo>
                  <a:pt x="2614" y="3652"/>
                  <a:pt x="2625" y="3700"/>
                  <a:pt x="2654" y="3718"/>
                </a:cubicBezTo>
                <a:cubicBezTo>
                  <a:pt x="2683" y="3736"/>
                  <a:pt x="2708" y="3791"/>
                  <a:pt x="2708" y="3844"/>
                </a:cubicBezTo>
                <a:cubicBezTo>
                  <a:pt x="2708" y="3897"/>
                  <a:pt x="2742" y="3941"/>
                  <a:pt x="2784" y="3941"/>
                </a:cubicBezTo>
                <a:cubicBezTo>
                  <a:pt x="2825" y="3941"/>
                  <a:pt x="2872" y="3977"/>
                  <a:pt x="2888" y="4020"/>
                </a:cubicBezTo>
                <a:cubicBezTo>
                  <a:pt x="2904" y="4063"/>
                  <a:pt x="2968" y="4115"/>
                  <a:pt x="3032" y="4139"/>
                </a:cubicBezTo>
                <a:cubicBezTo>
                  <a:pt x="3096" y="4163"/>
                  <a:pt x="3151" y="4220"/>
                  <a:pt x="3151" y="4261"/>
                </a:cubicBezTo>
                <a:cubicBezTo>
                  <a:pt x="3151" y="4303"/>
                  <a:pt x="3187" y="4337"/>
                  <a:pt x="3230" y="4337"/>
                </a:cubicBezTo>
                <a:cubicBezTo>
                  <a:pt x="3273" y="4337"/>
                  <a:pt x="3318" y="4375"/>
                  <a:pt x="3331" y="4423"/>
                </a:cubicBezTo>
                <a:cubicBezTo>
                  <a:pt x="3343" y="4472"/>
                  <a:pt x="3401" y="4534"/>
                  <a:pt x="3460" y="4560"/>
                </a:cubicBezTo>
                <a:cubicBezTo>
                  <a:pt x="3523" y="4588"/>
                  <a:pt x="3562" y="4643"/>
                  <a:pt x="3554" y="4693"/>
                </a:cubicBezTo>
                <a:cubicBezTo>
                  <a:pt x="3545" y="4745"/>
                  <a:pt x="3572" y="4780"/>
                  <a:pt x="3618" y="4780"/>
                </a:cubicBezTo>
                <a:cubicBezTo>
                  <a:pt x="3661" y="4780"/>
                  <a:pt x="3706" y="4812"/>
                  <a:pt x="3723" y="4855"/>
                </a:cubicBezTo>
                <a:cubicBezTo>
                  <a:pt x="3739" y="4898"/>
                  <a:pt x="3806" y="4953"/>
                  <a:pt x="3870" y="4977"/>
                </a:cubicBezTo>
                <a:cubicBezTo>
                  <a:pt x="3934" y="5002"/>
                  <a:pt x="3985" y="5059"/>
                  <a:pt x="3985" y="5100"/>
                </a:cubicBezTo>
                <a:cubicBezTo>
                  <a:pt x="3985" y="5141"/>
                  <a:pt x="4021" y="5172"/>
                  <a:pt x="4065" y="5172"/>
                </a:cubicBezTo>
                <a:cubicBezTo>
                  <a:pt x="4108" y="5172"/>
                  <a:pt x="4155" y="5217"/>
                  <a:pt x="4169" y="5269"/>
                </a:cubicBezTo>
                <a:cubicBezTo>
                  <a:pt x="4182" y="5321"/>
                  <a:pt x="4236" y="5374"/>
                  <a:pt x="4288" y="5388"/>
                </a:cubicBezTo>
                <a:cubicBezTo>
                  <a:pt x="4342" y="5402"/>
                  <a:pt x="4381" y="5454"/>
                  <a:pt x="4381" y="5514"/>
                </a:cubicBezTo>
                <a:cubicBezTo>
                  <a:pt x="4381" y="5586"/>
                  <a:pt x="4414" y="5618"/>
                  <a:pt x="4486" y="5618"/>
                </a:cubicBezTo>
                <a:cubicBezTo>
                  <a:pt x="4547" y="5618"/>
                  <a:pt x="4596" y="5656"/>
                  <a:pt x="4611" y="5715"/>
                </a:cubicBezTo>
                <a:cubicBezTo>
                  <a:pt x="4626" y="5770"/>
                  <a:pt x="4672" y="5816"/>
                  <a:pt x="4712" y="5816"/>
                </a:cubicBezTo>
                <a:cubicBezTo>
                  <a:pt x="4752" y="5816"/>
                  <a:pt x="4793" y="5854"/>
                  <a:pt x="4806" y="5902"/>
                </a:cubicBezTo>
                <a:cubicBezTo>
                  <a:pt x="4818" y="5951"/>
                  <a:pt x="4880" y="6013"/>
                  <a:pt x="4939" y="6039"/>
                </a:cubicBezTo>
                <a:cubicBezTo>
                  <a:pt x="4998" y="6065"/>
                  <a:pt x="5047" y="6113"/>
                  <a:pt x="5050" y="6147"/>
                </a:cubicBezTo>
                <a:cubicBezTo>
                  <a:pt x="5054" y="6181"/>
                  <a:pt x="5061" y="6216"/>
                  <a:pt x="5065" y="6223"/>
                </a:cubicBezTo>
                <a:cubicBezTo>
                  <a:pt x="5068" y="6230"/>
                  <a:pt x="5154" y="6231"/>
                  <a:pt x="5255" y="6226"/>
                </a:cubicBezTo>
                <a:cubicBezTo>
                  <a:pt x="5357" y="6222"/>
                  <a:pt x="5478" y="6214"/>
                  <a:pt x="5525" y="6212"/>
                </a:cubicBezTo>
                <a:cubicBezTo>
                  <a:pt x="5596" y="6209"/>
                  <a:pt x="5612" y="6162"/>
                  <a:pt x="5612" y="5938"/>
                </a:cubicBezTo>
                <a:cubicBezTo>
                  <a:pt x="5612" y="5723"/>
                  <a:pt x="5595" y="5665"/>
                  <a:pt x="5532" y="5665"/>
                </a:cubicBezTo>
                <a:cubicBezTo>
                  <a:pt x="5489" y="5665"/>
                  <a:pt x="5442" y="5622"/>
                  <a:pt x="5428" y="5568"/>
                </a:cubicBezTo>
                <a:cubicBezTo>
                  <a:pt x="5414" y="5513"/>
                  <a:pt x="5366" y="5471"/>
                  <a:pt x="5320" y="5471"/>
                </a:cubicBezTo>
                <a:cubicBezTo>
                  <a:pt x="5213" y="5471"/>
                  <a:pt x="5121" y="5376"/>
                  <a:pt x="5151" y="5298"/>
                </a:cubicBezTo>
                <a:cubicBezTo>
                  <a:pt x="5164" y="5264"/>
                  <a:pt x="5128" y="5222"/>
                  <a:pt x="5072" y="5208"/>
                </a:cubicBezTo>
                <a:cubicBezTo>
                  <a:pt x="5016" y="5193"/>
                  <a:pt x="4971" y="5151"/>
                  <a:pt x="4971" y="5111"/>
                </a:cubicBezTo>
                <a:cubicBezTo>
                  <a:pt x="4971" y="5071"/>
                  <a:pt x="4928" y="5024"/>
                  <a:pt x="4874" y="5010"/>
                </a:cubicBezTo>
                <a:cubicBezTo>
                  <a:pt x="4820" y="4996"/>
                  <a:pt x="4773" y="4948"/>
                  <a:pt x="4773" y="4902"/>
                </a:cubicBezTo>
                <a:cubicBezTo>
                  <a:pt x="4773" y="4847"/>
                  <a:pt x="4748" y="4829"/>
                  <a:pt x="4698" y="4848"/>
                </a:cubicBezTo>
                <a:cubicBezTo>
                  <a:pt x="4650" y="4866"/>
                  <a:pt x="4610" y="4840"/>
                  <a:pt x="4586" y="4776"/>
                </a:cubicBezTo>
                <a:cubicBezTo>
                  <a:pt x="4566" y="4721"/>
                  <a:pt x="4495" y="4648"/>
                  <a:pt x="4428" y="4614"/>
                </a:cubicBezTo>
                <a:cubicBezTo>
                  <a:pt x="4361" y="4580"/>
                  <a:pt x="4312" y="4514"/>
                  <a:pt x="4320" y="4470"/>
                </a:cubicBezTo>
                <a:cubicBezTo>
                  <a:pt x="4329" y="4419"/>
                  <a:pt x="4294" y="4387"/>
                  <a:pt x="4223" y="4376"/>
                </a:cubicBezTo>
                <a:cubicBezTo>
                  <a:pt x="4148" y="4366"/>
                  <a:pt x="4116" y="4330"/>
                  <a:pt x="4126" y="4272"/>
                </a:cubicBezTo>
                <a:cubicBezTo>
                  <a:pt x="4135" y="4219"/>
                  <a:pt x="4107" y="4186"/>
                  <a:pt x="4057" y="4186"/>
                </a:cubicBezTo>
                <a:cubicBezTo>
                  <a:pt x="4013" y="4186"/>
                  <a:pt x="3964" y="4141"/>
                  <a:pt x="3949" y="4085"/>
                </a:cubicBezTo>
                <a:cubicBezTo>
                  <a:pt x="3933" y="4023"/>
                  <a:pt x="3899" y="3996"/>
                  <a:pt x="3856" y="4013"/>
                </a:cubicBezTo>
                <a:cubicBezTo>
                  <a:pt x="3811" y="4030"/>
                  <a:pt x="3761" y="3983"/>
                  <a:pt x="3716" y="3880"/>
                </a:cubicBezTo>
                <a:cubicBezTo>
                  <a:pt x="3677" y="3792"/>
                  <a:pt x="3645" y="3736"/>
                  <a:pt x="3644" y="3757"/>
                </a:cubicBezTo>
                <a:cubicBezTo>
                  <a:pt x="3643" y="3779"/>
                  <a:pt x="3600" y="3772"/>
                  <a:pt x="3546" y="3743"/>
                </a:cubicBezTo>
                <a:cubicBezTo>
                  <a:pt x="3493" y="3715"/>
                  <a:pt x="3460" y="3661"/>
                  <a:pt x="3475" y="3624"/>
                </a:cubicBezTo>
                <a:cubicBezTo>
                  <a:pt x="3490" y="3585"/>
                  <a:pt x="3458" y="3550"/>
                  <a:pt x="3399" y="3534"/>
                </a:cubicBezTo>
                <a:cubicBezTo>
                  <a:pt x="3343" y="3520"/>
                  <a:pt x="3298" y="3471"/>
                  <a:pt x="3298" y="3430"/>
                </a:cubicBezTo>
                <a:cubicBezTo>
                  <a:pt x="3298" y="3389"/>
                  <a:pt x="3248" y="3349"/>
                  <a:pt x="3187" y="3340"/>
                </a:cubicBezTo>
                <a:cubicBezTo>
                  <a:pt x="3126" y="3331"/>
                  <a:pt x="3075" y="3291"/>
                  <a:pt x="3075" y="3250"/>
                </a:cubicBezTo>
                <a:cubicBezTo>
                  <a:pt x="3075" y="3203"/>
                  <a:pt x="3020" y="3170"/>
                  <a:pt x="2920" y="3160"/>
                </a:cubicBezTo>
                <a:close/>
                <a:moveTo>
                  <a:pt x="11397" y="4830"/>
                </a:moveTo>
                <a:cubicBezTo>
                  <a:pt x="11235" y="4831"/>
                  <a:pt x="11071" y="4848"/>
                  <a:pt x="11052" y="4880"/>
                </a:cubicBezTo>
                <a:cubicBezTo>
                  <a:pt x="11031" y="4913"/>
                  <a:pt x="10998" y="4914"/>
                  <a:pt x="10962" y="4884"/>
                </a:cubicBezTo>
                <a:cubicBezTo>
                  <a:pt x="10888" y="4823"/>
                  <a:pt x="9831" y="4816"/>
                  <a:pt x="9868" y="4877"/>
                </a:cubicBezTo>
                <a:cubicBezTo>
                  <a:pt x="9913" y="4950"/>
                  <a:pt x="9815" y="4981"/>
                  <a:pt x="9479" y="5003"/>
                </a:cubicBezTo>
                <a:cubicBezTo>
                  <a:pt x="9061" y="5030"/>
                  <a:pt x="9048" y="5035"/>
                  <a:pt x="8950" y="5154"/>
                </a:cubicBezTo>
                <a:cubicBezTo>
                  <a:pt x="8884" y="5234"/>
                  <a:pt x="8823" y="5250"/>
                  <a:pt x="8659" y="5237"/>
                </a:cubicBezTo>
                <a:cubicBezTo>
                  <a:pt x="8496" y="5224"/>
                  <a:pt x="8424" y="5247"/>
                  <a:pt x="8332" y="5334"/>
                </a:cubicBezTo>
                <a:cubicBezTo>
                  <a:pt x="8267" y="5395"/>
                  <a:pt x="8187" y="5446"/>
                  <a:pt x="8155" y="5449"/>
                </a:cubicBezTo>
                <a:cubicBezTo>
                  <a:pt x="8005" y="5463"/>
                  <a:pt x="7985" y="5475"/>
                  <a:pt x="7961" y="5568"/>
                </a:cubicBezTo>
                <a:cubicBezTo>
                  <a:pt x="7941" y="5646"/>
                  <a:pt x="7895" y="5665"/>
                  <a:pt x="7734" y="5665"/>
                </a:cubicBezTo>
                <a:cubicBezTo>
                  <a:pt x="7583" y="5665"/>
                  <a:pt x="7533" y="5685"/>
                  <a:pt x="7533" y="5744"/>
                </a:cubicBezTo>
                <a:cubicBezTo>
                  <a:pt x="7533" y="5787"/>
                  <a:pt x="7488" y="5835"/>
                  <a:pt x="7436" y="5848"/>
                </a:cubicBezTo>
                <a:cubicBezTo>
                  <a:pt x="7383" y="5862"/>
                  <a:pt x="7332" y="5923"/>
                  <a:pt x="7324" y="5982"/>
                </a:cubicBezTo>
                <a:cubicBezTo>
                  <a:pt x="7312" y="6069"/>
                  <a:pt x="7284" y="6085"/>
                  <a:pt x="7152" y="6072"/>
                </a:cubicBezTo>
                <a:cubicBezTo>
                  <a:pt x="7018" y="6058"/>
                  <a:pt x="6983" y="6073"/>
                  <a:pt x="6943" y="6180"/>
                </a:cubicBezTo>
                <a:cubicBezTo>
                  <a:pt x="6913" y="6258"/>
                  <a:pt x="6857" y="6309"/>
                  <a:pt x="6795" y="6309"/>
                </a:cubicBezTo>
                <a:cubicBezTo>
                  <a:pt x="6737" y="6309"/>
                  <a:pt x="6695" y="6339"/>
                  <a:pt x="6695" y="6385"/>
                </a:cubicBezTo>
                <a:cubicBezTo>
                  <a:pt x="6695" y="6428"/>
                  <a:pt x="6652" y="6475"/>
                  <a:pt x="6597" y="6489"/>
                </a:cubicBezTo>
                <a:cubicBezTo>
                  <a:pt x="6543" y="6503"/>
                  <a:pt x="6497" y="6550"/>
                  <a:pt x="6497" y="6590"/>
                </a:cubicBezTo>
                <a:cubicBezTo>
                  <a:pt x="6497" y="6630"/>
                  <a:pt x="6454" y="6673"/>
                  <a:pt x="6400" y="6687"/>
                </a:cubicBezTo>
                <a:cubicBezTo>
                  <a:pt x="6306" y="6712"/>
                  <a:pt x="6293" y="6745"/>
                  <a:pt x="6281" y="6975"/>
                </a:cubicBezTo>
                <a:cubicBezTo>
                  <a:pt x="6278" y="7039"/>
                  <a:pt x="6240" y="7072"/>
                  <a:pt x="6176" y="7072"/>
                </a:cubicBezTo>
                <a:cubicBezTo>
                  <a:pt x="6104" y="7072"/>
                  <a:pt x="6079" y="7104"/>
                  <a:pt x="6079" y="7194"/>
                </a:cubicBezTo>
                <a:cubicBezTo>
                  <a:pt x="6079" y="7285"/>
                  <a:pt x="6049" y="7323"/>
                  <a:pt x="5968" y="7335"/>
                </a:cubicBezTo>
                <a:cubicBezTo>
                  <a:pt x="5907" y="7343"/>
                  <a:pt x="5856" y="7383"/>
                  <a:pt x="5856" y="7425"/>
                </a:cubicBezTo>
                <a:cubicBezTo>
                  <a:pt x="5856" y="7466"/>
                  <a:pt x="5813" y="7511"/>
                  <a:pt x="5759" y="7526"/>
                </a:cubicBezTo>
                <a:cubicBezTo>
                  <a:pt x="5681" y="7546"/>
                  <a:pt x="5662" y="7594"/>
                  <a:pt x="5662" y="7749"/>
                </a:cubicBezTo>
                <a:cubicBezTo>
                  <a:pt x="5662" y="7903"/>
                  <a:pt x="5639" y="7951"/>
                  <a:pt x="5561" y="7972"/>
                </a:cubicBezTo>
                <a:cubicBezTo>
                  <a:pt x="5487" y="7991"/>
                  <a:pt x="5464" y="8036"/>
                  <a:pt x="5464" y="8163"/>
                </a:cubicBezTo>
                <a:cubicBezTo>
                  <a:pt x="5464" y="8294"/>
                  <a:pt x="5437" y="8344"/>
                  <a:pt x="5345" y="8378"/>
                </a:cubicBezTo>
                <a:cubicBezTo>
                  <a:pt x="5241" y="8418"/>
                  <a:pt x="5229" y="8452"/>
                  <a:pt x="5234" y="8684"/>
                </a:cubicBezTo>
                <a:cubicBezTo>
                  <a:pt x="5238" y="8901"/>
                  <a:pt x="5223" y="8952"/>
                  <a:pt x="5140" y="8994"/>
                </a:cubicBezTo>
                <a:cubicBezTo>
                  <a:pt x="5053" y="9038"/>
                  <a:pt x="5041" y="9092"/>
                  <a:pt x="5043" y="9415"/>
                </a:cubicBezTo>
                <a:cubicBezTo>
                  <a:pt x="5045" y="9740"/>
                  <a:pt x="5033" y="9787"/>
                  <a:pt x="4942" y="9832"/>
                </a:cubicBezTo>
                <a:cubicBezTo>
                  <a:pt x="4845" y="9881"/>
                  <a:pt x="4840" y="9928"/>
                  <a:pt x="4831" y="10772"/>
                </a:cubicBezTo>
                <a:cubicBezTo>
                  <a:pt x="4821" y="11654"/>
                  <a:pt x="4819" y="11658"/>
                  <a:pt x="4932" y="11707"/>
                </a:cubicBezTo>
                <a:cubicBezTo>
                  <a:pt x="5035" y="11753"/>
                  <a:pt x="5047" y="11790"/>
                  <a:pt x="5047" y="12129"/>
                </a:cubicBezTo>
                <a:cubicBezTo>
                  <a:pt x="5047" y="12447"/>
                  <a:pt x="5060" y="12503"/>
                  <a:pt x="5144" y="12546"/>
                </a:cubicBezTo>
                <a:cubicBezTo>
                  <a:pt x="5223" y="12587"/>
                  <a:pt x="5238" y="12644"/>
                  <a:pt x="5234" y="12852"/>
                </a:cubicBezTo>
                <a:cubicBezTo>
                  <a:pt x="5230" y="13061"/>
                  <a:pt x="5250" y="13129"/>
                  <a:pt x="5345" y="13219"/>
                </a:cubicBezTo>
                <a:cubicBezTo>
                  <a:pt x="5413" y="13282"/>
                  <a:pt x="5464" y="13383"/>
                  <a:pt x="5464" y="13460"/>
                </a:cubicBezTo>
                <a:cubicBezTo>
                  <a:pt x="5464" y="13552"/>
                  <a:pt x="5493" y="13604"/>
                  <a:pt x="5561" y="13622"/>
                </a:cubicBezTo>
                <a:cubicBezTo>
                  <a:pt x="5637" y="13642"/>
                  <a:pt x="5662" y="13688"/>
                  <a:pt x="5662" y="13824"/>
                </a:cubicBezTo>
                <a:cubicBezTo>
                  <a:pt x="5662" y="13950"/>
                  <a:pt x="5684" y="14000"/>
                  <a:pt x="5738" y="14000"/>
                </a:cubicBezTo>
                <a:cubicBezTo>
                  <a:pt x="5779" y="14000"/>
                  <a:pt x="5830" y="14058"/>
                  <a:pt x="5856" y="14126"/>
                </a:cubicBezTo>
                <a:cubicBezTo>
                  <a:pt x="5882" y="14194"/>
                  <a:pt x="5934" y="14241"/>
                  <a:pt x="5968" y="14234"/>
                </a:cubicBezTo>
                <a:cubicBezTo>
                  <a:pt x="6002" y="14227"/>
                  <a:pt x="6034" y="14274"/>
                  <a:pt x="6043" y="14335"/>
                </a:cubicBezTo>
                <a:cubicBezTo>
                  <a:pt x="6053" y="14395"/>
                  <a:pt x="6110" y="14477"/>
                  <a:pt x="6169" y="14518"/>
                </a:cubicBezTo>
                <a:cubicBezTo>
                  <a:pt x="6228" y="14560"/>
                  <a:pt x="6277" y="14618"/>
                  <a:pt x="6281" y="14644"/>
                </a:cubicBezTo>
                <a:cubicBezTo>
                  <a:pt x="6284" y="14671"/>
                  <a:pt x="6292" y="14722"/>
                  <a:pt x="6295" y="14759"/>
                </a:cubicBezTo>
                <a:cubicBezTo>
                  <a:pt x="6299" y="14797"/>
                  <a:pt x="6345" y="14839"/>
                  <a:pt x="6400" y="14853"/>
                </a:cubicBezTo>
                <a:cubicBezTo>
                  <a:pt x="6456" y="14868"/>
                  <a:pt x="6497" y="14919"/>
                  <a:pt x="6497" y="14975"/>
                </a:cubicBezTo>
                <a:cubicBezTo>
                  <a:pt x="6497" y="15038"/>
                  <a:pt x="6528" y="15073"/>
                  <a:pt x="6583" y="15069"/>
                </a:cubicBezTo>
                <a:cubicBezTo>
                  <a:pt x="6638" y="15065"/>
                  <a:pt x="6677" y="15103"/>
                  <a:pt x="6687" y="15173"/>
                </a:cubicBezTo>
                <a:cubicBezTo>
                  <a:pt x="6698" y="15247"/>
                  <a:pt x="6737" y="15281"/>
                  <a:pt x="6803" y="15281"/>
                </a:cubicBezTo>
                <a:cubicBezTo>
                  <a:pt x="6860" y="15281"/>
                  <a:pt x="6910" y="15325"/>
                  <a:pt x="6925" y="15382"/>
                </a:cubicBezTo>
                <a:cubicBezTo>
                  <a:pt x="6941" y="15445"/>
                  <a:pt x="7010" y="15487"/>
                  <a:pt x="7119" y="15508"/>
                </a:cubicBezTo>
                <a:cubicBezTo>
                  <a:pt x="7211" y="15525"/>
                  <a:pt x="7304" y="15567"/>
                  <a:pt x="7324" y="15598"/>
                </a:cubicBezTo>
                <a:cubicBezTo>
                  <a:pt x="7344" y="15629"/>
                  <a:pt x="7403" y="15676"/>
                  <a:pt x="7457" y="15706"/>
                </a:cubicBezTo>
                <a:cubicBezTo>
                  <a:pt x="7511" y="15736"/>
                  <a:pt x="7558" y="15794"/>
                  <a:pt x="7558" y="15832"/>
                </a:cubicBezTo>
                <a:cubicBezTo>
                  <a:pt x="7558" y="15879"/>
                  <a:pt x="7617" y="15900"/>
                  <a:pt x="7752" y="15900"/>
                </a:cubicBezTo>
                <a:cubicBezTo>
                  <a:pt x="7918" y="15900"/>
                  <a:pt x="7952" y="15917"/>
                  <a:pt x="7965" y="16008"/>
                </a:cubicBezTo>
                <a:cubicBezTo>
                  <a:pt x="7977" y="16097"/>
                  <a:pt x="8019" y="16118"/>
                  <a:pt x="8188" y="16131"/>
                </a:cubicBezTo>
                <a:cubicBezTo>
                  <a:pt x="8331" y="16141"/>
                  <a:pt x="8393" y="16170"/>
                  <a:pt x="8393" y="16221"/>
                </a:cubicBezTo>
                <a:cubicBezTo>
                  <a:pt x="8393" y="16272"/>
                  <a:pt x="8477" y="16305"/>
                  <a:pt x="8666" y="16332"/>
                </a:cubicBezTo>
                <a:cubicBezTo>
                  <a:pt x="8815" y="16353"/>
                  <a:pt x="8959" y="16400"/>
                  <a:pt x="8986" y="16436"/>
                </a:cubicBezTo>
                <a:cubicBezTo>
                  <a:pt x="9055" y="16528"/>
                  <a:pt x="9327" y="16582"/>
                  <a:pt x="9436" y="16526"/>
                </a:cubicBezTo>
                <a:cubicBezTo>
                  <a:pt x="9534" y="16476"/>
                  <a:pt x="9789" y="16561"/>
                  <a:pt x="9882" y="16674"/>
                </a:cubicBezTo>
                <a:cubicBezTo>
                  <a:pt x="9923" y="16724"/>
                  <a:pt x="10143" y="16737"/>
                  <a:pt x="10807" y="16735"/>
                </a:cubicBezTo>
                <a:cubicBezTo>
                  <a:pt x="11648" y="16733"/>
                  <a:pt x="11680" y="16730"/>
                  <a:pt x="11760" y="16624"/>
                </a:cubicBezTo>
                <a:cubicBezTo>
                  <a:pt x="11836" y="16523"/>
                  <a:pt x="11881" y="16513"/>
                  <a:pt x="12275" y="16519"/>
                </a:cubicBezTo>
                <a:cubicBezTo>
                  <a:pt x="12606" y="16525"/>
                  <a:pt x="12722" y="16511"/>
                  <a:pt x="12768" y="16454"/>
                </a:cubicBezTo>
                <a:cubicBezTo>
                  <a:pt x="12824" y="16384"/>
                  <a:pt x="13074" y="16291"/>
                  <a:pt x="13160" y="16310"/>
                </a:cubicBezTo>
                <a:cubicBezTo>
                  <a:pt x="13182" y="16316"/>
                  <a:pt x="13187" y="16298"/>
                  <a:pt x="13171" y="16271"/>
                </a:cubicBezTo>
                <a:cubicBezTo>
                  <a:pt x="13141" y="16223"/>
                  <a:pt x="13383" y="16073"/>
                  <a:pt x="13487" y="16073"/>
                </a:cubicBezTo>
                <a:cubicBezTo>
                  <a:pt x="13517" y="16073"/>
                  <a:pt x="13603" y="16034"/>
                  <a:pt x="13674" y="15987"/>
                </a:cubicBezTo>
                <a:cubicBezTo>
                  <a:pt x="13746" y="15940"/>
                  <a:pt x="13853" y="15906"/>
                  <a:pt x="13915" y="15915"/>
                </a:cubicBezTo>
                <a:cubicBezTo>
                  <a:pt x="14009" y="15927"/>
                  <a:pt x="14030" y="15909"/>
                  <a:pt x="14020" y="15817"/>
                </a:cubicBezTo>
                <a:cubicBezTo>
                  <a:pt x="14011" y="15739"/>
                  <a:pt x="14037" y="15702"/>
                  <a:pt x="14106" y="15688"/>
                </a:cubicBezTo>
                <a:cubicBezTo>
                  <a:pt x="14160" y="15677"/>
                  <a:pt x="14219" y="15637"/>
                  <a:pt x="14239" y="15602"/>
                </a:cubicBezTo>
                <a:cubicBezTo>
                  <a:pt x="14260" y="15566"/>
                  <a:pt x="14364" y="15522"/>
                  <a:pt x="14469" y="15504"/>
                </a:cubicBezTo>
                <a:cubicBezTo>
                  <a:pt x="14607" y="15481"/>
                  <a:pt x="14657" y="15449"/>
                  <a:pt x="14653" y="15389"/>
                </a:cubicBezTo>
                <a:cubicBezTo>
                  <a:pt x="14649" y="15338"/>
                  <a:pt x="14689" y="15302"/>
                  <a:pt x="14757" y="15292"/>
                </a:cubicBezTo>
                <a:cubicBezTo>
                  <a:pt x="14818" y="15283"/>
                  <a:pt x="14869" y="15246"/>
                  <a:pt x="14869" y="15209"/>
                </a:cubicBezTo>
                <a:cubicBezTo>
                  <a:pt x="14869" y="15172"/>
                  <a:pt x="14910" y="15112"/>
                  <a:pt x="14959" y="15076"/>
                </a:cubicBezTo>
                <a:cubicBezTo>
                  <a:pt x="15008" y="15041"/>
                  <a:pt x="15063" y="14972"/>
                  <a:pt x="15081" y="14925"/>
                </a:cubicBezTo>
                <a:cubicBezTo>
                  <a:pt x="15099" y="14877"/>
                  <a:pt x="15144" y="14839"/>
                  <a:pt x="15185" y="14839"/>
                </a:cubicBezTo>
                <a:cubicBezTo>
                  <a:pt x="15227" y="14839"/>
                  <a:pt x="15261" y="14804"/>
                  <a:pt x="15261" y="14763"/>
                </a:cubicBezTo>
                <a:cubicBezTo>
                  <a:pt x="15261" y="14722"/>
                  <a:pt x="15317" y="14669"/>
                  <a:pt x="15383" y="14644"/>
                </a:cubicBezTo>
                <a:cubicBezTo>
                  <a:pt x="15477" y="14609"/>
                  <a:pt x="15498" y="14570"/>
                  <a:pt x="15480" y="14475"/>
                </a:cubicBezTo>
                <a:cubicBezTo>
                  <a:pt x="15465" y="14389"/>
                  <a:pt x="15494" y="14326"/>
                  <a:pt x="15574" y="14263"/>
                </a:cubicBezTo>
                <a:cubicBezTo>
                  <a:pt x="15637" y="14213"/>
                  <a:pt x="15700" y="14134"/>
                  <a:pt x="15718" y="14086"/>
                </a:cubicBezTo>
                <a:cubicBezTo>
                  <a:pt x="15736" y="14039"/>
                  <a:pt x="15786" y="14000"/>
                  <a:pt x="15826" y="14000"/>
                </a:cubicBezTo>
                <a:cubicBezTo>
                  <a:pt x="15871" y="14000"/>
                  <a:pt x="15910" y="13932"/>
                  <a:pt x="15930" y="13824"/>
                </a:cubicBezTo>
                <a:cubicBezTo>
                  <a:pt x="15948" y="13727"/>
                  <a:pt x="15994" y="13636"/>
                  <a:pt x="16031" y="13622"/>
                </a:cubicBezTo>
                <a:cubicBezTo>
                  <a:pt x="16068" y="13608"/>
                  <a:pt x="16099" y="13537"/>
                  <a:pt x="16099" y="13467"/>
                </a:cubicBezTo>
                <a:cubicBezTo>
                  <a:pt x="16099" y="13397"/>
                  <a:pt x="16145" y="13293"/>
                  <a:pt x="16200" y="13233"/>
                </a:cubicBezTo>
                <a:cubicBezTo>
                  <a:pt x="16256" y="13174"/>
                  <a:pt x="16306" y="13071"/>
                  <a:pt x="16312" y="13003"/>
                </a:cubicBezTo>
                <a:cubicBezTo>
                  <a:pt x="16317" y="12935"/>
                  <a:pt x="16371" y="12838"/>
                  <a:pt x="16430" y="12787"/>
                </a:cubicBezTo>
                <a:cubicBezTo>
                  <a:pt x="16522" y="12709"/>
                  <a:pt x="16540" y="12636"/>
                  <a:pt x="16553" y="12305"/>
                </a:cubicBezTo>
                <a:cubicBezTo>
                  <a:pt x="16565" y="11987"/>
                  <a:pt x="16581" y="11909"/>
                  <a:pt x="16650" y="11891"/>
                </a:cubicBezTo>
                <a:cubicBezTo>
                  <a:pt x="16726" y="11871"/>
                  <a:pt x="16736" y="11769"/>
                  <a:pt x="16733" y="10793"/>
                </a:cubicBezTo>
                <a:cubicBezTo>
                  <a:pt x="16729" y="9737"/>
                  <a:pt x="16724" y="9712"/>
                  <a:pt x="16617" y="9642"/>
                </a:cubicBezTo>
                <a:cubicBezTo>
                  <a:pt x="16519" y="9577"/>
                  <a:pt x="16510" y="9538"/>
                  <a:pt x="16524" y="9217"/>
                </a:cubicBezTo>
                <a:cubicBezTo>
                  <a:pt x="16538" y="8893"/>
                  <a:pt x="16529" y="8854"/>
                  <a:pt x="16423" y="8771"/>
                </a:cubicBezTo>
                <a:cubicBezTo>
                  <a:pt x="16355" y="8717"/>
                  <a:pt x="16308" y="8626"/>
                  <a:pt x="16308" y="8551"/>
                </a:cubicBezTo>
                <a:cubicBezTo>
                  <a:pt x="16308" y="8481"/>
                  <a:pt x="16261" y="8371"/>
                  <a:pt x="16204" y="8310"/>
                </a:cubicBezTo>
                <a:cubicBezTo>
                  <a:pt x="16146" y="8249"/>
                  <a:pt x="16099" y="8154"/>
                  <a:pt x="16099" y="8098"/>
                </a:cubicBezTo>
                <a:cubicBezTo>
                  <a:pt x="16099" y="8041"/>
                  <a:pt x="16068" y="7982"/>
                  <a:pt x="16031" y="7968"/>
                </a:cubicBezTo>
                <a:cubicBezTo>
                  <a:pt x="15994" y="7954"/>
                  <a:pt x="15948" y="7863"/>
                  <a:pt x="15930" y="7767"/>
                </a:cubicBezTo>
                <a:cubicBezTo>
                  <a:pt x="15912" y="7667"/>
                  <a:pt x="15855" y="7569"/>
                  <a:pt x="15801" y="7540"/>
                </a:cubicBezTo>
                <a:cubicBezTo>
                  <a:pt x="15748" y="7512"/>
                  <a:pt x="15707" y="7443"/>
                  <a:pt x="15707" y="7389"/>
                </a:cubicBezTo>
                <a:cubicBezTo>
                  <a:pt x="15707" y="7331"/>
                  <a:pt x="15657" y="7275"/>
                  <a:pt x="15588" y="7248"/>
                </a:cubicBezTo>
                <a:cubicBezTo>
                  <a:pt x="15500" y="7215"/>
                  <a:pt x="15477" y="7170"/>
                  <a:pt x="15488" y="7072"/>
                </a:cubicBezTo>
                <a:cubicBezTo>
                  <a:pt x="15499" y="6973"/>
                  <a:pt x="15470" y="6934"/>
                  <a:pt x="15380" y="6899"/>
                </a:cubicBezTo>
                <a:cubicBezTo>
                  <a:pt x="15314" y="6874"/>
                  <a:pt x="15261" y="6822"/>
                  <a:pt x="15261" y="6784"/>
                </a:cubicBezTo>
                <a:cubicBezTo>
                  <a:pt x="15261" y="6746"/>
                  <a:pt x="15218" y="6701"/>
                  <a:pt x="15164" y="6687"/>
                </a:cubicBezTo>
                <a:cubicBezTo>
                  <a:pt x="15110" y="6673"/>
                  <a:pt x="15067" y="6628"/>
                  <a:pt x="15067" y="6586"/>
                </a:cubicBezTo>
                <a:cubicBezTo>
                  <a:pt x="15067" y="6545"/>
                  <a:pt x="15016" y="6505"/>
                  <a:pt x="14955" y="6496"/>
                </a:cubicBezTo>
                <a:cubicBezTo>
                  <a:pt x="14881" y="6486"/>
                  <a:pt x="14848" y="6453"/>
                  <a:pt x="14858" y="6395"/>
                </a:cubicBezTo>
                <a:cubicBezTo>
                  <a:pt x="14867" y="6339"/>
                  <a:pt x="14842" y="6309"/>
                  <a:pt x="14782" y="6309"/>
                </a:cubicBezTo>
                <a:cubicBezTo>
                  <a:pt x="14665" y="6309"/>
                  <a:pt x="14573" y="6216"/>
                  <a:pt x="14606" y="6129"/>
                </a:cubicBezTo>
                <a:cubicBezTo>
                  <a:pt x="14624" y="6082"/>
                  <a:pt x="14594" y="6061"/>
                  <a:pt x="14505" y="6061"/>
                </a:cubicBezTo>
                <a:cubicBezTo>
                  <a:pt x="14435" y="6061"/>
                  <a:pt x="14334" y="6019"/>
                  <a:pt x="14282" y="5967"/>
                </a:cubicBezTo>
                <a:cubicBezTo>
                  <a:pt x="14231" y="5915"/>
                  <a:pt x="14149" y="5866"/>
                  <a:pt x="14099" y="5856"/>
                </a:cubicBezTo>
                <a:cubicBezTo>
                  <a:pt x="14045" y="5845"/>
                  <a:pt x="14011" y="5801"/>
                  <a:pt x="14020" y="5751"/>
                </a:cubicBezTo>
                <a:cubicBezTo>
                  <a:pt x="14030" y="5689"/>
                  <a:pt x="14001" y="5665"/>
                  <a:pt x="13901" y="5665"/>
                </a:cubicBezTo>
                <a:cubicBezTo>
                  <a:pt x="13827" y="5665"/>
                  <a:pt x="13720" y="5621"/>
                  <a:pt x="13664" y="5568"/>
                </a:cubicBezTo>
                <a:cubicBezTo>
                  <a:pt x="13607" y="5514"/>
                  <a:pt x="13508" y="5462"/>
                  <a:pt x="13444" y="5453"/>
                </a:cubicBezTo>
                <a:cubicBezTo>
                  <a:pt x="13380" y="5443"/>
                  <a:pt x="13290" y="5392"/>
                  <a:pt x="13246" y="5337"/>
                </a:cubicBezTo>
                <a:cubicBezTo>
                  <a:pt x="13196" y="5276"/>
                  <a:pt x="13104" y="5236"/>
                  <a:pt x="12998" y="5233"/>
                </a:cubicBezTo>
                <a:cubicBezTo>
                  <a:pt x="12898" y="5230"/>
                  <a:pt x="12801" y="5194"/>
                  <a:pt x="12764" y="5143"/>
                </a:cubicBezTo>
                <a:cubicBezTo>
                  <a:pt x="12729" y="5096"/>
                  <a:pt x="12703" y="5074"/>
                  <a:pt x="12703" y="5096"/>
                </a:cubicBezTo>
                <a:cubicBezTo>
                  <a:pt x="12703" y="5118"/>
                  <a:pt x="12670" y="5111"/>
                  <a:pt x="12631" y="5078"/>
                </a:cubicBezTo>
                <a:cubicBezTo>
                  <a:pt x="12592" y="5046"/>
                  <a:pt x="12510" y="5025"/>
                  <a:pt x="12448" y="5031"/>
                </a:cubicBezTo>
                <a:cubicBezTo>
                  <a:pt x="12296" y="5048"/>
                  <a:pt x="11774" y="4931"/>
                  <a:pt x="11739" y="4873"/>
                </a:cubicBezTo>
                <a:cubicBezTo>
                  <a:pt x="11719" y="4841"/>
                  <a:pt x="11559" y="4829"/>
                  <a:pt x="11397" y="4830"/>
                </a:cubicBezTo>
                <a:close/>
                <a:moveTo>
                  <a:pt x="18657" y="7259"/>
                </a:moveTo>
                <a:cubicBezTo>
                  <a:pt x="18636" y="7260"/>
                  <a:pt x="18618" y="7267"/>
                  <a:pt x="18593" y="7288"/>
                </a:cubicBezTo>
                <a:cubicBezTo>
                  <a:pt x="18555" y="7319"/>
                  <a:pt x="18504" y="7343"/>
                  <a:pt x="18481" y="7338"/>
                </a:cubicBezTo>
                <a:cubicBezTo>
                  <a:pt x="18458" y="7334"/>
                  <a:pt x="18356" y="7335"/>
                  <a:pt x="18258" y="7338"/>
                </a:cubicBezTo>
                <a:cubicBezTo>
                  <a:pt x="18123" y="7343"/>
                  <a:pt x="18072" y="7369"/>
                  <a:pt x="18053" y="7443"/>
                </a:cubicBezTo>
                <a:cubicBezTo>
                  <a:pt x="18033" y="7519"/>
                  <a:pt x="17988" y="7540"/>
                  <a:pt x="17848" y="7540"/>
                </a:cubicBezTo>
                <a:cubicBezTo>
                  <a:pt x="17728" y="7540"/>
                  <a:pt x="17639" y="7573"/>
                  <a:pt x="17585" y="7637"/>
                </a:cubicBezTo>
                <a:cubicBezTo>
                  <a:pt x="17533" y="7699"/>
                  <a:pt x="17421" y="7740"/>
                  <a:pt x="17279" y="7752"/>
                </a:cubicBezTo>
                <a:cubicBezTo>
                  <a:pt x="17119" y="7766"/>
                  <a:pt x="17054" y="7796"/>
                  <a:pt x="17042" y="7857"/>
                </a:cubicBezTo>
                <a:cubicBezTo>
                  <a:pt x="17033" y="7903"/>
                  <a:pt x="16973" y="7961"/>
                  <a:pt x="16905" y="7986"/>
                </a:cubicBezTo>
                <a:cubicBezTo>
                  <a:pt x="16809" y="8023"/>
                  <a:pt x="16785" y="8063"/>
                  <a:pt x="16797" y="8170"/>
                </a:cubicBezTo>
                <a:cubicBezTo>
                  <a:pt x="16806" y="8244"/>
                  <a:pt x="16831" y="8318"/>
                  <a:pt x="16855" y="8335"/>
                </a:cubicBezTo>
                <a:cubicBezTo>
                  <a:pt x="16906" y="8372"/>
                  <a:pt x="17079" y="8376"/>
                  <a:pt x="17359" y="8346"/>
                </a:cubicBezTo>
                <a:cubicBezTo>
                  <a:pt x="17514" y="8330"/>
                  <a:pt x="17576" y="8298"/>
                  <a:pt x="17618" y="8206"/>
                </a:cubicBezTo>
                <a:cubicBezTo>
                  <a:pt x="17663" y="8106"/>
                  <a:pt x="17698" y="8092"/>
                  <a:pt x="17819" y="8116"/>
                </a:cubicBezTo>
                <a:cubicBezTo>
                  <a:pt x="17928" y="8138"/>
                  <a:pt x="18002" y="8111"/>
                  <a:pt x="18125" y="8019"/>
                </a:cubicBezTo>
                <a:cubicBezTo>
                  <a:pt x="18249" y="7925"/>
                  <a:pt x="18331" y="7902"/>
                  <a:pt x="18456" y="7921"/>
                </a:cubicBezTo>
                <a:cubicBezTo>
                  <a:pt x="18606" y="7945"/>
                  <a:pt x="18618" y="7939"/>
                  <a:pt x="18603" y="7831"/>
                </a:cubicBezTo>
                <a:cubicBezTo>
                  <a:pt x="18590" y="7738"/>
                  <a:pt x="18610" y="7708"/>
                  <a:pt x="18708" y="7695"/>
                </a:cubicBezTo>
                <a:cubicBezTo>
                  <a:pt x="18775" y="7685"/>
                  <a:pt x="18843" y="7659"/>
                  <a:pt x="18859" y="7634"/>
                </a:cubicBezTo>
                <a:cubicBezTo>
                  <a:pt x="18893" y="7578"/>
                  <a:pt x="18856" y="7280"/>
                  <a:pt x="18819" y="7317"/>
                </a:cubicBezTo>
                <a:cubicBezTo>
                  <a:pt x="18805" y="7331"/>
                  <a:pt x="18762" y="7318"/>
                  <a:pt x="18726" y="7288"/>
                </a:cubicBezTo>
                <a:cubicBezTo>
                  <a:pt x="18701" y="7268"/>
                  <a:pt x="18679" y="7259"/>
                  <a:pt x="18657" y="7259"/>
                </a:cubicBezTo>
                <a:close/>
                <a:moveTo>
                  <a:pt x="2856" y="7328"/>
                </a:moveTo>
                <a:cubicBezTo>
                  <a:pt x="2724" y="7354"/>
                  <a:pt x="2708" y="7374"/>
                  <a:pt x="2708" y="7536"/>
                </a:cubicBezTo>
                <a:cubicBezTo>
                  <a:pt x="2708" y="7682"/>
                  <a:pt x="2736" y="7743"/>
                  <a:pt x="2856" y="7831"/>
                </a:cubicBezTo>
                <a:cubicBezTo>
                  <a:pt x="2938" y="7892"/>
                  <a:pt x="3046" y="7933"/>
                  <a:pt x="3097" y="7925"/>
                </a:cubicBezTo>
                <a:cubicBezTo>
                  <a:pt x="3148" y="7917"/>
                  <a:pt x="3244" y="7962"/>
                  <a:pt x="3309" y="8022"/>
                </a:cubicBezTo>
                <a:cubicBezTo>
                  <a:pt x="3374" y="8083"/>
                  <a:pt x="3503" y="8138"/>
                  <a:pt x="3597" y="8148"/>
                </a:cubicBezTo>
                <a:cubicBezTo>
                  <a:pt x="3698" y="8159"/>
                  <a:pt x="3772" y="8197"/>
                  <a:pt x="3780" y="8242"/>
                </a:cubicBezTo>
                <a:cubicBezTo>
                  <a:pt x="3790" y="8293"/>
                  <a:pt x="3876" y="8326"/>
                  <a:pt x="4050" y="8342"/>
                </a:cubicBezTo>
                <a:cubicBezTo>
                  <a:pt x="4211" y="8358"/>
                  <a:pt x="4324" y="8396"/>
                  <a:pt x="4356" y="8447"/>
                </a:cubicBezTo>
                <a:cubicBezTo>
                  <a:pt x="4388" y="8498"/>
                  <a:pt x="4473" y="8526"/>
                  <a:pt x="4590" y="8526"/>
                </a:cubicBezTo>
                <a:lnTo>
                  <a:pt x="4773" y="8526"/>
                </a:lnTo>
                <a:lnTo>
                  <a:pt x="4773" y="8260"/>
                </a:lnTo>
                <a:lnTo>
                  <a:pt x="4773" y="7993"/>
                </a:lnTo>
                <a:lnTo>
                  <a:pt x="4575" y="7961"/>
                </a:lnTo>
                <a:cubicBezTo>
                  <a:pt x="4460" y="7941"/>
                  <a:pt x="4361" y="7889"/>
                  <a:pt x="4342" y="7842"/>
                </a:cubicBezTo>
                <a:cubicBezTo>
                  <a:pt x="4323" y="7797"/>
                  <a:pt x="4278" y="7759"/>
                  <a:pt x="4244" y="7756"/>
                </a:cubicBezTo>
                <a:cubicBezTo>
                  <a:pt x="4211" y="7753"/>
                  <a:pt x="4136" y="7749"/>
                  <a:pt x="4079" y="7745"/>
                </a:cubicBezTo>
                <a:cubicBezTo>
                  <a:pt x="4022" y="7741"/>
                  <a:pt x="3966" y="7696"/>
                  <a:pt x="3953" y="7644"/>
                </a:cubicBezTo>
                <a:cubicBezTo>
                  <a:pt x="3938" y="7588"/>
                  <a:pt x="3887" y="7553"/>
                  <a:pt x="3824" y="7554"/>
                </a:cubicBezTo>
                <a:cubicBezTo>
                  <a:pt x="3670" y="7557"/>
                  <a:pt x="3359" y="7505"/>
                  <a:pt x="3298" y="7468"/>
                </a:cubicBezTo>
                <a:cubicBezTo>
                  <a:pt x="3270" y="7450"/>
                  <a:pt x="3260" y="7418"/>
                  <a:pt x="3273" y="7396"/>
                </a:cubicBezTo>
                <a:cubicBezTo>
                  <a:pt x="3309" y="7338"/>
                  <a:pt x="3029" y="7293"/>
                  <a:pt x="2856" y="7328"/>
                </a:cubicBezTo>
                <a:close/>
                <a:moveTo>
                  <a:pt x="2079" y="10498"/>
                </a:moveTo>
                <a:cubicBezTo>
                  <a:pt x="320" y="10498"/>
                  <a:pt x="137" y="10506"/>
                  <a:pt x="165" y="10577"/>
                </a:cubicBezTo>
                <a:cubicBezTo>
                  <a:pt x="185" y="10630"/>
                  <a:pt x="162" y="10665"/>
                  <a:pt x="96" y="10682"/>
                </a:cubicBezTo>
                <a:cubicBezTo>
                  <a:pt x="-30" y="10715"/>
                  <a:pt x="-32" y="10826"/>
                  <a:pt x="93" y="10858"/>
                </a:cubicBezTo>
                <a:cubicBezTo>
                  <a:pt x="157" y="10875"/>
                  <a:pt x="181" y="10912"/>
                  <a:pt x="165" y="10973"/>
                </a:cubicBezTo>
                <a:cubicBezTo>
                  <a:pt x="141" y="11062"/>
                  <a:pt x="208" y="11065"/>
                  <a:pt x="2046" y="11052"/>
                </a:cubicBezTo>
                <a:cubicBezTo>
                  <a:pt x="3195" y="11045"/>
                  <a:pt x="3976" y="11020"/>
                  <a:pt x="4011" y="10991"/>
                </a:cubicBezTo>
                <a:cubicBezTo>
                  <a:pt x="4042" y="10965"/>
                  <a:pt x="4085" y="10961"/>
                  <a:pt x="4104" y="10980"/>
                </a:cubicBezTo>
                <a:cubicBezTo>
                  <a:pt x="4157" y="11033"/>
                  <a:pt x="4126" y="10630"/>
                  <a:pt x="4072" y="10559"/>
                </a:cubicBezTo>
                <a:cubicBezTo>
                  <a:pt x="4036" y="10512"/>
                  <a:pt x="3576" y="10498"/>
                  <a:pt x="2079" y="10498"/>
                </a:cubicBezTo>
                <a:close/>
                <a:moveTo>
                  <a:pt x="17657" y="10498"/>
                </a:moveTo>
                <a:lnTo>
                  <a:pt x="17549" y="10631"/>
                </a:lnTo>
                <a:lnTo>
                  <a:pt x="17445" y="10765"/>
                </a:lnTo>
                <a:lnTo>
                  <a:pt x="17546" y="10916"/>
                </a:lnTo>
                <a:lnTo>
                  <a:pt x="17646" y="11067"/>
                </a:lnTo>
                <a:lnTo>
                  <a:pt x="19607" y="11067"/>
                </a:lnTo>
                <a:lnTo>
                  <a:pt x="21568" y="11067"/>
                </a:lnTo>
                <a:lnTo>
                  <a:pt x="21554" y="10797"/>
                </a:lnTo>
                <a:lnTo>
                  <a:pt x="21539" y="10523"/>
                </a:lnTo>
                <a:lnTo>
                  <a:pt x="19596" y="10509"/>
                </a:lnTo>
                <a:lnTo>
                  <a:pt x="17657" y="10498"/>
                </a:lnTo>
                <a:close/>
                <a:moveTo>
                  <a:pt x="17060" y="13021"/>
                </a:moveTo>
                <a:cubicBezTo>
                  <a:pt x="17018" y="13024"/>
                  <a:pt x="16976" y="13064"/>
                  <a:pt x="16905" y="13140"/>
                </a:cubicBezTo>
                <a:cubicBezTo>
                  <a:pt x="16830" y="13222"/>
                  <a:pt x="16790" y="13325"/>
                  <a:pt x="16790" y="13435"/>
                </a:cubicBezTo>
                <a:cubicBezTo>
                  <a:pt x="16790" y="13591"/>
                  <a:pt x="16802" y="13608"/>
                  <a:pt x="16938" y="13608"/>
                </a:cubicBezTo>
                <a:cubicBezTo>
                  <a:pt x="17020" y="13608"/>
                  <a:pt x="17128" y="13650"/>
                  <a:pt x="17182" y="13705"/>
                </a:cubicBezTo>
                <a:cubicBezTo>
                  <a:pt x="17236" y="13759"/>
                  <a:pt x="17335" y="13802"/>
                  <a:pt x="17402" y="13802"/>
                </a:cubicBezTo>
                <a:cubicBezTo>
                  <a:pt x="17474" y="13802"/>
                  <a:pt x="17546" y="13846"/>
                  <a:pt x="17578" y="13906"/>
                </a:cubicBezTo>
                <a:cubicBezTo>
                  <a:pt x="17608" y="13962"/>
                  <a:pt x="17669" y="13999"/>
                  <a:pt x="17715" y="13993"/>
                </a:cubicBezTo>
                <a:cubicBezTo>
                  <a:pt x="17900" y="13967"/>
                  <a:pt x="18229" y="14063"/>
                  <a:pt x="18251" y="14148"/>
                </a:cubicBezTo>
                <a:cubicBezTo>
                  <a:pt x="18266" y="14207"/>
                  <a:pt x="18327" y="14233"/>
                  <a:pt x="18449" y="14238"/>
                </a:cubicBezTo>
                <a:cubicBezTo>
                  <a:pt x="18545" y="14241"/>
                  <a:pt x="18636" y="14256"/>
                  <a:pt x="18650" y="14270"/>
                </a:cubicBezTo>
                <a:cubicBezTo>
                  <a:pt x="18754" y="14374"/>
                  <a:pt x="18855" y="14200"/>
                  <a:pt x="18855" y="13917"/>
                </a:cubicBezTo>
                <a:lnTo>
                  <a:pt x="18855" y="13654"/>
                </a:lnTo>
                <a:lnTo>
                  <a:pt x="18632" y="13654"/>
                </a:lnTo>
                <a:cubicBezTo>
                  <a:pt x="18385" y="13654"/>
                  <a:pt x="18215" y="13588"/>
                  <a:pt x="18215" y="13489"/>
                </a:cubicBezTo>
                <a:cubicBezTo>
                  <a:pt x="18215" y="13447"/>
                  <a:pt x="18170" y="13432"/>
                  <a:pt x="18078" y="13446"/>
                </a:cubicBezTo>
                <a:cubicBezTo>
                  <a:pt x="17972" y="13461"/>
                  <a:pt x="17918" y="13440"/>
                  <a:pt x="17859" y="13349"/>
                </a:cubicBezTo>
                <a:cubicBezTo>
                  <a:pt x="17795" y="13251"/>
                  <a:pt x="17740" y="13225"/>
                  <a:pt x="17553" y="13223"/>
                </a:cubicBezTo>
                <a:cubicBezTo>
                  <a:pt x="17391" y="13220"/>
                  <a:pt x="17288" y="13191"/>
                  <a:pt x="17211" y="13118"/>
                </a:cubicBezTo>
                <a:cubicBezTo>
                  <a:pt x="17141" y="13052"/>
                  <a:pt x="17102" y="13018"/>
                  <a:pt x="17060" y="13021"/>
                </a:cubicBezTo>
                <a:close/>
                <a:moveTo>
                  <a:pt x="4773" y="13215"/>
                </a:moveTo>
                <a:lnTo>
                  <a:pt x="4396" y="13219"/>
                </a:lnTo>
                <a:cubicBezTo>
                  <a:pt x="4056" y="13221"/>
                  <a:pt x="4009" y="13230"/>
                  <a:pt x="3924" y="13338"/>
                </a:cubicBezTo>
                <a:cubicBezTo>
                  <a:pt x="3865" y="13414"/>
                  <a:pt x="3782" y="13457"/>
                  <a:pt x="3694" y="13457"/>
                </a:cubicBezTo>
                <a:cubicBezTo>
                  <a:pt x="3616" y="13457"/>
                  <a:pt x="3541" y="13491"/>
                  <a:pt x="3525" y="13532"/>
                </a:cubicBezTo>
                <a:cubicBezTo>
                  <a:pt x="3507" y="13578"/>
                  <a:pt x="3429" y="13608"/>
                  <a:pt x="3313" y="13611"/>
                </a:cubicBezTo>
                <a:cubicBezTo>
                  <a:pt x="3069" y="13618"/>
                  <a:pt x="2894" y="13669"/>
                  <a:pt x="2906" y="13730"/>
                </a:cubicBezTo>
                <a:cubicBezTo>
                  <a:pt x="2911" y="13757"/>
                  <a:pt x="2870" y="13801"/>
                  <a:pt x="2813" y="13827"/>
                </a:cubicBezTo>
                <a:cubicBezTo>
                  <a:pt x="2639" y="13908"/>
                  <a:pt x="2639" y="14248"/>
                  <a:pt x="2813" y="14248"/>
                </a:cubicBezTo>
                <a:cubicBezTo>
                  <a:pt x="2864" y="14248"/>
                  <a:pt x="2919" y="14282"/>
                  <a:pt x="2935" y="14324"/>
                </a:cubicBezTo>
                <a:cubicBezTo>
                  <a:pt x="2960" y="14391"/>
                  <a:pt x="2976" y="14390"/>
                  <a:pt x="3046" y="14327"/>
                </a:cubicBezTo>
                <a:cubicBezTo>
                  <a:pt x="3090" y="14288"/>
                  <a:pt x="3195" y="14247"/>
                  <a:pt x="3280" y="14234"/>
                </a:cubicBezTo>
                <a:cubicBezTo>
                  <a:pt x="3365" y="14221"/>
                  <a:pt x="3482" y="14161"/>
                  <a:pt x="3539" y="14104"/>
                </a:cubicBezTo>
                <a:cubicBezTo>
                  <a:pt x="3616" y="14027"/>
                  <a:pt x="3702" y="14000"/>
                  <a:pt x="3881" y="14000"/>
                </a:cubicBezTo>
                <a:cubicBezTo>
                  <a:pt x="4080" y="14000"/>
                  <a:pt x="4126" y="13984"/>
                  <a:pt x="4147" y="13903"/>
                </a:cubicBezTo>
                <a:cubicBezTo>
                  <a:pt x="4168" y="13825"/>
                  <a:pt x="4216" y="13802"/>
                  <a:pt x="4370" y="13802"/>
                </a:cubicBezTo>
                <a:cubicBezTo>
                  <a:pt x="4525" y="13802"/>
                  <a:pt x="4573" y="13783"/>
                  <a:pt x="4593" y="13705"/>
                </a:cubicBezTo>
                <a:cubicBezTo>
                  <a:pt x="4608" y="13651"/>
                  <a:pt x="4655" y="13608"/>
                  <a:pt x="4698" y="13608"/>
                </a:cubicBezTo>
                <a:cubicBezTo>
                  <a:pt x="4756" y="13608"/>
                  <a:pt x="4773" y="13556"/>
                  <a:pt x="4773" y="13410"/>
                </a:cubicBezTo>
                <a:lnTo>
                  <a:pt x="4773" y="13215"/>
                </a:lnTo>
                <a:close/>
                <a:moveTo>
                  <a:pt x="6058" y="15530"/>
                </a:moveTo>
                <a:cubicBezTo>
                  <a:pt x="5909" y="15530"/>
                  <a:pt x="5862" y="15550"/>
                  <a:pt x="5842" y="15627"/>
                </a:cubicBezTo>
                <a:cubicBezTo>
                  <a:pt x="5826" y="15686"/>
                  <a:pt x="5778" y="15727"/>
                  <a:pt x="5716" y="15727"/>
                </a:cubicBezTo>
                <a:cubicBezTo>
                  <a:pt x="5644" y="15727"/>
                  <a:pt x="5612" y="15756"/>
                  <a:pt x="5612" y="15828"/>
                </a:cubicBezTo>
                <a:cubicBezTo>
                  <a:pt x="5612" y="15890"/>
                  <a:pt x="5573" y="15942"/>
                  <a:pt x="5514" y="15958"/>
                </a:cubicBezTo>
                <a:cubicBezTo>
                  <a:pt x="5460" y="15972"/>
                  <a:pt x="5414" y="16019"/>
                  <a:pt x="5414" y="16059"/>
                </a:cubicBezTo>
                <a:cubicBezTo>
                  <a:pt x="5414" y="16099"/>
                  <a:pt x="5371" y="16142"/>
                  <a:pt x="5317" y="16156"/>
                </a:cubicBezTo>
                <a:cubicBezTo>
                  <a:pt x="5262" y="16170"/>
                  <a:pt x="5219" y="16216"/>
                  <a:pt x="5219" y="16257"/>
                </a:cubicBezTo>
                <a:cubicBezTo>
                  <a:pt x="5219" y="16297"/>
                  <a:pt x="5173" y="16340"/>
                  <a:pt x="5119" y="16354"/>
                </a:cubicBezTo>
                <a:cubicBezTo>
                  <a:pt x="5065" y="16368"/>
                  <a:pt x="5022" y="16411"/>
                  <a:pt x="5022" y="16447"/>
                </a:cubicBezTo>
                <a:cubicBezTo>
                  <a:pt x="5022" y="16523"/>
                  <a:pt x="4853" y="16627"/>
                  <a:pt x="4806" y="16580"/>
                </a:cubicBezTo>
                <a:cubicBezTo>
                  <a:pt x="4789" y="16563"/>
                  <a:pt x="4773" y="16598"/>
                  <a:pt x="4773" y="16660"/>
                </a:cubicBezTo>
                <a:cubicBezTo>
                  <a:pt x="4773" y="16728"/>
                  <a:pt x="4737" y="16781"/>
                  <a:pt x="4680" y="16796"/>
                </a:cubicBezTo>
                <a:cubicBezTo>
                  <a:pt x="4628" y="16810"/>
                  <a:pt x="4575" y="16863"/>
                  <a:pt x="4561" y="16915"/>
                </a:cubicBezTo>
                <a:cubicBezTo>
                  <a:pt x="4548" y="16967"/>
                  <a:pt x="4504" y="17009"/>
                  <a:pt x="4464" y="17009"/>
                </a:cubicBezTo>
                <a:cubicBezTo>
                  <a:pt x="4424" y="17009"/>
                  <a:pt x="4381" y="17052"/>
                  <a:pt x="4367" y="17106"/>
                </a:cubicBezTo>
                <a:cubicBezTo>
                  <a:pt x="4351" y="17165"/>
                  <a:pt x="4299" y="17207"/>
                  <a:pt x="4237" y="17207"/>
                </a:cubicBezTo>
                <a:cubicBezTo>
                  <a:pt x="4180" y="17207"/>
                  <a:pt x="4133" y="17239"/>
                  <a:pt x="4133" y="17279"/>
                </a:cubicBezTo>
                <a:cubicBezTo>
                  <a:pt x="4133" y="17318"/>
                  <a:pt x="4096" y="17376"/>
                  <a:pt x="4047" y="17412"/>
                </a:cubicBezTo>
                <a:cubicBezTo>
                  <a:pt x="3997" y="17447"/>
                  <a:pt x="3942" y="17515"/>
                  <a:pt x="3924" y="17563"/>
                </a:cubicBezTo>
                <a:cubicBezTo>
                  <a:pt x="3907" y="17610"/>
                  <a:pt x="3858" y="17649"/>
                  <a:pt x="3816" y="17649"/>
                </a:cubicBezTo>
                <a:cubicBezTo>
                  <a:pt x="3775" y="17649"/>
                  <a:pt x="3741" y="17677"/>
                  <a:pt x="3741" y="17710"/>
                </a:cubicBezTo>
                <a:cubicBezTo>
                  <a:pt x="3740" y="17744"/>
                  <a:pt x="3631" y="17871"/>
                  <a:pt x="3496" y="17991"/>
                </a:cubicBezTo>
                <a:cubicBezTo>
                  <a:pt x="3337" y="18133"/>
                  <a:pt x="3266" y="18226"/>
                  <a:pt x="3295" y="18261"/>
                </a:cubicBezTo>
                <a:cubicBezTo>
                  <a:pt x="3344" y="18321"/>
                  <a:pt x="3345" y="18338"/>
                  <a:pt x="3345" y="18517"/>
                </a:cubicBezTo>
                <a:cubicBezTo>
                  <a:pt x="3345" y="18632"/>
                  <a:pt x="3363" y="18642"/>
                  <a:pt x="3532" y="18628"/>
                </a:cubicBezTo>
                <a:cubicBezTo>
                  <a:pt x="3657" y="18618"/>
                  <a:pt x="3716" y="18588"/>
                  <a:pt x="3716" y="18538"/>
                </a:cubicBezTo>
                <a:cubicBezTo>
                  <a:pt x="3716" y="18498"/>
                  <a:pt x="3766" y="18457"/>
                  <a:pt x="3827" y="18448"/>
                </a:cubicBezTo>
                <a:cubicBezTo>
                  <a:pt x="3888" y="18440"/>
                  <a:pt x="3939" y="18400"/>
                  <a:pt x="3939" y="18358"/>
                </a:cubicBezTo>
                <a:cubicBezTo>
                  <a:pt x="3939" y="18317"/>
                  <a:pt x="3982" y="18272"/>
                  <a:pt x="4036" y="18258"/>
                </a:cubicBezTo>
                <a:cubicBezTo>
                  <a:pt x="4092" y="18243"/>
                  <a:pt x="4133" y="18188"/>
                  <a:pt x="4133" y="18132"/>
                </a:cubicBezTo>
                <a:cubicBezTo>
                  <a:pt x="4133" y="18077"/>
                  <a:pt x="4178" y="18023"/>
                  <a:pt x="4230" y="18009"/>
                </a:cubicBezTo>
                <a:cubicBezTo>
                  <a:pt x="4282" y="17996"/>
                  <a:pt x="4335" y="17942"/>
                  <a:pt x="4349" y="17890"/>
                </a:cubicBezTo>
                <a:cubicBezTo>
                  <a:pt x="4363" y="17838"/>
                  <a:pt x="4413" y="17797"/>
                  <a:pt x="4468" y="17797"/>
                </a:cubicBezTo>
                <a:cubicBezTo>
                  <a:pt x="4523" y="17797"/>
                  <a:pt x="4579" y="17756"/>
                  <a:pt x="4593" y="17700"/>
                </a:cubicBezTo>
                <a:cubicBezTo>
                  <a:pt x="4608" y="17645"/>
                  <a:pt x="4647" y="17599"/>
                  <a:pt x="4683" y="17599"/>
                </a:cubicBezTo>
                <a:cubicBezTo>
                  <a:pt x="4720" y="17599"/>
                  <a:pt x="4774" y="17552"/>
                  <a:pt x="4802" y="17491"/>
                </a:cubicBezTo>
                <a:cubicBezTo>
                  <a:pt x="4830" y="17430"/>
                  <a:pt x="4881" y="17383"/>
                  <a:pt x="4914" y="17390"/>
                </a:cubicBezTo>
                <a:cubicBezTo>
                  <a:pt x="4947" y="17397"/>
                  <a:pt x="4971" y="17357"/>
                  <a:pt x="4971" y="17300"/>
                </a:cubicBezTo>
                <a:cubicBezTo>
                  <a:pt x="4971" y="17240"/>
                  <a:pt x="5010" y="17185"/>
                  <a:pt x="5065" y="17171"/>
                </a:cubicBezTo>
                <a:cubicBezTo>
                  <a:pt x="5116" y="17157"/>
                  <a:pt x="5170" y="17104"/>
                  <a:pt x="5183" y="17052"/>
                </a:cubicBezTo>
                <a:cubicBezTo>
                  <a:pt x="5198" y="16997"/>
                  <a:pt x="5253" y="16958"/>
                  <a:pt x="5313" y="16958"/>
                </a:cubicBezTo>
                <a:cubicBezTo>
                  <a:pt x="5375" y="16958"/>
                  <a:pt x="5414" y="16930"/>
                  <a:pt x="5414" y="16883"/>
                </a:cubicBezTo>
                <a:cubicBezTo>
                  <a:pt x="5414" y="16840"/>
                  <a:pt x="5458" y="16792"/>
                  <a:pt x="5511" y="16778"/>
                </a:cubicBezTo>
                <a:cubicBezTo>
                  <a:pt x="5564" y="16765"/>
                  <a:pt x="5614" y="16703"/>
                  <a:pt x="5622" y="16645"/>
                </a:cubicBezTo>
                <a:cubicBezTo>
                  <a:pt x="5631" y="16587"/>
                  <a:pt x="5668" y="16541"/>
                  <a:pt x="5709" y="16541"/>
                </a:cubicBezTo>
                <a:cubicBezTo>
                  <a:pt x="5749" y="16541"/>
                  <a:pt x="5795" y="16497"/>
                  <a:pt x="5810" y="16444"/>
                </a:cubicBezTo>
                <a:cubicBezTo>
                  <a:pt x="5824" y="16390"/>
                  <a:pt x="5879" y="16336"/>
                  <a:pt x="5932" y="16321"/>
                </a:cubicBezTo>
                <a:cubicBezTo>
                  <a:pt x="5985" y="16307"/>
                  <a:pt x="6029" y="16260"/>
                  <a:pt x="6029" y="16221"/>
                </a:cubicBezTo>
                <a:cubicBezTo>
                  <a:pt x="6029" y="16181"/>
                  <a:pt x="6074" y="16138"/>
                  <a:pt x="6130" y="16123"/>
                </a:cubicBezTo>
                <a:cubicBezTo>
                  <a:pt x="6215" y="16101"/>
                  <a:pt x="6234" y="16054"/>
                  <a:pt x="6241" y="15814"/>
                </a:cubicBezTo>
                <a:lnTo>
                  <a:pt x="6248" y="15530"/>
                </a:lnTo>
                <a:lnTo>
                  <a:pt x="6058" y="15530"/>
                </a:lnTo>
                <a:close/>
                <a:moveTo>
                  <a:pt x="15113" y="15555"/>
                </a:moveTo>
                <a:lnTo>
                  <a:pt x="15113" y="15839"/>
                </a:lnTo>
                <a:cubicBezTo>
                  <a:pt x="15113" y="16066"/>
                  <a:pt x="15130" y="16120"/>
                  <a:pt x="15193" y="16120"/>
                </a:cubicBezTo>
                <a:cubicBezTo>
                  <a:pt x="15236" y="16120"/>
                  <a:pt x="15283" y="16164"/>
                  <a:pt x="15297" y="16217"/>
                </a:cubicBezTo>
                <a:cubicBezTo>
                  <a:pt x="15311" y="16270"/>
                  <a:pt x="15368" y="16320"/>
                  <a:pt x="15427" y="16328"/>
                </a:cubicBezTo>
                <a:cubicBezTo>
                  <a:pt x="15485" y="16337"/>
                  <a:pt x="15527" y="16374"/>
                  <a:pt x="15520" y="16408"/>
                </a:cubicBezTo>
                <a:cubicBezTo>
                  <a:pt x="15513" y="16442"/>
                  <a:pt x="15564" y="16490"/>
                  <a:pt x="15632" y="16516"/>
                </a:cubicBezTo>
                <a:cubicBezTo>
                  <a:pt x="15707" y="16544"/>
                  <a:pt x="15754" y="16602"/>
                  <a:pt x="15754" y="16663"/>
                </a:cubicBezTo>
                <a:cubicBezTo>
                  <a:pt x="15754" y="16722"/>
                  <a:pt x="15787" y="16764"/>
                  <a:pt x="15833" y="16764"/>
                </a:cubicBezTo>
                <a:cubicBezTo>
                  <a:pt x="15876" y="16764"/>
                  <a:pt x="15924" y="16806"/>
                  <a:pt x="15937" y="16858"/>
                </a:cubicBezTo>
                <a:cubicBezTo>
                  <a:pt x="15951" y="16909"/>
                  <a:pt x="16004" y="16963"/>
                  <a:pt x="16056" y="16976"/>
                </a:cubicBezTo>
                <a:cubicBezTo>
                  <a:pt x="16108" y="16990"/>
                  <a:pt x="16150" y="17032"/>
                  <a:pt x="16150" y="17073"/>
                </a:cubicBezTo>
                <a:cubicBezTo>
                  <a:pt x="16150" y="17115"/>
                  <a:pt x="16197" y="17158"/>
                  <a:pt x="16258" y="17167"/>
                </a:cubicBezTo>
                <a:cubicBezTo>
                  <a:pt x="16319" y="17176"/>
                  <a:pt x="16365" y="17212"/>
                  <a:pt x="16358" y="17246"/>
                </a:cubicBezTo>
                <a:cubicBezTo>
                  <a:pt x="16351" y="17280"/>
                  <a:pt x="16402" y="17328"/>
                  <a:pt x="16470" y="17354"/>
                </a:cubicBezTo>
                <a:cubicBezTo>
                  <a:pt x="16546" y="17383"/>
                  <a:pt x="16592" y="17441"/>
                  <a:pt x="16592" y="17502"/>
                </a:cubicBezTo>
                <a:cubicBezTo>
                  <a:pt x="16592" y="17560"/>
                  <a:pt x="16625" y="17599"/>
                  <a:pt x="16671" y="17599"/>
                </a:cubicBezTo>
                <a:cubicBezTo>
                  <a:pt x="16715" y="17599"/>
                  <a:pt x="16762" y="17645"/>
                  <a:pt x="16776" y="17700"/>
                </a:cubicBezTo>
                <a:cubicBezTo>
                  <a:pt x="16790" y="17754"/>
                  <a:pt x="16831" y="17797"/>
                  <a:pt x="16869" y="17797"/>
                </a:cubicBezTo>
                <a:cubicBezTo>
                  <a:pt x="16908" y="17797"/>
                  <a:pt x="16954" y="17833"/>
                  <a:pt x="16970" y="17876"/>
                </a:cubicBezTo>
                <a:cubicBezTo>
                  <a:pt x="16986" y="17919"/>
                  <a:pt x="17050" y="17974"/>
                  <a:pt x="17114" y="17998"/>
                </a:cubicBezTo>
                <a:cubicBezTo>
                  <a:pt x="17178" y="18023"/>
                  <a:pt x="17233" y="18072"/>
                  <a:pt x="17233" y="18110"/>
                </a:cubicBezTo>
                <a:cubicBezTo>
                  <a:pt x="17233" y="18148"/>
                  <a:pt x="17276" y="18193"/>
                  <a:pt x="17330" y="18207"/>
                </a:cubicBezTo>
                <a:cubicBezTo>
                  <a:pt x="17387" y="18222"/>
                  <a:pt x="17430" y="18275"/>
                  <a:pt x="17430" y="18333"/>
                </a:cubicBezTo>
                <a:cubicBezTo>
                  <a:pt x="17430" y="18399"/>
                  <a:pt x="17465" y="18438"/>
                  <a:pt x="17538" y="18448"/>
                </a:cubicBezTo>
                <a:cubicBezTo>
                  <a:pt x="17613" y="18459"/>
                  <a:pt x="17646" y="18493"/>
                  <a:pt x="17636" y="18553"/>
                </a:cubicBezTo>
                <a:cubicBezTo>
                  <a:pt x="17613" y="18687"/>
                  <a:pt x="17955" y="18647"/>
                  <a:pt x="18103" y="18499"/>
                </a:cubicBezTo>
                <a:cubicBezTo>
                  <a:pt x="18246" y="18356"/>
                  <a:pt x="18246" y="18353"/>
                  <a:pt x="18092" y="18232"/>
                </a:cubicBezTo>
                <a:cubicBezTo>
                  <a:pt x="18023" y="18178"/>
                  <a:pt x="17973" y="18121"/>
                  <a:pt x="17985" y="18110"/>
                </a:cubicBezTo>
                <a:cubicBezTo>
                  <a:pt x="17996" y="18099"/>
                  <a:pt x="17795" y="17885"/>
                  <a:pt x="17538" y="17635"/>
                </a:cubicBezTo>
                <a:cubicBezTo>
                  <a:pt x="17282" y="17385"/>
                  <a:pt x="16962" y="17061"/>
                  <a:pt x="16822" y="16915"/>
                </a:cubicBezTo>
                <a:cubicBezTo>
                  <a:pt x="16683" y="16769"/>
                  <a:pt x="16492" y="16582"/>
                  <a:pt x="16402" y="16498"/>
                </a:cubicBezTo>
                <a:cubicBezTo>
                  <a:pt x="16311" y="16413"/>
                  <a:pt x="16124" y="16224"/>
                  <a:pt x="15984" y="16077"/>
                </a:cubicBezTo>
                <a:cubicBezTo>
                  <a:pt x="15547" y="15618"/>
                  <a:pt x="15463" y="15555"/>
                  <a:pt x="15283" y="15555"/>
                </a:cubicBezTo>
                <a:lnTo>
                  <a:pt x="15113" y="15555"/>
                </a:lnTo>
                <a:close/>
                <a:moveTo>
                  <a:pt x="13444" y="16807"/>
                </a:moveTo>
                <a:cubicBezTo>
                  <a:pt x="13345" y="16812"/>
                  <a:pt x="13240" y="16845"/>
                  <a:pt x="13221" y="16904"/>
                </a:cubicBezTo>
                <a:cubicBezTo>
                  <a:pt x="13161" y="17094"/>
                  <a:pt x="13233" y="17510"/>
                  <a:pt x="13340" y="17585"/>
                </a:cubicBezTo>
                <a:cubicBezTo>
                  <a:pt x="13405" y="17631"/>
                  <a:pt x="13441" y="17711"/>
                  <a:pt x="13441" y="17811"/>
                </a:cubicBezTo>
                <a:cubicBezTo>
                  <a:pt x="13441" y="17900"/>
                  <a:pt x="13485" y="18010"/>
                  <a:pt x="13545" y="18074"/>
                </a:cubicBezTo>
                <a:cubicBezTo>
                  <a:pt x="13618" y="18152"/>
                  <a:pt x="13651" y="18254"/>
                  <a:pt x="13653" y="18412"/>
                </a:cubicBezTo>
                <a:cubicBezTo>
                  <a:pt x="13655" y="18567"/>
                  <a:pt x="13675" y="18635"/>
                  <a:pt x="13721" y="18635"/>
                </a:cubicBezTo>
                <a:cubicBezTo>
                  <a:pt x="13758" y="18635"/>
                  <a:pt x="13807" y="18694"/>
                  <a:pt x="13833" y="18761"/>
                </a:cubicBezTo>
                <a:cubicBezTo>
                  <a:pt x="13882" y="18892"/>
                  <a:pt x="13981" y="18910"/>
                  <a:pt x="14272" y="18851"/>
                </a:cubicBezTo>
                <a:cubicBezTo>
                  <a:pt x="14394" y="18827"/>
                  <a:pt x="14426" y="18797"/>
                  <a:pt x="14426" y="18700"/>
                </a:cubicBezTo>
                <a:cubicBezTo>
                  <a:pt x="14426" y="18633"/>
                  <a:pt x="14380" y="18521"/>
                  <a:pt x="14326" y="18452"/>
                </a:cubicBezTo>
                <a:cubicBezTo>
                  <a:pt x="14271" y="18383"/>
                  <a:pt x="14228" y="18290"/>
                  <a:pt x="14228" y="18243"/>
                </a:cubicBezTo>
                <a:cubicBezTo>
                  <a:pt x="14228" y="18196"/>
                  <a:pt x="14185" y="18100"/>
                  <a:pt x="14131" y="18031"/>
                </a:cubicBezTo>
                <a:cubicBezTo>
                  <a:pt x="14072" y="17955"/>
                  <a:pt x="14031" y="17832"/>
                  <a:pt x="14031" y="17718"/>
                </a:cubicBezTo>
                <a:cubicBezTo>
                  <a:pt x="14030" y="17504"/>
                  <a:pt x="13991" y="17430"/>
                  <a:pt x="13883" y="17430"/>
                </a:cubicBezTo>
                <a:cubicBezTo>
                  <a:pt x="13832" y="17430"/>
                  <a:pt x="13804" y="17367"/>
                  <a:pt x="13793" y="17232"/>
                </a:cubicBezTo>
                <a:cubicBezTo>
                  <a:pt x="13784" y="17123"/>
                  <a:pt x="13745" y="17016"/>
                  <a:pt x="13707" y="16994"/>
                </a:cubicBezTo>
                <a:cubicBezTo>
                  <a:pt x="13668" y="16973"/>
                  <a:pt x="13638" y="16922"/>
                  <a:pt x="13638" y="16883"/>
                </a:cubicBezTo>
                <a:cubicBezTo>
                  <a:pt x="13638" y="16824"/>
                  <a:pt x="13544" y="16802"/>
                  <a:pt x="13444" y="16807"/>
                </a:cubicBezTo>
                <a:close/>
                <a:moveTo>
                  <a:pt x="8270" y="16818"/>
                </a:moveTo>
                <a:lnTo>
                  <a:pt x="7979" y="16822"/>
                </a:lnTo>
                <a:lnTo>
                  <a:pt x="7947" y="16994"/>
                </a:lnTo>
                <a:cubicBezTo>
                  <a:pt x="7929" y="17088"/>
                  <a:pt x="7883" y="17178"/>
                  <a:pt x="7846" y="17192"/>
                </a:cubicBezTo>
                <a:cubicBezTo>
                  <a:pt x="7804" y="17208"/>
                  <a:pt x="7778" y="17291"/>
                  <a:pt x="7778" y="17412"/>
                </a:cubicBezTo>
                <a:cubicBezTo>
                  <a:pt x="7778" y="17564"/>
                  <a:pt x="7757" y="17616"/>
                  <a:pt x="7684" y="17635"/>
                </a:cubicBezTo>
                <a:cubicBezTo>
                  <a:pt x="7582" y="17662"/>
                  <a:pt x="7523" y="17818"/>
                  <a:pt x="7554" y="17980"/>
                </a:cubicBezTo>
                <a:cubicBezTo>
                  <a:pt x="7566" y="18043"/>
                  <a:pt x="7528" y="18127"/>
                  <a:pt x="7457" y="18193"/>
                </a:cubicBezTo>
                <a:cubicBezTo>
                  <a:pt x="7361" y="18283"/>
                  <a:pt x="7343" y="18352"/>
                  <a:pt x="7342" y="18599"/>
                </a:cubicBezTo>
                <a:lnTo>
                  <a:pt x="7339" y="18895"/>
                </a:lnTo>
                <a:lnTo>
                  <a:pt x="7612" y="18869"/>
                </a:lnTo>
                <a:cubicBezTo>
                  <a:pt x="7762" y="18854"/>
                  <a:pt x="7896" y="18830"/>
                  <a:pt x="7907" y="18819"/>
                </a:cubicBezTo>
                <a:cubicBezTo>
                  <a:pt x="7918" y="18808"/>
                  <a:pt x="7929" y="18670"/>
                  <a:pt x="7932" y="18513"/>
                </a:cubicBezTo>
                <a:cubicBezTo>
                  <a:pt x="7938" y="18280"/>
                  <a:pt x="7956" y="18223"/>
                  <a:pt x="8029" y="18204"/>
                </a:cubicBezTo>
                <a:cubicBezTo>
                  <a:pt x="8086" y="18189"/>
                  <a:pt x="8132" y="18116"/>
                  <a:pt x="8152" y="18009"/>
                </a:cubicBezTo>
                <a:cubicBezTo>
                  <a:pt x="8169" y="17915"/>
                  <a:pt x="8215" y="17829"/>
                  <a:pt x="8252" y="17815"/>
                </a:cubicBezTo>
                <a:cubicBezTo>
                  <a:pt x="8293" y="17799"/>
                  <a:pt x="8321" y="17715"/>
                  <a:pt x="8321" y="17603"/>
                </a:cubicBezTo>
                <a:cubicBezTo>
                  <a:pt x="8321" y="17499"/>
                  <a:pt x="8353" y="17388"/>
                  <a:pt x="8393" y="17354"/>
                </a:cubicBezTo>
                <a:cubicBezTo>
                  <a:pt x="8433" y="17321"/>
                  <a:pt x="8461" y="17282"/>
                  <a:pt x="8458" y="17264"/>
                </a:cubicBezTo>
                <a:cubicBezTo>
                  <a:pt x="8454" y="17246"/>
                  <a:pt x="8476" y="17168"/>
                  <a:pt x="8508" y="17091"/>
                </a:cubicBezTo>
                <a:cubicBezTo>
                  <a:pt x="8613" y="16837"/>
                  <a:pt x="8591" y="16813"/>
                  <a:pt x="8270" y="16818"/>
                </a:cubicBezTo>
                <a:close/>
                <a:moveTo>
                  <a:pt x="10882" y="17613"/>
                </a:moveTo>
                <a:cubicBezTo>
                  <a:pt x="10731" y="17607"/>
                  <a:pt x="10695" y="17622"/>
                  <a:pt x="10717" y="17678"/>
                </a:cubicBezTo>
                <a:cubicBezTo>
                  <a:pt x="10732" y="17718"/>
                  <a:pt x="10719" y="17781"/>
                  <a:pt x="10688" y="17818"/>
                </a:cubicBezTo>
                <a:cubicBezTo>
                  <a:pt x="10648" y="17867"/>
                  <a:pt x="10639" y="18387"/>
                  <a:pt x="10652" y="19679"/>
                </a:cubicBezTo>
                <a:cubicBezTo>
                  <a:pt x="10663" y="20665"/>
                  <a:pt x="10676" y="21499"/>
                  <a:pt x="10685" y="21533"/>
                </a:cubicBezTo>
                <a:cubicBezTo>
                  <a:pt x="10694" y="21569"/>
                  <a:pt x="10775" y="21591"/>
                  <a:pt x="10890" y="21587"/>
                </a:cubicBezTo>
                <a:cubicBezTo>
                  <a:pt x="11037" y="21581"/>
                  <a:pt x="11076" y="21560"/>
                  <a:pt x="11077" y="21489"/>
                </a:cubicBezTo>
                <a:cubicBezTo>
                  <a:pt x="11077" y="21440"/>
                  <a:pt x="11077" y="20567"/>
                  <a:pt x="11077" y="19550"/>
                </a:cubicBezTo>
                <a:cubicBezTo>
                  <a:pt x="11077" y="18532"/>
                  <a:pt x="11077" y="17681"/>
                  <a:pt x="11077" y="17660"/>
                </a:cubicBezTo>
                <a:cubicBezTo>
                  <a:pt x="11076" y="17639"/>
                  <a:pt x="10989" y="17618"/>
                  <a:pt x="10882" y="17613"/>
                </a:cubicBezTo>
                <a:close/>
              </a:path>
            </a:pathLst>
          </a:cu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76" name="The concept of ecosystem structure and dynamics"/>
          <p:cNvSpPr txBox="1">
            <a:spLocks noGrp="1"/>
          </p:cNvSpPr>
          <p:nvPr>
            <p:ph type="title"/>
          </p:nvPr>
        </p:nvSpPr>
        <p:spPr>
          <a:prstGeom prst="rect">
            <a:avLst/>
          </a:prstGeom>
        </p:spPr>
        <p:txBody>
          <a:bodyPr/>
          <a:lstStyle>
            <a:lvl1pPr defTabSz="543305">
              <a:spcBef>
                <a:spcPts val="2100"/>
              </a:spcBef>
              <a:defRPr sz="4836"/>
            </a:lvl1pPr>
          </a:lstStyle>
          <a:p>
            <a:r>
              <a:t>The concept of ecosystem structure and dynamics</a:t>
            </a:r>
          </a:p>
        </p:txBody>
      </p:sp>
      <p:sp>
        <p:nvSpPr>
          <p:cNvPr id="177" name="Energy Flows – All animals and plants in an ecosystem occupy levels of the trophic pyramid. Food chains/webs pass nutrients and energy flows from one trophic level to the next.…"/>
          <p:cNvSpPr txBox="1">
            <a:spLocks noGrp="1"/>
          </p:cNvSpPr>
          <p:nvPr>
            <p:ph type="body" idx="1"/>
          </p:nvPr>
        </p:nvSpPr>
        <p:spPr>
          <a:xfrm>
            <a:off x="571500" y="1803400"/>
            <a:ext cx="11861800" cy="7677230"/>
          </a:xfrm>
          <a:prstGeom prst="rect">
            <a:avLst/>
          </a:prstGeom>
        </p:spPr>
        <p:txBody>
          <a:bodyPr/>
          <a:lstStyle/>
          <a:p>
            <a:pPr marL="460502" indent="-460502" defTabSz="572516">
              <a:spcBef>
                <a:spcPts val="1700"/>
              </a:spcBef>
              <a:defRPr sz="3136"/>
            </a:pPr>
            <a:r>
              <a:rPr b="1" dirty="0">
                <a:latin typeface="Iowan Old Style Roman" panose="02040602040506020204" pitchFamily="18" charset="77"/>
              </a:rPr>
              <a:t>Energy Flows</a:t>
            </a:r>
            <a:r>
              <a:rPr dirty="0">
                <a:latin typeface="Iowan Old Style Roman" panose="02040602040506020204" pitchFamily="18" charset="77"/>
              </a:rPr>
              <a:t> – All animals and plants in an ecosystem occupy levels of the trophic pyramid. Food chains/webs pass nutrients and energy flows from one trophic level to the next.</a:t>
            </a:r>
          </a:p>
          <a:p>
            <a:pPr marL="460502" indent="-460502" defTabSz="572516">
              <a:spcBef>
                <a:spcPts val="1700"/>
              </a:spcBef>
              <a:defRPr sz="3136"/>
            </a:pPr>
            <a:endParaRPr dirty="0">
              <a:latin typeface="Iowan Old Style Roman" panose="02040602040506020204" pitchFamily="18" charset="77"/>
            </a:endParaRPr>
          </a:p>
          <a:p>
            <a:pPr marL="460502" indent="-460502" defTabSz="572516">
              <a:spcBef>
                <a:spcPts val="1700"/>
              </a:spcBef>
              <a:defRPr sz="3136"/>
            </a:pPr>
            <a:endParaRPr dirty="0">
              <a:latin typeface="Iowan Old Style Roman" panose="02040602040506020204" pitchFamily="18" charset="77"/>
            </a:endParaRPr>
          </a:p>
          <a:p>
            <a:pPr marL="460502" indent="-460502" defTabSz="572516">
              <a:spcBef>
                <a:spcPts val="1700"/>
              </a:spcBef>
              <a:defRPr sz="3136"/>
            </a:pPr>
            <a:endParaRPr dirty="0">
              <a:latin typeface="Iowan Old Style Roman" panose="02040602040506020204" pitchFamily="18" charset="77"/>
            </a:endParaRPr>
          </a:p>
          <a:p>
            <a:pPr marL="460502" indent="-460502" defTabSz="572516">
              <a:spcBef>
                <a:spcPts val="1700"/>
              </a:spcBef>
              <a:defRPr sz="3136"/>
            </a:pPr>
            <a:endParaRPr dirty="0">
              <a:latin typeface="Iowan Old Style Roman" panose="02040602040506020204" pitchFamily="18" charset="77"/>
            </a:endParaRPr>
          </a:p>
          <a:p>
            <a:pPr marL="460502" indent="-460502" defTabSz="572516">
              <a:spcBef>
                <a:spcPts val="1700"/>
              </a:spcBef>
              <a:defRPr sz="3136"/>
            </a:pPr>
            <a:endParaRPr dirty="0">
              <a:latin typeface="Iowan Old Style Roman" panose="02040602040506020204" pitchFamily="18" charset="77"/>
            </a:endParaRPr>
          </a:p>
          <a:p>
            <a:pPr marL="460502" indent="-460502" defTabSz="572516">
              <a:spcBef>
                <a:spcPts val="1700"/>
              </a:spcBef>
              <a:defRPr sz="3136"/>
            </a:pPr>
            <a:endParaRPr dirty="0">
              <a:latin typeface="Iowan Old Style Roman" panose="02040602040506020204" pitchFamily="18" charset="77"/>
            </a:endParaRPr>
          </a:p>
          <a:p>
            <a:pPr marL="460502" indent="-460502" defTabSz="572516">
              <a:spcBef>
                <a:spcPts val="1700"/>
              </a:spcBef>
              <a:defRPr sz="3136"/>
            </a:pPr>
            <a:r>
              <a:rPr b="1" dirty="0">
                <a:latin typeface="Iowan Old Style Roman" panose="02040602040506020204" pitchFamily="18" charset="77"/>
              </a:rPr>
              <a:t>Student Activity:</a:t>
            </a:r>
            <a:r>
              <a:rPr dirty="0">
                <a:latin typeface="Iowan Old Style Roman" panose="02040602040506020204" pitchFamily="18" charset="77"/>
              </a:rPr>
              <a:t> Outline the concept of ecosystem structure and dynamics (3 Marks)</a:t>
            </a:r>
          </a:p>
        </p:txBody>
      </p:sp>
      <p:pic>
        <p:nvPicPr>
          <p:cNvPr id="178" name="image12.png" descr="image12.png"/>
          <p:cNvPicPr>
            <a:picLocks noChangeAspect="1"/>
          </p:cNvPicPr>
          <p:nvPr/>
        </p:nvPicPr>
        <p:blipFill>
          <a:blip r:embed="rId2"/>
          <a:stretch>
            <a:fillRect/>
          </a:stretch>
        </p:blipFill>
        <p:spPr>
          <a:xfrm>
            <a:off x="695176" y="3218729"/>
            <a:ext cx="4874351" cy="4415588"/>
          </a:xfrm>
          <a:custGeom>
            <a:avLst/>
            <a:gdLst/>
            <a:ahLst/>
            <a:cxnLst>
              <a:cxn ang="0">
                <a:pos x="wd2" y="hd2"/>
              </a:cxn>
              <a:cxn ang="5400000">
                <a:pos x="wd2" y="hd2"/>
              </a:cxn>
              <a:cxn ang="10800000">
                <a:pos x="wd2" y="hd2"/>
              </a:cxn>
              <a:cxn ang="16200000">
                <a:pos x="wd2" y="hd2"/>
              </a:cxn>
            </a:cxnLst>
            <a:rect l="0" t="0" r="r" b="b"/>
            <a:pathLst>
              <a:path w="21600" h="21600" extrusionOk="0">
                <a:moveTo>
                  <a:pt x="18489" y="0"/>
                </a:moveTo>
                <a:lnTo>
                  <a:pt x="18471" y="175"/>
                </a:lnTo>
                <a:cubicBezTo>
                  <a:pt x="18461" y="272"/>
                  <a:pt x="18422" y="345"/>
                  <a:pt x="18385" y="338"/>
                </a:cubicBezTo>
                <a:cubicBezTo>
                  <a:pt x="18348" y="330"/>
                  <a:pt x="18286" y="366"/>
                  <a:pt x="18248" y="418"/>
                </a:cubicBezTo>
                <a:cubicBezTo>
                  <a:pt x="18209" y="469"/>
                  <a:pt x="18090" y="511"/>
                  <a:pt x="17983" y="511"/>
                </a:cubicBezTo>
                <a:cubicBezTo>
                  <a:pt x="17805" y="511"/>
                  <a:pt x="17788" y="527"/>
                  <a:pt x="17788" y="704"/>
                </a:cubicBezTo>
                <a:cubicBezTo>
                  <a:pt x="17788" y="821"/>
                  <a:pt x="17752" y="913"/>
                  <a:pt x="17697" y="936"/>
                </a:cubicBezTo>
                <a:cubicBezTo>
                  <a:pt x="17627" y="966"/>
                  <a:pt x="17609" y="1062"/>
                  <a:pt x="17620" y="1372"/>
                </a:cubicBezTo>
                <a:cubicBezTo>
                  <a:pt x="17627" y="1590"/>
                  <a:pt x="17616" y="1798"/>
                  <a:pt x="17595" y="1836"/>
                </a:cubicBezTo>
                <a:cubicBezTo>
                  <a:pt x="17553" y="1911"/>
                  <a:pt x="17616" y="3259"/>
                  <a:pt x="17661" y="3259"/>
                </a:cubicBezTo>
                <a:cubicBezTo>
                  <a:pt x="17676" y="3259"/>
                  <a:pt x="17719" y="3213"/>
                  <a:pt x="17757" y="3155"/>
                </a:cubicBezTo>
                <a:cubicBezTo>
                  <a:pt x="17818" y="3063"/>
                  <a:pt x="17840" y="3076"/>
                  <a:pt x="17948" y="3270"/>
                </a:cubicBezTo>
                <a:cubicBezTo>
                  <a:pt x="18028" y="3412"/>
                  <a:pt x="18059" y="3542"/>
                  <a:pt x="18036" y="3639"/>
                </a:cubicBezTo>
                <a:cubicBezTo>
                  <a:pt x="18004" y="3776"/>
                  <a:pt x="18017" y="3785"/>
                  <a:pt x="18185" y="3757"/>
                </a:cubicBezTo>
                <a:cubicBezTo>
                  <a:pt x="18297" y="3739"/>
                  <a:pt x="18392" y="3761"/>
                  <a:pt x="18431" y="3814"/>
                </a:cubicBezTo>
                <a:cubicBezTo>
                  <a:pt x="18480" y="3879"/>
                  <a:pt x="18516" y="3883"/>
                  <a:pt x="18577" y="3827"/>
                </a:cubicBezTo>
                <a:cubicBezTo>
                  <a:pt x="18683" y="3729"/>
                  <a:pt x="18903" y="3941"/>
                  <a:pt x="18864" y="4104"/>
                </a:cubicBezTo>
                <a:cubicBezTo>
                  <a:pt x="18839" y="4209"/>
                  <a:pt x="18896" y="4218"/>
                  <a:pt x="19540" y="4224"/>
                </a:cubicBezTo>
                <a:cubicBezTo>
                  <a:pt x="20528" y="4234"/>
                  <a:pt x="20471" y="4221"/>
                  <a:pt x="20492" y="4442"/>
                </a:cubicBezTo>
                <a:cubicBezTo>
                  <a:pt x="20503" y="4547"/>
                  <a:pt x="20534" y="4660"/>
                  <a:pt x="20564" y="4693"/>
                </a:cubicBezTo>
                <a:cubicBezTo>
                  <a:pt x="20632" y="4772"/>
                  <a:pt x="20634" y="5157"/>
                  <a:pt x="20565" y="5204"/>
                </a:cubicBezTo>
                <a:cubicBezTo>
                  <a:pt x="20536" y="5224"/>
                  <a:pt x="20446" y="5246"/>
                  <a:pt x="20364" y="5254"/>
                </a:cubicBezTo>
                <a:cubicBezTo>
                  <a:pt x="20248" y="5264"/>
                  <a:pt x="20213" y="5302"/>
                  <a:pt x="20213" y="5420"/>
                </a:cubicBezTo>
                <a:cubicBezTo>
                  <a:pt x="20213" y="5652"/>
                  <a:pt x="20005" y="5938"/>
                  <a:pt x="19866" y="5898"/>
                </a:cubicBezTo>
                <a:cubicBezTo>
                  <a:pt x="19778" y="5872"/>
                  <a:pt x="19752" y="5896"/>
                  <a:pt x="19752" y="5996"/>
                </a:cubicBezTo>
                <a:cubicBezTo>
                  <a:pt x="19752" y="6069"/>
                  <a:pt x="19726" y="6144"/>
                  <a:pt x="19694" y="6166"/>
                </a:cubicBezTo>
                <a:cubicBezTo>
                  <a:pt x="19662" y="6188"/>
                  <a:pt x="19636" y="6304"/>
                  <a:pt x="19636" y="6423"/>
                </a:cubicBezTo>
                <a:cubicBezTo>
                  <a:pt x="19636" y="6542"/>
                  <a:pt x="19610" y="6657"/>
                  <a:pt x="19578" y="6679"/>
                </a:cubicBezTo>
                <a:cubicBezTo>
                  <a:pt x="19503" y="6730"/>
                  <a:pt x="19503" y="6986"/>
                  <a:pt x="19578" y="7069"/>
                </a:cubicBezTo>
                <a:cubicBezTo>
                  <a:pt x="19618" y="7113"/>
                  <a:pt x="19590" y="7183"/>
                  <a:pt x="19492" y="7285"/>
                </a:cubicBezTo>
                <a:cubicBezTo>
                  <a:pt x="19320" y="7464"/>
                  <a:pt x="19304" y="7565"/>
                  <a:pt x="19458" y="7511"/>
                </a:cubicBezTo>
                <a:cubicBezTo>
                  <a:pt x="19631" y="7450"/>
                  <a:pt x="19670" y="7607"/>
                  <a:pt x="19514" y="7737"/>
                </a:cubicBezTo>
                <a:cubicBezTo>
                  <a:pt x="19384" y="7846"/>
                  <a:pt x="19375" y="7895"/>
                  <a:pt x="19368" y="8544"/>
                </a:cubicBezTo>
                <a:cubicBezTo>
                  <a:pt x="19364" y="8924"/>
                  <a:pt x="19385" y="9267"/>
                  <a:pt x="19415" y="9308"/>
                </a:cubicBezTo>
                <a:cubicBezTo>
                  <a:pt x="19448" y="9354"/>
                  <a:pt x="19447" y="9396"/>
                  <a:pt x="19413" y="9420"/>
                </a:cubicBezTo>
                <a:cubicBezTo>
                  <a:pt x="19383" y="9440"/>
                  <a:pt x="19354" y="9753"/>
                  <a:pt x="19350" y="10113"/>
                </a:cubicBezTo>
                <a:cubicBezTo>
                  <a:pt x="19340" y="11040"/>
                  <a:pt x="19337" y="11057"/>
                  <a:pt x="19125" y="11155"/>
                </a:cubicBezTo>
                <a:cubicBezTo>
                  <a:pt x="18918" y="11251"/>
                  <a:pt x="18922" y="11244"/>
                  <a:pt x="19000" y="11469"/>
                </a:cubicBezTo>
                <a:cubicBezTo>
                  <a:pt x="19044" y="11599"/>
                  <a:pt x="19037" y="11643"/>
                  <a:pt x="18970" y="11671"/>
                </a:cubicBezTo>
                <a:cubicBezTo>
                  <a:pt x="18840" y="11726"/>
                  <a:pt x="18854" y="12242"/>
                  <a:pt x="18987" y="12299"/>
                </a:cubicBezTo>
                <a:cubicBezTo>
                  <a:pt x="19078" y="12338"/>
                  <a:pt x="19079" y="12349"/>
                  <a:pt x="18995" y="12418"/>
                </a:cubicBezTo>
                <a:cubicBezTo>
                  <a:pt x="18905" y="12491"/>
                  <a:pt x="18882" y="12737"/>
                  <a:pt x="18958" y="12821"/>
                </a:cubicBezTo>
                <a:cubicBezTo>
                  <a:pt x="18979" y="12844"/>
                  <a:pt x="18979" y="12895"/>
                  <a:pt x="18957" y="12934"/>
                </a:cubicBezTo>
                <a:cubicBezTo>
                  <a:pt x="18935" y="12973"/>
                  <a:pt x="18916" y="13047"/>
                  <a:pt x="18915" y="13100"/>
                </a:cubicBezTo>
                <a:cubicBezTo>
                  <a:pt x="18915" y="13153"/>
                  <a:pt x="18855" y="13224"/>
                  <a:pt x="18783" y="13259"/>
                </a:cubicBezTo>
                <a:cubicBezTo>
                  <a:pt x="18694" y="13302"/>
                  <a:pt x="18654" y="13378"/>
                  <a:pt x="18654" y="13500"/>
                </a:cubicBezTo>
                <a:cubicBezTo>
                  <a:pt x="18654" y="13691"/>
                  <a:pt x="18736" y="13737"/>
                  <a:pt x="18792" y="13576"/>
                </a:cubicBezTo>
                <a:cubicBezTo>
                  <a:pt x="18848" y="13412"/>
                  <a:pt x="18957" y="13549"/>
                  <a:pt x="18922" y="13741"/>
                </a:cubicBezTo>
                <a:cubicBezTo>
                  <a:pt x="18887" y="13934"/>
                  <a:pt x="19001" y="14092"/>
                  <a:pt x="19203" y="14133"/>
                </a:cubicBezTo>
                <a:cubicBezTo>
                  <a:pt x="19315" y="14156"/>
                  <a:pt x="19319" y="14206"/>
                  <a:pt x="19319" y="15848"/>
                </a:cubicBezTo>
                <a:lnTo>
                  <a:pt x="19319" y="17542"/>
                </a:lnTo>
                <a:lnTo>
                  <a:pt x="19087" y="17542"/>
                </a:lnTo>
                <a:cubicBezTo>
                  <a:pt x="18873" y="17542"/>
                  <a:pt x="18855" y="17528"/>
                  <a:pt x="18839" y="17350"/>
                </a:cubicBezTo>
                <a:cubicBezTo>
                  <a:pt x="18816" y="17077"/>
                  <a:pt x="18705" y="16865"/>
                  <a:pt x="18553" y="16801"/>
                </a:cubicBezTo>
                <a:cubicBezTo>
                  <a:pt x="18466" y="16764"/>
                  <a:pt x="18423" y="16694"/>
                  <a:pt x="18423" y="16589"/>
                </a:cubicBezTo>
                <a:cubicBezTo>
                  <a:pt x="18423" y="16391"/>
                  <a:pt x="18316" y="16072"/>
                  <a:pt x="18268" y="16126"/>
                </a:cubicBezTo>
                <a:cubicBezTo>
                  <a:pt x="18205" y="16195"/>
                  <a:pt x="18076" y="16030"/>
                  <a:pt x="18076" y="15879"/>
                </a:cubicBezTo>
                <a:cubicBezTo>
                  <a:pt x="18076" y="15800"/>
                  <a:pt x="18042" y="15705"/>
                  <a:pt x="18000" y="15666"/>
                </a:cubicBezTo>
                <a:cubicBezTo>
                  <a:pt x="17955" y="15625"/>
                  <a:pt x="17934" y="15517"/>
                  <a:pt x="17948" y="15407"/>
                </a:cubicBezTo>
                <a:cubicBezTo>
                  <a:pt x="17972" y="15228"/>
                  <a:pt x="17961" y="15216"/>
                  <a:pt x="17750" y="15197"/>
                </a:cubicBezTo>
                <a:lnTo>
                  <a:pt x="17527" y="15177"/>
                </a:lnTo>
                <a:lnTo>
                  <a:pt x="17547" y="14719"/>
                </a:lnTo>
                <a:lnTo>
                  <a:pt x="17567" y="14259"/>
                </a:lnTo>
                <a:lnTo>
                  <a:pt x="17345" y="14239"/>
                </a:lnTo>
                <a:cubicBezTo>
                  <a:pt x="17124" y="14219"/>
                  <a:pt x="17123" y="14219"/>
                  <a:pt x="17105" y="13910"/>
                </a:cubicBezTo>
                <a:cubicBezTo>
                  <a:pt x="17092" y="13676"/>
                  <a:pt x="17068" y="13609"/>
                  <a:pt x="17006" y="13635"/>
                </a:cubicBezTo>
                <a:cubicBezTo>
                  <a:pt x="16892" y="13683"/>
                  <a:pt x="16840" y="13561"/>
                  <a:pt x="16925" y="13447"/>
                </a:cubicBezTo>
                <a:cubicBezTo>
                  <a:pt x="16983" y="13370"/>
                  <a:pt x="16976" y="13335"/>
                  <a:pt x="16887" y="13263"/>
                </a:cubicBezTo>
                <a:cubicBezTo>
                  <a:pt x="16785" y="13179"/>
                  <a:pt x="16783" y="13170"/>
                  <a:pt x="16877" y="13129"/>
                </a:cubicBezTo>
                <a:cubicBezTo>
                  <a:pt x="16933" y="13105"/>
                  <a:pt x="17025" y="13107"/>
                  <a:pt x="17081" y="13133"/>
                </a:cubicBezTo>
                <a:cubicBezTo>
                  <a:pt x="17136" y="13159"/>
                  <a:pt x="17259" y="13184"/>
                  <a:pt x="17353" y="13188"/>
                </a:cubicBezTo>
                <a:cubicBezTo>
                  <a:pt x="17500" y="13194"/>
                  <a:pt x="17524" y="13173"/>
                  <a:pt x="17524" y="13036"/>
                </a:cubicBezTo>
                <a:cubicBezTo>
                  <a:pt x="17524" y="12918"/>
                  <a:pt x="17493" y="12875"/>
                  <a:pt x="17401" y="12870"/>
                </a:cubicBezTo>
                <a:cubicBezTo>
                  <a:pt x="17154" y="12856"/>
                  <a:pt x="17094" y="12792"/>
                  <a:pt x="17094" y="12542"/>
                </a:cubicBezTo>
                <a:cubicBezTo>
                  <a:pt x="17094" y="12371"/>
                  <a:pt x="17061" y="12277"/>
                  <a:pt x="16981" y="12222"/>
                </a:cubicBezTo>
                <a:cubicBezTo>
                  <a:pt x="16910" y="12173"/>
                  <a:pt x="16879" y="12095"/>
                  <a:pt x="16894" y="12009"/>
                </a:cubicBezTo>
                <a:cubicBezTo>
                  <a:pt x="16914" y="11895"/>
                  <a:pt x="16896" y="11879"/>
                  <a:pt x="16783" y="11910"/>
                </a:cubicBezTo>
                <a:cubicBezTo>
                  <a:pt x="16632" y="11952"/>
                  <a:pt x="16559" y="11902"/>
                  <a:pt x="16618" y="11797"/>
                </a:cubicBezTo>
                <a:cubicBezTo>
                  <a:pt x="16640" y="11758"/>
                  <a:pt x="16662" y="11546"/>
                  <a:pt x="16669" y="11326"/>
                </a:cubicBezTo>
                <a:lnTo>
                  <a:pt x="16682" y="10927"/>
                </a:lnTo>
                <a:lnTo>
                  <a:pt x="16519" y="10940"/>
                </a:lnTo>
                <a:cubicBezTo>
                  <a:pt x="16292" y="10959"/>
                  <a:pt x="16162" y="10827"/>
                  <a:pt x="16208" y="10624"/>
                </a:cubicBezTo>
                <a:cubicBezTo>
                  <a:pt x="16231" y="10520"/>
                  <a:pt x="16223" y="10475"/>
                  <a:pt x="16185" y="10502"/>
                </a:cubicBezTo>
                <a:cubicBezTo>
                  <a:pt x="16106" y="10556"/>
                  <a:pt x="16016" y="10428"/>
                  <a:pt x="15965" y="10191"/>
                </a:cubicBezTo>
                <a:cubicBezTo>
                  <a:pt x="15942" y="10086"/>
                  <a:pt x="15897" y="9964"/>
                  <a:pt x="15864" y="9918"/>
                </a:cubicBezTo>
                <a:cubicBezTo>
                  <a:pt x="15831" y="9872"/>
                  <a:pt x="15809" y="9695"/>
                  <a:pt x="15816" y="9527"/>
                </a:cubicBezTo>
                <a:cubicBezTo>
                  <a:pt x="15829" y="9221"/>
                  <a:pt x="15724" y="9017"/>
                  <a:pt x="15600" y="9102"/>
                </a:cubicBezTo>
                <a:cubicBezTo>
                  <a:pt x="15569" y="9123"/>
                  <a:pt x="15527" y="9112"/>
                  <a:pt x="15507" y="9076"/>
                </a:cubicBezTo>
                <a:cubicBezTo>
                  <a:pt x="15473" y="9015"/>
                  <a:pt x="14826" y="9039"/>
                  <a:pt x="14728" y="9106"/>
                </a:cubicBezTo>
                <a:cubicBezTo>
                  <a:pt x="14625" y="9177"/>
                  <a:pt x="14547" y="8933"/>
                  <a:pt x="14547" y="8540"/>
                </a:cubicBezTo>
                <a:cubicBezTo>
                  <a:pt x="14547" y="8136"/>
                  <a:pt x="14542" y="8123"/>
                  <a:pt x="14391" y="8104"/>
                </a:cubicBezTo>
                <a:cubicBezTo>
                  <a:pt x="14266" y="8088"/>
                  <a:pt x="14233" y="8046"/>
                  <a:pt x="14218" y="7892"/>
                </a:cubicBezTo>
                <a:cubicBezTo>
                  <a:pt x="14207" y="7787"/>
                  <a:pt x="14174" y="7674"/>
                  <a:pt x="14145" y="7640"/>
                </a:cubicBezTo>
                <a:cubicBezTo>
                  <a:pt x="14116" y="7607"/>
                  <a:pt x="14092" y="7486"/>
                  <a:pt x="14092" y="7372"/>
                </a:cubicBezTo>
                <a:cubicBezTo>
                  <a:pt x="14092" y="7185"/>
                  <a:pt x="14073" y="7164"/>
                  <a:pt x="13904" y="7146"/>
                </a:cubicBezTo>
                <a:cubicBezTo>
                  <a:pt x="13733" y="7128"/>
                  <a:pt x="13715" y="7103"/>
                  <a:pt x="13699" y="6889"/>
                </a:cubicBezTo>
                <a:cubicBezTo>
                  <a:pt x="13683" y="6675"/>
                  <a:pt x="13664" y="6651"/>
                  <a:pt x="13497" y="6633"/>
                </a:cubicBezTo>
                <a:cubicBezTo>
                  <a:pt x="13343" y="6617"/>
                  <a:pt x="13301" y="6577"/>
                  <a:pt x="13247" y="6390"/>
                </a:cubicBezTo>
                <a:cubicBezTo>
                  <a:pt x="13212" y="6267"/>
                  <a:pt x="13107" y="6080"/>
                  <a:pt x="13016" y="5974"/>
                </a:cubicBezTo>
                <a:cubicBezTo>
                  <a:pt x="12909" y="5851"/>
                  <a:pt x="12839" y="5691"/>
                  <a:pt x="12821" y="5527"/>
                </a:cubicBezTo>
                <a:lnTo>
                  <a:pt x="12793" y="5272"/>
                </a:lnTo>
                <a:lnTo>
                  <a:pt x="12446" y="5263"/>
                </a:lnTo>
                <a:cubicBezTo>
                  <a:pt x="12255" y="5257"/>
                  <a:pt x="12027" y="5221"/>
                  <a:pt x="11938" y="5182"/>
                </a:cubicBezTo>
                <a:cubicBezTo>
                  <a:pt x="11800" y="5123"/>
                  <a:pt x="11786" y="5096"/>
                  <a:pt x="11839" y="4987"/>
                </a:cubicBezTo>
                <a:cubicBezTo>
                  <a:pt x="11892" y="4878"/>
                  <a:pt x="11878" y="4853"/>
                  <a:pt x="11750" y="4817"/>
                </a:cubicBezTo>
                <a:cubicBezTo>
                  <a:pt x="11667" y="4794"/>
                  <a:pt x="11577" y="4710"/>
                  <a:pt x="11548" y="4626"/>
                </a:cubicBezTo>
                <a:cubicBezTo>
                  <a:pt x="11512" y="4521"/>
                  <a:pt x="11450" y="4473"/>
                  <a:pt x="11348" y="4473"/>
                </a:cubicBezTo>
                <a:cubicBezTo>
                  <a:pt x="11205" y="4473"/>
                  <a:pt x="11201" y="4484"/>
                  <a:pt x="11216" y="4861"/>
                </a:cubicBezTo>
                <a:cubicBezTo>
                  <a:pt x="11229" y="5208"/>
                  <a:pt x="11215" y="5261"/>
                  <a:pt x="11088" y="5367"/>
                </a:cubicBezTo>
                <a:cubicBezTo>
                  <a:pt x="11010" y="5432"/>
                  <a:pt x="10926" y="5471"/>
                  <a:pt x="10902" y="5454"/>
                </a:cubicBezTo>
                <a:cubicBezTo>
                  <a:pt x="10813" y="5394"/>
                  <a:pt x="10732" y="5502"/>
                  <a:pt x="10799" y="5591"/>
                </a:cubicBezTo>
                <a:cubicBezTo>
                  <a:pt x="10843" y="5650"/>
                  <a:pt x="10844" y="5688"/>
                  <a:pt x="10802" y="5717"/>
                </a:cubicBezTo>
                <a:cubicBezTo>
                  <a:pt x="10769" y="5740"/>
                  <a:pt x="10741" y="5842"/>
                  <a:pt x="10741" y="5943"/>
                </a:cubicBezTo>
                <a:cubicBezTo>
                  <a:pt x="10741" y="6045"/>
                  <a:pt x="10715" y="6145"/>
                  <a:pt x="10682" y="6168"/>
                </a:cubicBezTo>
                <a:cubicBezTo>
                  <a:pt x="10640" y="6196"/>
                  <a:pt x="10642" y="6239"/>
                  <a:pt x="10688" y="6301"/>
                </a:cubicBezTo>
                <a:cubicBezTo>
                  <a:pt x="10740" y="6370"/>
                  <a:pt x="10740" y="6412"/>
                  <a:pt x="10685" y="6485"/>
                </a:cubicBezTo>
                <a:cubicBezTo>
                  <a:pt x="10646" y="6538"/>
                  <a:pt x="10592" y="6567"/>
                  <a:pt x="10566" y="6549"/>
                </a:cubicBezTo>
                <a:cubicBezTo>
                  <a:pt x="10540" y="6531"/>
                  <a:pt x="10502" y="6546"/>
                  <a:pt x="10482" y="6582"/>
                </a:cubicBezTo>
                <a:cubicBezTo>
                  <a:pt x="10462" y="6618"/>
                  <a:pt x="10424" y="6633"/>
                  <a:pt x="10397" y="6615"/>
                </a:cubicBezTo>
                <a:cubicBezTo>
                  <a:pt x="10371" y="6597"/>
                  <a:pt x="10351" y="6683"/>
                  <a:pt x="10355" y="6805"/>
                </a:cubicBezTo>
                <a:cubicBezTo>
                  <a:pt x="10358" y="6958"/>
                  <a:pt x="10317" y="7078"/>
                  <a:pt x="10221" y="7191"/>
                </a:cubicBezTo>
                <a:cubicBezTo>
                  <a:pt x="10091" y="7344"/>
                  <a:pt x="10075" y="7347"/>
                  <a:pt x="10007" y="7244"/>
                </a:cubicBezTo>
                <a:cubicBezTo>
                  <a:pt x="9898" y="7079"/>
                  <a:pt x="9864" y="7171"/>
                  <a:pt x="9925" y="7469"/>
                </a:cubicBezTo>
                <a:cubicBezTo>
                  <a:pt x="9954" y="7614"/>
                  <a:pt x="9957" y="7748"/>
                  <a:pt x="9930" y="7766"/>
                </a:cubicBezTo>
                <a:cubicBezTo>
                  <a:pt x="9903" y="7785"/>
                  <a:pt x="9895" y="7839"/>
                  <a:pt x="9912" y="7887"/>
                </a:cubicBezTo>
                <a:cubicBezTo>
                  <a:pt x="9945" y="7983"/>
                  <a:pt x="9713" y="8195"/>
                  <a:pt x="9634" y="8140"/>
                </a:cubicBezTo>
                <a:cubicBezTo>
                  <a:pt x="9606" y="8122"/>
                  <a:pt x="9536" y="8171"/>
                  <a:pt x="9478" y="8250"/>
                </a:cubicBezTo>
                <a:cubicBezTo>
                  <a:pt x="9301" y="8492"/>
                  <a:pt x="9183" y="8374"/>
                  <a:pt x="9183" y="7956"/>
                </a:cubicBezTo>
                <a:cubicBezTo>
                  <a:pt x="9183" y="7652"/>
                  <a:pt x="9168" y="7602"/>
                  <a:pt x="9082" y="7618"/>
                </a:cubicBezTo>
                <a:cubicBezTo>
                  <a:pt x="9005" y="7633"/>
                  <a:pt x="8976" y="7585"/>
                  <a:pt x="8963" y="7429"/>
                </a:cubicBezTo>
                <a:cubicBezTo>
                  <a:pt x="8953" y="7314"/>
                  <a:pt x="8913" y="7218"/>
                  <a:pt x="8875" y="7215"/>
                </a:cubicBezTo>
                <a:cubicBezTo>
                  <a:pt x="8484" y="7181"/>
                  <a:pt x="8383" y="7185"/>
                  <a:pt x="8409" y="7232"/>
                </a:cubicBezTo>
                <a:cubicBezTo>
                  <a:pt x="8473" y="7346"/>
                  <a:pt x="8363" y="7422"/>
                  <a:pt x="8267" y="7330"/>
                </a:cubicBezTo>
                <a:cubicBezTo>
                  <a:pt x="8151" y="7220"/>
                  <a:pt x="7921" y="7152"/>
                  <a:pt x="7885" y="7217"/>
                </a:cubicBezTo>
                <a:cubicBezTo>
                  <a:pt x="7862" y="7257"/>
                  <a:pt x="7624" y="7259"/>
                  <a:pt x="7581" y="7219"/>
                </a:cubicBezTo>
                <a:cubicBezTo>
                  <a:pt x="7536" y="7178"/>
                  <a:pt x="7412" y="7189"/>
                  <a:pt x="7349" y="7241"/>
                </a:cubicBezTo>
                <a:cubicBezTo>
                  <a:pt x="7303" y="7279"/>
                  <a:pt x="7246" y="7273"/>
                  <a:pt x="7191" y="7223"/>
                </a:cubicBezTo>
                <a:cubicBezTo>
                  <a:pt x="7143" y="7179"/>
                  <a:pt x="7070" y="7158"/>
                  <a:pt x="7025" y="7177"/>
                </a:cubicBezTo>
                <a:cubicBezTo>
                  <a:pt x="6863" y="7246"/>
                  <a:pt x="6815" y="7071"/>
                  <a:pt x="6815" y="6414"/>
                </a:cubicBezTo>
                <a:cubicBezTo>
                  <a:pt x="6815" y="5675"/>
                  <a:pt x="6821" y="5685"/>
                  <a:pt x="6338" y="5697"/>
                </a:cubicBezTo>
                <a:cubicBezTo>
                  <a:pt x="6063" y="5704"/>
                  <a:pt x="6013" y="5765"/>
                  <a:pt x="6062" y="6036"/>
                </a:cubicBezTo>
                <a:cubicBezTo>
                  <a:pt x="6068" y="6070"/>
                  <a:pt x="6033" y="6130"/>
                  <a:pt x="5986" y="6168"/>
                </a:cubicBezTo>
                <a:cubicBezTo>
                  <a:pt x="5938" y="6206"/>
                  <a:pt x="5892" y="6321"/>
                  <a:pt x="5881" y="6425"/>
                </a:cubicBezTo>
                <a:cubicBezTo>
                  <a:pt x="5867" y="6564"/>
                  <a:pt x="5831" y="6615"/>
                  <a:pt x="5746" y="6615"/>
                </a:cubicBezTo>
                <a:cubicBezTo>
                  <a:pt x="5652" y="6615"/>
                  <a:pt x="5626" y="6667"/>
                  <a:pt x="5602" y="6901"/>
                </a:cubicBezTo>
                <a:cubicBezTo>
                  <a:pt x="5576" y="7162"/>
                  <a:pt x="5558" y="7190"/>
                  <a:pt x="5420" y="7188"/>
                </a:cubicBezTo>
                <a:cubicBezTo>
                  <a:pt x="5258" y="7186"/>
                  <a:pt x="5252" y="7310"/>
                  <a:pt x="5410" y="7378"/>
                </a:cubicBezTo>
                <a:cubicBezTo>
                  <a:pt x="5483" y="7409"/>
                  <a:pt x="5486" y="7432"/>
                  <a:pt x="5425" y="7513"/>
                </a:cubicBezTo>
                <a:cubicBezTo>
                  <a:pt x="5385" y="7567"/>
                  <a:pt x="5317" y="7596"/>
                  <a:pt x="5275" y="7578"/>
                </a:cubicBezTo>
                <a:cubicBezTo>
                  <a:pt x="5220" y="7555"/>
                  <a:pt x="5197" y="7607"/>
                  <a:pt x="5197" y="7759"/>
                </a:cubicBezTo>
                <a:cubicBezTo>
                  <a:pt x="5197" y="8008"/>
                  <a:pt x="5097" y="8124"/>
                  <a:pt x="4903" y="8100"/>
                </a:cubicBezTo>
                <a:cubicBezTo>
                  <a:pt x="4779" y="8085"/>
                  <a:pt x="4764" y="8109"/>
                  <a:pt x="4759" y="8345"/>
                </a:cubicBezTo>
                <a:cubicBezTo>
                  <a:pt x="4753" y="8678"/>
                  <a:pt x="4707" y="8755"/>
                  <a:pt x="4514" y="8755"/>
                </a:cubicBezTo>
                <a:cubicBezTo>
                  <a:pt x="4408" y="8755"/>
                  <a:pt x="4340" y="8801"/>
                  <a:pt x="4301" y="8899"/>
                </a:cubicBezTo>
                <a:cubicBezTo>
                  <a:pt x="4259" y="9004"/>
                  <a:pt x="4204" y="9038"/>
                  <a:pt x="4093" y="9025"/>
                </a:cubicBezTo>
                <a:cubicBezTo>
                  <a:pt x="3997" y="9014"/>
                  <a:pt x="3928" y="9045"/>
                  <a:pt x="3906" y="9109"/>
                </a:cubicBezTo>
                <a:cubicBezTo>
                  <a:pt x="3887" y="9165"/>
                  <a:pt x="3847" y="9194"/>
                  <a:pt x="3817" y="9173"/>
                </a:cubicBezTo>
                <a:cubicBezTo>
                  <a:pt x="3787" y="9153"/>
                  <a:pt x="3745" y="9167"/>
                  <a:pt x="3724" y="9204"/>
                </a:cubicBezTo>
                <a:cubicBezTo>
                  <a:pt x="3698" y="9252"/>
                  <a:pt x="3662" y="9252"/>
                  <a:pt x="3609" y="9202"/>
                </a:cubicBezTo>
                <a:cubicBezTo>
                  <a:pt x="3516" y="9117"/>
                  <a:pt x="3481" y="9231"/>
                  <a:pt x="3475" y="9635"/>
                </a:cubicBezTo>
                <a:cubicBezTo>
                  <a:pt x="3470" y="9949"/>
                  <a:pt x="3427" y="10054"/>
                  <a:pt x="3321" y="10009"/>
                </a:cubicBezTo>
                <a:cubicBezTo>
                  <a:pt x="3279" y="9991"/>
                  <a:pt x="3232" y="10035"/>
                  <a:pt x="3215" y="10107"/>
                </a:cubicBezTo>
                <a:cubicBezTo>
                  <a:pt x="3198" y="10179"/>
                  <a:pt x="3156" y="10218"/>
                  <a:pt x="3123" y="10195"/>
                </a:cubicBezTo>
                <a:cubicBezTo>
                  <a:pt x="3089" y="10172"/>
                  <a:pt x="3057" y="10183"/>
                  <a:pt x="3053" y="10221"/>
                </a:cubicBezTo>
                <a:cubicBezTo>
                  <a:pt x="3049" y="10258"/>
                  <a:pt x="3044" y="10319"/>
                  <a:pt x="3040" y="10356"/>
                </a:cubicBezTo>
                <a:cubicBezTo>
                  <a:pt x="3036" y="10392"/>
                  <a:pt x="2996" y="10446"/>
                  <a:pt x="2952" y="10476"/>
                </a:cubicBezTo>
                <a:cubicBezTo>
                  <a:pt x="2909" y="10506"/>
                  <a:pt x="2890" y="10562"/>
                  <a:pt x="2911" y="10600"/>
                </a:cubicBezTo>
                <a:cubicBezTo>
                  <a:pt x="2932" y="10639"/>
                  <a:pt x="2922" y="10728"/>
                  <a:pt x="2888" y="10799"/>
                </a:cubicBezTo>
                <a:cubicBezTo>
                  <a:pt x="2838" y="10902"/>
                  <a:pt x="2803" y="10915"/>
                  <a:pt x="2718" y="10865"/>
                </a:cubicBezTo>
                <a:cubicBezTo>
                  <a:pt x="2634" y="10815"/>
                  <a:pt x="2612" y="10822"/>
                  <a:pt x="2622" y="10894"/>
                </a:cubicBezTo>
                <a:cubicBezTo>
                  <a:pt x="2628" y="10945"/>
                  <a:pt x="2649" y="11005"/>
                  <a:pt x="2668" y="11025"/>
                </a:cubicBezTo>
                <a:cubicBezTo>
                  <a:pt x="2718" y="11081"/>
                  <a:pt x="2541" y="11446"/>
                  <a:pt x="2483" y="11407"/>
                </a:cubicBezTo>
                <a:cubicBezTo>
                  <a:pt x="2456" y="11388"/>
                  <a:pt x="2418" y="11400"/>
                  <a:pt x="2399" y="11434"/>
                </a:cubicBezTo>
                <a:cubicBezTo>
                  <a:pt x="2379" y="11468"/>
                  <a:pt x="2331" y="11484"/>
                  <a:pt x="2291" y="11467"/>
                </a:cubicBezTo>
                <a:cubicBezTo>
                  <a:pt x="2241" y="11446"/>
                  <a:pt x="2216" y="11516"/>
                  <a:pt x="2210" y="11693"/>
                </a:cubicBezTo>
                <a:cubicBezTo>
                  <a:pt x="2198" y="12025"/>
                  <a:pt x="2165" y="12078"/>
                  <a:pt x="1967" y="12078"/>
                </a:cubicBezTo>
                <a:cubicBezTo>
                  <a:pt x="1839" y="12078"/>
                  <a:pt x="1797" y="12112"/>
                  <a:pt x="1775" y="12239"/>
                </a:cubicBezTo>
                <a:cubicBezTo>
                  <a:pt x="1760" y="12328"/>
                  <a:pt x="1770" y="12417"/>
                  <a:pt x="1798" y="12436"/>
                </a:cubicBezTo>
                <a:cubicBezTo>
                  <a:pt x="1827" y="12455"/>
                  <a:pt x="1829" y="12504"/>
                  <a:pt x="1805" y="12545"/>
                </a:cubicBezTo>
                <a:cubicBezTo>
                  <a:pt x="1781" y="12587"/>
                  <a:pt x="1759" y="12737"/>
                  <a:pt x="1757" y="12878"/>
                </a:cubicBezTo>
                <a:cubicBezTo>
                  <a:pt x="1745" y="13689"/>
                  <a:pt x="1735" y="13750"/>
                  <a:pt x="1617" y="13784"/>
                </a:cubicBezTo>
                <a:cubicBezTo>
                  <a:pt x="1535" y="13808"/>
                  <a:pt x="1501" y="13872"/>
                  <a:pt x="1501" y="14000"/>
                </a:cubicBezTo>
                <a:cubicBezTo>
                  <a:pt x="1501" y="14099"/>
                  <a:pt x="1467" y="14203"/>
                  <a:pt x="1423" y="14232"/>
                </a:cubicBezTo>
                <a:cubicBezTo>
                  <a:pt x="1353" y="14277"/>
                  <a:pt x="1327" y="14367"/>
                  <a:pt x="1246" y="14870"/>
                </a:cubicBezTo>
                <a:cubicBezTo>
                  <a:pt x="1210" y="15095"/>
                  <a:pt x="1156" y="15161"/>
                  <a:pt x="1071" y="15084"/>
                </a:cubicBezTo>
                <a:cubicBezTo>
                  <a:pt x="1018" y="15035"/>
                  <a:pt x="977" y="15043"/>
                  <a:pt x="924" y="15113"/>
                </a:cubicBezTo>
                <a:cubicBezTo>
                  <a:pt x="884" y="15166"/>
                  <a:pt x="803" y="15210"/>
                  <a:pt x="744" y="15210"/>
                </a:cubicBezTo>
                <a:cubicBezTo>
                  <a:pt x="662" y="15210"/>
                  <a:pt x="635" y="15256"/>
                  <a:pt x="635" y="15398"/>
                </a:cubicBezTo>
                <a:cubicBezTo>
                  <a:pt x="635" y="15501"/>
                  <a:pt x="599" y="15608"/>
                  <a:pt x="554" y="15637"/>
                </a:cubicBezTo>
                <a:cubicBezTo>
                  <a:pt x="508" y="15665"/>
                  <a:pt x="462" y="15817"/>
                  <a:pt x="450" y="15976"/>
                </a:cubicBezTo>
                <a:cubicBezTo>
                  <a:pt x="424" y="16314"/>
                  <a:pt x="263" y="16615"/>
                  <a:pt x="109" y="16615"/>
                </a:cubicBezTo>
                <a:cubicBezTo>
                  <a:pt x="4" y="16615"/>
                  <a:pt x="0" y="16708"/>
                  <a:pt x="0" y="19107"/>
                </a:cubicBezTo>
                <a:lnTo>
                  <a:pt x="0" y="21600"/>
                </a:lnTo>
                <a:lnTo>
                  <a:pt x="10799" y="21600"/>
                </a:lnTo>
                <a:lnTo>
                  <a:pt x="21600" y="21600"/>
                </a:lnTo>
                <a:lnTo>
                  <a:pt x="21600" y="10799"/>
                </a:lnTo>
                <a:lnTo>
                  <a:pt x="21600" y="0"/>
                </a:lnTo>
                <a:lnTo>
                  <a:pt x="20045" y="0"/>
                </a:lnTo>
                <a:lnTo>
                  <a:pt x="18489" y="0"/>
                </a:lnTo>
                <a:close/>
                <a:moveTo>
                  <a:pt x="10399" y="6199"/>
                </a:moveTo>
                <a:cubicBezTo>
                  <a:pt x="10366" y="6199"/>
                  <a:pt x="10338" y="6228"/>
                  <a:pt x="10338" y="6263"/>
                </a:cubicBezTo>
                <a:cubicBezTo>
                  <a:pt x="10338" y="6298"/>
                  <a:pt x="10349" y="6327"/>
                  <a:pt x="10363" y="6327"/>
                </a:cubicBezTo>
                <a:cubicBezTo>
                  <a:pt x="10377" y="6327"/>
                  <a:pt x="10404" y="6298"/>
                  <a:pt x="10424" y="6263"/>
                </a:cubicBezTo>
                <a:cubicBezTo>
                  <a:pt x="10444" y="6228"/>
                  <a:pt x="10433" y="6199"/>
                  <a:pt x="10399" y="6199"/>
                </a:cubicBezTo>
                <a:close/>
              </a:path>
            </a:pathLst>
          </a:custGeom>
          <a:ln w="12700">
            <a:miter lim="400000"/>
          </a:ln>
        </p:spPr>
      </p:pic>
      <p:sp>
        <p:nvSpPr>
          <p:cNvPr id="179" name="95% of energy lost at each trophic level…"/>
          <p:cNvSpPr txBox="1"/>
          <p:nvPr/>
        </p:nvSpPr>
        <p:spPr>
          <a:xfrm>
            <a:off x="5693203" y="3844261"/>
            <a:ext cx="7123842" cy="27956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marL="457200" indent="-228600" defTabSz="457200">
              <a:spcBef>
                <a:spcPts val="0"/>
              </a:spcBef>
              <a:buSzPct val="100000"/>
              <a:buFont typeface="Times New Roman"/>
              <a:buChar char="-"/>
              <a:tabLst>
                <a:tab pos="914400" algn="l"/>
              </a:tabLst>
              <a:defRPr sz="2500" i="0" spc="0">
                <a:solidFill>
                  <a:srgbClr val="5B5C5C"/>
                </a:solidFill>
                <a:uFill>
                  <a:solidFill>
                    <a:srgbClr val="000000"/>
                  </a:solidFill>
                </a:uFill>
              </a:defRPr>
            </a:pPr>
            <a:r>
              <a:rPr dirty="0">
                <a:latin typeface="Iowan Old Style Roman" panose="02040602040506020204" pitchFamily="18" charset="77"/>
              </a:rPr>
              <a:t>95% of energy lost at each trophic level</a:t>
            </a:r>
          </a:p>
          <a:p>
            <a:pPr marL="457200" indent="-228600" defTabSz="457200">
              <a:spcBef>
                <a:spcPts val="0"/>
              </a:spcBef>
              <a:buSzPct val="100000"/>
              <a:buFont typeface="Times New Roman"/>
              <a:buChar char="-"/>
              <a:tabLst>
                <a:tab pos="914400" algn="l"/>
              </a:tabLst>
              <a:defRPr sz="2500" i="0" spc="0">
                <a:solidFill>
                  <a:srgbClr val="5B5C5C"/>
                </a:solidFill>
                <a:uFill>
                  <a:solidFill>
                    <a:srgbClr val="000000"/>
                  </a:solidFill>
                </a:uFill>
              </a:defRPr>
            </a:pPr>
            <a:r>
              <a:rPr dirty="0">
                <a:latin typeface="Iowan Old Style Roman" panose="02040602040506020204" pitchFamily="18" charset="77"/>
              </a:rPr>
              <a:t>Energy is lost through respiration, excretion etc.</a:t>
            </a:r>
          </a:p>
          <a:p>
            <a:pPr marL="457200" indent="-228600" defTabSz="457200">
              <a:spcBef>
                <a:spcPts val="0"/>
              </a:spcBef>
              <a:buSzPct val="100000"/>
              <a:buFont typeface="Times New Roman"/>
              <a:buChar char="-"/>
              <a:tabLst>
                <a:tab pos="914400" algn="l"/>
              </a:tabLst>
              <a:defRPr sz="2500" i="0" spc="0">
                <a:solidFill>
                  <a:srgbClr val="5B5C5C"/>
                </a:solidFill>
                <a:uFill>
                  <a:solidFill>
                    <a:srgbClr val="000000"/>
                  </a:solidFill>
                </a:uFill>
              </a:defRPr>
            </a:pPr>
            <a:r>
              <a:rPr dirty="0">
                <a:latin typeface="Iowan Old Style Roman" panose="02040602040506020204" pitchFamily="18" charset="77"/>
              </a:rPr>
              <a:t>Energy is consumed at each level for growth, body heat, energy for movement.</a:t>
            </a:r>
          </a:p>
          <a:p>
            <a:pPr marL="457200" indent="-228600" defTabSz="457200">
              <a:spcBef>
                <a:spcPts val="0"/>
              </a:spcBef>
              <a:buSzPct val="100000"/>
              <a:buFont typeface="Times New Roman"/>
              <a:buChar char="-"/>
              <a:tabLst>
                <a:tab pos="914400" algn="l"/>
              </a:tabLst>
              <a:defRPr sz="2500" i="0" spc="0">
                <a:solidFill>
                  <a:srgbClr val="5B5C5C"/>
                </a:solidFill>
                <a:uFill>
                  <a:solidFill>
                    <a:srgbClr val="000000"/>
                  </a:solidFill>
                </a:uFill>
              </a:defRPr>
            </a:pPr>
            <a:r>
              <a:rPr dirty="0">
                <a:latin typeface="Iowan Old Style Roman" panose="02040602040506020204" pitchFamily="18" charset="77"/>
              </a:rPr>
              <a:t>Autotrophs (Producers) have the ability to produce growth undergoing photosynthesis.</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82" name="The concept of biodiversity loss"/>
          <p:cNvSpPr txBox="1">
            <a:spLocks noGrp="1"/>
          </p:cNvSpPr>
          <p:nvPr>
            <p:ph type="title"/>
          </p:nvPr>
        </p:nvSpPr>
        <p:spPr>
          <a:prstGeom prst="rect">
            <a:avLst/>
          </a:prstGeom>
        </p:spPr>
        <p:txBody>
          <a:bodyPr/>
          <a:lstStyle>
            <a:lvl1pPr defTabSz="543305">
              <a:spcBef>
                <a:spcPts val="2100"/>
              </a:spcBef>
              <a:defRPr sz="4836"/>
            </a:lvl1pPr>
          </a:lstStyle>
          <a:p>
            <a:r>
              <a:t>The concept of biodiversity loss</a:t>
            </a:r>
          </a:p>
        </p:txBody>
      </p:sp>
      <p:sp>
        <p:nvSpPr>
          <p:cNvPr id="183" name="Biodiversity Loss: The reduction in the variety of plant and animal species in the natural environment, as a result of various factors like climate change and land cover change.…"/>
          <p:cNvSpPr txBox="1">
            <a:spLocks noGrp="1"/>
          </p:cNvSpPr>
          <p:nvPr>
            <p:ph type="body" idx="1"/>
          </p:nvPr>
        </p:nvSpPr>
        <p:spPr>
          <a:xfrm>
            <a:off x="571499" y="1701799"/>
            <a:ext cx="11861801" cy="7226301"/>
          </a:xfrm>
          <a:prstGeom prst="rect">
            <a:avLst/>
          </a:prstGeom>
        </p:spPr>
        <p:txBody>
          <a:bodyPr/>
          <a:lstStyle/>
          <a:p>
            <a:pPr marL="441705" indent="-441705" defTabSz="549148">
              <a:spcBef>
                <a:spcPts val="1600"/>
              </a:spcBef>
              <a:defRPr sz="3008"/>
            </a:pPr>
            <a:r>
              <a:rPr b="1" dirty="0">
                <a:latin typeface="Iowan Old Style Roman" panose="02040602040506020204" pitchFamily="18" charset="77"/>
              </a:rPr>
              <a:t>Biodiversity Loss: </a:t>
            </a:r>
            <a:r>
              <a:rPr dirty="0">
                <a:latin typeface="Iowan Old Style Roman" panose="02040602040506020204" pitchFamily="18" charset="77"/>
              </a:rPr>
              <a:t>The reduction in the variety of plant and animal species in the natural environment, as a result of various factors like climate change and land cover change.</a:t>
            </a:r>
          </a:p>
          <a:p>
            <a:pPr marL="883411" lvl="1" indent="-441705" defTabSz="549148">
              <a:spcBef>
                <a:spcPts val="1600"/>
              </a:spcBef>
              <a:defRPr sz="3008"/>
            </a:pPr>
            <a:r>
              <a:rPr dirty="0">
                <a:latin typeface="Iowan Old Style Roman" panose="02040602040506020204" pitchFamily="18" charset="77"/>
              </a:rPr>
              <a:t>It is estimated that the loss of biodiversity has already exceeded the upper limits of rehabilitation, with current extinction rates being 100-1000 times higher than pre-industrial levels. </a:t>
            </a:r>
          </a:p>
          <a:p>
            <a:pPr marL="883411" lvl="1" indent="-441705" defTabSz="549148">
              <a:spcBef>
                <a:spcPts val="1600"/>
              </a:spcBef>
              <a:defRPr sz="3008"/>
            </a:pPr>
            <a:r>
              <a:rPr dirty="0">
                <a:latin typeface="Iowan Old Style Roman" panose="02040602040506020204" pitchFamily="18" charset="77"/>
              </a:rPr>
              <a:t>Interest in </a:t>
            </a:r>
            <a:r>
              <a:rPr b="1" dirty="0">
                <a:latin typeface="Iowan Old Style Roman" panose="02040602040506020204" pitchFamily="18" charset="77"/>
              </a:rPr>
              <a:t>Biodiversity </a:t>
            </a:r>
            <a:r>
              <a:rPr dirty="0">
                <a:latin typeface="Iowan Old Style Roman" panose="02040602040506020204" pitchFamily="18" charset="77"/>
              </a:rPr>
              <a:t>has grown rapidly in recent decades with the growing concern about </a:t>
            </a:r>
            <a:r>
              <a:rPr b="1" dirty="0">
                <a:latin typeface="Iowan Old Style Roman" panose="02040602040506020204" pitchFamily="18" charset="77"/>
              </a:rPr>
              <a:t>nature conservation</a:t>
            </a:r>
            <a:r>
              <a:rPr dirty="0">
                <a:latin typeface="Iowan Old Style Roman" panose="02040602040506020204" pitchFamily="18" charset="77"/>
              </a:rPr>
              <a:t>, largely as a consequence of accelerating rates of; natural habitat loss, habitat/ecosystem fragmentation and degradation and extinction of species.</a:t>
            </a:r>
            <a:br>
              <a:rPr dirty="0">
                <a:latin typeface="Iowan Old Style Roman" panose="02040602040506020204" pitchFamily="18" charset="77"/>
              </a:rPr>
            </a:br>
            <a:endParaRPr dirty="0">
              <a:latin typeface="Iowan Old Style Roman" panose="02040602040506020204" pitchFamily="18" charset="77"/>
            </a:endParaRPr>
          </a:p>
        </p:txBody>
      </p:sp>
      <p:pic>
        <p:nvPicPr>
          <p:cNvPr id="184" name="animal_world.png" descr="animal_world.png"/>
          <p:cNvPicPr>
            <a:picLocks noChangeAspect="1"/>
          </p:cNvPicPr>
          <p:nvPr/>
        </p:nvPicPr>
        <p:blipFill>
          <a:blip r:embed="rId2"/>
          <a:stretch>
            <a:fillRect/>
          </a:stretch>
        </p:blipFill>
        <p:spPr>
          <a:xfrm>
            <a:off x="9932740" y="6993174"/>
            <a:ext cx="2911855" cy="2686371"/>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87" name="The concept of biodiversity loss"/>
          <p:cNvSpPr txBox="1">
            <a:spLocks noGrp="1"/>
          </p:cNvSpPr>
          <p:nvPr>
            <p:ph type="title"/>
          </p:nvPr>
        </p:nvSpPr>
        <p:spPr>
          <a:prstGeom prst="rect">
            <a:avLst/>
          </a:prstGeom>
        </p:spPr>
        <p:txBody>
          <a:bodyPr/>
          <a:lstStyle>
            <a:lvl1pPr defTabSz="543305">
              <a:spcBef>
                <a:spcPts val="2100"/>
              </a:spcBef>
              <a:defRPr sz="4836"/>
            </a:lvl1pPr>
          </a:lstStyle>
          <a:p>
            <a:r>
              <a:t>The concept of biodiversity loss</a:t>
            </a:r>
          </a:p>
        </p:txBody>
      </p:sp>
      <p:sp>
        <p:nvSpPr>
          <p:cNvPr id="188" name="Habitat Fragmentation: The process by which habitat loss results in the division of large, continuous habitats into smaller, more isolated remnants.…"/>
          <p:cNvSpPr txBox="1">
            <a:spLocks noGrp="1"/>
          </p:cNvSpPr>
          <p:nvPr>
            <p:ph type="body" idx="1"/>
          </p:nvPr>
        </p:nvSpPr>
        <p:spPr>
          <a:prstGeom prst="rect">
            <a:avLst/>
          </a:prstGeom>
        </p:spPr>
        <p:txBody>
          <a:bodyPr/>
          <a:lstStyle/>
          <a:p>
            <a:pPr marL="465201" indent="-465201" defTabSz="578358">
              <a:spcBef>
                <a:spcPts val="1700"/>
              </a:spcBef>
              <a:defRPr sz="3168"/>
            </a:pPr>
            <a:r>
              <a:rPr b="1" dirty="0">
                <a:latin typeface="Iowan Old Style Roman" panose="02040602040506020204" pitchFamily="18" charset="77"/>
              </a:rPr>
              <a:t>Habitat Fragmentation: </a:t>
            </a:r>
            <a:r>
              <a:rPr dirty="0">
                <a:latin typeface="Iowan Old Style Roman" panose="02040602040506020204" pitchFamily="18" charset="77"/>
              </a:rPr>
              <a:t>The process by which habitat loss results in the division of large, continuous habitats into smaller, more isolated remnants. </a:t>
            </a:r>
          </a:p>
          <a:p>
            <a:pPr marL="465201" indent="-465201" defTabSz="578358">
              <a:spcBef>
                <a:spcPts val="1700"/>
              </a:spcBef>
              <a:defRPr sz="3168"/>
            </a:pPr>
            <a:endParaRPr dirty="0">
              <a:latin typeface="Iowan Old Style Roman" panose="02040602040506020204" pitchFamily="18" charset="77"/>
            </a:endParaRPr>
          </a:p>
          <a:p>
            <a:pPr marL="465201" indent="-465201" defTabSz="578358">
              <a:spcBef>
                <a:spcPts val="1700"/>
              </a:spcBef>
              <a:defRPr sz="3168"/>
            </a:pPr>
            <a:endParaRPr dirty="0">
              <a:latin typeface="Iowan Old Style Roman" panose="02040602040506020204" pitchFamily="18" charset="77"/>
            </a:endParaRPr>
          </a:p>
          <a:p>
            <a:pPr marL="465201" indent="-465201" defTabSz="578358">
              <a:spcBef>
                <a:spcPts val="1700"/>
              </a:spcBef>
              <a:defRPr sz="3168"/>
            </a:pPr>
            <a:endParaRPr dirty="0">
              <a:latin typeface="Iowan Old Style Roman" panose="02040602040506020204" pitchFamily="18" charset="77"/>
            </a:endParaRPr>
          </a:p>
          <a:p>
            <a:pPr marL="465201" indent="-465201" defTabSz="578358">
              <a:spcBef>
                <a:spcPts val="1700"/>
              </a:spcBef>
              <a:defRPr sz="3168"/>
            </a:pPr>
            <a:endParaRPr dirty="0">
              <a:latin typeface="Iowan Old Style Roman" panose="02040602040506020204" pitchFamily="18" charset="77"/>
            </a:endParaRPr>
          </a:p>
          <a:p>
            <a:pPr marL="465201" indent="-465201" defTabSz="578358">
              <a:spcBef>
                <a:spcPts val="1700"/>
              </a:spcBef>
              <a:defRPr sz="3168"/>
            </a:pPr>
            <a:endParaRPr dirty="0">
              <a:latin typeface="Iowan Old Style Roman" panose="02040602040506020204" pitchFamily="18" charset="77"/>
            </a:endParaRPr>
          </a:p>
          <a:p>
            <a:pPr marL="465201" indent="-465201" defTabSz="578358">
              <a:spcBef>
                <a:spcPts val="1700"/>
              </a:spcBef>
              <a:defRPr sz="3168"/>
            </a:pPr>
            <a:endParaRPr lang="en-US" dirty="0">
              <a:latin typeface="Iowan Old Style Roman" panose="02040602040506020204" pitchFamily="18" charset="77"/>
            </a:endParaRPr>
          </a:p>
          <a:p>
            <a:pPr marL="0" indent="0" defTabSz="578358">
              <a:spcBef>
                <a:spcPts val="1700"/>
              </a:spcBef>
              <a:buNone/>
              <a:defRPr sz="3168"/>
            </a:pPr>
            <a:endParaRPr dirty="0">
              <a:latin typeface="Iowan Old Style Roman" panose="02040602040506020204" pitchFamily="18" charset="77"/>
            </a:endParaRPr>
          </a:p>
          <a:p>
            <a:pPr marL="465201" indent="-465201" defTabSz="578358">
              <a:spcBef>
                <a:spcPts val="1700"/>
              </a:spcBef>
              <a:defRPr sz="3168"/>
            </a:pPr>
            <a:r>
              <a:rPr b="1" dirty="0">
                <a:latin typeface="Iowan Old Style Roman" panose="02040602040506020204" pitchFamily="18" charset="77"/>
              </a:rPr>
              <a:t>Student Activity: </a:t>
            </a:r>
            <a:r>
              <a:rPr dirty="0">
                <a:latin typeface="Iowan Old Style Roman" panose="02040602040506020204" pitchFamily="18" charset="77"/>
              </a:rPr>
              <a:t>Define Biodiversity Loss (2 Marks)</a:t>
            </a:r>
          </a:p>
        </p:txBody>
      </p:sp>
      <p:pic>
        <p:nvPicPr>
          <p:cNvPr id="189" name="Image" descr="Image"/>
          <p:cNvPicPr>
            <a:picLocks noChangeAspect="1"/>
          </p:cNvPicPr>
          <p:nvPr/>
        </p:nvPicPr>
        <p:blipFill>
          <a:blip r:embed="rId2"/>
          <a:stretch>
            <a:fillRect/>
          </a:stretch>
        </p:blipFill>
        <p:spPr>
          <a:xfrm>
            <a:off x="3507054" y="3592093"/>
            <a:ext cx="5990692" cy="4364647"/>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92" name="The concept of climate change"/>
          <p:cNvSpPr txBox="1">
            <a:spLocks noGrp="1"/>
          </p:cNvSpPr>
          <p:nvPr>
            <p:ph type="title"/>
          </p:nvPr>
        </p:nvSpPr>
        <p:spPr>
          <a:prstGeom prst="rect">
            <a:avLst/>
          </a:prstGeom>
        </p:spPr>
        <p:txBody>
          <a:bodyPr/>
          <a:lstStyle>
            <a:lvl1pPr defTabSz="543305">
              <a:spcBef>
                <a:spcPts val="2100"/>
              </a:spcBef>
              <a:defRPr sz="4836"/>
            </a:lvl1pPr>
          </a:lstStyle>
          <a:p>
            <a:r>
              <a:t>The concept of climate change</a:t>
            </a:r>
          </a:p>
        </p:txBody>
      </p:sp>
      <p:sp>
        <p:nvSpPr>
          <p:cNvPr id="193" name="Climate Change: Refers to the long-term change in temperatures and precipitation of a region over an extended period of time. This time period can range anywhere from millions of years to decades.…"/>
          <p:cNvSpPr txBox="1">
            <a:spLocks noGrp="1"/>
          </p:cNvSpPr>
          <p:nvPr>
            <p:ph type="body" idx="1"/>
          </p:nvPr>
        </p:nvSpPr>
        <p:spPr>
          <a:prstGeom prst="rect">
            <a:avLst/>
          </a:prstGeom>
        </p:spPr>
        <p:txBody>
          <a:bodyPr/>
          <a:lstStyle/>
          <a:p>
            <a:r>
              <a:rPr b="1" dirty="0">
                <a:latin typeface="Iowan Old Style Roman" panose="02040602040506020204" pitchFamily="18" charset="77"/>
              </a:rPr>
              <a:t>Climate Change:</a:t>
            </a:r>
            <a:r>
              <a:rPr dirty="0">
                <a:latin typeface="Iowan Old Style Roman" panose="02040602040506020204" pitchFamily="18" charset="77"/>
              </a:rPr>
              <a:t> Refers to the long-term change in temperatures and precipitation of a region over an extended period of time. This time period can range anywhere from millions of years to decades. </a:t>
            </a:r>
          </a:p>
          <a:p>
            <a:r>
              <a:rPr dirty="0">
                <a:latin typeface="Iowan Old Style Roman" panose="02040602040506020204" pitchFamily="18" charset="77"/>
              </a:rPr>
              <a:t>Climate change can occur through both natural and anthropogenic means. </a:t>
            </a:r>
          </a:p>
          <a:p>
            <a:r>
              <a:rPr dirty="0">
                <a:latin typeface="Iowan Old Style Roman" panose="02040602040506020204" pitchFamily="18" charset="77"/>
              </a:rPr>
              <a:t>Natural factors include volcanic activity and anthropogenic factors include deforestation and increase of urban settlement.</a:t>
            </a:r>
          </a:p>
          <a:p>
            <a:r>
              <a:rPr dirty="0">
                <a:latin typeface="Iowan Old Style Roman" panose="02040602040506020204" pitchFamily="18" charset="77"/>
              </a:rPr>
              <a:t> Refers to a period of global warming (</a:t>
            </a:r>
            <a:r>
              <a:rPr dirty="0" err="1">
                <a:latin typeface="Iowan Old Style Roman" panose="02040602040506020204" pitchFamily="18" charset="77"/>
              </a:rPr>
              <a:t>interglacials</a:t>
            </a:r>
            <a:r>
              <a:rPr dirty="0">
                <a:latin typeface="Iowan Old Style Roman" panose="02040602040506020204" pitchFamily="18" charset="77"/>
              </a:rPr>
              <a:t>) and global cooling (</a:t>
            </a:r>
            <a:r>
              <a:rPr dirty="0" err="1">
                <a:latin typeface="Iowan Old Style Roman" panose="02040602040506020204" pitchFamily="18" charset="77"/>
              </a:rPr>
              <a:t>i.e</a:t>
            </a:r>
            <a:r>
              <a:rPr dirty="0">
                <a:latin typeface="Iowan Old Style Roman" panose="02040602040506020204" pitchFamily="18" charset="77"/>
              </a:rPr>
              <a:t> ice age).</a:t>
            </a:r>
          </a:p>
        </p:txBody>
      </p:sp>
      <p:pic>
        <p:nvPicPr>
          <p:cNvPr id="194" name="heat-icon-cartoon-style-vector-13349531.jpg" descr="heat-icon-cartoon-style-vector-13349531.jpg"/>
          <p:cNvPicPr>
            <a:picLocks noChangeAspect="1"/>
          </p:cNvPicPr>
          <p:nvPr/>
        </p:nvPicPr>
        <p:blipFill>
          <a:blip r:embed="rId2"/>
          <a:srcRect l="16400" t="23" r="16837" b="7454"/>
          <a:stretch>
            <a:fillRect/>
          </a:stretch>
        </p:blipFill>
        <p:spPr>
          <a:xfrm>
            <a:off x="11301663" y="6423915"/>
            <a:ext cx="1477673" cy="3159523"/>
          </a:xfrm>
          <a:custGeom>
            <a:avLst/>
            <a:gdLst/>
            <a:ahLst/>
            <a:cxnLst>
              <a:cxn ang="0">
                <a:pos x="wd2" y="hd2"/>
              </a:cxn>
              <a:cxn ang="5400000">
                <a:pos x="wd2" y="hd2"/>
              </a:cxn>
              <a:cxn ang="10800000">
                <a:pos x="wd2" y="hd2"/>
              </a:cxn>
              <a:cxn ang="16200000">
                <a:pos x="wd2" y="hd2"/>
              </a:cxn>
            </a:cxnLst>
            <a:rect l="0" t="0" r="r" b="b"/>
            <a:pathLst>
              <a:path w="21493" h="21600" extrusionOk="0">
                <a:moveTo>
                  <a:pt x="12708" y="0"/>
                </a:moveTo>
                <a:cubicBezTo>
                  <a:pt x="10145" y="6"/>
                  <a:pt x="8775" y="18"/>
                  <a:pt x="8829" y="49"/>
                </a:cubicBezTo>
                <a:cubicBezTo>
                  <a:pt x="8970" y="129"/>
                  <a:pt x="8747" y="204"/>
                  <a:pt x="8344" y="212"/>
                </a:cubicBezTo>
                <a:cubicBezTo>
                  <a:pt x="8080" y="217"/>
                  <a:pt x="8020" y="233"/>
                  <a:pt x="8021" y="298"/>
                </a:cubicBezTo>
                <a:cubicBezTo>
                  <a:pt x="8021" y="352"/>
                  <a:pt x="7971" y="376"/>
                  <a:pt x="7876" y="369"/>
                </a:cubicBezTo>
                <a:cubicBezTo>
                  <a:pt x="7797" y="363"/>
                  <a:pt x="7679" y="390"/>
                  <a:pt x="7616" y="431"/>
                </a:cubicBezTo>
                <a:cubicBezTo>
                  <a:pt x="7554" y="472"/>
                  <a:pt x="7284" y="600"/>
                  <a:pt x="7016" y="714"/>
                </a:cubicBezTo>
                <a:cubicBezTo>
                  <a:pt x="6689" y="852"/>
                  <a:pt x="6560" y="933"/>
                  <a:pt x="6618" y="960"/>
                </a:cubicBezTo>
                <a:cubicBezTo>
                  <a:pt x="6676" y="988"/>
                  <a:pt x="6647" y="1017"/>
                  <a:pt x="6525" y="1047"/>
                </a:cubicBezTo>
                <a:cubicBezTo>
                  <a:pt x="6426" y="1072"/>
                  <a:pt x="6337" y="1078"/>
                  <a:pt x="6335" y="1061"/>
                </a:cubicBezTo>
                <a:cubicBezTo>
                  <a:pt x="6333" y="1043"/>
                  <a:pt x="6282" y="1084"/>
                  <a:pt x="6219" y="1150"/>
                </a:cubicBezTo>
                <a:cubicBezTo>
                  <a:pt x="6141" y="1235"/>
                  <a:pt x="6135" y="1287"/>
                  <a:pt x="6196" y="1324"/>
                </a:cubicBezTo>
                <a:cubicBezTo>
                  <a:pt x="6261" y="1363"/>
                  <a:pt x="6239" y="1382"/>
                  <a:pt x="6116" y="1397"/>
                </a:cubicBezTo>
                <a:cubicBezTo>
                  <a:pt x="5891" y="1425"/>
                  <a:pt x="5726" y="1614"/>
                  <a:pt x="5758" y="1804"/>
                </a:cubicBezTo>
                <a:cubicBezTo>
                  <a:pt x="5778" y="1928"/>
                  <a:pt x="5754" y="1959"/>
                  <a:pt x="5642" y="1951"/>
                </a:cubicBezTo>
                <a:cubicBezTo>
                  <a:pt x="5529" y="1942"/>
                  <a:pt x="5501" y="1980"/>
                  <a:pt x="5492" y="2160"/>
                </a:cubicBezTo>
                <a:cubicBezTo>
                  <a:pt x="5486" y="2281"/>
                  <a:pt x="5520" y="2393"/>
                  <a:pt x="5567" y="2407"/>
                </a:cubicBezTo>
                <a:cubicBezTo>
                  <a:pt x="5624" y="2423"/>
                  <a:pt x="5655" y="4089"/>
                  <a:pt x="5654" y="7293"/>
                </a:cubicBezTo>
                <a:cubicBezTo>
                  <a:pt x="5652" y="12087"/>
                  <a:pt x="5649" y="12157"/>
                  <a:pt x="5481" y="12237"/>
                </a:cubicBezTo>
                <a:cubicBezTo>
                  <a:pt x="5387" y="12281"/>
                  <a:pt x="5252" y="12315"/>
                  <a:pt x="5186" y="12315"/>
                </a:cubicBezTo>
                <a:cubicBezTo>
                  <a:pt x="5121" y="12315"/>
                  <a:pt x="5049" y="12352"/>
                  <a:pt x="5025" y="12397"/>
                </a:cubicBezTo>
                <a:cubicBezTo>
                  <a:pt x="4984" y="12470"/>
                  <a:pt x="4798" y="12499"/>
                  <a:pt x="4482" y="12481"/>
                </a:cubicBezTo>
                <a:cubicBezTo>
                  <a:pt x="4428" y="12478"/>
                  <a:pt x="4363" y="12515"/>
                  <a:pt x="4338" y="12560"/>
                </a:cubicBezTo>
                <a:cubicBezTo>
                  <a:pt x="4313" y="12604"/>
                  <a:pt x="4222" y="12641"/>
                  <a:pt x="4141" y="12641"/>
                </a:cubicBezTo>
                <a:cubicBezTo>
                  <a:pt x="4050" y="12641"/>
                  <a:pt x="4014" y="12662"/>
                  <a:pt x="4043" y="12698"/>
                </a:cubicBezTo>
                <a:cubicBezTo>
                  <a:pt x="4105" y="12774"/>
                  <a:pt x="3903" y="12852"/>
                  <a:pt x="3726" y="12820"/>
                </a:cubicBezTo>
                <a:cubicBezTo>
                  <a:pt x="3648" y="12806"/>
                  <a:pt x="3587" y="12814"/>
                  <a:pt x="3587" y="12839"/>
                </a:cubicBezTo>
                <a:cubicBezTo>
                  <a:pt x="3587" y="12864"/>
                  <a:pt x="3338" y="12994"/>
                  <a:pt x="3033" y="13129"/>
                </a:cubicBezTo>
                <a:cubicBezTo>
                  <a:pt x="2715" y="13271"/>
                  <a:pt x="2500" y="13399"/>
                  <a:pt x="2525" y="13430"/>
                </a:cubicBezTo>
                <a:cubicBezTo>
                  <a:pt x="2575" y="13492"/>
                  <a:pt x="2272" y="13586"/>
                  <a:pt x="2161" y="13542"/>
                </a:cubicBezTo>
                <a:cubicBezTo>
                  <a:pt x="2121" y="13526"/>
                  <a:pt x="2133" y="13541"/>
                  <a:pt x="2190" y="13577"/>
                </a:cubicBezTo>
                <a:cubicBezTo>
                  <a:pt x="2316" y="13655"/>
                  <a:pt x="2246" y="13694"/>
                  <a:pt x="1982" y="13694"/>
                </a:cubicBezTo>
                <a:cubicBezTo>
                  <a:pt x="1822" y="13694"/>
                  <a:pt x="1774" y="13722"/>
                  <a:pt x="1728" y="13846"/>
                </a:cubicBezTo>
                <a:cubicBezTo>
                  <a:pt x="1697" y="13929"/>
                  <a:pt x="1615" y="14020"/>
                  <a:pt x="1544" y="14046"/>
                </a:cubicBezTo>
                <a:cubicBezTo>
                  <a:pt x="1473" y="14073"/>
                  <a:pt x="1406" y="14154"/>
                  <a:pt x="1394" y="14228"/>
                </a:cubicBezTo>
                <a:cubicBezTo>
                  <a:pt x="1380" y="14310"/>
                  <a:pt x="1319" y="14367"/>
                  <a:pt x="1238" y="14375"/>
                </a:cubicBezTo>
                <a:cubicBezTo>
                  <a:pt x="1093" y="14388"/>
                  <a:pt x="966" y="14564"/>
                  <a:pt x="1053" y="14630"/>
                </a:cubicBezTo>
                <a:cubicBezTo>
                  <a:pt x="1083" y="14652"/>
                  <a:pt x="1035" y="14681"/>
                  <a:pt x="943" y="14692"/>
                </a:cubicBezTo>
                <a:cubicBezTo>
                  <a:pt x="825" y="14707"/>
                  <a:pt x="742" y="14774"/>
                  <a:pt x="672" y="14917"/>
                </a:cubicBezTo>
                <a:cubicBezTo>
                  <a:pt x="617" y="15029"/>
                  <a:pt x="597" y="15137"/>
                  <a:pt x="626" y="15159"/>
                </a:cubicBezTo>
                <a:cubicBezTo>
                  <a:pt x="654" y="15181"/>
                  <a:pt x="596" y="15209"/>
                  <a:pt x="493" y="15221"/>
                </a:cubicBezTo>
                <a:cubicBezTo>
                  <a:pt x="328" y="15242"/>
                  <a:pt x="303" y="15272"/>
                  <a:pt x="314" y="15474"/>
                </a:cubicBezTo>
                <a:cubicBezTo>
                  <a:pt x="321" y="15599"/>
                  <a:pt x="321" y="15709"/>
                  <a:pt x="314" y="15720"/>
                </a:cubicBezTo>
                <a:cubicBezTo>
                  <a:pt x="307" y="15732"/>
                  <a:pt x="292" y="15921"/>
                  <a:pt x="274" y="16141"/>
                </a:cubicBezTo>
                <a:cubicBezTo>
                  <a:pt x="252" y="16400"/>
                  <a:pt x="186" y="16593"/>
                  <a:pt x="95" y="16684"/>
                </a:cubicBezTo>
                <a:cubicBezTo>
                  <a:pt x="-41" y="16818"/>
                  <a:pt x="-37" y="16831"/>
                  <a:pt x="147" y="16998"/>
                </a:cubicBezTo>
                <a:cubicBezTo>
                  <a:pt x="286" y="17126"/>
                  <a:pt x="325" y="17210"/>
                  <a:pt x="285" y="17310"/>
                </a:cubicBezTo>
                <a:cubicBezTo>
                  <a:pt x="255" y="17386"/>
                  <a:pt x="253" y="17461"/>
                  <a:pt x="285" y="17476"/>
                </a:cubicBezTo>
                <a:cubicBezTo>
                  <a:pt x="317" y="17491"/>
                  <a:pt x="341" y="17603"/>
                  <a:pt x="337" y="17726"/>
                </a:cubicBezTo>
                <a:cubicBezTo>
                  <a:pt x="332" y="17895"/>
                  <a:pt x="358" y="17951"/>
                  <a:pt x="453" y="17951"/>
                </a:cubicBezTo>
                <a:cubicBezTo>
                  <a:pt x="608" y="17951"/>
                  <a:pt x="674" y="18028"/>
                  <a:pt x="701" y="18246"/>
                </a:cubicBezTo>
                <a:cubicBezTo>
                  <a:pt x="729" y="18479"/>
                  <a:pt x="737" y="18485"/>
                  <a:pt x="828" y="18458"/>
                </a:cubicBezTo>
                <a:cubicBezTo>
                  <a:pt x="947" y="18423"/>
                  <a:pt x="1022" y="18507"/>
                  <a:pt x="1047" y="18694"/>
                </a:cubicBezTo>
                <a:cubicBezTo>
                  <a:pt x="1060" y="18786"/>
                  <a:pt x="1077" y="18878"/>
                  <a:pt x="1082" y="18898"/>
                </a:cubicBezTo>
                <a:cubicBezTo>
                  <a:pt x="1087" y="18917"/>
                  <a:pt x="1149" y="18909"/>
                  <a:pt x="1220" y="18881"/>
                </a:cubicBezTo>
                <a:cubicBezTo>
                  <a:pt x="1291" y="18854"/>
                  <a:pt x="1352" y="18848"/>
                  <a:pt x="1359" y="18868"/>
                </a:cubicBezTo>
                <a:cubicBezTo>
                  <a:pt x="1366" y="18887"/>
                  <a:pt x="1383" y="18921"/>
                  <a:pt x="1394" y="18944"/>
                </a:cubicBezTo>
                <a:cubicBezTo>
                  <a:pt x="1405" y="18966"/>
                  <a:pt x="1417" y="19028"/>
                  <a:pt x="1422" y="19082"/>
                </a:cubicBezTo>
                <a:cubicBezTo>
                  <a:pt x="1428" y="19136"/>
                  <a:pt x="1461" y="19167"/>
                  <a:pt x="1492" y="19153"/>
                </a:cubicBezTo>
                <a:cubicBezTo>
                  <a:pt x="1589" y="19107"/>
                  <a:pt x="1765" y="19206"/>
                  <a:pt x="1723" y="19283"/>
                </a:cubicBezTo>
                <a:cubicBezTo>
                  <a:pt x="1696" y="19331"/>
                  <a:pt x="1777" y="19396"/>
                  <a:pt x="1965" y="19470"/>
                </a:cubicBezTo>
                <a:cubicBezTo>
                  <a:pt x="2123" y="19533"/>
                  <a:pt x="2243" y="19605"/>
                  <a:pt x="2231" y="19633"/>
                </a:cubicBezTo>
                <a:cubicBezTo>
                  <a:pt x="2218" y="19660"/>
                  <a:pt x="2263" y="19693"/>
                  <a:pt x="2334" y="19706"/>
                </a:cubicBezTo>
                <a:cubicBezTo>
                  <a:pt x="2406" y="19719"/>
                  <a:pt x="2467" y="19755"/>
                  <a:pt x="2467" y="19785"/>
                </a:cubicBezTo>
                <a:cubicBezTo>
                  <a:pt x="2467" y="19815"/>
                  <a:pt x="2562" y="19884"/>
                  <a:pt x="2681" y="19937"/>
                </a:cubicBezTo>
                <a:cubicBezTo>
                  <a:pt x="2799" y="19989"/>
                  <a:pt x="2900" y="20064"/>
                  <a:pt x="2900" y="20105"/>
                </a:cubicBezTo>
                <a:cubicBezTo>
                  <a:pt x="2900" y="20146"/>
                  <a:pt x="2960" y="20178"/>
                  <a:pt x="3033" y="20178"/>
                </a:cubicBezTo>
                <a:cubicBezTo>
                  <a:pt x="3106" y="20178"/>
                  <a:pt x="3192" y="20217"/>
                  <a:pt x="3229" y="20265"/>
                </a:cubicBezTo>
                <a:cubicBezTo>
                  <a:pt x="3267" y="20313"/>
                  <a:pt x="3430" y="20375"/>
                  <a:pt x="3593" y="20401"/>
                </a:cubicBezTo>
                <a:cubicBezTo>
                  <a:pt x="3755" y="20427"/>
                  <a:pt x="3876" y="20469"/>
                  <a:pt x="3864" y="20496"/>
                </a:cubicBezTo>
                <a:cubicBezTo>
                  <a:pt x="3852" y="20522"/>
                  <a:pt x="3899" y="20545"/>
                  <a:pt x="3962" y="20545"/>
                </a:cubicBezTo>
                <a:cubicBezTo>
                  <a:pt x="4026" y="20545"/>
                  <a:pt x="4148" y="20581"/>
                  <a:pt x="4234" y="20626"/>
                </a:cubicBezTo>
                <a:cubicBezTo>
                  <a:pt x="4319" y="20671"/>
                  <a:pt x="4471" y="20705"/>
                  <a:pt x="4574" y="20705"/>
                </a:cubicBezTo>
                <a:cubicBezTo>
                  <a:pt x="4819" y="20705"/>
                  <a:pt x="4898" y="20747"/>
                  <a:pt x="4782" y="20813"/>
                </a:cubicBezTo>
                <a:cubicBezTo>
                  <a:pt x="4710" y="20854"/>
                  <a:pt x="4744" y="20871"/>
                  <a:pt x="4932" y="20892"/>
                </a:cubicBezTo>
                <a:cubicBezTo>
                  <a:pt x="5067" y="20907"/>
                  <a:pt x="5248" y="20947"/>
                  <a:pt x="5330" y="20981"/>
                </a:cubicBezTo>
                <a:cubicBezTo>
                  <a:pt x="5413" y="21015"/>
                  <a:pt x="5481" y="21029"/>
                  <a:pt x="5481" y="21011"/>
                </a:cubicBezTo>
                <a:cubicBezTo>
                  <a:pt x="5481" y="20994"/>
                  <a:pt x="5539" y="21001"/>
                  <a:pt x="5608" y="21028"/>
                </a:cubicBezTo>
                <a:cubicBezTo>
                  <a:pt x="5676" y="21054"/>
                  <a:pt x="5765" y="21068"/>
                  <a:pt x="5810" y="21055"/>
                </a:cubicBezTo>
                <a:cubicBezTo>
                  <a:pt x="5854" y="21042"/>
                  <a:pt x="5955" y="21079"/>
                  <a:pt x="6035" y="21136"/>
                </a:cubicBezTo>
                <a:cubicBezTo>
                  <a:pt x="6144" y="21215"/>
                  <a:pt x="6244" y="21235"/>
                  <a:pt x="6433" y="21226"/>
                </a:cubicBezTo>
                <a:cubicBezTo>
                  <a:pt x="6604" y="21217"/>
                  <a:pt x="6717" y="21238"/>
                  <a:pt x="6802" y="21293"/>
                </a:cubicBezTo>
                <a:cubicBezTo>
                  <a:pt x="6897" y="21355"/>
                  <a:pt x="7038" y="21375"/>
                  <a:pt x="7374" y="21378"/>
                </a:cubicBezTo>
                <a:cubicBezTo>
                  <a:pt x="7851" y="21382"/>
                  <a:pt x="8122" y="21463"/>
                  <a:pt x="8032" y="21573"/>
                </a:cubicBezTo>
                <a:cubicBezTo>
                  <a:pt x="8023" y="21584"/>
                  <a:pt x="7948" y="21592"/>
                  <a:pt x="7859" y="21600"/>
                </a:cubicBezTo>
                <a:lnTo>
                  <a:pt x="14059" y="21600"/>
                </a:lnTo>
                <a:cubicBezTo>
                  <a:pt x="14036" y="21598"/>
                  <a:pt x="13616" y="21599"/>
                  <a:pt x="13614" y="21597"/>
                </a:cubicBezTo>
                <a:cubicBezTo>
                  <a:pt x="13520" y="21526"/>
                  <a:pt x="13745" y="21391"/>
                  <a:pt x="13943" y="21399"/>
                </a:cubicBezTo>
                <a:cubicBezTo>
                  <a:pt x="14534" y="21423"/>
                  <a:pt x="14780" y="21394"/>
                  <a:pt x="14861" y="21293"/>
                </a:cubicBezTo>
                <a:cubicBezTo>
                  <a:pt x="14910" y="21233"/>
                  <a:pt x="15007" y="21195"/>
                  <a:pt x="15098" y="21198"/>
                </a:cubicBezTo>
                <a:cubicBezTo>
                  <a:pt x="15463" y="21213"/>
                  <a:pt x="15618" y="21187"/>
                  <a:pt x="15663" y="21106"/>
                </a:cubicBezTo>
                <a:cubicBezTo>
                  <a:pt x="15690" y="21058"/>
                  <a:pt x="15755" y="21034"/>
                  <a:pt x="15808" y="21049"/>
                </a:cubicBezTo>
                <a:cubicBezTo>
                  <a:pt x="15943" y="21089"/>
                  <a:pt x="16414" y="21031"/>
                  <a:pt x="16391" y="20979"/>
                </a:cubicBezTo>
                <a:cubicBezTo>
                  <a:pt x="16380" y="20954"/>
                  <a:pt x="16469" y="20910"/>
                  <a:pt x="16587" y="20881"/>
                </a:cubicBezTo>
                <a:cubicBezTo>
                  <a:pt x="16705" y="20852"/>
                  <a:pt x="16767" y="20827"/>
                  <a:pt x="16726" y="20827"/>
                </a:cubicBezTo>
                <a:cubicBezTo>
                  <a:pt x="16684" y="20826"/>
                  <a:pt x="16695" y="20801"/>
                  <a:pt x="16754" y="20767"/>
                </a:cubicBezTo>
                <a:cubicBezTo>
                  <a:pt x="16814" y="20733"/>
                  <a:pt x="16909" y="20707"/>
                  <a:pt x="16962" y="20710"/>
                </a:cubicBezTo>
                <a:cubicBezTo>
                  <a:pt x="17216" y="20724"/>
                  <a:pt x="17447" y="20701"/>
                  <a:pt x="17447" y="20661"/>
                </a:cubicBezTo>
                <a:cubicBezTo>
                  <a:pt x="17447" y="20591"/>
                  <a:pt x="17980" y="20360"/>
                  <a:pt x="18111" y="20374"/>
                </a:cubicBezTo>
                <a:cubicBezTo>
                  <a:pt x="18192" y="20382"/>
                  <a:pt x="18222" y="20356"/>
                  <a:pt x="18203" y="20292"/>
                </a:cubicBezTo>
                <a:cubicBezTo>
                  <a:pt x="18182" y="20220"/>
                  <a:pt x="18223" y="20197"/>
                  <a:pt x="18377" y="20186"/>
                </a:cubicBezTo>
                <a:cubicBezTo>
                  <a:pt x="18506" y="20178"/>
                  <a:pt x="18562" y="20152"/>
                  <a:pt x="18532" y="20116"/>
                </a:cubicBezTo>
                <a:cubicBezTo>
                  <a:pt x="18483" y="20055"/>
                  <a:pt x="18617" y="20001"/>
                  <a:pt x="18821" y="19999"/>
                </a:cubicBezTo>
                <a:cubicBezTo>
                  <a:pt x="18892" y="19999"/>
                  <a:pt x="18954" y="19970"/>
                  <a:pt x="18954" y="19937"/>
                </a:cubicBezTo>
                <a:cubicBezTo>
                  <a:pt x="18954" y="19903"/>
                  <a:pt x="19035" y="19868"/>
                  <a:pt x="19139" y="19861"/>
                </a:cubicBezTo>
                <a:cubicBezTo>
                  <a:pt x="19261" y="19853"/>
                  <a:pt x="19313" y="19830"/>
                  <a:pt x="19283" y="19793"/>
                </a:cubicBezTo>
                <a:cubicBezTo>
                  <a:pt x="19253" y="19756"/>
                  <a:pt x="19319" y="19719"/>
                  <a:pt x="19468" y="19693"/>
                </a:cubicBezTo>
                <a:cubicBezTo>
                  <a:pt x="19638" y="19662"/>
                  <a:pt x="19690" y="19630"/>
                  <a:pt x="19658" y="19573"/>
                </a:cubicBezTo>
                <a:cubicBezTo>
                  <a:pt x="19631" y="19525"/>
                  <a:pt x="19697" y="19462"/>
                  <a:pt x="19825" y="19405"/>
                </a:cubicBezTo>
                <a:cubicBezTo>
                  <a:pt x="19939" y="19355"/>
                  <a:pt x="20028" y="19283"/>
                  <a:pt x="20028" y="19245"/>
                </a:cubicBezTo>
                <a:cubicBezTo>
                  <a:pt x="20028" y="19166"/>
                  <a:pt x="20231" y="19072"/>
                  <a:pt x="20316" y="19112"/>
                </a:cubicBezTo>
                <a:cubicBezTo>
                  <a:pt x="20347" y="19127"/>
                  <a:pt x="20374" y="19089"/>
                  <a:pt x="20374" y="19028"/>
                </a:cubicBezTo>
                <a:cubicBezTo>
                  <a:pt x="20374" y="18967"/>
                  <a:pt x="20462" y="18860"/>
                  <a:pt x="20576" y="18789"/>
                </a:cubicBezTo>
                <a:cubicBezTo>
                  <a:pt x="20724" y="18697"/>
                  <a:pt x="20782" y="18616"/>
                  <a:pt x="20766" y="18507"/>
                </a:cubicBezTo>
                <a:cubicBezTo>
                  <a:pt x="20746" y="18358"/>
                  <a:pt x="20889" y="18245"/>
                  <a:pt x="21044" y="18290"/>
                </a:cubicBezTo>
                <a:cubicBezTo>
                  <a:pt x="21127" y="18314"/>
                  <a:pt x="21181" y="18111"/>
                  <a:pt x="21165" y="17834"/>
                </a:cubicBezTo>
                <a:cubicBezTo>
                  <a:pt x="21156" y="17691"/>
                  <a:pt x="21183" y="17653"/>
                  <a:pt x="21321" y="17636"/>
                </a:cubicBezTo>
                <a:cubicBezTo>
                  <a:pt x="21506" y="17613"/>
                  <a:pt x="21559" y="17447"/>
                  <a:pt x="21396" y="17400"/>
                </a:cubicBezTo>
                <a:cubicBezTo>
                  <a:pt x="21335" y="17382"/>
                  <a:pt x="21316" y="17305"/>
                  <a:pt x="21349" y="17186"/>
                </a:cubicBezTo>
                <a:cubicBezTo>
                  <a:pt x="21440" y="16859"/>
                  <a:pt x="21466" y="15921"/>
                  <a:pt x="21384" y="15897"/>
                </a:cubicBezTo>
                <a:cubicBezTo>
                  <a:pt x="21339" y="15884"/>
                  <a:pt x="21342" y="15854"/>
                  <a:pt x="21396" y="15829"/>
                </a:cubicBezTo>
                <a:cubicBezTo>
                  <a:pt x="21557" y="15753"/>
                  <a:pt x="21508" y="15609"/>
                  <a:pt x="21309" y="15585"/>
                </a:cubicBezTo>
                <a:cubicBezTo>
                  <a:pt x="21161" y="15567"/>
                  <a:pt x="21137" y="15543"/>
                  <a:pt x="21182" y="15457"/>
                </a:cubicBezTo>
                <a:cubicBezTo>
                  <a:pt x="21213" y="15399"/>
                  <a:pt x="21213" y="15264"/>
                  <a:pt x="21182" y="15156"/>
                </a:cubicBezTo>
                <a:cubicBezTo>
                  <a:pt x="21140" y="15006"/>
                  <a:pt x="21082" y="14949"/>
                  <a:pt x="20934" y="14917"/>
                </a:cubicBezTo>
                <a:cubicBezTo>
                  <a:pt x="20772" y="14883"/>
                  <a:pt x="20744" y="14848"/>
                  <a:pt x="20761" y="14708"/>
                </a:cubicBezTo>
                <a:cubicBezTo>
                  <a:pt x="20776" y="14583"/>
                  <a:pt x="20748" y="14546"/>
                  <a:pt x="20663" y="14562"/>
                </a:cubicBezTo>
                <a:cubicBezTo>
                  <a:pt x="20511" y="14589"/>
                  <a:pt x="20421" y="14515"/>
                  <a:pt x="20397" y="14345"/>
                </a:cubicBezTo>
                <a:cubicBezTo>
                  <a:pt x="20386" y="14268"/>
                  <a:pt x="20318" y="14190"/>
                  <a:pt x="20247" y="14171"/>
                </a:cubicBezTo>
                <a:cubicBezTo>
                  <a:pt x="20176" y="14152"/>
                  <a:pt x="20098" y="14076"/>
                  <a:pt x="20068" y="14000"/>
                </a:cubicBezTo>
                <a:cubicBezTo>
                  <a:pt x="20028" y="13900"/>
                  <a:pt x="19960" y="13857"/>
                  <a:pt x="19825" y="13848"/>
                </a:cubicBezTo>
                <a:cubicBezTo>
                  <a:pt x="19707" y="13840"/>
                  <a:pt x="19648" y="13811"/>
                  <a:pt x="19664" y="13767"/>
                </a:cubicBezTo>
                <a:cubicBezTo>
                  <a:pt x="19677" y="13728"/>
                  <a:pt x="19572" y="13657"/>
                  <a:pt x="19427" y="13607"/>
                </a:cubicBezTo>
                <a:cubicBezTo>
                  <a:pt x="19224" y="13536"/>
                  <a:pt x="19189" y="13507"/>
                  <a:pt x="19266" y="13463"/>
                </a:cubicBezTo>
                <a:cubicBezTo>
                  <a:pt x="19378" y="13399"/>
                  <a:pt x="19295" y="13345"/>
                  <a:pt x="19040" y="13322"/>
                </a:cubicBezTo>
                <a:cubicBezTo>
                  <a:pt x="18934" y="13312"/>
                  <a:pt x="18875" y="13281"/>
                  <a:pt x="18890" y="13238"/>
                </a:cubicBezTo>
                <a:cubicBezTo>
                  <a:pt x="18905" y="13198"/>
                  <a:pt x="18864" y="13167"/>
                  <a:pt x="18792" y="13167"/>
                </a:cubicBezTo>
                <a:cubicBezTo>
                  <a:pt x="18723" y="13167"/>
                  <a:pt x="18534" y="13098"/>
                  <a:pt x="18377" y="13013"/>
                </a:cubicBezTo>
                <a:cubicBezTo>
                  <a:pt x="18219" y="12927"/>
                  <a:pt x="18023" y="12846"/>
                  <a:pt x="17938" y="12831"/>
                </a:cubicBezTo>
                <a:cubicBezTo>
                  <a:pt x="17852" y="12816"/>
                  <a:pt x="17791" y="12773"/>
                  <a:pt x="17805" y="12733"/>
                </a:cubicBezTo>
                <a:cubicBezTo>
                  <a:pt x="17823" y="12683"/>
                  <a:pt x="17770" y="12656"/>
                  <a:pt x="17620" y="12646"/>
                </a:cubicBezTo>
                <a:cubicBezTo>
                  <a:pt x="17502" y="12639"/>
                  <a:pt x="17322" y="12598"/>
                  <a:pt x="17222" y="12554"/>
                </a:cubicBezTo>
                <a:cubicBezTo>
                  <a:pt x="17122" y="12510"/>
                  <a:pt x="17004" y="12480"/>
                  <a:pt x="16962" y="12486"/>
                </a:cubicBezTo>
                <a:cubicBezTo>
                  <a:pt x="16920" y="12492"/>
                  <a:pt x="16781" y="12445"/>
                  <a:pt x="16651" y="12383"/>
                </a:cubicBezTo>
                <a:cubicBezTo>
                  <a:pt x="16520" y="12321"/>
                  <a:pt x="16371" y="12282"/>
                  <a:pt x="16322" y="12296"/>
                </a:cubicBezTo>
                <a:cubicBezTo>
                  <a:pt x="16272" y="12311"/>
                  <a:pt x="16177" y="12302"/>
                  <a:pt x="16108" y="12275"/>
                </a:cubicBezTo>
                <a:cubicBezTo>
                  <a:pt x="15999" y="12232"/>
                  <a:pt x="15985" y="11552"/>
                  <a:pt x="15987" y="7198"/>
                </a:cubicBezTo>
                <a:cubicBezTo>
                  <a:pt x="15988" y="4434"/>
                  <a:pt x="15965" y="2163"/>
                  <a:pt x="15941" y="2152"/>
                </a:cubicBezTo>
                <a:cubicBezTo>
                  <a:pt x="15916" y="2140"/>
                  <a:pt x="15922" y="2004"/>
                  <a:pt x="15952" y="1850"/>
                </a:cubicBezTo>
                <a:cubicBezTo>
                  <a:pt x="15996" y="1630"/>
                  <a:pt x="15984" y="1575"/>
                  <a:pt x="15894" y="1585"/>
                </a:cubicBezTo>
                <a:cubicBezTo>
                  <a:pt x="15822" y="1592"/>
                  <a:pt x="15753" y="1531"/>
                  <a:pt x="15704" y="1419"/>
                </a:cubicBezTo>
                <a:cubicBezTo>
                  <a:pt x="15661" y="1322"/>
                  <a:pt x="15604" y="1254"/>
                  <a:pt x="15577" y="1267"/>
                </a:cubicBezTo>
                <a:cubicBezTo>
                  <a:pt x="15480" y="1313"/>
                  <a:pt x="15295" y="1199"/>
                  <a:pt x="15294" y="1093"/>
                </a:cubicBezTo>
                <a:cubicBezTo>
                  <a:pt x="15292" y="967"/>
                  <a:pt x="15215" y="909"/>
                  <a:pt x="15011" y="874"/>
                </a:cubicBezTo>
                <a:cubicBezTo>
                  <a:pt x="14928" y="859"/>
                  <a:pt x="14861" y="821"/>
                  <a:pt x="14861" y="787"/>
                </a:cubicBezTo>
                <a:cubicBezTo>
                  <a:pt x="14861" y="753"/>
                  <a:pt x="14804" y="724"/>
                  <a:pt x="14728" y="724"/>
                </a:cubicBezTo>
                <a:cubicBezTo>
                  <a:pt x="14653" y="724"/>
                  <a:pt x="14568" y="688"/>
                  <a:pt x="14544" y="643"/>
                </a:cubicBezTo>
                <a:cubicBezTo>
                  <a:pt x="14519" y="598"/>
                  <a:pt x="14448" y="562"/>
                  <a:pt x="14388" y="562"/>
                </a:cubicBezTo>
                <a:cubicBezTo>
                  <a:pt x="14328" y="562"/>
                  <a:pt x="14217" y="517"/>
                  <a:pt x="14139" y="461"/>
                </a:cubicBezTo>
                <a:cubicBezTo>
                  <a:pt x="14062" y="406"/>
                  <a:pt x="13935" y="358"/>
                  <a:pt x="13857" y="358"/>
                </a:cubicBezTo>
                <a:cubicBezTo>
                  <a:pt x="13778" y="358"/>
                  <a:pt x="13625" y="319"/>
                  <a:pt x="13516" y="271"/>
                </a:cubicBezTo>
                <a:cubicBezTo>
                  <a:pt x="13394" y="218"/>
                  <a:pt x="13190" y="180"/>
                  <a:pt x="12991" y="176"/>
                </a:cubicBezTo>
                <a:cubicBezTo>
                  <a:pt x="12712" y="171"/>
                  <a:pt x="12673" y="160"/>
                  <a:pt x="12691" y="84"/>
                </a:cubicBezTo>
                <a:lnTo>
                  <a:pt x="12708" y="0"/>
                </a:lnTo>
                <a:close/>
              </a:path>
            </a:pathLst>
          </a:cu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6" name="28146f2f6e8b60bb09b39d7277a86d52.jpg" descr="28146f2f6e8b60bb09b39d7277a86d52.jpg"/>
          <p:cNvPicPr>
            <a:picLocks noGrp="1" noChangeAspect="1"/>
          </p:cNvPicPr>
          <p:nvPr>
            <p:ph type="pic" idx="13"/>
          </p:nvPr>
        </p:nvPicPr>
        <p:blipFill>
          <a:blip r:embed="rId2"/>
          <a:srcRect l="4034" r="4034"/>
          <a:stretch>
            <a:fillRect/>
          </a:stretch>
        </p:blipFill>
        <p:spPr>
          <a:xfrm>
            <a:off x="0" y="0"/>
            <a:ext cx="6438900" cy="9753600"/>
          </a:xfrm>
          <a:prstGeom prst="rect">
            <a:avLst/>
          </a:prstGeom>
        </p:spPr>
      </p:pic>
      <p:sp>
        <p:nvSpPr>
          <p:cNvPr id="197" name="Line"/>
          <p:cNvSpPr>
            <a:spLocks noGrp="1"/>
          </p:cNvSpPr>
          <p:nvPr>
            <p:ph type="body" idx="14"/>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198" name="The concept of climate change"/>
          <p:cNvSpPr txBox="1">
            <a:spLocks noGrp="1"/>
          </p:cNvSpPr>
          <p:nvPr>
            <p:ph type="title"/>
          </p:nvPr>
        </p:nvSpPr>
        <p:spPr>
          <a:xfrm>
            <a:off x="7023099" y="723900"/>
            <a:ext cx="5578995" cy="723900"/>
          </a:xfrm>
          <a:prstGeom prst="rect">
            <a:avLst/>
          </a:prstGeom>
        </p:spPr>
        <p:txBody>
          <a:bodyPr/>
          <a:lstStyle>
            <a:lvl1pPr defTabSz="443991">
              <a:spcBef>
                <a:spcPts val="1700"/>
              </a:spcBef>
              <a:defRPr sz="3952"/>
            </a:lvl1pPr>
          </a:lstStyle>
          <a:p>
            <a:r>
              <a:rPr dirty="0"/>
              <a:t>The concept of climate change</a:t>
            </a:r>
          </a:p>
        </p:txBody>
      </p:sp>
      <p:sp>
        <p:nvSpPr>
          <p:cNvPr id="199" name="Watch: https://www.youtube.com/watch?v=gSt_tDHeg_4…"/>
          <p:cNvSpPr txBox="1">
            <a:spLocks noGrp="1"/>
          </p:cNvSpPr>
          <p:nvPr>
            <p:ph type="body" sz="half" idx="1"/>
          </p:nvPr>
        </p:nvSpPr>
        <p:spPr>
          <a:prstGeom prst="rect">
            <a:avLst/>
          </a:prstGeom>
        </p:spPr>
        <p:txBody>
          <a:bodyPr/>
          <a:lstStyle/>
          <a:p>
            <a:r>
              <a:rPr b="1" dirty="0">
                <a:latin typeface="Iowan Old Style Roman" panose="02040602040506020204" pitchFamily="18" charset="77"/>
              </a:rPr>
              <a:t>Watch:</a:t>
            </a:r>
            <a:r>
              <a:rPr dirty="0">
                <a:latin typeface="Iowan Old Style Roman" panose="02040602040506020204" pitchFamily="18" charset="77"/>
              </a:rPr>
              <a:t> </a:t>
            </a:r>
            <a:r>
              <a:rPr u="sng" dirty="0">
                <a:latin typeface="Iowan Old Style Roman" panose="02040602040506020204" pitchFamily="18" charset="77"/>
                <a:hlinkClick r:id="rId3"/>
              </a:rPr>
              <a:t>https://www.youtube.com/watch?v=gSt_tDHeg_4</a:t>
            </a:r>
          </a:p>
          <a:p>
            <a:r>
              <a:rPr b="1" dirty="0">
                <a:latin typeface="Iowan Old Style Roman" panose="02040602040506020204" pitchFamily="18" charset="77"/>
              </a:rPr>
              <a:t>Student Activity:</a:t>
            </a:r>
            <a:r>
              <a:rPr dirty="0">
                <a:latin typeface="Iowan Old Style Roman" panose="02040602040506020204" pitchFamily="18" charset="77"/>
              </a:rPr>
              <a:t> Explain the concept of climate change</a:t>
            </a:r>
            <a:br>
              <a:rPr dirty="0">
                <a:latin typeface="Iowan Old Style Roman" panose="02040602040506020204" pitchFamily="18" charset="77"/>
              </a:rPr>
            </a:br>
            <a:r>
              <a:rPr dirty="0">
                <a:latin typeface="Iowan Old Style Roman" panose="02040602040506020204" pitchFamily="18" charset="77"/>
              </a:rPr>
              <a:t>(3 Marks)</a:t>
            </a:r>
          </a:p>
          <a:p>
            <a:r>
              <a:rPr b="1" dirty="0">
                <a:latin typeface="Iowan Old Style Roman" panose="02040602040506020204" pitchFamily="18" charset="77"/>
              </a:rPr>
              <a:t>Student Activity:</a:t>
            </a:r>
            <a:r>
              <a:rPr dirty="0">
                <a:latin typeface="Iowan Old Style Roman" panose="02040602040506020204" pitchFamily="18" charset="77"/>
              </a:rPr>
              <a:t> Define Climate Change</a:t>
            </a:r>
            <a:br>
              <a:rPr dirty="0">
                <a:latin typeface="Iowan Old Style Roman" panose="02040602040506020204" pitchFamily="18" charset="77"/>
              </a:rPr>
            </a:br>
            <a:r>
              <a:rPr dirty="0">
                <a:latin typeface="Iowan Old Style Roman" panose="02040602040506020204" pitchFamily="18" charset="77"/>
              </a:rPr>
              <a:t>(2 Marks)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Line"/>
          <p:cNvSpPr>
            <a:spLocks noGrp="1"/>
          </p:cNvSpPr>
          <p:nvPr>
            <p:ph type="body" idx="13"/>
          </p:nvPr>
        </p:nvSpPr>
        <p:spPr>
          <a:prstGeom prst="line">
            <a:avLst/>
          </a:prstGeom>
        </p:spPr>
        <p:txBody>
          <a:bodyPr/>
          <a:lstStyle/>
          <a:p>
            <a:pPr marL="0" indent="0" defTabSz="457200">
              <a:spcBef>
                <a:spcPts val="0"/>
              </a:spcBef>
              <a:buSzTx/>
              <a:buFontTx/>
              <a:buNone/>
              <a:defRPr sz="1200">
                <a:solidFill>
                  <a:srgbClr val="000000"/>
                </a:solidFill>
                <a:latin typeface="Helvetica"/>
                <a:ea typeface="Helvetica"/>
                <a:cs typeface="Helvetica"/>
                <a:sym typeface="Helvetica"/>
              </a:defRPr>
            </a:pPr>
            <a:endParaRPr/>
          </a:p>
        </p:txBody>
      </p:sp>
      <p:sp>
        <p:nvSpPr>
          <p:cNvPr id="202" name="The Concept of Sustainability"/>
          <p:cNvSpPr txBox="1">
            <a:spLocks noGrp="1"/>
          </p:cNvSpPr>
          <p:nvPr>
            <p:ph type="title"/>
          </p:nvPr>
        </p:nvSpPr>
        <p:spPr>
          <a:prstGeom prst="rect">
            <a:avLst/>
          </a:prstGeom>
        </p:spPr>
        <p:txBody>
          <a:bodyPr/>
          <a:lstStyle>
            <a:lvl1pPr defTabSz="543305">
              <a:spcBef>
                <a:spcPts val="2100"/>
              </a:spcBef>
              <a:defRPr sz="4836"/>
            </a:lvl1pPr>
          </a:lstStyle>
          <a:p>
            <a:r>
              <a:t>The Concept of Sustainability </a:t>
            </a:r>
          </a:p>
        </p:txBody>
      </p:sp>
      <p:sp>
        <p:nvSpPr>
          <p:cNvPr id="203" name="Sustainability is the concept of development that considers the impacts on the natural environment, society, economy and future generations.…"/>
          <p:cNvSpPr txBox="1">
            <a:spLocks noGrp="1"/>
          </p:cNvSpPr>
          <p:nvPr>
            <p:ph type="body" idx="1"/>
          </p:nvPr>
        </p:nvSpPr>
        <p:spPr>
          <a:xfrm>
            <a:off x="571500" y="1701800"/>
            <a:ext cx="11861800" cy="7226301"/>
          </a:xfrm>
          <a:prstGeom prst="rect">
            <a:avLst/>
          </a:prstGeom>
        </p:spPr>
        <p:txBody>
          <a:bodyPr/>
          <a:lstStyle/>
          <a:p>
            <a:pPr>
              <a:defRPr sz="3000"/>
            </a:pPr>
            <a:r>
              <a:rPr b="1" dirty="0">
                <a:latin typeface="Iowan Old Style Roman" panose="02040602040506020204" pitchFamily="18" charset="77"/>
              </a:rPr>
              <a:t>Sustainability</a:t>
            </a:r>
            <a:r>
              <a:rPr dirty="0">
                <a:latin typeface="Iowan Old Style Roman" panose="02040602040506020204" pitchFamily="18" charset="77"/>
              </a:rPr>
              <a:t> is the concept of development that considers the impacts on the natural environment, society, economy and future generations. </a:t>
            </a:r>
          </a:p>
          <a:p>
            <a:pPr>
              <a:defRPr sz="3000"/>
            </a:pPr>
            <a:r>
              <a:rPr dirty="0">
                <a:latin typeface="Iowan Old Style Roman" panose="02040602040506020204" pitchFamily="18" charset="77"/>
              </a:rPr>
              <a:t>It involves the protection of the environment while maintaining the economic development necessary to satisfy the needs go the people, while ensuring that the social development of people is not impaired so that they can continue to lead healthy and productive lives.</a:t>
            </a:r>
          </a:p>
          <a:p>
            <a:pPr>
              <a:defRPr sz="3000"/>
            </a:pPr>
            <a:r>
              <a:rPr b="1" dirty="0">
                <a:latin typeface="Iowan Old Style Roman" panose="02040602040506020204" pitchFamily="18" charset="77"/>
              </a:rPr>
              <a:t>Student </a:t>
            </a:r>
            <a:r>
              <a:rPr lang="en-US" b="1" dirty="0">
                <a:latin typeface="Iowan Old Style Roman" panose="02040602040506020204" pitchFamily="18" charset="77"/>
              </a:rPr>
              <a:t>a</a:t>
            </a:r>
            <a:r>
              <a:rPr b="1" dirty="0">
                <a:latin typeface="Iowan Old Style Roman" panose="02040602040506020204" pitchFamily="18" charset="77"/>
              </a:rPr>
              <a:t>ctivity:</a:t>
            </a:r>
            <a:r>
              <a:rPr dirty="0">
                <a:latin typeface="Iowan Old Style Roman" panose="02040602040506020204" pitchFamily="18" charset="77"/>
              </a:rPr>
              <a:t> Explain the concept of sustainability </a:t>
            </a:r>
            <a:br>
              <a:rPr dirty="0">
                <a:latin typeface="Iowan Old Style Roman" panose="02040602040506020204" pitchFamily="18" charset="77"/>
              </a:rPr>
            </a:br>
            <a:r>
              <a:rPr dirty="0">
                <a:latin typeface="Iowan Old Style Roman" panose="02040602040506020204" pitchFamily="18" charset="77"/>
              </a:rPr>
              <a:t>(3 Marks)</a:t>
            </a:r>
          </a:p>
        </p:txBody>
      </p:sp>
      <p:pic>
        <p:nvPicPr>
          <p:cNvPr id="204" name="Image" descr="Image"/>
          <p:cNvPicPr>
            <a:picLocks noChangeAspect="1"/>
          </p:cNvPicPr>
          <p:nvPr/>
        </p:nvPicPr>
        <p:blipFill>
          <a:blip r:embed="rId2"/>
          <a:stretch>
            <a:fillRect/>
          </a:stretch>
        </p:blipFill>
        <p:spPr>
          <a:xfrm>
            <a:off x="9569161" y="6644544"/>
            <a:ext cx="3044013" cy="2895089"/>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New_Template9">
  <a:themeElements>
    <a:clrScheme name="New_Template9">
      <a:dk1>
        <a:srgbClr val="5C5C5C"/>
      </a:dk1>
      <a:lt1>
        <a:srgbClr val="FFFFFF"/>
      </a:lt1>
      <a:dk2>
        <a:srgbClr val="5C5C5C"/>
      </a:dk2>
      <a:lt2>
        <a:srgbClr val="CBCBCB"/>
      </a:lt2>
      <a:accent1>
        <a:srgbClr val="80989C"/>
      </a:accent1>
      <a:accent2>
        <a:srgbClr val="A8AB65"/>
      </a:accent2>
      <a:accent3>
        <a:srgbClr val="CBAC69"/>
      </a:accent3>
      <a:accent4>
        <a:srgbClr val="CF7330"/>
      </a:accent4>
      <a:accent5>
        <a:srgbClr val="B44C34"/>
      </a:accent5>
      <a:accent6>
        <a:srgbClr val="8C869B"/>
      </a:accent6>
      <a:hlink>
        <a:srgbClr val="0000FF"/>
      </a:hlink>
      <a:folHlink>
        <a:srgbClr val="FF00FF"/>
      </a:folHlink>
    </a:clrScheme>
    <a:fontScheme name="New_Template9">
      <a:majorFont>
        <a:latin typeface="DIN Condensed"/>
        <a:ea typeface="DIN Condensed"/>
        <a:cs typeface="DIN Condensed"/>
      </a:majorFont>
      <a:minorFont>
        <a:latin typeface="DIN Condensed"/>
        <a:ea typeface="DIN Condensed"/>
        <a:cs typeface="DIN Condensed"/>
      </a:minorFont>
    </a:fontScheme>
    <a:fmtScheme name="New_Template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522454"/>
            <a:satOff val="1153"/>
            <a:lumOff val="13444"/>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DIN Alternate"/>
            <a:ea typeface="DIN Alternate"/>
            <a:cs typeface="DIN Alternate"/>
            <a:sym typeface="DIN Alternat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747676"/>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9">
  <a:themeElements>
    <a:clrScheme name="New_Template9">
      <a:dk1>
        <a:srgbClr val="000000"/>
      </a:dk1>
      <a:lt1>
        <a:srgbClr val="FFFFFF"/>
      </a:lt1>
      <a:dk2>
        <a:srgbClr val="5C5C5C"/>
      </a:dk2>
      <a:lt2>
        <a:srgbClr val="CBCBCB"/>
      </a:lt2>
      <a:accent1>
        <a:srgbClr val="80989C"/>
      </a:accent1>
      <a:accent2>
        <a:srgbClr val="A8AB65"/>
      </a:accent2>
      <a:accent3>
        <a:srgbClr val="CBAC69"/>
      </a:accent3>
      <a:accent4>
        <a:srgbClr val="CF7330"/>
      </a:accent4>
      <a:accent5>
        <a:srgbClr val="B44C34"/>
      </a:accent5>
      <a:accent6>
        <a:srgbClr val="8C869B"/>
      </a:accent6>
      <a:hlink>
        <a:srgbClr val="0000FF"/>
      </a:hlink>
      <a:folHlink>
        <a:srgbClr val="FF00FF"/>
      </a:folHlink>
    </a:clrScheme>
    <a:fontScheme name="New_Template9">
      <a:majorFont>
        <a:latin typeface="DIN Condensed"/>
        <a:ea typeface="DIN Condensed"/>
        <a:cs typeface="DIN Condensed"/>
      </a:majorFont>
      <a:minorFont>
        <a:latin typeface="DIN Condensed"/>
        <a:ea typeface="DIN Condensed"/>
        <a:cs typeface="DIN Condensed"/>
      </a:minorFont>
    </a:fontScheme>
    <a:fmtScheme name="New_Template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522454"/>
            <a:satOff val="1153"/>
            <a:lumOff val="13444"/>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DIN Alternate"/>
            <a:ea typeface="DIN Alternate"/>
            <a:cs typeface="DIN Alternate"/>
            <a:sym typeface="DIN Alternat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747676"/>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584200" rtl="0" fontAlgn="auto" latinLnBrk="0" hangingPunct="0">
          <a:lnSpc>
            <a:spcPct val="100000"/>
          </a:lnSpc>
          <a:spcBef>
            <a:spcPts val="1400"/>
          </a:spcBef>
          <a:spcAft>
            <a:spcPts val="0"/>
          </a:spcAft>
          <a:buClrTx/>
          <a:buSzTx/>
          <a:buFontTx/>
          <a:buNone/>
          <a:tabLst/>
          <a:defRPr kumimoji="0" sz="2800" b="0" i="1" u="none" strike="noStrike" cap="none" spc="28" normalizeH="0" baseline="0">
            <a:ln>
              <a:noFill/>
            </a:ln>
            <a:solidFill>
              <a:srgbClr val="5C5C5C"/>
            </a:solidFill>
            <a:effectLst/>
            <a:uFillTx/>
            <a:latin typeface="Iowan Old Style"/>
            <a:ea typeface="Iowan Old Style"/>
            <a:cs typeface="Iowan Old Style"/>
            <a:sym typeface="Iowan Old Styl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165</TotalTime>
  <Words>1116</Words>
  <Application>Microsoft Macintosh PowerPoint</Application>
  <PresentationFormat>Custom</PresentationFormat>
  <Paragraphs>74</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Baskerville</vt:lpstr>
      <vt:lpstr>DIN Alternate</vt:lpstr>
      <vt:lpstr>DIN Condensed</vt:lpstr>
      <vt:lpstr>Helvetica</vt:lpstr>
      <vt:lpstr>Helvetica Neue</vt:lpstr>
      <vt:lpstr>Iowan Old Style</vt:lpstr>
      <vt:lpstr>Iowan Old Style Roman</vt:lpstr>
      <vt:lpstr>Times New Roman</vt:lpstr>
      <vt:lpstr>Zapf Dingbats</vt:lpstr>
      <vt:lpstr>New_Template9</vt:lpstr>
      <vt:lpstr>ATAR GEOGRAPHY 3.1</vt:lpstr>
      <vt:lpstr>Syllabus Point</vt:lpstr>
      <vt:lpstr>The concept of environment</vt:lpstr>
      <vt:lpstr>The concept of natural and anthropogenic biomes</vt:lpstr>
      <vt:lpstr>The concept of natural and anthropogenic biomes</vt:lpstr>
      <vt:lpstr>The concept of natural and anthropogenic biomes</vt:lpstr>
      <vt:lpstr>The concept of land cover change</vt:lpstr>
      <vt:lpstr>The concept of land cover change</vt:lpstr>
      <vt:lpstr>The concept of ecosystem structure and dynamics</vt:lpstr>
      <vt:lpstr>The concept of ecosystem structure and dynamics</vt:lpstr>
      <vt:lpstr>The concept of biodiversity loss</vt:lpstr>
      <vt:lpstr>The concept of biodiversity loss</vt:lpstr>
      <vt:lpstr>The concept of climate change</vt:lpstr>
      <vt:lpstr>The concept of climate change</vt:lpstr>
      <vt:lpstr>The Concept of Sustainability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ATAR GEOGRAPHY 3.1</dc:title>
  <cp:lastModifiedBy>Kim Wade-Wear</cp:lastModifiedBy>
  <cp:revision>5</cp:revision>
  <dcterms:modified xsi:type="dcterms:W3CDTF">2020-01-08T08:29:35Z</dcterms:modified>
</cp:coreProperties>
</file>