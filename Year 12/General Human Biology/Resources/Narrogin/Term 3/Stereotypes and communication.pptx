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Stereotypes and communication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904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2"/>
            <a:ext cx="8791575" cy="4518583"/>
          </a:xfrm>
        </p:spPr>
        <p:txBody>
          <a:bodyPr>
            <a:normAutofit/>
          </a:bodyPr>
          <a:lstStyle/>
          <a:p>
            <a:r>
              <a:rPr lang="en-AU" dirty="0" smtClean="0"/>
              <a:t>What are some </a:t>
            </a:r>
            <a:r>
              <a:rPr lang="en-AU" dirty="0" err="1" smtClean="0"/>
              <a:t>aussie</a:t>
            </a:r>
            <a:r>
              <a:rPr lang="en-AU" dirty="0" smtClean="0"/>
              <a:t> stereotypes? Give the name e.g. ‘surfie’ and some characteristics (appearance, attitude, etc.)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9184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2"/>
            <a:ext cx="8791575" cy="4518583"/>
          </a:xfrm>
        </p:spPr>
        <p:txBody>
          <a:bodyPr>
            <a:normAutofit/>
          </a:bodyPr>
          <a:lstStyle/>
          <a:p>
            <a:r>
              <a:rPr lang="en-AU" dirty="0" smtClean="0"/>
              <a:t>What are some </a:t>
            </a:r>
            <a:r>
              <a:rPr lang="en-AU" dirty="0" err="1" smtClean="0"/>
              <a:t>aussie</a:t>
            </a:r>
            <a:r>
              <a:rPr lang="en-AU" dirty="0" smtClean="0"/>
              <a:t> stereotypes? Give the name e.g. ‘surfie’ and some characteristics (appearance, attitude, etc.)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674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2"/>
            <a:ext cx="8791575" cy="3076151"/>
          </a:xfrm>
        </p:spPr>
        <p:txBody>
          <a:bodyPr>
            <a:normAutofit/>
          </a:bodyPr>
          <a:lstStyle/>
          <a:p>
            <a:r>
              <a:rPr lang="en-AU" dirty="0" smtClean="0"/>
              <a:t>Self-fulfilling prophecy video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281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/>
          </a:bodyPr>
          <a:lstStyle/>
          <a:p>
            <a:r>
              <a:rPr lang="en-AU" dirty="0" smtClean="0"/>
              <a:t>Stereotypes of old people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196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/>
          </a:bodyPr>
          <a:lstStyle/>
          <a:p>
            <a:r>
              <a:rPr lang="en-AU" dirty="0" smtClean="0"/>
              <a:t>Older people are less productive in the workplace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150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/>
          </a:bodyPr>
          <a:lstStyle/>
          <a:p>
            <a:r>
              <a:rPr lang="en-AU" dirty="0" smtClean="0"/>
              <a:t>Older people are set in their ways and unable to change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816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/>
          </a:bodyPr>
          <a:lstStyle/>
          <a:p>
            <a:r>
              <a:rPr lang="en-AU" dirty="0" smtClean="0"/>
              <a:t>Older people are unable to learn new things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6465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/>
          </a:bodyPr>
          <a:lstStyle/>
          <a:p>
            <a:r>
              <a:rPr lang="en-AU" dirty="0" smtClean="0"/>
              <a:t>Most old people feel unhappy most of the time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1632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/>
          </a:bodyPr>
          <a:lstStyle/>
          <a:p>
            <a:r>
              <a:rPr lang="en-AU" dirty="0" smtClean="0"/>
              <a:t>Older people are bad drivers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3554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03296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Older people are poor and rely on government ‘handouts’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6415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2"/>
            <a:ext cx="8791575" cy="3565547"/>
          </a:xfrm>
        </p:spPr>
        <p:txBody>
          <a:bodyPr>
            <a:normAutofit/>
          </a:bodyPr>
          <a:lstStyle/>
          <a:p>
            <a:r>
              <a:rPr lang="en-AU" dirty="0" smtClean="0"/>
              <a:t>Brainstorm:</a:t>
            </a:r>
            <a:br>
              <a:rPr lang="en-AU" dirty="0" smtClean="0"/>
            </a:br>
            <a:r>
              <a:rPr lang="en-AU" dirty="0" smtClean="0"/>
              <a:t>What are non-verbal forms of communication?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2548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2"/>
            <a:ext cx="8791575" cy="4686009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-Facial expressions</a:t>
            </a:r>
            <a:br>
              <a:rPr lang="en-AU" dirty="0" smtClean="0"/>
            </a:br>
            <a:r>
              <a:rPr lang="en-AU" dirty="0" smtClean="0"/>
              <a:t>-gestures</a:t>
            </a:r>
            <a:br>
              <a:rPr lang="en-AU" dirty="0" smtClean="0"/>
            </a:br>
            <a:r>
              <a:rPr lang="en-AU" dirty="0" smtClean="0"/>
              <a:t>-tone of voice</a:t>
            </a:r>
            <a:br>
              <a:rPr lang="en-AU" dirty="0" smtClean="0"/>
            </a:br>
            <a:r>
              <a:rPr lang="en-AU" dirty="0" smtClean="0"/>
              <a:t>-proxemics (proximity)</a:t>
            </a:r>
            <a:br>
              <a:rPr lang="en-AU" dirty="0" smtClean="0"/>
            </a:br>
            <a:r>
              <a:rPr lang="en-AU" dirty="0" smtClean="0"/>
              <a:t>-posture</a:t>
            </a:r>
            <a:br>
              <a:rPr lang="en-AU" dirty="0" smtClean="0"/>
            </a:br>
            <a:r>
              <a:rPr lang="en-AU" dirty="0" smtClean="0"/>
              <a:t>-eye contact</a:t>
            </a:r>
            <a:br>
              <a:rPr lang="en-AU" dirty="0" smtClean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6879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1275" y="285235"/>
            <a:ext cx="8791575" cy="4686009"/>
          </a:xfrm>
        </p:spPr>
        <p:txBody>
          <a:bodyPr>
            <a:normAutofit/>
          </a:bodyPr>
          <a:lstStyle/>
          <a:p>
            <a:r>
              <a:rPr lang="en-AU" dirty="0" smtClean="0"/>
              <a:t>Brainstorm</a:t>
            </a:r>
            <a:br>
              <a:rPr lang="en-AU" dirty="0" smtClean="0"/>
            </a:br>
            <a:r>
              <a:rPr lang="en-AU" dirty="0" smtClean="0"/>
              <a:t>What gestures do you know and what do they mean?</a:t>
            </a:r>
            <a:br>
              <a:rPr lang="en-AU" dirty="0" smtClean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4893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</TotalTime>
  <Words>159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Tw Cen MT</vt:lpstr>
      <vt:lpstr>Circuit</vt:lpstr>
      <vt:lpstr>Stereotypes and communication</vt:lpstr>
      <vt:lpstr>What are some aussie stereotypes? Give the name e.g. ‘surfie’ and some characteristics (appearance, attitude, etc.)</vt:lpstr>
      <vt:lpstr>What are some aussie stereotypes? Give the name e.g. ‘surfie’ and some characteristics (appearance, attitude, etc.)</vt:lpstr>
      <vt:lpstr>Self-fulfilling prophecy video</vt:lpstr>
      <vt:lpstr>Stereotypes of old people</vt:lpstr>
      <vt:lpstr>Older people are less productive in the workplace </vt:lpstr>
      <vt:lpstr>Older people are set in their ways and unable to change</vt:lpstr>
      <vt:lpstr>Older people are unable to learn new things</vt:lpstr>
      <vt:lpstr>Most old people feel unhappy most of the time</vt:lpstr>
      <vt:lpstr>Older people are bad drivers</vt:lpstr>
      <vt:lpstr>Older people are poor and rely on government ‘handouts’</vt:lpstr>
      <vt:lpstr>Brainstorm: What are non-verbal forms of communication?</vt:lpstr>
      <vt:lpstr>-Facial expressions -gestures -tone of voice -proxemics (proximity) -posture -eye contact </vt:lpstr>
      <vt:lpstr>Brainstorm What gestures do you know and what do they mean?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Stereotypes and communication</dc:title>
  <dc:creator>EDWARDS Natalie [Narrogin Senior High School]</dc:creator>
  <cp:lastModifiedBy>EDWARDS Natalie [Narrogin Senior High School]</cp:lastModifiedBy>
  <cp:revision>2</cp:revision>
  <dcterms:created xsi:type="dcterms:W3CDTF">2020-09-15T03:12:53Z</dcterms:created>
  <dcterms:modified xsi:type="dcterms:W3CDTF">2020-09-15T03:20:15Z</dcterms:modified>
</cp:coreProperties>
</file>