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 id="2147483701" r:id="rId3"/>
  </p:sldMasterIdLst>
  <p:notesMasterIdLst>
    <p:notesMasterId r:id="rId15"/>
  </p:notesMasterIdLst>
  <p:sldIdLst>
    <p:sldId id="408" r:id="rId4"/>
    <p:sldId id="409" r:id="rId5"/>
    <p:sldId id="262" r:id="rId6"/>
    <p:sldId id="403" r:id="rId7"/>
    <p:sldId id="410" r:id="rId8"/>
    <p:sldId id="354" r:id="rId9"/>
    <p:sldId id="392" r:id="rId10"/>
    <p:sldId id="393" r:id="rId11"/>
    <p:sldId id="400" r:id="rId12"/>
    <p:sldId id="401" r:id="rId13"/>
    <p:sldId id="34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697"/>
    <p:restoredTop sz="94643"/>
  </p:normalViewPr>
  <p:slideViewPr>
    <p:cSldViewPr snapToGrid="0" snapToObjects="1">
      <p:cViewPr varScale="1">
        <p:scale>
          <a:sx n="121" d="100"/>
          <a:sy n="121" d="100"/>
        </p:scale>
        <p:origin x="200" y="3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1FAB6C-3138-6440-BC93-B4B889D09C18}" type="datetimeFigureOut">
              <a:rPr lang="en-US" smtClean="0"/>
              <a:t>8/4/21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1B88CF-89E8-E740-B754-A3753DCFCD84}" type="slidenum">
              <a:rPr lang="en-US" smtClean="0"/>
              <a:t>‹#›</a:t>
            </a:fld>
            <a:endParaRPr lang="en-US"/>
          </a:p>
        </p:txBody>
      </p:sp>
    </p:spTree>
    <p:extLst>
      <p:ext uri="{BB962C8B-B14F-4D97-AF65-F5344CB8AC3E}">
        <p14:creationId xmlns:p14="http://schemas.microsoft.com/office/powerpoint/2010/main" val="30545242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5A3A09D-58FF-8544-8F30-659E369A30F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488274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D9403-0A70-6342-AD93-9768B2D9399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0DB54347-3F03-124F-96EB-030C734605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325659E-A2D1-B748-A249-5D5B4D67E8FD}"/>
              </a:ext>
            </a:extLst>
          </p:cNvPr>
          <p:cNvSpPr>
            <a:spLocks noGrp="1"/>
          </p:cNvSpPr>
          <p:nvPr>
            <p:ph type="dt" sz="half" idx="10"/>
          </p:nvPr>
        </p:nvSpPr>
        <p:spPr/>
        <p:txBody>
          <a:bodyPr/>
          <a:lstStyle/>
          <a:p>
            <a:fld id="{47EAACE0-986B-954A-BDE6-68B4D7D9F963}" type="datetimeFigureOut">
              <a:rPr lang="en-US" smtClean="0"/>
              <a:t>8/4/21</a:t>
            </a:fld>
            <a:endParaRPr lang="en-US"/>
          </a:p>
        </p:txBody>
      </p:sp>
      <p:sp>
        <p:nvSpPr>
          <p:cNvPr id="5" name="Footer Placeholder 4">
            <a:extLst>
              <a:ext uri="{FF2B5EF4-FFF2-40B4-BE49-F238E27FC236}">
                <a16:creationId xmlns:a16="http://schemas.microsoft.com/office/drawing/2014/main" id="{EC866F3E-DC9C-7A42-B6AA-EE9329C57C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32BB6A-4459-D440-A462-AB491D2E93DB}"/>
              </a:ext>
            </a:extLst>
          </p:cNvPr>
          <p:cNvSpPr>
            <a:spLocks noGrp="1"/>
          </p:cNvSpPr>
          <p:nvPr>
            <p:ph type="sldNum" sz="quarter" idx="12"/>
          </p:nvPr>
        </p:nvSpPr>
        <p:spPr/>
        <p:txBody>
          <a:bodyPr/>
          <a:lstStyle/>
          <a:p>
            <a:fld id="{70E85387-20FC-2648-8F1D-0C359D3EA0C8}" type="slidenum">
              <a:rPr lang="en-US" smtClean="0"/>
              <a:t>‹#›</a:t>
            </a:fld>
            <a:endParaRPr lang="en-US"/>
          </a:p>
        </p:txBody>
      </p:sp>
    </p:spTree>
    <p:extLst>
      <p:ext uri="{BB962C8B-B14F-4D97-AF65-F5344CB8AC3E}">
        <p14:creationId xmlns:p14="http://schemas.microsoft.com/office/powerpoint/2010/main" val="20063816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73771-2C5D-324E-96C1-1D0731351D0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7399ADD6-06C2-0140-BC76-1998A0BB2A7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939CD7A-B170-7644-97DA-49A85FFE64CF}"/>
              </a:ext>
            </a:extLst>
          </p:cNvPr>
          <p:cNvSpPr>
            <a:spLocks noGrp="1"/>
          </p:cNvSpPr>
          <p:nvPr>
            <p:ph type="dt" sz="half" idx="10"/>
          </p:nvPr>
        </p:nvSpPr>
        <p:spPr/>
        <p:txBody>
          <a:bodyPr/>
          <a:lstStyle/>
          <a:p>
            <a:fld id="{47EAACE0-986B-954A-BDE6-68B4D7D9F963}" type="datetimeFigureOut">
              <a:rPr lang="en-US" smtClean="0"/>
              <a:t>8/4/21</a:t>
            </a:fld>
            <a:endParaRPr lang="en-US"/>
          </a:p>
        </p:txBody>
      </p:sp>
      <p:sp>
        <p:nvSpPr>
          <p:cNvPr id="5" name="Footer Placeholder 4">
            <a:extLst>
              <a:ext uri="{FF2B5EF4-FFF2-40B4-BE49-F238E27FC236}">
                <a16:creationId xmlns:a16="http://schemas.microsoft.com/office/drawing/2014/main" id="{B6DB10CC-78FB-B046-99D1-DC57EDA1D0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90E833-292B-2849-B271-F8640E733A4C}"/>
              </a:ext>
            </a:extLst>
          </p:cNvPr>
          <p:cNvSpPr>
            <a:spLocks noGrp="1"/>
          </p:cNvSpPr>
          <p:nvPr>
            <p:ph type="sldNum" sz="quarter" idx="12"/>
          </p:nvPr>
        </p:nvSpPr>
        <p:spPr/>
        <p:txBody>
          <a:bodyPr/>
          <a:lstStyle/>
          <a:p>
            <a:fld id="{70E85387-20FC-2648-8F1D-0C359D3EA0C8}" type="slidenum">
              <a:rPr lang="en-US" smtClean="0"/>
              <a:t>‹#›</a:t>
            </a:fld>
            <a:endParaRPr lang="en-US"/>
          </a:p>
        </p:txBody>
      </p:sp>
    </p:spTree>
    <p:extLst>
      <p:ext uri="{BB962C8B-B14F-4D97-AF65-F5344CB8AC3E}">
        <p14:creationId xmlns:p14="http://schemas.microsoft.com/office/powerpoint/2010/main" val="31036817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C990-558A-AE46-80F7-D4F77B03FC26}"/>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FCA4EDAA-4286-C746-BE37-6BAFABA4321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F44AA73-B1E1-2D41-9458-0FA447D7EB45}"/>
              </a:ext>
            </a:extLst>
          </p:cNvPr>
          <p:cNvSpPr>
            <a:spLocks noGrp="1"/>
          </p:cNvSpPr>
          <p:nvPr>
            <p:ph type="dt" sz="half" idx="10"/>
          </p:nvPr>
        </p:nvSpPr>
        <p:spPr/>
        <p:txBody>
          <a:bodyPr/>
          <a:lstStyle/>
          <a:p>
            <a:fld id="{47EAACE0-986B-954A-BDE6-68B4D7D9F963}" type="datetimeFigureOut">
              <a:rPr lang="en-US" smtClean="0"/>
              <a:t>8/4/21</a:t>
            </a:fld>
            <a:endParaRPr lang="en-US"/>
          </a:p>
        </p:txBody>
      </p:sp>
      <p:sp>
        <p:nvSpPr>
          <p:cNvPr id="5" name="Footer Placeholder 4">
            <a:extLst>
              <a:ext uri="{FF2B5EF4-FFF2-40B4-BE49-F238E27FC236}">
                <a16:creationId xmlns:a16="http://schemas.microsoft.com/office/drawing/2014/main" id="{0A8DFF87-2C57-4849-8357-2EF037D32D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4753EE-FC36-7C41-B550-E9A2EA45D76B}"/>
              </a:ext>
            </a:extLst>
          </p:cNvPr>
          <p:cNvSpPr>
            <a:spLocks noGrp="1"/>
          </p:cNvSpPr>
          <p:nvPr>
            <p:ph type="sldNum" sz="quarter" idx="12"/>
          </p:nvPr>
        </p:nvSpPr>
        <p:spPr/>
        <p:txBody>
          <a:bodyPr/>
          <a:lstStyle/>
          <a:p>
            <a:fld id="{70E85387-20FC-2648-8F1D-0C359D3EA0C8}" type="slidenum">
              <a:rPr lang="en-US" smtClean="0"/>
              <a:t>‹#›</a:t>
            </a:fld>
            <a:endParaRPr lang="en-US"/>
          </a:p>
        </p:txBody>
      </p:sp>
    </p:spTree>
    <p:extLst>
      <p:ext uri="{BB962C8B-B14F-4D97-AF65-F5344CB8AC3E}">
        <p14:creationId xmlns:p14="http://schemas.microsoft.com/office/powerpoint/2010/main" val="27528294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475A6-5B2E-5D4D-B8C3-87CE4BCEA9B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394974F-F3B7-BE45-9CE2-3F5CAD14F68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6FD57523-300B-2945-B9DE-50200343B87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9747CC82-CAA8-DC46-ADE1-A1C394DDC684}"/>
              </a:ext>
            </a:extLst>
          </p:cNvPr>
          <p:cNvSpPr>
            <a:spLocks noGrp="1"/>
          </p:cNvSpPr>
          <p:nvPr>
            <p:ph type="dt" sz="half" idx="10"/>
          </p:nvPr>
        </p:nvSpPr>
        <p:spPr/>
        <p:txBody>
          <a:bodyPr/>
          <a:lstStyle/>
          <a:p>
            <a:fld id="{47EAACE0-986B-954A-BDE6-68B4D7D9F963}" type="datetimeFigureOut">
              <a:rPr lang="en-US" smtClean="0"/>
              <a:t>8/4/21</a:t>
            </a:fld>
            <a:endParaRPr lang="en-US"/>
          </a:p>
        </p:txBody>
      </p:sp>
      <p:sp>
        <p:nvSpPr>
          <p:cNvPr id="6" name="Footer Placeholder 5">
            <a:extLst>
              <a:ext uri="{FF2B5EF4-FFF2-40B4-BE49-F238E27FC236}">
                <a16:creationId xmlns:a16="http://schemas.microsoft.com/office/drawing/2014/main" id="{6035D147-F3C5-0C42-9AFB-A75140B7EC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7E03AD-15F3-414D-930C-1B5AEABC8B0B}"/>
              </a:ext>
            </a:extLst>
          </p:cNvPr>
          <p:cNvSpPr>
            <a:spLocks noGrp="1"/>
          </p:cNvSpPr>
          <p:nvPr>
            <p:ph type="sldNum" sz="quarter" idx="12"/>
          </p:nvPr>
        </p:nvSpPr>
        <p:spPr/>
        <p:txBody>
          <a:bodyPr/>
          <a:lstStyle/>
          <a:p>
            <a:fld id="{70E85387-20FC-2648-8F1D-0C359D3EA0C8}" type="slidenum">
              <a:rPr lang="en-US" smtClean="0"/>
              <a:t>‹#›</a:t>
            </a:fld>
            <a:endParaRPr lang="en-US"/>
          </a:p>
        </p:txBody>
      </p:sp>
    </p:spTree>
    <p:extLst>
      <p:ext uri="{BB962C8B-B14F-4D97-AF65-F5344CB8AC3E}">
        <p14:creationId xmlns:p14="http://schemas.microsoft.com/office/powerpoint/2010/main" val="39303936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B1B44-9F47-A149-A10A-1687F36ECA86}"/>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C391B29-62C9-564B-A7C6-17C8E87FAD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153DD78-19AC-F244-84D1-3AAA433A27C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15B1DD53-EFE3-404D-B262-89B66C74DE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1BACEBA4-5169-8B4B-92C3-0A0D1E0F9A2E}"/>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8646305B-45B6-0040-84CF-FF35B78E33D5}"/>
              </a:ext>
            </a:extLst>
          </p:cNvPr>
          <p:cNvSpPr>
            <a:spLocks noGrp="1"/>
          </p:cNvSpPr>
          <p:nvPr>
            <p:ph type="dt" sz="half" idx="10"/>
          </p:nvPr>
        </p:nvSpPr>
        <p:spPr/>
        <p:txBody>
          <a:bodyPr/>
          <a:lstStyle/>
          <a:p>
            <a:fld id="{47EAACE0-986B-954A-BDE6-68B4D7D9F963}" type="datetimeFigureOut">
              <a:rPr lang="en-US" smtClean="0"/>
              <a:t>8/4/21</a:t>
            </a:fld>
            <a:endParaRPr lang="en-US"/>
          </a:p>
        </p:txBody>
      </p:sp>
      <p:sp>
        <p:nvSpPr>
          <p:cNvPr id="8" name="Footer Placeholder 7">
            <a:extLst>
              <a:ext uri="{FF2B5EF4-FFF2-40B4-BE49-F238E27FC236}">
                <a16:creationId xmlns:a16="http://schemas.microsoft.com/office/drawing/2014/main" id="{BCB62CE6-4603-A948-A3DB-46FA184B78D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AB122EF-0C06-EE45-BAB2-384B428C4550}"/>
              </a:ext>
            </a:extLst>
          </p:cNvPr>
          <p:cNvSpPr>
            <a:spLocks noGrp="1"/>
          </p:cNvSpPr>
          <p:nvPr>
            <p:ph type="sldNum" sz="quarter" idx="12"/>
          </p:nvPr>
        </p:nvSpPr>
        <p:spPr/>
        <p:txBody>
          <a:bodyPr/>
          <a:lstStyle/>
          <a:p>
            <a:fld id="{70E85387-20FC-2648-8F1D-0C359D3EA0C8}" type="slidenum">
              <a:rPr lang="en-US" smtClean="0"/>
              <a:t>‹#›</a:t>
            </a:fld>
            <a:endParaRPr lang="en-US"/>
          </a:p>
        </p:txBody>
      </p:sp>
    </p:spTree>
    <p:extLst>
      <p:ext uri="{BB962C8B-B14F-4D97-AF65-F5344CB8AC3E}">
        <p14:creationId xmlns:p14="http://schemas.microsoft.com/office/powerpoint/2010/main" val="20055531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526B2-FE7B-FA44-901F-604F43CEC43F}"/>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A5ADD536-C96F-D846-93FC-DBA7EB65C44C}"/>
              </a:ext>
            </a:extLst>
          </p:cNvPr>
          <p:cNvSpPr>
            <a:spLocks noGrp="1"/>
          </p:cNvSpPr>
          <p:nvPr>
            <p:ph type="dt" sz="half" idx="10"/>
          </p:nvPr>
        </p:nvSpPr>
        <p:spPr/>
        <p:txBody>
          <a:bodyPr/>
          <a:lstStyle/>
          <a:p>
            <a:fld id="{47EAACE0-986B-954A-BDE6-68B4D7D9F963}" type="datetimeFigureOut">
              <a:rPr lang="en-US" smtClean="0"/>
              <a:t>8/4/21</a:t>
            </a:fld>
            <a:endParaRPr lang="en-US"/>
          </a:p>
        </p:txBody>
      </p:sp>
      <p:sp>
        <p:nvSpPr>
          <p:cNvPr id="4" name="Footer Placeholder 3">
            <a:extLst>
              <a:ext uri="{FF2B5EF4-FFF2-40B4-BE49-F238E27FC236}">
                <a16:creationId xmlns:a16="http://schemas.microsoft.com/office/drawing/2014/main" id="{D53951AF-46E5-964D-82E4-6EC18DA2D8C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DE21BC4-FBA5-9545-800E-B783DDAC8E23}"/>
              </a:ext>
            </a:extLst>
          </p:cNvPr>
          <p:cNvSpPr>
            <a:spLocks noGrp="1"/>
          </p:cNvSpPr>
          <p:nvPr>
            <p:ph type="sldNum" sz="quarter" idx="12"/>
          </p:nvPr>
        </p:nvSpPr>
        <p:spPr/>
        <p:txBody>
          <a:bodyPr/>
          <a:lstStyle/>
          <a:p>
            <a:fld id="{70E85387-20FC-2648-8F1D-0C359D3EA0C8}" type="slidenum">
              <a:rPr lang="en-US" smtClean="0"/>
              <a:t>‹#›</a:t>
            </a:fld>
            <a:endParaRPr lang="en-US"/>
          </a:p>
        </p:txBody>
      </p:sp>
    </p:spTree>
    <p:extLst>
      <p:ext uri="{BB962C8B-B14F-4D97-AF65-F5344CB8AC3E}">
        <p14:creationId xmlns:p14="http://schemas.microsoft.com/office/powerpoint/2010/main" val="34704989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0D2B45-6D3E-5140-9E1A-EA6BD1F7585D}"/>
              </a:ext>
            </a:extLst>
          </p:cNvPr>
          <p:cNvSpPr>
            <a:spLocks noGrp="1"/>
          </p:cNvSpPr>
          <p:nvPr>
            <p:ph type="dt" sz="half" idx="10"/>
          </p:nvPr>
        </p:nvSpPr>
        <p:spPr/>
        <p:txBody>
          <a:bodyPr/>
          <a:lstStyle/>
          <a:p>
            <a:fld id="{47EAACE0-986B-954A-BDE6-68B4D7D9F963}" type="datetimeFigureOut">
              <a:rPr lang="en-US" smtClean="0"/>
              <a:t>8/4/21</a:t>
            </a:fld>
            <a:endParaRPr lang="en-US"/>
          </a:p>
        </p:txBody>
      </p:sp>
      <p:sp>
        <p:nvSpPr>
          <p:cNvPr id="3" name="Footer Placeholder 2">
            <a:extLst>
              <a:ext uri="{FF2B5EF4-FFF2-40B4-BE49-F238E27FC236}">
                <a16:creationId xmlns:a16="http://schemas.microsoft.com/office/drawing/2014/main" id="{57CCA7E1-6DB7-5348-9A38-94A036A2184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F0C71B7-DFE4-0741-A4BB-22829005B463}"/>
              </a:ext>
            </a:extLst>
          </p:cNvPr>
          <p:cNvSpPr>
            <a:spLocks noGrp="1"/>
          </p:cNvSpPr>
          <p:nvPr>
            <p:ph type="sldNum" sz="quarter" idx="12"/>
          </p:nvPr>
        </p:nvSpPr>
        <p:spPr/>
        <p:txBody>
          <a:bodyPr/>
          <a:lstStyle/>
          <a:p>
            <a:fld id="{70E85387-20FC-2648-8F1D-0C359D3EA0C8}" type="slidenum">
              <a:rPr lang="en-US" smtClean="0"/>
              <a:t>‹#›</a:t>
            </a:fld>
            <a:endParaRPr lang="en-US"/>
          </a:p>
        </p:txBody>
      </p:sp>
    </p:spTree>
    <p:extLst>
      <p:ext uri="{BB962C8B-B14F-4D97-AF65-F5344CB8AC3E}">
        <p14:creationId xmlns:p14="http://schemas.microsoft.com/office/powerpoint/2010/main" val="30345908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1B3DB-7E96-B241-951E-E0213CB508F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1795E2D9-6211-4F4B-90D8-E32643AD189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AFDE4D28-C849-1F4E-BEB1-4232BBBD46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EB73FAF-7209-E043-807C-C17A5520B8E7}"/>
              </a:ext>
            </a:extLst>
          </p:cNvPr>
          <p:cNvSpPr>
            <a:spLocks noGrp="1"/>
          </p:cNvSpPr>
          <p:nvPr>
            <p:ph type="dt" sz="half" idx="10"/>
          </p:nvPr>
        </p:nvSpPr>
        <p:spPr/>
        <p:txBody>
          <a:bodyPr/>
          <a:lstStyle/>
          <a:p>
            <a:fld id="{47EAACE0-986B-954A-BDE6-68B4D7D9F963}" type="datetimeFigureOut">
              <a:rPr lang="en-US" smtClean="0"/>
              <a:t>8/4/21</a:t>
            </a:fld>
            <a:endParaRPr lang="en-US"/>
          </a:p>
        </p:txBody>
      </p:sp>
      <p:sp>
        <p:nvSpPr>
          <p:cNvPr id="6" name="Footer Placeholder 5">
            <a:extLst>
              <a:ext uri="{FF2B5EF4-FFF2-40B4-BE49-F238E27FC236}">
                <a16:creationId xmlns:a16="http://schemas.microsoft.com/office/drawing/2014/main" id="{BE19F006-D4FB-EE42-A616-30D03C31B9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F3CA3F-1808-CB4E-942B-E869B8CE5E01}"/>
              </a:ext>
            </a:extLst>
          </p:cNvPr>
          <p:cNvSpPr>
            <a:spLocks noGrp="1"/>
          </p:cNvSpPr>
          <p:nvPr>
            <p:ph type="sldNum" sz="quarter" idx="12"/>
          </p:nvPr>
        </p:nvSpPr>
        <p:spPr/>
        <p:txBody>
          <a:bodyPr/>
          <a:lstStyle/>
          <a:p>
            <a:fld id="{70E85387-20FC-2648-8F1D-0C359D3EA0C8}" type="slidenum">
              <a:rPr lang="en-US" smtClean="0"/>
              <a:t>‹#›</a:t>
            </a:fld>
            <a:endParaRPr lang="en-US"/>
          </a:p>
        </p:txBody>
      </p:sp>
    </p:spTree>
    <p:extLst>
      <p:ext uri="{BB962C8B-B14F-4D97-AF65-F5344CB8AC3E}">
        <p14:creationId xmlns:p14="http://schemas.microsoft.com/office/powerpoint/2010/main" val="13969759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BFB93-FFEA-6B43-AC94-7159009E4E8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D6F7D9EC-D130-1946-8998-11940C629B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a:p>
        </p:txBody>
      </p:sp>
      <p:sp>
        <p:nvSpPr>
          <p:cNvPr id="4" name="Text Placeholder 3">
            <a:extLst>
              <a:ext uri="{FF2B5EF4-FFF2-40B4-BE49-F238E27FC236}">
                <a16:creationId xmlns:a16="http://schemas.microsoft.com/office/drawing/2014/main" id="{B97D7668-5870-B446-A751-8DC3458983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870E1C2-86D2-B740-868A-F6676DD51124}"/>
              </a:ext>
            </a:extLst>
          </p:cNvPr>
          <p:cNvSpPr>
            <a:spLocks noGrp="1"/>
          </p:cNvSpPr>
          <p:nvPr>
            <p:ph type="dt" sz="half" idx="10"/>
          </p:nvPr>
        </p:nvSpPr>
        <p:spPr/>
        <p:txBody>
          <a:bodyPr/>
          <a:lstStyle/>
          <a:p>
            <a:fld id="{47EAACE0-986B-954A-BDE6-68B4D7D9F963}" type="datetimeFigureOut">
              <a:rPr lang="en-US" smtClean="0"/>
              <a:t>8/4/21</a:t>
            </a:fld>
            <a:endParaRPr lang="en-US"/>
          </a:p>
        </p:txBody>
      </p:sp>
      <p:sp>
        <p:nvSpPr>
          <p:cNvPr id="6" name="Footer Placeholder 5">
            <a:extLst>
              <a:ext uri="{FF2B5EF4-FFF2-40B4-BE49-F238E27FC236}">
                <a16:creationId xmlns:a16="http://schemas.microsoft.com/office/drawing/2014/main" id="{47ECBE31-E8B5-BF43-82AD-2FF081CD78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9355F8-0EDC-6D4C-85CC-3AC3BB229035}"/>
              </a:ext>
            </a:extLst>
          </p:cNvPr>
          <p:cNvSpPr>
            <a:spLocks noGrp="1"/>
          </p:cNvSpPr>
          <p:nvPr>
            <p:ph type="sldNum" sz="quarter" idx="12"/>
          </p:nvPr>
        </p:nvSpPr>
        <p:spPr/>
        <p:txBody>
          <a:bodyPr/>
          <a:lstStyle/>
          <a:p>
            <a:fld id="{70E85387-20FC-2648-8F1D-0C359D3EA0C8}" type="slidenum">
              <a:rPr lang="en-US" smtClean="0"/>
              <a:t>‹#›</a:t>
            </a:fld>
            <a:endParaRPr lang="en-US"/>
          </a:p>
        </p:txBody>
      </p:sp>
    </p:spTree>
    <p:extLst>
      <p:ext uri="{BB962C8B-B14F-4D97-AF65-F5344CB8AC3E}">
        <p14:creationId xmlns:p14="http://schemas.microsoft.com/office/powerpoint/2010/main" val="35912665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4E170-EF20-594A-A449-DC901974961D}"/>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D584A1D-6C2C-2945-94AA-730A7F67CFF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CF1DD28-B73A-3B4D-B817-2A14D70162B2}"/>
              </a:ext>
            </a:extLst>
          </p:cNvPr>
          <p:cNvSpPr>
            <a:spLocks noGrp="1"/>
          </p:cNvSpPr>
          <p:nvPr>
            <p:ph type="dt" sz="half" idx="10"/>
          </p:nvPr>
        </p:nvSpPr>
        <p:spPr/>
        <p:txBody>
          <a:bodyPr/>
          <a:lstStyle/>
          <a:p>
            <a:fld id="{47EAACE0-986B-954A-BDE6-68B4D7D9F963}" type="datetimeFigureOut">
              <a:rPr lang="en-US" smtClean="0"/>
              <a:t>8/4/21</a:t>
            </a:fld>
            <a:endParaRPr lang="en-US"/>
          </a:p>
        </p:txBody>
      </p:sp>
      <p:sp>
        <p:nvSpPr>
          <p:cNvPr id="5" name="Footer Placeholder 4">
            <a:extLst>
              <a:ext uri="{FF2B5EF4-FFF2-40B4-BE49-F238E27FC236}">
                <a16:creationId xmlns:a16="http://schemas.microsoft.com/office/drawing/2014/main" id="{A224C8CE-002D-0947-9AC3-A3D63D6D64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96C238-FC97-594A-8BE5-F401E278D913}"/>
              </a:ext>
            </a:extLst>
          </p:cNvPr>
          <p:cNvSpPr>
            <a:spLocks noGrp="1"/>
          </p:cNvSpPr>
          <p:nvPr>
            <p:ph type="sldNum" sz="quarter" idx="12"/>
          </p:nvPr>
        </p:nvSpPr>
        <p:spPr/>
        <p:txBody>
          <a:bodyPr/>
          <a:lstStyle/>
          <a:p>
            <a:fld id="{70E85387-20FC-2648-8F1D-0C359D3EA0C8}" type="slidenum">
              <a:rPr lang="en-US" smtClean="0"/>
              <a:t>‹#›</a:t>
            </a:fld>
            <a:endParaRPr lang="en-US"/>
          </a:p>
        </p:txBody>
      </p:sp>
    </p:spTree>
    <p:extLst>
      <p:ext uri="{BB962C8B-B14F-4D97-AF65-F5344CB8AC3E}">
        <p14:creationId xmlns:p14="http://schemas.microsoft.com/office/powerpoint/2010/main" val="2689923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E7AD74-D535-EE47-9F94-E8712FCCB306}"/>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BB504AE-ACBE-694B-8C8A-48DA810EC93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E142C47-4ACA-904D-A9F0-5427F9FEE8D4}"/>
              </a:ext>
            </a:extLst>
          </p:cNvPr>
          <p:cNvSpPr>
            <a:spLocks noGrp="1"/>
          </p:cNvSpPr>
          <p:nvPr>
            <p:ph type="dt" sz="half" idx="10"/>
          </p:nvPr>
        </p:nvSpPr>
        <p:spPr/>
        <p:txBody>
          <a:bodyPr/>
          <a:lstStyle/>
          <a:p>
            <a:fld id="{47EAACE0-986B-954A-BDE6-68B4D7D9F963}" type="datetimeFigureOut">
              <a:rPr lang="en-US" smtClean="0"/>
              <a:t>8/4/21</a:t>
            </a:fld>
            <a:endParaRPr lang="en-US"/>
          </a:p>
        </p:txBody>
      </p:sp>
      <p:sp>
        <p:nvSpPr>
          <p:cNvPr id="5" name="Footer Placeholder 4">
            <a:extLst>
              <a:ext uri="{FF2B5EF4-FFF2-40B4-BE49-F238E27FC236}">
                <a16:creationId xmlns:a16="http://schemas.microsoft.com/office/drawing/2014/main" id="{E703A839-90C6-CA44-AA4A-5466C0449D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E918E6-8954-6145-826C-A4DF11243907}"/>
              </a:ext>
            </a:extLst>
          </p:cNvPr>
          <p:cNvSpPr>
            <a:spLocks noGrp="1"/>
          </p:cNvSpPr>
          <p:nvPr>
            <p:ph type="sldNum" sz="quarter" idx="12"/>
          </p:nvPr>
        </p:nvSpPr>
        <p:spPr/>
        <p:txBody>
          <a:bodyPr/>
          <a:lstStyle/>
          <a:p>
            <a:fld id="{70E85387-20FC-2648-8F1D-0C359D3EA0C8}" type="slidenum">
              <a:rPr lang="en-US" smtClean="0"/>
              <a:t>‹#›</a:t>
            </a:fld>
            <a:endParaRPr lang="en-US"/>
          </a:p>
        </p:txBody>
      </p:sp>
    </p:spTree>
    <p:extLst>
      <p:ext uri="{BB962C8B-B14F-4D97-AF65-F5344CB8AC3E}">
        <p14:creationId xmlns:p14="http://schemas.microsoft.com/office/powerpoint/2010/main" val="4127087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249271" y="268288"/>
            <a:ext cx="7559040" cy="3900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8" name="Rectangle 7"/>
          <p:cNvSpPr/>
          <p:nvPr/>
        </p:nvSpPr>
        <p:spPr>
          <a:xfrm>
            <a:off x="358587" y="268289"/>
            <a:ext cx="243840" cy="38868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ctrTitle"/>
          </p:nvPr>
        </p:nvSpPr>
        <p:spPr>
          <a:xfrm>
            <a:off x="4267200" y="4208929"/>
            <a:ext cx="7278624" cy="1048684"/>
          </a:xfrm>
        </p:spPr>
        <p:txBody>
          <a:bodyPr vert="horz" lIns="91440" tIns="45720" rIns="91440" bIns="45720" rtlCol="0" anchor="b" anchorCtr="0">
            <a:normAutofit/>
          </a:bodyPr>
          <a:lstStyle>
            <a:lvl1pPr algn="l" defTabSz="914400" rtl="0" eaLnBrk="1" latinLnBrk="0" hangingPunct="1">
              <a:spcBef>
                <a:spcPct val="0"/>
              </a:spcBef>
              <a:buNone/>
              <a:defRPr sz="4600" kern="1200">
                <a:solidFill>
                  <a:schemeClr val="accent1"/>
                </a:solidFill>
                <a:latin typeface="+mj-lt"/>
                <a:ea typeface="+mj-ea"/>
                <a:cs typeface="+mj-cs"/>
              </a:defRPr>
            </a:lvl1pPr>
          </a:lstStyle>
          <a:p>
            <a:r>
              <a:rPr lang="en-GB"/>
              <a:t>Click to edit Master title style</a:t>
            </a:r>
            <a:endParaRPr/>
          </a:p>
        </p:txBody>
      </p:sp>
      <p:sp>
        <p:nvSpPr>
          <p:cNvPr id="3" name="Subtitle 2"/>
          <p:cNvSpPr>
            <a:spLocks noGrp="1"/>
          </p:cNvSpPr>
          <p:nvPr>
            <p:ph type="subTitle" idx="1"/>
          </p:nvPr>
        </p:nvSpPr>
        <p:spPr>
          <a:xfrm>
            <a:off x="4267200" y="5257800"/>
            <a:ext cx="7278624" cy="621792"/>
          </a:xfrm>
        </p:spPr>
        <p:txBody>
          <a:bodyPr vert="horz" lIns="91440" tIns="45720" rIns="91440" bIns="45720" rtlCol="0">
            <a:normAutofit/>
          </a:bodyPr>
          <a:lstStyle>
            <a:lvl1pPr marL="0" indent="0" algn="l" defTabSz="914400" rtl="0" eaLnBrk="1" latinLnBrk="0" hangingPunct="1">
              <a:spcBef>
                <a:spcPts val="0"/>
              </a:spcBef>
              <a:buClr>
                <a:schemeClr val="accent1"/>
              </a:buClr>
              <a:buSzPct val="100000"/>
              <a:buFont typeface="Wingdings 2" pitchFamily="18" charset="2"/>
              <a:buNone/>
              <a:defRPr sz="1600" kern="1200">
                <a:solidFill>
                  <a:schemeClr val="tx2"/>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dirty="0"/>
          </a:p>
        </p:txBody>
      </p:sp>
      <p:sp>
        <p:nvSpPr>
          <p:cNvPr id="4" name="Date Placeholder 3"/>
          <p:cNvSpPr>
            <a:spLocks noGrp="1"/>
          </p:cNvSpPr>
          <p:nvPr>
            <p:ph type="dt" sz="half" idx="10"/>
          </p:nvPr>
        </p:nvSpPr>
        <p:spPr>
          <a:xfrm>
            <a:off x="4368800" y="390526"/>
            <a:ext cx="7339584" cy="365125"/>
          </a:xfrm>
        </p:spPr>
        <p:txBody>
          <a:bodyPr vert="horz" lIns="91440" tIns="45720" rIns="91440" bIns="45720" rtlCol="0" anchor="ctr"/>
          <a:lstStyle>
            <a:lvl1pPr marL="0" algn="r" defTabSz="914400" rtl="0" eaLnBrk="1" latinLnBrk="0" hangingPunct="1">
              <a:defRPr sz="2200" b="0" kern="1200" baseline="0">
                <a:solidFill>
                  <a:schemeClr val="bg1"/>
                </a:solidFill>
                <a:latin typeface="+mn-lt"/>
                <a:ea typeface="+mn-ea"/>
                <a:cs typeface="+mn-cs"/>
              </a:defRPr>
            </a:lvl1pPr>
          </a:lstStyle>
          <a:p>
            <a:fld id="{EB507C1E-5E0D-3E4D-8113-714502558754}" type="datetimeFigureOut">
              <a:rPr lang="en-US" smtClean="0"/>
              <a:t>8/4/21</a:t>
            </a:fld>
            <a:endParaRPr lang="en-US"/>
          </a:p>
        </p:txBody>
      </p:sp>
      <p:sp>
        <p:nvSpPr>
          <p:cNvPr id="5" name="Footer Placeholder 4"/>
          <p:cNvSpPr>
            <a:spLocks noGrp="1"/>
          </p:cNvSpPr>
          <p:nvPr>
            <p:ph type="ftr" sz="quarter" idx="11"/>
          </p:nvPr>
        </p:nvSpPr>
        <p:spPr>
          <a:xfrm>
            <a:off x="4291584" y="6356351"/>
            <a:ext cx="6315456" cy="365125"/>
          </a:xfrm>
        </p:spPr>
        <p:txBody>
          <a:bodyPr vert="horz" lIns="91440" tIns="45720" rIns="91440" bIns="45720" rtlCol="0" anchor="ctr"/>
          <a:lstStyle>
            <a:lvl1pPr marL="0" algn="l" defTabSz="914400" rtl="0" eaLnBrk="1" latinLnBrk="0" hangingPunct="1">
              <a:defRPr sz="1100" b="1" kern="1200">
                <a:solidFill>
                  <a:schemeClr val="tx2">
                    <a:lumMod val="60000"/>
                    <a:lumOff val="40000"/>
                  </a:schemeClr>
                </a:solidFill>
                <a:latin typeface="+mn-lt"/>
                <a:ea typeface="+mn-ea"/>
                <a:cs typeface="+mn-cs"/>
              </a:defRPr>
            </a:lvl1pPr>
          </a:lstStyle>
          <a:p>
            <a:endParaRPr lang="en-US"/>
          </a:p>
        </p:txBody>
      </p:sp>
      <p:sp>
        <p:nvSpPr>
          <p:cNvPr id="6" name="Slide Number Placeholder 5"/>
          <p:cNvSpPr>
            <a:spLocks noGrp="1"/>
          </p:cNvSpPr>
          <p:nvPr>
            <p:ph type="sldNum" sz="quarter" idx="12"/>
          </p:nvPr>
        </p:nvSpPr>
        <p:spPr>
          <a:xfrm>
            <a:off x="11008659" y="6356351"/>
            <a:ext cx="914400" cy="365125"/>
          </a:xfrm>
        </p:spPr>
        <p:txBody>
          <a:bodyPr vert="horz" lIns="91440" tIns="45720" rIns="91440" bIns="45720" rtlCol="0" anchor="ctr"/>
          <a:lstStyle>
            <a:lvl1pPr marL="0" algn="r" defTabSz="914400" rtl="0" eaLnBrk="1" latinLnBrk="0" hangingPunct="1">
              <a:defRPr sz="1100" b="1" kern="1200">
                <a:solidFill>
                  <a:schemeClr val="tx2">
                    <a:lumMod val="60000"/>
                    <a:lumOff val="40000"/>
                  </a:schemeClr>
                </a:solidFill>
                <a:latin typeface="+mn-lt"/>
                <a:ea typeface="+mn-ea"/>
                <a:cs typeface="+mn-cs"/>
              </a:defRPr>
            </a:lvl1pPr>
          </a:lstStyle>
          <a:p>
            <a:fld id="{CC611861-616C-A14E-8244-40FC50D01E26}" type="slidenum">
              <a:rPr lang="en-US" smtClean="0"/>
              <a:t>‹#›</a:t>
            </a:fld>
            <a:endParaRPr lang="en-US"/>
          </a:p>
        </p:txBody>
      </p:sp>
    </p:spTree>
    <p:extLst>
      <p:ext uri="{BB962C8B-B14F-4D97-AF65-F5344CB8AC3E}">
        <p14:creationId xmlns:p14="http://schemas.microsoft.com/office/powerpoint/2010/main" val="23633647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9616141" y="268288"/>
            <a:ext cx="219456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p:txBody>
          <a:bodyPr/>
          <a:lstStyle/>
          <a:p>
            <a:r>
              <a:rPr lang="en-GB"/>
              <a:t>Click to edit Master title style</a:t>
            </a:r>
            <a:endParaRPr/>
          </a:p>
        </p:txBody>
      </p:sp>
      <p:sp>
        <p:nvSpPr>
          <p:cNvPr id="3" name="Content Placeholder 2"/>
          <p:cNvSpPr>
            <a:spLocks noGrp="1"/>
          </p:cNvSpPr>
          <p:nvPr>
            <p:ph idx="1"/>
          </p:nvPr>
        </p:nvSpPr>
        <p:spPr/>
        <p:txBody>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10"/>
          </p:nvPr>
        </p:nvSpPr>
        <p:spPr>
          <a:xfrm>
            <a:off x="9616141" y="6356351"/>
            <a:ext cx="2336800" cy="365125"/>
          </a:xfrm>
        </p:spPr>
        <p:txBody>
          <a:bodyPr/>
          <a:lstStyle/>
          <a:p>
            <a:fld id="{EB507C1E-5E0D-3E4D-8113-714502558754}" type="datetimeFigureOut">
              <a:rPr lang="en-US" smtClean="0"/>
              <a:t>8/4/21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12533979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7" name="Rectangle 6"/>
          <p:cNvSpPr/>
          <p:nvPr/>
        </p:nvSpPr>
        <p:spPr>
          <a:xfrm>
            <a:off x="4249271" y="268288"/>
            <a:ext cx="7559040" cy="25603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ctrTitle"/>
          </p:nvPr>
        </p:nvSpPr>
        <p:spPr>
          <a:xfrm>
            <a:off x="4267200" y="4171950"/>
            <a:ext cx="7277225" cy="1085850"/>
          </a:xfrm>
        </p:spPr>
        <p:txBody>
          <a:bodyPr>
            <a:normAutofit/>
          </a:bodyPr>
          <a:lstStyle>
            <a:lvl1pPr>
              <a:defRPr sz="4600"/>
            </a:lvl1pPr>
          </a:lstStyle>
          <a:p>
            <a:r>
              <a:rPr lang="en-GB"/>
              <a:t>Click to edit Master title style</a:t>
            </a:r>
            <a:endParaRPr/>
          </a:p>
        </p:txBody>
      </p:sp>
      <p:sp>
        <p:nvSpPr>
          <p:cNvPr id="3" name="Subtitle 2"/>
          <p:cNvSpPr>
            <a:spLocks noGrp="1"/>
          </p:cNvSpPr>
          <p:nvPr>
            <p:ph type="subTitle" idx="1"/>
          </p:nvPr>
        </p:nvSpPr>
        <p:spPr>
          <a:xfrm>
            <a:off x="4267201" y="5257800"/>
            <a:ext cx="7277224" cy="618565"/>
          </a:xfrm>
        </p:spPr>
        <p:txBody>
          <a:bodyPr>
            <a:normAutofit/>
          </a:bodyPr>
          <a:lstStyle>
            <a:lvl1pPr marL="0" indent="0" algn="l">
              <a:spcBef>
                <a:spcPct val="0"/>
              </a:spcBef>
              <a:buNone/>
              <a:defRPr sz="1600">
                <a:solidFill>
                  <a:schemeClr val="tx2"/>
                </a:solidFill>
              </a:defRPr>
            </a:lvl1pPr>
            <a:lvl2pPr marL="457200" indent="0" algn="ctr">
              <a:spcBef>
                <a:spcPct val="0"/>
              </a:spcBef>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dirty="0"/>
          </a:p>
        </p:txBody>
      </p:sp>
      <p:sp>
        <p:nvSpPr>
          <p:cNvPr id="4" name="Date Placeholder 3"/>
          <p:cNvSpPr>
            <a:spLocks noGrp="1"/>
          </p:cNvSpPr>
          <p:nvPr>
            <p:ph type="dt" sz="half" idx="10"/>
          </p:nvPr>
        </p:nvSpPr>
        <p:spPr>
          <a:xfrm>
            <a:off x="4368801" y="389966"/>
            <a:ext cx="7333129" cy="365125"/>
          </a:xfrm>
        </p:spPr>
        <p:txBody>
          <a:bodyPr/>
          <a:lstStyle>
            <a:lvl1pPr>
              <a:defRPr sz="2200" b="0" baseline="0">
                <a:solidFill>
                  <a:schemeClr val="bg1"/>
                </a:solidFill>
              </a:defRPr>
            </a:lvl1pPr>
          </a:lstStyle>
          <a:p>
            <a:fld id="{EB507C1E-5E0D-3E4D-8113-714502558754}" type="datetimeFigureOut">
              <a:rPr lang="en-US" smtClean="0"/>
              <a:t>8/4/21</a:t>
            </a:fld>
            <a:endParaRPr lang="en-US"/>
          </a:p>
        </p:txBody>
      </p:sp>
      <p:sp>
        <p:nvSpPr>
          <p:cNvPr id="5" name="Footer Placeholder 4"/>
          <p:cNvSpPr>
            <a:spLocks noGrp="1"/>
          </p:cNvSpPr>
          <p:nvPr>
            <p:ph type="ftr" sz="quarter" idx="11"/>
          </p:nvPr>
        </p:nvSpPr>
        <p:spPr>
          <a:xfrm>
            <a:off x="4285130" y="6356351"/>
            <a:ext cx="6312149" cy="365125"/>
          </a:xfrm>
        </p:spPr>
        <p:txBody>
          <a:bodyPr/>
          <a:lstStyle/>
          <a:p>
            <a:endParaRPr lang="en-US"/>
          </a:p>
        </p:txBody>
      </p:sp>
      <p:sp>
        <p:nvSpPr>
          <p:cNvPr id="6" name="Slide Number Placeholder 5"/>
          <p:cNvSpPr>
            <a:spLocks noGrp="1"/>
          </p:cNvSpPr>
          <p:nvPr>
            <p:ph type="sldNum" sz="quarter" idx="12"/>
          </p:nvPr>
        </p:nvSpPr>
        <p:spPr>
          <a:xfrm>
            <a:off x="11020612" y="6356351"/>
            <a:ext cx="914400" cy="365125"/>
          </a:xfrm>
        </p:spPr>
        <p:txBody>
          <a:bodyPr vert="horz" lIns="91440" tIns="45720" rIns="91440" bIns="45720" rtlCol="0" anchor="ctr"/>
          <a:lstStyle>
            <a:lvl1pPr marL="0" algn="r" defTabSz="914400" rtl="0" eaLnBrk="1" latinLnBrk="0" hangingPunct="1">
              <a:defRPr sz="1100" b="1" kern="1200">
                <a:solidFill>
                  <a:schemeClr val="tx2">
                    <a:lumMod val="60000"/>
                    <a:lumOff val="40000"/>
                  </a:schemeClr>
                </a:solidFill>
                <a:latin typeface="+mn-lt"/>
                <a:ea typeface="+mn-ea"/>
                <a:cs typeface="+mn-cs"/>
              </a:defRPr>
            </a:lvl1pPr>
          </a:lstStyle>
          <a:p>
            <a:fld id="{CC611861-616C-A14E-8244-40FC50D01E26}" type="slidenum">
              <a:rPr lang="en-US" smtClean="0"/>
              <a:t>‹#›</a:t>
            </a:fld>
            <a:endParaRPr lang="en-US"/>
          </a:p>
        </p:txBody>
      </p:sp>
      <p:sp>
        <p:nvSpPr>
          <p:cNvPr id="9" name="Picture Placeholder 8"/>
          <p:cNvSpPr>
            <a:spLocks noGrp="1"/>
          </p:cNvSpPr>
          <p:nvPr>
            <p:ph type="pic" sz="quarter" idx="13"/>
          </p:nvPr>
        </p:nvSpPr>
        <p:spPr>
          <a:xfrm>
            <a:off x="4267201" y="2877671"/>
            <a:ext cx="7529156" cy="1280160"/>
          </a:xfrm>
        </p:spPr>
        <p:txBody>
          <a:bodyPr/>
          <a:lstStyle>
            <a:lvl1pPr>
              <a:buNone/>
              <a:defRPr/>
            </a:lvl1pPr>
          </a:lstStyle>
          <a:p>
            <a:r>
              <a:rPr lang="en-GB"/>
              <a:t>Click icon to add picture</a:t>
            </a:r>
            <a:endParaRPr/>
          </a:p>
        </p:txBody>
      </p:sp>
      <p:sp>
        <p:nvSpPr>
          <p:cNvPr id="10" name="Rectangle 9"/>
          <p:cNvSpPr/>
          <p:nvPr/>
        </p:nvSpPr>
        <p:spPr>
          <a:xfrm>
            <a:off x="358587" y="268289"/>
            <a:ext cx="243840" cy="38868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Tree>
    <p:extLst>
      <p:ext uri="{BB962C8B-B14F-4D97-AF65-F5344CB8AC3E}">
        <p14:creationId xmlns:p14="http://schemas.microsoft.com/office/powerpoint/2010/main" val="8061583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Content, and Picture">
    <p:spTree>
      <p:nvGrpSpPr>
        <p:cNvPr id="1" name=""/>
        <p:cNvGrpSpPr/>
        <p:nvPr/>
      </p:nvGrpSpPr>
      <p:grpSpPr>
        <a:xfrm>
          <a:off x="0" y="0"/>
          <a:ext cx="0" cy="0"/>
          <a:chOff x="0" y="0"/>
          <a:chExt cx="0" cy="0"/>
        </a:xfrm>
      </p:grpSpPr>
      <p:sp>
        <p:nvSpPr>
          <p:cNvPr id="7" name="Rectangle 6"/>
          <p:cNvSpPr/>
          <p:nvPr/>
        </p:nvSpPr>
        <p:spPr>
          <a:xfrm>
            <a:off x="359833" y="268288"/>
            <a:ext cx="219456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2904565" y="914400"/>
            <a:ext cx="8677836" cy="1143000"/>
          </a:xfrm>
        </p:spPr>
        <p:txBody>
          <a:bodyPr/>
          <a:lstStyle/>
          <a:p>
            <a:r>
              <a:rPr lang="en-GB"/>
              <a:t>Click to edit Master title style</a:t>
            </a:r>
            <a:endParaRPr/>
          </a:p>
        </p:txBody>
      </p:sp>
      <p:sp>
        <p:nvSpPr>
          <p:cNvPr id="3" name="Content Placeholder 2"/>
          <p:cNvSpPr>
            <a:spLocks noGrp="1"/>
          </p:cNvSpPr>
          <p:nvPr>
            <p:ph idx="1"/>
          </p:nvPr>
        </p:nvSpPr>
        <p:spPr>
          <a:xfrm>
            <a:off x="2904565" y="2209801"/>
            <a:ext cx="8677836" cy="3916363"/>
          </a:xfrm>
        </p:spPr>
        <p:txBody>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10"/>
          </p:nvPr>
        </p:nvSpPr>
        <p:spPr>
          <a:xfrm>
            <a:off x="9616141" y="6356351"/>
            <a:ext cx="2336800" cy="365125"/>
          </a:xfrm>
        </p:spPr>
        <p:txBody>
          <a:bodyPr/>
          <a:lstStyle/>
          <a:p>
            <a:fld id="{EB507C1E-5E0D-3E4D-8113-714502558754}" type="datetimeFigureOut">
              <a:rPr lang="en-US" smtClean="0"/>
              <a:t>8/4/21</a:t>
            </a:fld>
            <a:endParaRPr lang="en-US"/>
          </a:p>
        </p:txBody>
      </p:sp>
      <p:sp>
        <p:nvSpPr>
          <p:cNvPr id="5" name="Footer Placeholder 4"/>
          <p:cNvSpPr>
            <a:spLocks noGrp="1"/>
          </p:cNvSpPr>
          <p:nvPr>
            <p:ph type="ftr" sz="quarter" idx="11"/>
          </p:nvPr>
        </p:nvSpPr>
        <p:spPr>
          <a:xfrm>
            <a:off x="2904564" y="6356351"/>
            <a:ext cx="6569136" cy="365125"/>
          </a:xfrm>
        </p:spPr>
        <p:txBody>
          <a:bodyPr/>
          <a:lstStyle/>
          <a:p>
            <a:endParaRPr lang="en-US"/>
          </a:p>
        </p:txBody>
      </p:sp>
      <p:sp>
        <p:nvSpPr>
          <p:cNvPr id="6" name="Slide Number Placeholder 5"/>
          <p:cNvSpPr>
            <a:spLocks noGrp="1"/>
          </p:cNvSpPr>
          <p:nvPr>
            <p:ph type="sldNum" sz="quarter" idx="12"/>
          </p:nvPr>
        </p:nvSpPr>
        <p:spPr>
          <a:xfrm>
            <a:off x="442259" y="361017"/>
            <a:ext cx="675341" cy="365125"/>
          </a:xfrm>
        </p:spPr>
        <p:txBody>
          <a:bodyPr/>
          <a:lstStyle/>
          <a:p>
            <a:fld id="{CC611861-616C-A14E-8244-40FC50D01E26}" type="slidenum">
              <a:rPr lang="en-US" smtClean="0"/>
              <a:t>‹#›</a:t>
            </a:fld>
            <a:endParaRPr lang="en-US"/>
          </a:p>
        </p:txBody>
      </p:sp>
      <p:sp>
        <p:nvSpPr>
          <p:cNvPr id="9" name="Picture Placeholder 8"/>
          <p:cNvSpPr>
            <a:spLocks noGrp="1"/>
          </p:cNvSpPr>
          <p:nvPr>
            <p:ph type="pic" sz="quarter" idx="13"/>
          </p:nvPr>
        </p:nvSpPr>
        <p:spPr>
          <a:xfrm>
            <a:off x="359833" y="1976718"/>
            <a:ext cx="2194560" cy="4625788"/>
          </a:xfrm>
        </p:spPr>
        <p:txBody>
          <a:bodyPr/>
          <a:lstStyle>
            <a:lvl1pPr>
              <a:buNone/>
              <a:defRPr/>
            </a:lvl1pPr>
          </a:lstStyle>
          <a:p>
            <a:r>
              <a:rPr lang="en-GB"/>
              <a:t>Click icon to add picture</a:t>
            </a:r>
            <a:endParaRPr/>
          </a:p>
        </p:txBody>
      </p:sp>
    </p:spTree>
    <p:extLst>
      <p:ext uri="{BB962C8B-B14F-4D97-AF65-F5344CB8AC3E}">
        <p14:creationId xmlns:p14="http://schemas.microsoft.com/office/powerpoint/2010/main" val="1473061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10345270" y="268288"/>
            <a:ext cx="1465431" cy="635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2946401" y="3429000"/>
            <a:ext cx="6621928" cy="1398494"/>
          </a:xfrm>
        </p:spPr>
        <p:txBody>
          <a:bodyPr anchor="b" anchorCtr="0"/>
          <a:lstStyle>
            <a:lvl1pPr algn="r">
              <a:defRPr sz="4600" b="0" cap="none" baseline="0"/>
            </a:lvl1pPr>
          </a:lstStyle>
          <a:p>
            <a:r>
              <a:rPr lang="en-GB"/>
              <a:t>Click to edit Master title style</a:t>
            </a:r>
            <a:endParaRPr/>
          </a:p>
        </p:txBody>
      </p:sp>
      <p:sp>
        <p:nvSpPr>
          <p:cNvPr id="3" name="Text Placeholder 2"/>
          <p:cNvSpPr>
            <a:spLocks noGrp="1"/>
          </p:cNvSpPr>
          <p:nvPr>
            <p:ph type="body" idx="1"/>
          </p:nvPr>
        </p:nvSpPr>
        <p:spPr>
          <a:xfrm>
            <a:off x="2946401" y="4824414"/>
            <a:ext cx="6621928" cy="1320800"/>
          </a:xfrm>
        </p:spPr>
        <p:txBody>
          <a:bodyPr anchor="t" anchorCtr="0">
            <a:normAutofit/>
          </a:bodyPr>
          <a:lstStyle>
            <a:lvl1pPr marL="0" indent="0" algn="r">
              <a:spcBef>
                <a:spcPts val="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7416800" y="6356351"/>
            <a:ext cx="2163483" cy="365125"/>
          </a:xfrm>
        </p:spPr>
        <p:txBody>
          <a:bodyPr/>
          <a:lstStyle/>
          <a:p>
            <a:fld id="{EB507C1E-5E0D-3E4D-8113-714502558754}" type="datetimeFigureOut">
              <a:rPr lang="en-US" smtClean="0"/>
              <a:t>8/4/21</a:t>
            </a:fld>
            <a:endParaRPr lang="en-US"/>
          </a:p>
        </p:txBody>
      </p:sp>
      <p:sp>
        <p:nvSpPr>
          <p:cNvPr id="5" name="Footer Placeholder 4"/>
          <p:cNvSpPr>
            <a:spLocks noGrp="1"/>
          </p:cNvSpPr>
          <p:nvPr>
            <p:ph type="ftr" sz="quarter" idx="11"/>
          </p:nvPr>
        </p:nvSpPr>
        <p:spPr>
          <a:xfrm>
            <a:off x="233083" y="6356351"/>
            <a:ext cx="7082117" cy="365125"/>
          </a:xfrm>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12858072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7" name="Rectangle 6"/>
          <p:cNvSpPr/>
          <p:nvPr/>
        </p:nvSpPr>
        <p:spPr>
          <a:xfrm>
            <a:off x="359833" y="4773706"/>
            <a:ext cx="3962400" cy="18445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4960472" y="3429001"/>
            <a:ext cx="6621928" cy="1398494"/>
          </a:xfrm>
        </p:spPr>
        <p:txBody>
          <a:bodyPr anchor="b" anchorCtr="0"/>
          <a:lstStyle>
            <a:lvl1pPr algn="r">
              <a:defRPr sz="4600" b="0" cap="none" baseline="0"/>
            </a:lvl1pPr>
          </a:lstStyle>
          <a:p>
            <a:r>
              <a:rPr lang="en-GB"/>
              <a:t>Click to edit Master title style</a:t>
            </a:r>
            <a:endParaRPr/>
          </a:p>
        </p:txBody>
      </p:sp>
      <p:sp>
        <p:nvSpPr>
          <p:cNvPr id="3" name="Text Placeholder 2"/>
          <p:cNvSpPr>
            <a:spLocks noGrp="1"/>
          </p:cNvSpPr>
          <p:nvPr>
            <p:ph type="body" idx="1"/>
          </p:nvPr>
        </p:nvSpPr>
        <p:spPr>
          <a:xfrm>
            <a:off x="4960472" y="4824414"/>
            <a:ext cx="6621928" cy="1320800"/>
          </a:xfrm>
        </p:spPr>
        <p:txBody>
          <a:bodyPr anchor="t" anchorCtr="0">
            <a:normAutofit/>
          </a:bodyPr>
          <a:lstStyle>
            <a:lvl1pPr marL="0" indent="0" algn="r">
              <a:spcBef>
                <a:spcPts val="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6" name="Slide Number Placeholder 5"/>
          <p:cNvSpPr>
            <a:spLocks noGrp="1"/>
          </p:cNvSpPr>
          <p:nvPr>
            <p:ph type="sldNum" sz="quarter" idx="12"/>
          </p:nvPr>
        </p:nvSpPr>
        <p:spPr>
          <a:xfrm>
            <a:off x="468283" y="6104966"/>
            <a:ext cx="675341" cy="365125"/>
          </a:xfrm>
        </p:spPr>
        <p:txBody>
          <a:bodyPr/>
          <a:lstStyle/>
          <a:p>
            <a:fld id="{CC611861-616C-A14E-8244-40FC50D01E26}" type="slidenum">
              <a:rPr lang="en-US" smtClean="0"/>
              <a:t>‹#›</a:t>
            </a:fld>
            <a:endParaRPr lang="en-US"/>
          </a:p>
        </p:txBody>
      </p:sp>
      <p:sp>
        <p:nvSpPr>
          <p:cNvPr id="9" name="Picture Placeholder 8"/>
          <p:cNvSpPr>
            <a:spLocks noGrp="1"/>
          </p:cNvSpPr>
          <p:nvPr>
            <p:ph type="pic" sz="quarter" idx="13"/>
          </p:nvPr>
        </p:nvSpPr>
        <p:spPr>
          <a:xfrm>
            <a:off x="359832" y="268288"/>
            <a:ext cx="3962400" cy="4438650"/>
          </a:xfrm>
        </p:spPr>
        <p:txBody>
          <a:bodyPr/>
          <a:lstStyle>
            <a:lvl1pPr>
              <a:buNone/>
              <a:defRPr/>
            </a:lvl1pPr>
          </a:lstStyle>
          <a:p>
            <a:r>
              <a:rPr lang="en-GB"/>
              <a:t>Click icon to add picture</a:t>
            </a:r>
            <a:endParaRPr/>
          </a:p>
        </p:txBody>
      </p:sp>
    </p:spTree>
    <p:extLst>
      <p:ext uri="{BB962C8B-B14F-4D97-AF65-F5344CB8AC3E}">
        <p14:creationId xmlns:p14="http://schemas.microsoft.com/office/powerpoint/2010/main" val="6088888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GB"/>
              <a:t>Click to edit Master title style</a:t>
            </a:r>
            <a:endParaRPr/>
          </a:p>
        </p:txBody>
      </p:sp>
      <p:sp>
        <p:nvSpPr>
          <p:cNvPr id="3" name="Content Placeholder 2"/>
          <p:cNvSpPr>
            <a:spLocks noGrp="1"/>
          </p:cNvSpPr>
          <p:nvPr>
            <p:ph sz="half" idx="1"/>
          </p:nvPr>
        </p:nvSpPr>
        <p:spPr>
          <a:xfrm>
            <a:off x="60960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Content Placeholder 3"/>
          <p:cNvSpPr>
            <a:spLocks noGrp="1"/>
          </p:cNvSpPr>
          <p:nvPr>
            <p:ph sz="half" idx="2"/>
          </p:nvPr>
        </p:nvSpPr>
        <p:spPr>
          <a:xfrm>
            <a:off x="570992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8/4/21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7398768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599" y="914400"/>
            <a:ext cx="9851136" cy="1143000"/>
          </a:xfrm>
        </p:spPr>
        <p:txBody>
          <a:bodyPr/>
          <a:lstStyle>
            <a:lvl1pPr>
              <a:defRPr/>
            </a:lvl1pPr>
          </a:lstStyle>
          <a:p>
            <a:r>
              <a:rPr lang="en-GB"/>
              <a:t>Click to edit Master title style</a:t>
            </a:r>
            <a:endParaRPr/>
          </a:p>
        </p:txBody>
      </p:sp>
      <p:sp>
        <p:nvSpPr>
          <p:cNvPr id="3" name="Text Placeholder 2"/>
          <p:cNvSpPr>
            <a:spLocks noGrp="1"/>
          </p:cNvSpPr>
          <p:nvPr>
            <p:ph type="body" idx="1"/>
          </p:nvPr>
        </p:nvSpPr>
        <p:spPr>
          <a:xfrm>
            <a:off x="609600" y="2054132"/>
            <a:ext cx="475488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09600" y="2689412"/>
            <a:ext cx="475488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5" name="Text Placeholder 4"/>
          <p:cNvSpPr>
            <a:spLocks noGrp="1"/>
          </p:cNvSpPr>
          <p:nvPr>
            <p:ph type="body" sz="quarter" idx="3"/>
          </p:nvPr>
        </p:nvSpPr>
        <p:spPr>
          <a:xfrm>
            <a:off x="5705855" y="2054132"/>
            <a:ext cx="475488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705855" y="2689412"/>
            <a:ext cx="475488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7" name="Date Placeholder 6"/>
          <p:cNvSpPr>
            <a:spLocks noGrp="1"/>
          </p:cNvSpPr>
          <p:nvPr>
            <p:ph type="dt" sz="half" idx="10"/>
          </p:nvPr>
        </p:nvSpPr>
        <p:spPr/>
        <p:txBody>
          <a:bodyPr/>
          <a:lstStyle/>
          <a:p>
            <a:fld id="{EB507C1E-5E0D-3E4D-8113-714502558754}" type="datetimeFigureOut">
              <a:rPr lang="en-US" smtClean="0"/>
              <a:t>8/4/21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36331731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GB"/>
              <a:t>Click to edit Master title style</a:t>
            </a:r>
            <a:endParaRPr/>
          </a:p>
        </p:txBody>
      </p:sp>
      <p:sp>
        <p:nvSpPr>
          <p:cNvPr id="3" name="Content Placeholder 2"/>
          <p:cNvSpPr>
            <a:spLocks noGrp="1"/>
          </p:cNvSpPr>
          <p:nvPr>
            <p:ph sz="half" idx="1"/>
          </p:nvPr>
        </p:nvSpPr>
        <p:spPr>
          <a:xfrm>
            <a:off x="609599" y="2214562"/>
            <a:ext cx="9861551"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8/4/21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9" name="Content Placeholder 2"/>
          <p:cNvSpPr>
            <a:spLocks noGrp="1"/>
          </p:cNvSpPr>
          <p:nvPr>
            <p:ph sz="half" idx="13"/>
          </p:nvPr>
        </p:nvSpPr>
        <p:spPr>
          <a:xfrm>
            <a:off x="609599" y="4224973"/>
            <a:ext cx="9861551"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Tree>
    <p:extLst>
      <p:ext uri="{BB962C8B-B14F-4D97-AF65-F5344CB8AC3E}">
        <p14:creationId xmlns:p14="http://schemas.microsoft.com/office/powerpoint/2010/main" val="25846402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GB"/>
              <a:t>Click to edit Master title style</a:t>
            </a:r>
            <a:endParaRPr/>
          </a:p>
        </p:txBody>
      </p:sp>
      <p:sp>
        <p:nvSpPr>
          <p:cNvPr id="3" name="Content Placeholder 2"/>
          <p:cNvSpPr>
            <a:spLocks noGrp="1"/>
          </p:cNvSpPr>
          <p:nvPr>
            <p:ph sz="half" idx="1"/>
          </p:nvPr>
        </p:nvSpPr>
        <p:spPr>
          <a:xfrm>
            <a:off x="570992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8/4/21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9" name="Content Placeholder 2"/>
          <p:cNvSpPr>
            <a:spLocks noGrp="1"/>
          </p:cNvSpPr>
          <p:nvPr>
            <p:ph sz="half" idx="13"/>
          </p:nvPr>
        </p:nvSpPr>
        <p:spPr>
          <a:xfrm>
            <a:off x="570992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10" name="Content Placeholder 2"/>
          <p:cNvSpPr>
            <a:spLocks noGrp="1"/>
          </p:cNvSpPr>
          <p:nvPr>
            <p:ph sz="half" idx="14"/>
          </p:nvPr>
        </p:nvSpPr>
        <p:spPr>
          <a:xfrm>
            <a:off x="60960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Tree>
    <p:extLst>
      <p:ext uri="{BB962C8B-B14F-4D97-AF65-F5344CB8AC3E}">
        <p14:creationId xmlns:p14="http://schemas.microsoft.com/office/powerpoint/2010/main" val="4131788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GB"/>
              <a:t>Click to edit Master title style</a:t>
            </a:r>
            <a:endParaRPr/>
          </a:p>
        </p:txBody>
      </p:sp>
      <p:sp>
        <p:nvSpPr>
          <p:cNvPr id="3" name="Content Placeholder 2"/>
          <p:cNvSpPr>
            <a:spLocks noGrp="1"/>
          </p:cNvSpPr>
          <p:nvPr>
            <p:ph sz="half" idx="1"/>
          </p:nvPr>
        </p:nvSpPr>
        <p:spPr>
          <a:xfrm>
            <a:off x="570992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8/4/21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9" name="Content Placeholder 2"/>
          <p:cNvSpPr>
            <a:spLocks noGrp="1"/>
          </p:cNvSpPr>
          <p:nvPr>
            <p:ph sz="half" idx="13"/>
          </p:nvPr>
        </p:nvSpPr>
        <p:spPr>
          <a:xfrm>
            <a:off x="570992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11" name="Content Placeholder 2"/>
          <p:cNvSpPr>
            <a:spLocks noGrp="1"/>
          </p:cNvSpPr>
          <p:nvPr>
            <p:ph sz="half" idx="14"/>
          </p:nvPr>
        </p:nvSpPr>
        <p:spPr>
          <a:xfrm>
            <a:off x="60960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12" name="Content Placeholder 2"/>
          <p:cNvSpPr>
            <a:spLocks noGrp="1"/>
          </p:cNvSpPr>
          <p:nvPr>
            <p:ph sz="half" idx="15"/>
          </p:nvPr>
        </p:nvSpPr>
        <p:spPr>
          <a:xfrm>
            <a:off x="60960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Tree>
    <p:extLst>
      <p:ext uri="{BB962C8B-B14F-4D97-AF65-F5344CB8AC3E}">
        <p14:creationId xmlns:p14="http://schemas.microsoft.com/office/powerpoint/2010/main" val="6119255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p:txBody>
          <a:bodyPr/>
          <a:lstStyle/>
          <a:p>
            <a:r>
              <a:rPr lang="en-GB"/>
              <a:t>Click to edit Master title style</a:t>
            </a:r>
            <a:endParaRPr/>
          </a:p>
        </p:txBody>
      </p:sp>
      <p:sp>
        <p:nvSpPr>
          <p:cNvPr id="3" name="Date Placeholder 2"/>
          <p:cNvSpPr>
            <a:spLocks noGrp="1"/>
          </p:cNvSpPr>
          <p:nvPr>
            <p:ph type="dt" sz="half" idx="10"/>
          </p:nvPr>
        </p:nvSpPr>
        <p:spPr/>
        <p:txBody>
          <a:bodyPr/>
          <a:lstStyle/>
          <a:p>
            <a:fld id="{EB507C1E-5E0D-3E4D-8113-714502558754}" type="datetimeFigureOut">
              <a:rPr lang="en-US" smtClean="0"/>
              <a:t>8/4/21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40640957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10865225" y="268288"/>
            <a:ext cx="957431"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Date Placeholder 1"/>
          <p:cNvSpPr>
            <a:spLocks noGrp="1"/>
          </p:cNvSpPr>
          <p:nvPr>
            <p:ph type="dt" sz="half" idx="10"/>
          </p:nvPr>
        </p:nvSpPr>
        <p:spPr/>
        <p:txBody>
          <a:bodyPr/>
          <a:lstStyle/>
          <a:p>
            <a:fld id="{EB507C1E-5E0D-3E4D-8113-714502558754}" type="datetimeFigureOut">
              <a:rPr lang="en-US" smtClean="0"/>
              <a:t>8/4/21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294000200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10865225" y="268288"/>
            <a:ext cx="957431"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599" y="995082"/>
            <a:ext cx="4754880" cy="1035424"/>
          </a:xfrm>
        </p:spPr>
        <p:txBody>
          <a:bodyPr anchor="b"/>
          <a:lstStyle>
            <a:lvl1pPr algn="l">
              <a:defRPr sz="2800" b="0"/>
            </a:lvl1pPr>
          </a:lstStyle>
          <a:p>
            <a:r>
              <a:rPr lang="en-GB"/>
              <a:t>Click to edit Master title style</a:t>
            </a:r>
            <a:endParaRPr/>
          </a:p>
        </p:txBody>
      </p:sp>
      <p:sp>
        <p:nvSpPr>
          <p:cNvPr id="3" name="Content Placeholder 2"/>
          <p:cNvSpPr>
            <a:spLocks noGrp="1"/>
          </p:cNvSpPr>
          <p:nvPr>
            <p:ph idx="1"/>
          </p:nvPr>
        </p:nvSpPr>
        <p:spPr>
          <a:xfrm>
            <a:off x="6349403" y="990600"/>
            <a:ext cx="4754880" cy="51355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Text Placeholder 3"/>
          <p:cNvSpPr>
            <a:spLocks noGrp="1"/>
          </p:cNvSpPr>
          <p:nvPr>
            <p:ph type="body" sz="half" idx="2"/>
          </p:nvPr>
        </p:nvSpPr>
        <p:spPr>
          <a:xfrm>
            <a:off x="609599" y="2057401"/>
            <a:ext cx="4754880" cy="3657601"/>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EB507C1E-5E0D-3E4D-8113-714502558754}" type="datetimeFigureOut">
              <a:rPr lang="en-US" smtClean="0"/>
              <a:t>8/4/21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344567765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Rectangle 7"/>
          <p:cNvSpPr/>
          <p:nvPr/>
        </p:nvSpPr>
        <p:spPr>
          <a:xfrm>
            <a:off x="6329081" y="268288"/>
            <a:ext cx="5486400"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599" y="995082"/>
            <a:ext cx="4754880" cy="1035424"/>
          </a:xfrm>
        </p:spPr>
        <p:txBody>
          <a:bodyPr anchor="b"/>
          <a:lstStyle>
            <a:lvl1pPr algn="l">
              <a:defRPr sz="2800" b="0"/>
            </a:lvl1pPr>
          </a:lstStyle>
          <a:p>
            <a:r>
              <a:rPr lang="en-GB"/>
              <a:t>Click to edit Master title style</a:t>
            </a:r>
            <a:endParaRPr/>
          </a:p>
        </p:txBody>
      </p:sp>
      <p:sp>
        <p:nvSpPr>
          <p:cNvPr id="4" name="Text Placeholder 3"/>
          <p:cNvSpPr>
            <a:spLocks noGrp="1"/>
          </p:cNvSpPr>
          <p:nvPr>
            <p:ph type="body" sz="half" idx="2"/>
          </p:nvPr>
        </p:nvSpPr>
        <p:spPr>
          <a:xfrm>
            <a:off x="609599" y="2057401"/>
            <a:ext cx="4754880" cy="3657601"/>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a:xfrm>
            <a:off x="215153" y="6124015"/>
            <a:ext cx="2336800" cy="365125"/>
          </a:xfrm>
        </p:spPr>
        <p:txBody>
          <a:bodyPr/>
          <a:lstStyle>
            <a:lvl1pPr algn="l">
              <a:defRPr/>
            </a:lvl1pPr>
          </a:lstStyle>
          <a:p>
            <a:fld id="{EB507C1E-5E0D-3E4D-8113-714502558754}" type="datetimeFigureOut">
              <a:rPr lang="en-US" smtClean="0"/>
              <a:t>8/4/21</a:t>
            </a:fld>
            <a:endParaRPr lang="en-US"/>
          </a:p>
        </p:txBody>
      </p:sp>
      <p:sp>
        <p:nvSpPr>
          <p:cNvPr id="6" name="Footer Placeholder 5"/>
          <p:cNvSpPr>
            <a:spLocks noGrp="1"/>
          </p:cNvSpPr>
          <p:nvPr>
            <p:ph type="ftr" sz="quarter" idx="11"/>
          </p:nvPr>
        </p:nvSpPr>
        <p:spPr>
          <a:xfrm>
            <a:off x="233083" y="6356351"/>
            <a:ext cx="5151717" cy="365125"/>
          </a:xfrm>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10" name="Picture Placeholder 9"/>
          <p:cNvSpPr>
            <a:spLocks noGrp="1"/>
          </p:cNvSpPr>
          <p:nvPr>
            <p:ph type="pic" sz="quarter" idx="13"/>
          </p:nvPr>
        </p:nvSpPr>
        <p:spPr>
          <a:xfrm>
            <a:off x="6347011" y="990600"/>
            <a:ext cx="5462016" cy="5611813"/>
          </a:xfrm>
        </p:spPr>
        <p:txBody>
          <a:bodyPr/>
          <a:lstStyle>
            <a:lvl1pPr>
              <a:buNone/>
              <a:defRPr/>
            </a:lvl1pPr>
          </a:lstStyle>
          <a:p>
            <a:r>
              <a:rPr lang="en-GB"/>
              <a:t>Click icon to add picture</a:t>
            </a:r>
            <a:endParaRPr/>
          </a:p>
        </p:txBody>
      </p:sp>
    </p:spTree>
    <p:extLst>
      <p:ext uri="{BB962C8B-B14F-4D97-AF65-F5344CB8AC3E}">
        <p14:creationId xmlns:p14="http://schemas.microsoft.com/office/powerpoint/2010/main" val="20341438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8" name="Rectangle 7"/>
          <p:cNvSpPr/>
          <p:nvPr/>
        </p:nvSpPr>
        <p:spPr>
          <a:xfrm>
            <a:off x="9622367" y="268288"/>
            <a:ext cx="2185943" cy="36393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11717" y="4267200"/>
            <a:ext cx="8636000" cy="566738"/>
          </a:xfrm>
        </p:spPr>
        <p:txBody>
          <a:bodyPr anchor="b"/>
          <a:lstStyle>
            <a:lvl1pPr algn="l">
              <a:defRPr sz="2800" b="0"/>
            </a:lvl1pPr>
          </a:lstStyle>
          <a:p>
            <a:r>
              <a:rPr lang="en-GB"/>
              <a:t>Click to edit Master title style</a:t>
            </a:r>
            <a:endParaRPr/>
          </a:p>
        </p:txBody>
      </p:sp>
      <p:sp>
        <p:nvSpPr>
          <p:cNvPr id="3" name="Picture Placeholder 2"/>
          <p:cNvSpPr>
            <a:spLocks noGrp="1"/>
          </p:cNvSpPr>
          <p:nvPr>
            <p:ph type="pic" idx="1"/>
          </p:nvPr>
        </p:nvSpPr>
        <p:spPr>
          <a:xfrm>
            <a:off x="359832" y="268288"/>
            <a:ext cx="9144000" cy="363931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a:p>
        </p:txBody>
      </p:sp>
      <p:sp>
        <p:nvSpPr>
          <p:cNvPr id="4" name="Text Placeholder 3"/>
          <p:cNvSpPr>
            <a:spLocks noGrp="1"/>
          </p:cNvSpPr>
          <p:nvPr>
            <p:ph type="body" sz="half" idx="2"/>
          </p:nvPr>
        </p:nvSpPr>
        <p:spPr>
          <a:xfrm>
            <a:off x="611717" y="4840942"/>
            <a:ext cx="8633883" cy="1304271"/>
          </a:xfrm>
        </p:spPr>
        <p:txBody>
          <a:bodyPr>
            <a:normAutofit/>
          </a:bodyPr>
          <a:lstStyle>
            <a:lvl1pPr marL="0" indent="0">
              <a:spcBef>
                <a:spcPts val="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EB507C1E-5E0D-3E4D-8113-714502558754}" type="datetimeFigureOut">
              <a:rPr lang="en-US" smtClean="0"/>
              <a:t>8/4/21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89168115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4 Pictures with Caption">
    <p:spTree>
      <p:nvGrpSpPr>
        <p:cNvPr id="1" name=""/>
        <p:cNvGrpSpPr/>
        <p:nvPr/>
      </p:nvGrpSpPr>
      <p:grpSpPr>
        <a:xfrm>
          <a:off x="0" y="0"/>
          <a:ext cx="0" cy="0"/>
          <a:chOff x="0" y="0"/>
          <a:chExt cx="0" cy="0"/>
        </a:xfrm>
      </p:grpSpPr>
      <p:sp>
        <p:nvSpPr>
          <p:cNvPr id="8" name="Rectangle 7"/>
          <p:cNvSpPr/>
          <p:nvPr/>
        </p:nvSpPr>
        <p:spPr>
          <a:xfrm>
            <a:off x="10847295" y="268288"/>
            <a:ext cx="961015" cy="36393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11717" y="4267200"/>
            <a:ext cx="8636000" cy="566738"/>
          </a:xfrm>
        </p:spPr>
        <p:txBody>
          <a:bodyPr anchor="b"/>
          <a:lstStyle>
            <a:lvl1pPr algn="l">
              <a:defRPr sz="2800" b="0"/>
            </a:lvl1pPr>
          </a:lstStyle>
          <a:p>
            <a:r>
              <a:rPr lang="en-GB"/>
              <a:t>Click to edit Master title style</a:t>
            </a:r>
            <a:endParaRPr/>
          </a:p>
        </p:txBody>
      </p:sp>
      <p:sp>
        <p:nvSpPr>
          <p:cNvPr id="3" name="Picture Placeholder 2"/>
          <p:cNvSpPr>
            <a:spLocks noGrp="1"/>
          </p:cNvSpPr>
          <p:nvPr>
            <p:ph type="pic" idx="1"/>
          </p:nvPr>
        </p:nvSpPr>
        <p:spPr>
          <a:xfrm>
            <a:off x="359832" y="268288"/>
            <a:ext cx="4008968" cy="363931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a:p>
        </p:txBody>
      </p:sp>
      <p:sp>
        <p:nvSpPr>
          <p:cNvPr id="4" name="Text Placeholder 3"/>
          <p:cNvSpPr>
            <a:spLocks noGrp="1"/>
          </p:cNvSpPr>
          <p:nvPr>
            <p:ph type="body" sz="half" idx="2"/>
          </p:nvPr>
        </p:nvSpPr>
        <p:spPr>
          <a:xfrm>
            <a:off x="611717" y="4840942"/>
            <a:ext cx="8633883" cy="1304271"/>
          </a:xfrm>
        </p:spPr>
        <p:txBody>
          <a:bodyPr>
            <a:normAutofit/>
          </a:bodyPr>
          <a:lstStyle>
            <a:lvl1pPr marL="0" indent="0">
              <a:spcBef>
                <a:spcPts val="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EB507C1E-5E0D-3E4D-8113-714502558754}" type="datetimeFigureOut">
              <a:rPr lang="en-US" smtClean="0"/>
              <a:t>8/4/21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10" name="Picture Placeholder 2"/>
          <p:cNvSpPr>
            <a:spLocks noGrp="1"/>
          </p:cNvSpPr>
          <p:nvPr>
            <p:ph type="pic" idx="13"/>
          </p:nvPr>
        </p:nvSpPr>
        <p:spPr>
          <a:xfrm>
            <a:off x="4470400" y="268289"/>
            <a:ext cx="6269317"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a:p>
        </p:txBody>
      </p:sp>
      <p:sp>
        <p:nvSpPr>
          <p:cNvPr id="11" name="Picture Placeholder 2"/>
          <p:cNvSpPr>
            <a:spLocks noGrp="1"/>
          </p:cNvSpPr>
          <p:nvPr>
            <p:ph type="pic" idx="14"/>
          </p:nvPr>
        </p:nvSpPr>
        <p:spPr>
          <a:xfrm>
            <a:off x="4470400" y="2131936"/>
            <a:ext cx="3072384"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a:p>
        </p:txBody>
      </p:sp>
      <p:sp>
        <p:nvSpPr>
          <p:cNvPr id="12" name="Picture Placeholder 2"/>
          <p:cNvSpPr>
            <a:spLocks noGrp="1"/>
          </p:cNvSpPr>
          <p:nvPr>
            <p:ph type="pic" idx="15"/>
          </p:nvPr>
        </p:nvSpPr>
        <p:spPr>
          <a:xfrm>
            <a:off x="7667333" y="2131936"/>
            <a:ext cx="3072384"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a:p>
        </p:txBody>
      </p:sp>
    </p:spTree>
    <p:extLst>
      <p:ext uri="{BB962C8B-B14F-4D97-AF65-F5344CB8AC3E}">
        <p14:creationId xmlns:p14="http://schemas.microsoft.com/office/powerpoint/2010/main" val="418481089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9616141" y="268288"/>
            <a:ext cx="219456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p:txBody>
          <a:bodyPr/>
          <a:lstStyle/>
          <a:p>
            <a:r>
              <a:rPr lang="en-GB"/>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10"/>
          </p:nvPr>
        </p:nvSpPr>
        <p:spPr/>
        <p:txBody>
          <a:bodyPr/>
          <a:lstStyle/>
          <a:p>
            <a:fld id="{EB507C1E-5E0D-3E4D-8113-714502558754}" type="datetimeFigureOut">
              <a:rPr lang="en-US" smtClean="0"/>
              <a:t>8/4/21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306376094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10865225" y="268288"/>
            <a:ext cx="957431"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Vertical Title 1"/>
          <p:cNvSpPr>
            <a:spLocks noGrp="1"/>
          </p:cNvSpPr>
          <p:nvPr>
            <p:ph type="title" orient="vert"/>
          </p:nvPr>
        </p:nvSpPr>
        <p:spPr>
          <a:xfrm>
            <a:off x="10058399" y="1035425"/>
            <a:ext cx="1763060" cy="5090739"/>
          </a:xfrm>
        </p:spPr>
        <p:txBody>
          <a:bodyPr vert="eaVert" anchor="t" anchorCtr="0"/>
          <a:lstStyle/>
          <a:p>
            <a:r>
              <a:rPr lang="en-GB"/>
              <a:t>Click to edit Master title style</a:t>
            </a:r>
            <a:endParaRPr/>
          </a:p>
        </p:txBody>
      </p:sp>
      <p:sp>
        <p:nvSpPr>
          <p:cNvPr id="3" name="Vertical Text Placeholder 2"/>
          <p:cNvSpPr>
            <a:spLocks noGrp="1"/>
          </p:cNvSpPr>
          <p:nvPr>
            <p:ph type="body" orient="vert" idx="1"/>
          </p:nvPr>
        </p:nvSpPr>
        <p:spPr>
          <a:xfrm>
            <a:off x="609600" y="1035425"/>
            <a:ext cx="8026400" cy="5109789"/>
          </a:xfrm>
        </p:spPr>
        <p:txBody>
          <a:bodyPr vert="eaVert"/>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10"/>
          </p:nvPr>
        </p:nvSpPr>
        <p:spPr/>
        <p:txBody>
          <a:bodyPr/>
          <a:lstStyle/>
          <a:p>
            <a:fld id="{EB507C1E-5E0D-3E4D-8113-714502558754}" type="datetimeFigureOut">
              <a:rPr lang="en-US" smtClean="0"/>
              <a:t>8/4/21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105821040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249271" y="268288"/>
            <a:ext cx="7559040" cy="3900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8" name="Rectangle 7"/>
          <p:cNvSpPr/>
          <p:nvPr/>
        </p:nvSpPr>
        <p:spPr>
          <a:xfrm>
            <a:off x="358587" y="268289"/>
            <a:ext cx="243840" cy="38868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ctrTitle"/>
          </p:nvPr>
        </p:nvSpPr>
        <p:spPr>
          <a:xfrm>
            <a:off x="4267200" y="4208929"/>
            <a:ext cx="7278624" cy="1048684"/>
          </a:xfrm>
        </p:spPr>
        <p:txBody>
          <a:bodyPr vert="horz" lIns="91440" tIns="45720" rIns="91440" bIns="45720" rtlCol="0" anchor="b" anchorCtr="0">
            <a:normAutofit/>
          </a:bodyPr>
          <a:lstStyle>
            <a:lvl1pPr algn="l" defTabSz="914400" rtl="0" eaLnBrk="1" latinLnBrk="0" hangingPunct="1">
              <a:spcBef>
                <a:spcPct val="0"/>
              </a:spcBef>
              <a:buNone/>
              <a:defRPr sz="4600"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4267200" y="5257800"/>
            <a:ext cx="7278624" cy="621792"/>
          </a:xfrm>
        </p:spPr>
        <p:txBody>
          <a:bodyPr vert="horz" lIns="91440" tIns="45720" rIns="91440" bIns="45720" rtlCol="0">
            <a:normAutofit/>
          </a:bodyPr>
          <a:lstStyle>
            <a:lvl1pPr marL="0" indent="0" algn="l" defTabSz="914400" rtl="0" eaLnBrk="1" latinLnBrk="0" hangingPunct="1">
              <a:spcBef>
                <a:spcPts val="0"/>
              </a:spcBef>
              <a:buClr>
                <a:schemeClr val="accent1"/>
              </a:buClr>
              <a:buSzPct val="100000"/>
              <a:buFont typeface="Wingdings 2" pitchFamily="18" charset="2"/>
              <a:buNone/>
              <a:defRPr sz="1600" kern="1200">
                <a:solidFill>
                  <a:schemeClr val="tx2"/>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4" name="Date Placeholder 3"/>
          <p:cNvSpPr>
            <a:spLocks noGrp="1"/>
          </p:cNvSpPr>
          <p:nvPr>
            <p:ph type="dt" sz="half" idx="10"/>
          </p:nvPr>
        </p:nvSpPr>
        <p:spPr>
          <a:xfrm>
            <a:off x="4368800" y="390526"/>
            <a:ext cx="7339584" cy="365125"/>
          </a:xfrm>
        </p:spPr>
        <p:txBody>
          <a:bodyPr vert="horz" lIns="91440" tIns="45720" rIns="91440" bIns="45720" rtlCol="0" anchor="ctr"/>
          <a:lstStyle>
            <a:lvl1pPr marL="0" algn="r" defTabSz="914400" rtl="0" eaLnBrk="1" latinLnBrk="0" hangingPunct="1">
              <a:defRPr sz="2200" b="0" kern="1200" baseline="0">
                <a:solidFill>
                  <a:schemeClr val="bg1"/>
                </a:solidFill>
                <a:latin typeface="+mn-lt"/>
                <a:ea typeface="+mn-ea"/>
                <a:cs typeface="+mn-cs"/>
              </a:defRPr>
            </a:lvl1pPr>
          </a:lstStyle>
          <a:p>
            <a:fld id="{EB507C1E-5E0D-3E4D-8113-714502558754}" type="datetimeFigureOut">
              <a:rPr lang="en-US" smtClean="0"/>
              <a:t>8/4/21</a:t>
            </a:fld>
            <a:endParaRPr lang="en-US"/>
          </a:p>
        </p:txBody>
      </p:sp>
      <p:sp>
        <p:nvSpPr>
          <p:cNvPr id="5" name="Footer Placeholder 4"/>
          <p:cNvSpPr>
            <a:spLocks noGrp="1"/>
          </p:cNvSpPr>
          <p:nvPr>
            <p:ph type="ftr" sz="quarter" idx="11"/>
          </p:nvPr>
        </p:nvSpPr>
        <p:spPr>
          <a:xfrm>
            <a:off x="4291584" y="6356351"/>
            <a:ext cx="6315456" cy="365125"/>
          </a:xfrm>
        </p:spPr>
        <p:txBody>
          <a:bodyPr vert="horz" lIns="91440" tIns="45720" rIns="91440" bIns="45720" rtlCol="0" anchor="ctr"/>
          <a:lstStyle>
            <a:lvl1pPr marL="0" algn="l" defTabSz="914400" rtl="0" eaLnBrk="1" latinLnBrk="0" hangingPunct="1">
              <a:defRPr sz="1100" b="1" kern="1200">
                <a:solidFill>
                  <a:schemeClr val="tx2">
                    <a:lumMod val="60000"/>
                    <a:lumOff val="40000"/>
                  </a:schemeClr>
                </a:solidFill>
                <a:latin typeface="+mn-lt"/>
                <a:ea typeface="+mn-ea"/>
                <a:cs typeface="+mn-cs"/>
              </a:defRPr>
            </a:lvl1pPr>
          </a:lstStyle>
          <a:p>
            <a:endParaRPr lang="en-US"/>
          </a:p>
        </p:txBody>
      </p:sp>
      <p:sp>
        <p:nvSpPr>
          <p:cNvPr id="6" name="Slide Number Placeholder 5"/>
          <p:cNvSpPr>
            <a:spLocks noGrp="1"/>
          </p:cNvSpPr>
          <p:nvPr>
            <p:ph type="sldNum" sz="quarter" idx="12"/>
          </p:nvPr>
        </p:nvSpPr>
        <p:spPr>
          <a:xfrm>
            <a:off x="11008659" y="6356351"/>
            <a:ext cx="914400" cy="365125"/>
          </a:xfrm>
        </p:spPr>
        <p:txBody>
          <a:bodyPr vert="horz" lIns="91440" tIns="45720" rIns="91440" bIns="45720" rtlCol="0" anchor="ctr"/>
          <a:lstStyle>
            <a:lvl1pPr marL="0" algn="r" defTabSz="914400" rtl="0" eaLnBrk="1" latinLnBrk="0" hangingPunct="1">
              <a:defRPr sz="1100" b="1" kern="1200">
                <a:solidFill>
                  <a:schemeClr val="tx2">
                    <a:lumMod val="60000"/>
                    <a:lumOff val="40000"/>
                  </a:schemeClr>
                </a:solidFill>
                <a:latin typeface="+mn-lt"/>
                <a:ea typeface="+mn-ea"/>
                <a:cs typeface="+mn-cs"/>
              </a:defRPr>
            </a:lvl1pPr>
          </a:lstStyle>
          <a:p>
            <a:fld id="{CC611861-616C-A14E-8244-40FC50D01E26}" type="slidenum">
              <a:rPr lang="en-US" smtClean="0"/>
              <a:t>‹#›</a:t>
            </a:fld>
            <a:endParaRPr lang="en-US"/>
          </a:p>
        </p:txBody>
      </p:sp>
    </p:spTree>
    <p:extLst>
      <p:ext uri="{BB962C8B-B14F-4D97-AF65-F5344CB8AC3E}">
        <p14:creationId xmlns:p14="http://schemas.microsoft.com/office/powerpoint/2010/main" val="132919658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9616141" y="268288"/>
            <a:ext cx="219456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a:xfrm>
            <a:off x="9616141" y="6356351"/>
            <a:ext cx="2336800" cy="365125"/>
          </a:xfrm>
        </p:spPr>
        <p:txBody>
          <a:bodyPr/>
          <a:lstStyle/>
          <a:p>
            <a:fld id="{EB507C1E-5E0D-3E4D-8113-714502558754}" type="datetimeFigureOut">
              <a:rPr lang="en-US" smtClean="0"/>
              <a:t>8/4/21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415599235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7" name="Rectangle 6"/>
          <p:cNvSpPr/>
          <p:nvPr/>
        </p:nvSpPr>
        <p:spPr>
          <a:xfrm>
            <a:off x="4249271" y="268288"/>
            <a:ext cx="7559040" cy="25603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ctrTitle"/>
          </p:nvPr>
        </p:nvSpPr>
        <p:spPr>
          <a:xfrm>
            <a:off x="4267200" y="4171950"/>
            <a:ext cx="7277225" cy="1085850"/>
          </a:xfrm>
        </p:spPr>
        <p:txBody>
          <a:bodyPr>
            <a:normAutofit/>
          </a:bodyPr>
          <a:lstStyle>
            <a:lvl1pPr>
              <a:defRPr sz="4600"/>
            </a:lvl1pPr>
          </a:lstStyle>
          <a:p>
            <a:r>
              <a:rPr lang="en-US"/>
              <a:t>Click to edit Master title style</a:t>
            </a:r>
            <a:endParaRPr/>
          </a:p>
        </p:txBody>
      </p:sp>
      <p:sp>
        <p:nvSpPr>
          <p:cNvPr id="3" name="Subtitle 2"/>
          <p:cNvSpPr>
            <a:spLocks noGrp="1"/>
          </p:cNvSpPr>
          <p:nvPr>
            <p:ph type="subTitle" idx="1"/>
          </p:nvPr>
        </p:nvSpPr>
        <p:spPr>
          <a:xfrm>
            <a:off x="4267201" y="5257800"/>
            <a:ext cx="7277224" cy="618565"/>
          </a:xfrm>
        </p:spPr>
        <p:txBody>
          <a:bodyPr>
            <a:normAutofit/>
          </a:bodyPr>
          <a:lstStyle>
            <a:lvl1pPr marL="0" indent="0" algn="l">
              <a:spcBef>
                <a:spcPct val="0"/>
              </a:spcBef>
              <a:buNone/>
              <a:defRPr sz="1600">
                <a:solidFill>
                  <a:schemeClr val="tx2"/>
                </a:solidFill>
              </a:defRPr>
            </a:lvl1pPr>
            <a:lvl2pPr marL="457200" indent="0" algn="ctr">
              <a:spcBef>
                <a:spcPct val="0"/>
              </a:spcBef>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4" name="Date Placeholder 3"/>
          <p:cNvSpPr>
            <a:spLocks noGrp="1"/>
          </p:cNvSpPr>
          <p:nvPr>
            <p:ph type="dt" sz="half" idx="10"/>
          </p:nvPr>
        </p:nvSpPr>
        <p:spPr>
          <a:xfrm>
            <a:off x="4368801" y="389966"/>
            <a:ext cx="7333129" cy="365125"/>
          </a:xfrm>
        </p:spPr>
        <p:txBody>
          <a:bodyPr/>
          <a:lstStyle>
            <a:lvl1pPr>
              <a:defRPr sz="2200" b="0" baseline="0">
                <a:solidFill>
                  <a:schemeClr val="bg1"/>
                </a:solidFill>
              </a:defRPr>
            </a:lvl1pPr>
          </a:lstStyle>
          <a:p>
            <a:fld id="{EB507C1E-5E0D-3E4D-8113-714502558754}" type="datetimeFigureOut">
              <a:rPr lang="en-US" smtClean="0"/>
              <a:t>8/4/21</a:t>
            </a:fld>
            <a:endParaRPr lang="en-US"/>
          </a:p>
        </p:txBody>
      </p:sp>
      <p:sp>
        <p:nvSpPr>
          <p:cNvPr id="5" name="Footer Placeholder 4"/>
          <p:cNvSpPr>
            <a:spLocks noGrp="1"/>
          </p:cNvSpPr>
          <p:nvPr>
            <p:ph type="ftr" sz="quarter" idx="11"/>
          </p:nvPr>
        </p:nvSpPr>
        <p:spPr>
          <a:xfrm>
            <a:off x="4285130" y="6356351"/>
            <a:ext cx="6312149" cy="365125"/>
          </a:xfrm>
        </p:spPr>
        <p:txBody>
          <a:bodyPr/>
          <a:lstStyle/>
          <a:p>
            <a:endParaRPr lang="en-US"/>
          </a:p>
        </p:txBody>
      </p:sp>
      <p:sp>
        <p:nvSpPr>
          <p:cNvPr id="6" name="Slide Number Placeholder 5"/>
          <p:cNvSpPr>
            <a:spLocks noGrp="1"/>
          </p:cNvSpPr>
          <p:nvPr>
            <p:ph type="sldNum" sz="quarter" idx="12"/>
          </p:nvPr>
        </p:nvSpPr>
        <p:spPr>
          <a:xfrm>
            <a:off x="11020612" y="6356351"/>
            <a:ext cx="914400" cy="365125"/>
          </a:xfrm>
        </p:spPr>
        <p:txBody>
          <a:bodyPr vert="horz" lIns="91440" tIns="45720" rIns="91440" bIns="45720" rtlCol="0" anchor="ctr"/>
          <a:lstStyle>
            <a:lvl1pPr marL="0" algn="r" defTabSz="914400" rtl="0" eaLnBrk="1" latinLnBrk="0" hangingPunct="1">
              <a:defRPr sz="1100" b="1" kern="1200">
                <a:solidFill>
                  <a:schemeClr val="tx2">
                    <a:lumMod val="60000"/>
                    <a:lumOff val="40000"/>
                  </a:schemeClr>
                </a:solidFill>
                <a:latin typeface="+mn-lt"/>
                <a:ea typeface="+mn-ea"/>
                <a:cs typeface="+mn-cs"/>
              </a:defRPr>
            </a:lvl1pPr>
          </a:lstStyle>
          <a:p>
            <a:fld id="{CC611861-616C-A14E-8244-40FC50D01E26}" type="slidenum">
              <a:rPr lang="en-US" smtClean="0"/>
              <a:t>‹#›</a:t>
            </a:fld>
            <a:endParaRPr lang="en-US"/>
          </a:p>
        </p:txBody>
      </p:sp>
      <p:sp>
        <p:nvSpPr>
          <p:cNvPr id="9" name="Picture Placeholder 8"/>
          <p:cNvSpPr>
            <a:spLocks noGrp="1"/>
          </p:cNvSpPr>
          <p:nvPr>
            <p:ph type="pic" sz="quarter" idx="13"/>
          </p:nvPr>
        </p:nvSpPr>
        <p:spPr>
          <a:xfrm>
            <a:off x="4267201" y="2877671"/>
            <a:ext cx="7529156" cy="1280160"/>
          </a:xfrm>
        </p:spPr>
        <p:txBody>
          <a:bodyPr/>
          <a:lstStyle>
            <a:lvl1pPr>
              <a:buNone/>
              <a:defRPr/>
            </a:lvl1pPr>
          </a:lstStyle>
          <a:p>
            <a:r>
              <a:rPr lang="en-US"/>
              <a:t>Click icon to add picture</a:t>
            </a:r>
            <a:endParaRPr/>
          </a:p>
        </p:txBody>
      </p:sp>
      <p:sp>
        <p:nvSpPr>
          <p:cNvPr id="10" name="Rectangle 9"/>
          <p:cNvSpPr/>
          <p:nvPr/>
        </p:nvSpPr>
        <p:spPr>
          <a:xfrm>
            <a:off x="358587" y="268289"/>
            <a:ext cx="243840" cy="38868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Tree>
    <p:extLst>
      <p:ext uri="{BB962C8B-B14F-4D97-AF65-F5344CB8AC3E}">
        <p14:creationId xmlns:p14="http://schemas.microsoft.com/office/powerpoint/2010/main" val="285769932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Content, and Picture">
    <p:spTree>
      <p:nvGrpSpPr>
        <p:cNvPr id="1" name=""/>
        <p:cNvGrpSpPr/>
        <p:nvPr/>
      </p:nvGrpSpPr>
      <p:grpSpPr>
        <a:xfrm>
          <a:off x="0" y="0"/>
          <a:ext cx="0" cy="0"/>
          <a:chOff x="0" y="0"/>
          <a:chExt cx="0" cy="0"/>
        </a:xfrm>
      </p:grpSpPr>
      <p:sp>
        <p:nvSpPr>
          <p:cNvPr id="7" name="Rectangle 6"/>
          <p:cNvSpPr/>
          <p:nvPr/>
        </p:nvSpPr>
        <p:spPr>
          <a:xfrm>
            <a:off x="359833" y="268288"/>
            <a:ext cx="219456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2904565" y="914400"/>
            <a:ext cx="8677836" cy="1143000"/>
          </a:xfrm>
        </p:spPr>
        <p:txBody>
          <a:bodyPr/>
          <a:lstStyle/>
          <a:p>
            <a:r>
              <a:rPr lang="en-US"/>
              <a:t>Click to edit Master title style</a:t>
            </a:r>
            <a:endParaRPr/>
          </a:p>
        </p:txBody>
      </p:sp>
      <p:sp>
        <p:nvSpPr>
          <p:cNvPr id="3" name="Content Placeholder 2"/>
          <p:cNvSpPr>
            <a:spLocks noGrp="1"/>
          </p:cNvSpPr>
          <p:nvPr>
            <p:ph idx="1"/>
          </p:nvPr>
        </p:nvSpPr>
        <p:spPr>
          <a:xfrm>
            <a:off x="2904565" y="2209801"/>
            <a:ext cx="8677836" cy="3916363"/>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a:xfrm>
            <a:off x="9616141" y="6356351"/>
            <a:ext cx="2336800" cy="365125"/>
          </a:xfrm>
        </p:spPr>
        <p:txBody>
          <a:bodyPr/>
          <a:lstStyle/>
          <a:p>
            <a:fld id="{EB507C1E-5E0D-3E4D-8113-714502558754}" type="datetimeFigureOut">
              <a:rPr lang="en-US" smtClean="0"/>
              <a:t>8/4/21</a:t>
            </a:fld>
            <a:endParaRPr lang="en-US"/>
          </a:p>
        </p:txBody>
      </p:sp>
      <p:sp>
        <p:nvSpPr>
          <p:cNvPr id="5" name="Footer Placeholder 4"/>
          <p:cNvSpPr>
            <a:spLocks noGrp="1"/>
          </p:cNvSpPr>
          <p:nvPr>
            <p:ph type="ftr" sz="quarter" idx="11"/>
          </p:nvPr>
        </p:nvSpPr>
        <p:spPr>
          <a:xfrm>
            <a:off x="2904564" y="6356351"/>
            <a:ext cx="6569136" cy="365125"/>
          </a:xfrm>
        </p:spPr>
        <p:txBody>
          <a:bodyPr/>
          <a:lstStyle/>
          <a:p>
            <a:endParaRPr lang="en-US"/>
          </a:p>
        </p:txBody>
      </p:sp>
      <p:sp>
        <p:nvSpPr>
          <p:cNvPr id="6" name="Slide Number Placeholder 5"/>
          <p:cNvSpPr>
            <a:spLocks noGrp="1"/>
          </p:cNvSpPr>
          <p:nvPr>
            <p:ph type="sldNum" sz="quarter" idx="12"/>
          </p:nvPr>
        </p:nvSpPr>
        <p:spPr>
          <a:xfrm>
            <a:off x="442259" y="361017"/>
            <a:ext cx="675341" cy="365125"/>
          </a:xfrm>
        </p:spPr>
        <p:txBody>
          <a:bodyPr/>
          <a:lstStyle/>
          <a:p>
            <a:fld id="{CC611861-616C-A14E-8244-40FC50D01E26}" type="slidenum">
              <a:rPr lang="en-US" smtClean="0"/>
              <a:t>‹#›</a:t>
            </a:fld>
            <a:endParaRPr lang="en-US"/>
          </a:p>
        </p:txBody>
      </p:sp>
      <p:sp>
        <p:nvSpPr>
          <p:cNvPr id="9" name="Picture Placeholder 8"/>
          <p:cNvSpPr>
            <a:spLocks noGrp="1"/>
          </p:cNvSpPr>
          <p:nvPr>
            <p:ph type="pic" sz="quarter" idx="13"/>
          </p:nvPr>
        </p:nvSpPr>
        <p:spPr>
          <a:xfrm>
            <a:off x="359833" y="1976718"/>
            <a:ext cx="2194560" cy="4625788"/>
          </a:xfrm>
        </p:spPr>
        <p:txBody>
          <a:bodyPr/>
          <a:lstStyle>
            <a:lvl1pPr>
              <a:buNone/>
              <a:defRPr/>
            </a:lvl1pPr>
          </a:lstStyle>
          <a:p>
            <a:r>
              <a:rPr lang="en-US"/>
              <a:t>Click icon to add picture</a:t>
            </a:r>
            <a:endParaRPr/>
          </a:p>
        </p:txBody>
      </p:sp>
    </p:spTree>
    <p:extLst>
      <p:ext uri="{BB962C8B-B14F-4D97-AF65-F5344CB8AC3E}">
        <p14:creationId xmlns:p14="http://schemas.microsoft.com/office/powerpoint/2010/main" val="152148010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10345270" y="268288"/>
            <a:ext cx="1465431" cy="635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2946401" y="3429000"/>
            <a:ext cx="6621928" cy="1398494"/>
          </a:xfrm>
        </p:spPr>
        <p:txBody>
          <a:bodyPr anchor="b" anchorCtr="0"/>
          <a:lstStyle>
            <a:lvl1pPr algn="r">
              <a:defRPr sz="4600" b="0" cap="none" baseline="0"/>
            </a:lvl1pPr>
          </a:lstStyle>
          <a:p>
            <a:r>
              <a:rPr lang="en-US"/>
              <a:t>Click to edit Master title style</a:t>
            </a:r>
            <a:endParaRPr/>
          </a:p>
        </p:txBody>
      </p:sp>
      <p:sp>
        <p:nvSpPr>
          <p:cNvPr id="3" name="Text Placeholder 2"/>
          <p:cNvSpPr>
            <a:spLocks noGrp="1"/>
          </p:cNvSpPr>
          <p:nvPr>
            <p:ph type="body" idx="1"/>
          </p:nvPr>
        </p:nvSpPr>
        <p:spPr>
          <a:xfrm>
            <a:off x="2946401" y="4824414"/>
            <a:ext cx="6621928" cy="1320800"/>
          </a:xfrm>
        </p:spPr>
        <p:txBody>
          <a:bodyPr anchor="t" anchorCtr="0">
            <a:normAutofit/>
          </a:bodyPr>
          <a:lstStyle>
            <a:lvl1pPr marL="0" indent="0" algn="r">
              <a:spcBef>
                <a:spcPts val="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416800" y="6356351"/>
            <a:ext cx="2163483" cy="365125"/>
          </a:xfrm>
        </p:spPr>
        <p:txBody>
          <a:bodyPr/>
          <a:lstStyle/>
          <a:p>
            <a:fld id="{EB507C1E-5E0D-3E4D-8113-714502558754}" type="datetimeFigureOut">
              <a:rPr lang="en-US" smtClean="0"/>
              <a:t>8/4/21</a:t>
            </a:fld>
            <a:endParaRPr lang="en-US"/>
          </a:p>
        </p:txBody>
      </p:sp>
      <p:sp>
        <p:nvSpPr>
          <p:cNvPr id="5" name="Footer Placeholder 4"/>
          <p:cNvSpPr>
            <a:spLocks noGrp="1"/>
          </p:cNvSpPr>
          <p:nvPr>
            <p:ph type="ftr" sz="quarter" idx="11"/>
          </p:nvPr>
        </p:nvSpPr>
        <p:spPr>
          <a:xfrm>
            <a:off x="233083" y="6356351"/>
            <a:ext cx="7082117" cy="365125"/>
          </a:xfrm>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206402414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7" name="Rectangle 6"/>
          <p:cNvSpPr/>
          <p:nvPr/>
        </p:nvSpPr>
        <p:spPr>
          <a:xfrm>
            <a:off x="359833" y="4773706"/>
            <a:ext cx="3962400" cy="18445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4960472" y="3429001"/>
            <a:ext cx="6621928" cy="1398494"/>
          </a:xfrm>
        </p:spPr>
        <p:txBody>
          <a:bodyPr anchor="b" anchorCtr="0"/>
          <a:lstStyle>
            <a:lvl1pPr algn="r">
              <a:defRPr sz="4600" b="0" cap="none" baseline="0"/>
            </a:lvl1pPr>
          </a:lstStyle>
          <a:p>
            <a:r>
              <a:rPr lang="en-US"/>
              <a:t>Click to edit Master title style</a:t>
            </a:r>
            <a:endParaRPr/>
          </a:p>
        </p:txBody>
      </p:sp>
      <p:sp>
        <p:nvSpPr>
          <p:cNvPr id="3" name="Text Placeholder 2"/>
          <p:cNvSpPr>
            <a:spLocks noGrp="1"/>
          </p:cNvSpPr>
          <p:nvPr>
            <p:ph type="body" idx="1"/>
          </p:nvPr>
        </p:nvSpPr>
        <p:spPr>
          <a:xfrm>
            <a:off x="4960472" y="4824414"/>
            <a:ext cx="6621928" cy="1320800"/>
          </a:xfrm>
        </p:spPr>
        <p:txBody>
          <a:bodyPr anchor="t" anchorCtr="0">
            <a:normAutofit/>
          </a:bodyPr>
          <a:lstStyle>
            <a:lvl1pPr marL="0" indent="0" algn="r">
              <a:spcBef>
                <a:spcPts val="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a:xfrm>
            <a:off x="468283" y="6104966"/>
            <a:ext cx="675341" cy="365125"/>
          </a:xfrm>
        </p:spPr>
        <p:txBody>
          <a:bodyPr/>
          <a:lstStyle/>
          <a:p>
            <a:fld id="{CC611861-616C-A14E-8244-40FC50D01E26}" type="slidenum">
              <a:rPr lang="en-US" smtClean="0"/>
              <a:t>‹#›</a:t>
            </a:fld>
            <a:endParaRPr lang="en-US"/>
          </a:p>
        </p:txBody>
      </p:sp>
      <p:sp>
        <p:nvSpPr>
          <p:cNvPr id="9" name="Picture Placeholder 8"/>
          <p:cNvSpPr>
            <a:spLocks noGrp="1"/>
          </p:cNvSpPr>
          <p:nvPr>
            <p:ph type="pic" sz="quarter" idx="13"/>
          </p:nvPr>
        </p:nvSpPr>
        <p:spPr>
          <a:xfrm>
            <a:off x="359832" y="268288"/>
            <a:ext cx="3962400" cy="4438650"/>
          </a:xfrm>
        </p:spPr>
        <p:txBody>
          <a:bodyPr/>
          <a:lstStyle>
            <a:lvl1pPr>
              <a:buNone/>
              <a:defRPr/>
            </a:lvl1pPr>
          </a:lstStyle>
          <a:p>
            <a:r>
              <a:rPr lang="en-US"/>
              <a:t>Click icon to add picture</a:t>
            </a:r>
            <a:endParaRPr/>
          </a:p>
        </p:txBody>
      </p:sp>
    </p:spTree>
    <p:extLst>
      <p:ext uri="{BB962C8B-B14F-4D97-AF65-F5344CB8AC3E}">
        <p14:creationId xmlns:p14="http://schemas.microsoft.com/office/powerpoint/2010/main" val="397224091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US"/>
              <a:t>Click to edit Master title style</a:t>
            </a:r>
            <a:endParaRPr/>
          </a:p>
        </p:txBody>
      </p:sp>
      <p:sp>
        <p:nvSpPr>
          <p:cNvPr id="3" name="Content Placeholder 2"/>
          <p:cNvSpPr>
            <a:spLocks noGrp="1"/>
          </p:cNvSpPr>
          <p:nvPr>
            <p:ph sz="half" idx="1"/>
          </p:nvPr>
        </p:nvSpPr>
        <p:spPr>
          <a:xfrm>
            <a:off x="60960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570992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8/4/21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110926349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599" y="914400"/>
            <a:ext cx="9851136" cy="1143000"/>
          </a:xfrm>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609600" y="2054132"/>
            <a:ext cx="475488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689412"/>
            <a:ext cx="475488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p:nvPr>
        </p:nvSpPr>
        <p:spPr>
          <a:xfrm>
            <a:off x="5705855" y="2054132"/>
            <a:ext cx="475488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705855" y="2689412"/>
            <a:ext cx="475488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fld id="{EB507C1E-5E0D-3E4D-8113-714502558754}" type="datetimeFigureOut">
              <a:rPr lang="en-US" smtClean="0"/>
              <a:t>8/4/21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8330468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US"/>
              <a:t>Click to edit Master title style</a:t>
            </a:r>
            <a:endParaRPr/>
          </a:p>
        </p:txBody>
      </p:sp>
      <p:sp>
        <p:nvSpPr>
          <p:cNvPr id="3" name="Content Placeholder 2"/>
          <p:cNvSpPr>
            <a:spLocks noGrp="1"/>
          </p:cNvSpPr>
          <p:nvPr>
            <p:ph sz="half" idx="1"/>
          </p:nvPr>
        </p:nvSpPr>
        <p:spPr>
          <a:xfrm>
            <a:off x="609599" y="2214562"/>
            <a:ext cx="9861551"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8/4/21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9" name="Content Placeholder 2"/>
          <p:cNvSpPr>
            <a:spLocks noGrp="1"/>
          </p:cNvSpPr>
          <p:nvPr>
            <p:ph sz="half" idx="13"/>
          </p:nvPr>
        </p:nvSpPr>
        <p:spPr>
          <a:xfrm>
            <a:off x="609599" y="4224973"/>
            <a:ext cx="9861551"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401424448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US"/>
              <a:t>Click to edit Master title style</a:t>
            </a:r>
            <a:endParaRPr/>
          </a:p>
        </p:txBody>
      </p:sp>
      <p:sp>
        <p:nvSpPr>
          <p:cNvPr id="3" name="Content Placeholder 2"/>
          <p:cNvSpPr>
            <a:spLocks noGrp="1"/>
          </p:cNvSpPr>
          <p:nvPr>
            <p:ph sz="half" idx="1"/>
          </p:nvPr>
        </p:nvSpPr>
        <p:spPr>
          <a:xfrm>
            <a:off x="570992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8/4/21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9" name="Content Placeholder 2"/>
          <p:cNvSpPr>
            <a:spLocks noGrp="1"/>
          </p:cNvSpPr>
          <p:nvPr>
            <p:ph sz="half" idx="13"/>
          </p:nvPr>
        </p:nvSpPr>
        <p:spPr>
          <a:xfrm>
            <a:off x="570992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0" name="Content Placeholder 2"/>
          <p:cNvSpPr>
            <a:spLocks noGrp="1"/>
          </p:cNvSpPr>
          <p:nvPr>
            <p:ph sz="half" idx="14"/>
          </p:nvPr>
        </p:nvSpPr>
        <p:spPr>
          <a:xfrm>
            <a:off x="60960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273604418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US"/>
              <a:t>Click to edit Master title style</a:t>
            </a:r>
            <a:endParaRPr/>
          </a:p>
        </p:txBody>
      </p:sp>
      <p:sp>
        <p:nvSpPr>
          <p:cNvPr id="3" name="Content Placeholder 2"/>
          <p:cNvSpPr>
            <a:spLocks noGrp="1"/>
          </p:cNvSpPr>
          <p:nvPr>
            <p:ph sz="half" idx="1"/>
          </p:nvPr>
        </p:nvSpPr>
        <p:spPr>
          <a:xfrm>
            <a:off x="570992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8/4/21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9" name="Content Placeholder 2"/>
          <p:cNvSpPr>
            <a:spLocks noGrp="1"/>
          </p:cNvSpPr>
          <p:nvPr>
            <p:ph sz="half" idx="13"/>
          </p:nvPr>
        </p:nvSpPr>
        <p:spPr>
          <a:xfrm>
            <a:off x="570992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1" name="Content Placeholder 2"/>
          <p:cNvSpPr>
            <a:spLocks noGrp="1"/>
          </p:cNvSpPr>
          <p:nvPr>
            <p:ph sz="half" idx="14"/>
          </p:nvPr>
        </p:nvSpPr>
        <p:spPr>
          <a:xfrm>
            <a:off x="60960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2" name="Content Placeholder 2"/>
          <p:cNvSpPr>
            <a:spLocks noGrp="1"/>
          </p:cNvSpPr>
          <p:nvPr>
            <p:ph sz="half" idx="15"/>
          </p:nvPr>
        </p:nvSpPr>
        <p:spPr>
          <a:xfrm>
            <a:off x="60960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52988554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EB507C1E-5E0D-3E4D-8113-714502558754}" type="datetimeFigureOut">
              <a:rPr lang="en-US" smtClean="0"/>
              <a:t>8/4/21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408638958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10865225" y="268288"/>
            <a:ext cx="957431"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Date Placeholder 1"/>
          <p:cNvSpPr>
            <a:spLocks noGrp="1"/>
          </p:cNvSpPr>
          <p:nvPr>
            <p:ph type="dt" sz="half" idx="10"/>
          </p:nvPr>
        </p:nvSpPr>
        <p:spPr/>
        <p:txBody>
          <a:bodyPr/>
          <a:lstStyle/>
          <a:p>
            <a:fld id="{EB507C1E-5E0D-3E4D-8113-714502558754}" type="datetimeFigureOut">
              <a:rPr lang="en-US" smtClean="0"/>
              <a:t>8/4/21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374631944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10865225" y="268288"/>
            <a:ext cx="957431"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599" y="995082"/>
            <a:ext cx="4754880" cy="1035424"/>
          </a:xfrm>
        </p:spPr>
        <p:txBody>
          <a:bodyPr anchor="b"/>
          <a:lstStyle>
            <a:lvl1pPr algn="l">
              <a:defRPr sz="2800" b="0"/>
            </a:lvl1pPr>
          </a:lstStyle>
          <a:p>
            <a:r>
              <a:rPr lang="en-US"/>
              <a:t>Click to edit Master title style</a:t>
            </a:r>
            <a:endParaRPr/>
          </a:p>
        </p:txBody>
      </p:sp>
      <p:sp>
        <p:nvSpPr>
          <p:cNvPr id="3" name="Content Placeholder 2"/>
          <p:cNvSpPr>
            <a:spLocks noGrp="1"/>
          </p:cNvSpPr>
          <p:nvPr>
            <p:ph idx="1"/>
          </p:nvPr>
        </p:nvSpPr>
        <p:spPr>
          <a:xfrm>
            <a:off x="6349403" y="990600"/>
            <a:ext cx="4754880" cy="51355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609599" y="2057401"/>
            <a:ext cx="4754880" cy="3657601"/>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B507C1E-5E0D-3E4D-8113-714502558754}" type="datetimeFigureOut">
              <a:rPr lang="en-US" smtClean="0"/>
              <a:t>8/4/21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57566670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Rectangle 7"/>
          <p:cNvSpPr/>
          <p:nvPr/>
        </p:nvSpPr>
        <p:spPr>
          <a:xfrm>
            <a:off x="6329081" y="268288"/>
            <a:ext cx="5486400"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599" y="995082"/>
            <a:ext cx="4754880" cy="1035424"/>
          </a:xfrm>
        </p:spPr>
        <p:txBody>
          <a:bodyPr anchor="b"/>
          <a:lstStyle>
            <a:lvl1pPr algn="l">
              <a:defRPr sz="2800" b="0"/>
            </a:lvl1pPr>
          </a:lstStyle>
          <a:p>
            <a:r>
              <a:rPr lang="en-US"/>
              <a:t>Click to edit Master title style</a:t>
            </a:r>
            <a:endParaRPr/>
          </a:p>
        </p:txBody>
      </p:sp>
      <p:sp>
        <p:nvSpPr>
          <p:cNvPr id="4" name="Text Placeholder 3"/>
          <p:cNvSpPr>
            <a:spLocks noGrp="1"/>
          </p:cNvSpPr>
          <p:nvPr>
            <p:ph type="body" sz="half" idx="2"/>
          </p:nvPr>
        </p:nvSpPr>
        <p:spPr>
          <a:xfrm>
            <a:off x="609599" y="2057401"/>
            <a:ext cx="4754880" cy="3657601"/>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215153" y="6124015"/>
            <a:ext cx="2336800" cy="365125"/>
          </a:xfrm>
        </p:spPr>
        <p:txBody>
          <a:bodyPr/>
          <a:lstStyle>
            <a:lvl1pPr algn="l">
              <a:defRPr/>
            </a:lvl1pPr>
          </a:lstStyle>
          <a:p>
            <a:fld id="{EB507C1E-5E0D-3E4D-8113-714502558754}" type="datetimeFigureOut">
              <a:rPr lang="en-US" smtClean="0"/>
              <a:t>8/4/21</a:t>
            </a:fld>
            <a:endParaRPr lang="en-US"/>
          </a:p>
        </p:txBody>
      </p:sp>
      <p:sp>
        <p:nvSpPr>
          <p:cNvPr id="6" name="Footer Placeholder 5"/>
          <p:cNvSpPr>
            <a:spLocks noGrp="1"/>
          </p:cNvSpPr>
          <p:nvPr>
            <p:ph type="ftr" sz="quarter" idx="11"/>
          </p:nvPr>
        </p:nvSpPr>
        <p:spPr>
          <a:xfrm>
            <a:off x="233083" y="6356351"/>
            <a:ext cx="5151717" cy="365125"/>
          </a:xfrm>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10" name="Picture Placeholder 9"/>
          <p:cNvSpPr>
            <a:spLocks noGrp="1"/>
          </p:cNvSpPr>
          <p:nvPr>
            <p:ph type="pic" sz="quarter" idx="13"/>
          </p:nvPr>
        </p:nvSpPr>
        <p:spPr>
          <a:xfrm>
            <a:off x="6347011" y="990600"/>
            <a:ext cx="5462016" cy="5611813"/>
          </a:xfrm>
        </p:spPr>
        <p:txBody>
          <a:bodyPr/>
          <a:lstStyle>
            <a:lvl1pPr>
              <a:buNone/>
              <a:defRPr/>
            </a:lvl1pPr>
          </a:lstStyle>
          <a:p>
            <a:r>
              <a:rPr lang="en-US"/>
              <a:t>Click icon to add picture</a:t>
            </a:r>
            <a:endParaRPr/>
          </a:p>
        </p:txBody>
      </p:sp>
    </p:spTree>
    <p:extLst>
      <p:ext uri="{BB962C8B-B14F-4D97-AF65-F5344CB8AC3E}">
        <p14:creationId xmlns:p14="http://schemas.microsoft.com/office/powerpoint/2010/main" val="402770136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8" name="Rectangle 7"/>
          <p:cNvSpPr/>
          <p:nvPr/>
        </p:nvSpPr>
        <p:spPr>
          <a:xfrm>
            <a:off x="9622367" y="268288"/>
            <a:ext cx="2185943" cy="36393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11717" y="4267200"/>
            <a:ext cx="8636000" cy="566738"/>
          </a:xfrm>
        </p:spPr>
        <p:txBody>
          <a:bodyPr anchor="b"/>
          <a:lstStyle>
            <a:lvl1pPr algn="l">
              <a:defRPr sz="2800" b="0"/>
            </a:lvl1pPr>
          </a:lstStyle>
          <a:p>
            <a:r>
              <a:rPr lang="en-US"/>
              <a:t>Click to edit Master title style</a:t>
            </a:r>
            <a:endParaRPr/>
          </a:p>
        </p:txBody>
      </p:sp>
      <p:sp>
        <p:nvSpPr>
          <p:cNvPr id="3" name="Picture Placeholder 2"/>
          <p:cNvSpPr>
            <a:spLocks noGrp="1"/>
          </p:cNvSpPr>
          <p:nvPr>
            <p:ph type="pic" idx="1"/>
          </p:nvPr>
        </p:nvSpPr>
        <p:spPr>
          <a:xfrm>
            <a:off x="359832" y="268288"/>
            <a:ext cx="9144000" cy="363931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611717" y="4840942"/>
            <a:ext cx="8633883" cy="1304271"/>
          </a:xfrm>
        </p:spPr>
        <p:txBody>
          <a:bodyPr>
            <a:normAutofit/>
          </a:bodyPr>
          <a:lstStyle>
            <a:lvl1pPr marL="0" indent="0">
              <a:spcBef>
                <a:spcPts val="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B507C1E-5E0D-3E4D-8113-714502558754}" type="datetimeFigureOut">
              <a:rPr lang="en-US" smtClean="0"/>
              <a:t>8/4/21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364479677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4 Pictures with Caption">
    <p:spTree>
      <p:nvGrpSpPr>
        <p:cNvPr id="1" name=""/>
        <p:cNvGrpSpPr/>
        <p:nvPr/>
      </p:nvGrpSpPr>
      <p:grpSpPr>
        <a:xfrm>
          <a:off x="0" y="0"/>
          <a:ext cx="0" cy="0"/>
          <a:chOff x="0" y="0"/>
          <a:chExt cx="0" cy="0"/>
        </a:xfrm>
      </p:grpSpPr>
      <p:sp>
        <p:nvSpPr>
          <p:cNvPr id="8" name="Rectangle 7"/>
          <p:cNvSpPr/>
          <p:nvPr/>
        </p:nvSpPr>
        <p:spPr>
          <a:xfrm>
            <a:off x="10847295" y="268288"/>
            <a:ext cx="961015" cy="36393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11717" y="4267200"/>
            <a:ext cx="8636000" cy="566738"/>
          </a:xfrm>
        </p:spPr>
        <p:txBody>
          <a:bodyPr anchor="b"/>
          <a:lstStyle>
            <a:lvl1pPr algn="l">
              <a:defRPr sz="2800" b="0"/>
            </a:lvl1pPr>
          </a:lstStyle>
          <a:p>
            <a:r>
              <a:rPr lang="en-US"/>
              <a:t>Click to edit Master title style</a:t>
            </a:r>
            <a:endParaRPr/>
          </a:p>
        </p:txBody>
      </p:sp>
      <p:sp>
        <p:nvSpPr>
          <p:cNvPr id="3" name="Picture Placeholder 2"/>
          <p:cNvSpPr>
            <a:spLocks noGrp="1"/>
          </p:cNvSpPr>
          <p:nvPr>
            <p:ph type="pic" idx="1"/>
          </p:nvPr>
        </p:nvSpPr>
        <p:spPr>
          <a:xfrm>
            <a:off x="359832" y="268288"/>
            <a:ext cx="4008968" cy="363931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611717" y="4840942"/>
            <a:ext cx="8633883" cy="1304271"/>
          </a:xfrm>
        </p:spPr>
        <p:txBody>
          <a:bodyPr>
            <a:normAutofit/>
          </a:bodyPr>
          <a:lstStyle>
            <a:lvl1pPr marL="0" indent="0">
              <a:spcBef>
                <a:spcPts val="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B507C1E-5E0D-3E4D-8113-714502558754}" type="datetimeFigureOut">
              <a:rPr lang="en-US" smtClean="0"/>
              <a:t>8/4/21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10" name="Picture Placeholder 2"/>
          <p:cNvSpPr>
            <a:spLocks noGrp="1"/>
          </p:cNvSpPr>
          <p:nvPr>
            <p:ph type="pic" idx="13"/>
          </p:nvPr>
        </p:nvSpPr>
        <p:spPr>
          <a:xfrm>
            <a:off x="4470400" y="268289"/>
            <a:ext cx="6269317"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11" name="Picture Placeholder 2"/>
          <p:cNvSpPr>
            <a:spLocks noGrp="1"/>
          </p:cNvSpPr>
          <p:nvPr>
            <p:ph type="pic" idx="14"/>
          </p:nvPr>
        </p:nvSpPr>
        <p:spPr>
          <a:xfrm>
            <a:off x="4470400" y="2131936"/>
            <a:ext cx="3072384"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12" name="Picture Placeholder 2"/>
          <p:cNvSpPr>
            <a:spLocks noGrp="1"/>
          </p:cNvSpPr>
          <p:nvPr>
            <p:ph type="pic" idx="15"/>
          </p:nvPr>
        </p:nvSpPr>
        <p:spPr>
          <a:xfrm>
            <a:off x="7667333" y="2131936"/>
            <a:ext cx="3072384"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Tree>
    <p:extLst>
      <p:ext uri="{BB962C8B-B14F-4D97-AF65-F5344CB8AC3E}">
        <p14:creationId xmlns:p14="http://schemas.microsoft.com/office/powerpoint/2010/main" val="391221822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9616141" y="268288"/>
            <a:ext cx="219456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EB507C1E-5E0D-3E4D-8113-714502558754}" type="datetimeFigureOut">
              <a:rPr lang="en-US" smtClean="0"/>
              <a:t>8/4/21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12786689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10865225" y="268288"/>
            <a:ext cx="957431"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Vertical Title 1"/>
          <p:cNvSpPr>
            <a:spLocks noGrp="1"/>
          </p:cNvSpPr>
          <p:nvPr>
            <p:ph type="title" orient="vert"/>
          </p:nvPr>
        </p:nvSpPr>
        <p:spPr>
          <a:xfrm>
            <a:off x="10058399" y="1035425"/>
            <a:ext cx="1763060" cy="5090739"/>
          </a:xfrm>
        </p:spPr>
        <p:txBody>
          <a:bodyPr vert="eaVert" anchor="t" anchorCtr="0"/>
          <a:lstStyle/>
          <a:p>
            <a:r>
              <a:rPr lang="en-US"/>
              <a:t>Click to edit Master title style</a:t>
            </a:r>
            <a:endParaRPr/>
          </a:p>
        </p:txBody>
      </p:sp>
      <p:sp>
        <p:nvSpPr>
          <p:cNvPr id="3" name="Vertical Text Placeholder 2"/>
          <p:cNvSpPr>
            <a:spLocks noGrp="1"/>
          </p:cNvSpPr>
          <p:nvPr>
            <p:ph type="body" orient="vert" idx="1"/>
          </p:nvPr>
        </p:nvSpPr>
        <p:spPr>
          <a:xfrm>
            <a:off x="609600" y="1035425"/>
            <a:ext cx="8026400" cy="5109789"/>
          </a:xfrm>
        </p:spPr>
        <p:txBody>
          <a:bodyPr vert="eaVert"/>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EB507C1E-5E0D-3E4D-8113-714502558754}" type="datetimeFigureOut">
              <a:rPr lang="en-US" smtClean="0"/>
              <a:t>8/4/21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11716592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slideLayout" Target="../slideLayouts/slideLayout43.xml"/><Relationship Id="rId18" Type="http://schemas.openxmlformats.org/officeDocument/2006/relationships/slideLayout" Target="../slideLayouts/slideLayout48.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17" Type="http://schemas.openxmlformats.org/officeDocument/2006/relationships/slideLayout" Target="../slideLayouts/slideLayout47.xml"/><Relationship Id="rId2" Type="http://schemas.openxmlformats.org/officeDocument/2006/relationships/slideLayout" Target="../slideLayouts/slideLayout32.xml"/><Relationship Id="rId16" Type="http://schemas.openxmlformats.org/officeDocument/2006/relationships/slideLayout" Target="../slideLayouts/slideLayout46.xml"/><Relationship Id="rId20" Type="http://schemas.openxmlformats.org/officeDocument/2006/relationships/theme" Target="../theme/theme3.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5" Type="http://schemas.openxmlformats.org/officeDocument/2006/relationships/slideLayout" Target="../slideLayouts/slideLayout45.xml"/><Relationship Id="rId10" Type="http://schemas.openxmlformats.org/officeDocument/2006/relationships/slideLayout" Target="../slideLayouts/slideLayout40.xml"/><Relationship Id="rId19" Type="http://schemas.openxmlformats.org/officeDocument/2006/relationships/slideLayout" Target="../slideLayouts/slideLayout49.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DC31F3-683C-D045-A95B-0EC27CA2C9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08EF1DC-57E7-904E-98BF-D5D10293DA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9D47479-C980-A84E-A2E5-5881B9D50A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EAACE0-986B-954A-BDE6-68B4D7D9F963}" type="datetimeFigureOut">
              <a:rPr lang="en-US" smtClean="0"/>
              <a:t>8/4/21</a:t>
            </a:fld>
            <a:endParaRPr lang="en-US"/>
          </a:p>
        </p:txBody>
      </p:sp>
      <p:sp>
        <p:nvSpPr>
          <p:cNvPr id="5" name="Footer Placeholder 4">
            <a:extLst>
              <a:ext uri="{FF2B5EF4-FFF2-40B4-BE49-F238E27FC236}">
                <a16:creationId xmlns:a16="http://schemas.microsoft.com/office/drawing/2014/main" id="{F5B25FE8-A678-014F-B1F7-4D6BC1F62D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187D8D9-8D56-9242-B7FA-28E1571212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E85387-20FC-2648-8F1D-0C359D3EA0C8}" type="slidenum">
              <a:rPr lang="en-US" smtClean="0"/>
              <a:t>‹#›</a:t>
            </a:fld>
            <a:endParaRPr lang="en-US"/>
          </a:p>
        </p:txBody>
      </p:sp>
    </p:spTree>
    <p:extLst>
      <p:ext uri="{BB962C8B-B14F-4D97-AF65-F5344CB8AC3E}">
        <p14:creationId xmlns:p14="http://schemas.microsoft.com/office/powerpoint/2010/main" val="26667531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599" y="914400"/>
            <a:ext cx="8677836" cy="1143000"/>
          </a:xfrm>
          <a:prstGeom prst="rect">
            <a:avLst/>
          </a:prstGeom>
        </p:spPr>
        <p:txBody>
          <a:bodyPr vert="horz" lIns="91440" tIns="45720" rIns="91440" bIns="45720" rtlCol="0" anchor="b" anchorCtr="0">
            <a:noAutofit/>
          </a:bodyPr>
          <a:lstStyle/>
          <a:p>
            <a:r>
              <a:rPr lang="en-GB"/>
              <a:t>Click to edit Master title style</a:t>
            </a:r>
            <a:endParaRPr/>
          </a:p>
        </p:txBody>
      </p:sp>
      <p:sp>
        <p:nvSpPr>
          <p:cNvPr id="3" name="Text Placeholder 2"/>
          <p:cNvSpPr>
            <a:spLocks noGrp="1"/>
          </p:cNvSpPr>
          <p:nvPr>
            <p:ph type="body" idx="1"/>
          </p:nvPr>
        </p:nvSpPr>
        <p:spPr>
          <a:xfrm>
            <a:off x="609599" y="2209801"/>
            <a:ext cx="8677836" cy="39163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2"/>
          </p:nvPr>
        </p:nvSpPr>
        <p:spPr>
          <a:xfrm>
            <a:off x="9598212" y="6356351"/>
            <a:ext cx="2336800" cy="365125"/>
          </a:xfrm>
          <a:prstGeom prst="rect">
            <a:avLst/>
          </a:prstGeom>
        </p:spPr>
        <p:txBody>
          <a:bodyPr vert="horz" lIns="91440" tIns="45720" rIns="91440" bIns="45720" rtlCol="0" anchor="ctr"/>
          <a:lstStyle>
            <a:lvl1pPr algn="r">
              <a:defRPr sz="1100" b="1">
                <a:solidFill>
                  <a:schemeClr val="tx2">
                    <a:lumMod val="60000"/>
                    <a:lumOff val="40000"/>
                  </a:schemeClr>
                </a:solidFill>
              </a:defRPr>
            </a:lvl1pPr>
          </a:lstStyle>
          <a:p>
            <a:fld id="{EB507C1E-5E0D-3E4D-8113-714502558754}" type="datetimeFigureOut">
              <a:rPr lang="en-US" smtClean="0"/>
              <a:t>8/4/21</a:t>
            </a:fld>
            <a:endParaRPr lang="en-US"/>
          </a:p>
        </p:txBody>
      </p:sp>
      <p:sp>
        <p:nvSpPr>
          <p:cNvPr id="5" name="Footer Placeholder 4"/>
          <p:cNvSpPr>
            <a:spLocks noGrp="1"/>
          </p:cNvSpPr>
          <p:nvPr>
            <p:ph type="ftr" sz="quarter" idx="3"/>
          </p:nvPr>
        </p:nvSpPr>
        <p:spPr>
          <a:xfrm>
            <a:off x="233083" y="6356351"/>
            <a:ext cx="8009467" cy="365125"/>
          </a:xfrm>
          <a:prstGeom prst="rect">
            <a:avLst/>
          </a:prstGeom>
        </p:spPr>
        <p:txBody>
          <a:bodyPr vert="horz" lIns="91440" tIns="45720" rIns="91440" bIns="45720" rtlCol="0" anchor="ctr"/>
          <a:lstStyle>
            <a:lvl1pPr algn="l">
              <a:defRPr sz="1100" b="1">
                <a:solidFill>
                  <a:schemeClr val="tx2">
                    <a:lumMod val="60000"/>
                    <a:lumOff val="40000"/>
                  </a:schemeClr>
                </a:solidFill>
              </a:defRPr>
            </a:lvl1pPr>
          </a:lstStyle>
          <a:p>
            <a:endParaRPr lang="en-US"/>
          </a:p>
        </p:txBody>
      </p:sp>
      <p:sp>
        <p:nvSpPr>
          <p:cNvPr id="6" name="Slide Number Placeholder 5"/>
          <p:cNvSpPr>
            <a:spLocks noGrp="1"/>
          </p:cNvSpPr>
          <p:nvPr>
            <p:ph type="sldNum" sz="quarter" idx="4"/>
          </p:nvPr>
        </p:nvSpPr>
        <p:spPr>
          <a:xfrm>
            <a:off x="11008659" y="361017"/>
            <a:ext cx="675341" cy="365125"/>
          </a:xfrm>
          <a:prstGeom prst="rect">
            <a:avLst/>
          </a:prstGeom>
        </p:spPr>
        <p:txBody>
          <a:bodyPr vert="horz" lIns="91440" tIns="45720" rIns="91440" bIns="45720" rtlCol="0" anchor="ctr"/>
          <a:lstStyle>
            <a:lvl1pPr algn="r">
              <a:defRPr sz="2200" b="1">
                <a:solidFill>
                  <a:schemeClr val="bg1"/>
                </a:solidFill>
              </a:defRPr>
            </a:lvl1pPr>
          </a:lstStyle>
          <a:p>
            <a:fld id="{CC611861-616C-A14E-8244-40FC50D01E26}" type="slidenum">
              <a:rPr lang="en-US" smtClean="0"/>
              <a:t>‹#›</a:t>
            </a:fld>
            <a:endParaRPr lang="en-US"/>
          </a:p>
        </p:txBody>
      </p:sp>
    </p:spTree>
    <p:extLst>
      <p:ext uri="{BB962C8B-B14F-4D97-AF65-F5344CB8AC3E}">
        <p14:creationId xmlns:p14="http://schemas.microsoft.com/office/powerpoint/2010/main" val="34183186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txStyles>
    <p:titleStyle>
      <a:lvl1pPr algn="l" defTabSz="914400" rtl="0" eaLnBrk="1" latinLnBrk="0" hangingPunct="1">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spcBef>
          <a:spcPts val="1800"/>
        </a:spcBef>
        <a:buClr>
          <a:schemeClr val="accent1"/>
        </a:buClr>
        <a:buSzPct val="100000"/>
        <a:buFont typeface="Wingdings 2" pitchFamily="18" charset="2"/>
        <a:buChar char="¡"/>
        <a:defRPr sz="2000" kern="1200">
          <a:solidFill>
            <a:schemeClr val="tx2"/>
          </a:solidFill>
          <a:latin typeface="+mn-lt"/>
          <a:ea typeface="+mn-ea"/>
          <a:cs typeface="+mn-cs"/>
        </a:defRPr>
      </a:lvl1pPr>
      <a:lvl2pPr marL="4572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2pPr>
      <a:lvl3pPr marL="6858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3pPr>
      <a:lvl4pPr marL="9144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4pPr>
      <a:lvl5pPr marL="11430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5pPr>
      <a:lvl6pPr marL="1377950"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6pPr>
      <a:lvl7pPr marL="1603375" indent="-228600" algn="l" defTabSz="914400" rtl="0" eaLnBrk="1" latinLnBrk="0" hangingPunct="1">
        <a:spcBef>
          <a:spcPct val="20000"/>
        </a:spcBef>
        <a:buClr>
          <a:schemeClr val="accent1"/>
        </a:buClr>
        <a:buFont typeface="Wingdings 2" pitchFamily="18" charset="2"/>
        <a:buChar char=""/>
        <a:defRPr lang="en-US" sz="1800" kern="1200" dirty="0" smtClean="0">
          <a:solidFill>
            <a:schemeClr val="tx2"/>
          </a:solidFill>
          <a:latin typeface="+mn-lt"/>
          <a:ea typeface="+mn-ea"/>
          <a:cs typeface="+mn-cs"/>
        </a:defRPr>
      </a:lvl7pPr>
      <a:lvl8pPr marL="1830388"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8pPr>
      <a:lvl9pPr marL="2057400" indent="-228600" algn="l" defTabSz="914400" rtl="0" eaLnBrk="1" latinLnBrk="0" hangingPunct="1">
        <a:spcBef>
          <a:spcPct val="20000"/>
        </a:spcBef>
        <a:buClr>
          <a:schemeClr val="accent1"/>
        </a:buClr>
        <a:buFont typeface="Wingdings 2" pitchFamily="18" charset="2"/>
        <a:buChar char=""/>
        <a:defRPr lang="en-US" sz="1800" kern="1200" dirty="0">
          <a:solidFill>
            <a:schemeClr val="tx2"/>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599" y="914400"/>
            <a:ext cx="8677836" cy="1143000"/>
          </a:xfrm>
          <a:prstGeom prst="rect">
            <a:avLst/>
          </a:prstGeom>
        </p:spPr>
        <p:txBody>
          <a:bodyPr vert="horz" lIns="91440" tIns="45720" rIns="91440" bIns="45720" rtlCol="0" anchor="b" anchorCtr="0">
            <a:noAutofit/>
          </a:bodyPr>
          <a:lstStyle/>
          <a:p>
            <a:r>
              <a:rPr lang="en-US"/>
              <a:t>Click to edit Master title style</a:t>
            </a:r>
            <a:endParaRPr/>
          </a:p>
        </p:txBody>
      </p:sp>
      <p:sp>
        <p:nvSpPr>
          <p:cNvPr id="3" name="Text Placeholder 2"/>
          <p:cNvSpPr>
            <a:spLocks noGrp="1"/>
          </p:cNvSpPr>
          <p:nvPr>
            <p:ph type="body" idx="1"/>
          </p:nvPr>
        </p:nvSpPr>
        <p:spPr>
          <a:xfrm>
            <a:off x="609599" y="2209801"/>
            <a:ext cx="8677836" cy="39163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2"/>
          </p:nvPr>
        </p:nvSpPr>
        <p:spPr>
          <a:xfrm>
            <a:off x="9598212" y="6356351"/>
            <a:ext cx="2336800" cy="365125"/>
          </a:xfrm>
          <a:prstGeom prst="rect">
            <a:avLst/>
          </a:prstGeom>
        </p:spPr>
        <p:txBody>
          <a:bodyPr vert="horz" lIns="91440" tIns="45720" rIns="91440" bIns="45720" rtlCol="0" anchor="ctr"/>
          <a:lstStyle>
            <a:lvl1pPr algn="r">
              <a:defRPr sz="1100" b="1">
                <a:solidFill>
                  <a:schemeClr val="tx2">
                    <a:lumMod val="60000"/>
                    <a:lumOff val="40000"/>
                  </a:schemeClr>
                </a:solidFill>
              </a:defRPr>
            </a:lvl1pPr>
          </a:lstStyle>
          <a:p>
            <a:fld id="{EB507C1E-5E0D-3E4D-8113-714502558754}" type="datetimeFigureOut">
              <a:rPr lang="en-US" smtClean="0"/>
              <a:t>8/4/21</a:t>
            </a:fld>
            <a:endParaRPr lang="en-US"/>
          </a:p>
        </p:txBody>
      </p:sp>
      <p:sp>
        <p:nvSpPr>
          <p:cNvPr id="5" name="Footer Placeholder 4"/>
          <p:cNvSpPr>
            <a:spLocks noGrp="1"/>
          </p:cNvSpPr>
          <p:nvPr>
            <p:ph type="ftr" sz="quarter" idx="3"/>
          </p:nvPr>
        </p:nvSpPr>
        <p:spPr>
          <a:xfrm>
            <a:off x="233083" y="6356351"/>
            <a:ext cx="8009467" cy="365125"/>
          </a:xfrm>
          <a:prstGeom prst="rect">
            <a:avLst/>
          </a:prstGeom>
        </p:spPr>
        <p:txBody>
          <a:bodyPr vert="horz" lIns="91440" tIns="45720" rIns="91440" bIns="45720" rtlCol="0" anchor="ctr"/>
          <a:lstStyle>
            <a:lvl1pPr algn="l">
              <a:defRPr sz="1100" b="1">
                <a:solidFill>
                  <a:schemeClr val="tx2">
                    <a:lumMod val="60000"/>
                    <a:lumOff val="40000"/>
                  </a:schemeClr>
                </a:solidFill>
              </a:defRPr>
            </a:lvl1pPr>
          </a:lstStyle>
          <a:p>
            <a:endParaRPr lang="en-US"/>
          </a:p>
        </p:txBody>
      </p:sp>
      <p:sp>
        <p:nvSpPr>
          <p:cNvPr id="6" name="Slide Number Placeholder 5"/>
          <p:cNvSpPr>
            <a:spLocks noGrp="1"/>
          </p:cNvSpPr>
          <p:nvPr>
            <p:ph type="sldNum" sz="quarter" idx="4"/>
          </p:nvPr>
        </p:nvSpPr>
        <p:spPr>
          <a:xfrm>
            <a:off x="11008659" y="361017"/>
            <a:ext cx="675341" cy="365125"/>
          </a:xfrm>
          <a:prstGeom prst="rect">
            <a:avLst/>
          </a:prstGeom>
        </p:spPr>
        <p:txBody>
          <a:bodyPr vert="horz" lIns="91440" tIns="45720" rIns="91440" bIns="45720" rtlCol="0" anchor="ctr"/>
          <a:lstStyle>
            <a:lvl1pPr algn="r">
              <a:defRPr sz="2200" b="1">
                <a:solidFill>
                  <a:schemeClr val="bg1"/>
                </a:solidFill>
              </a:defRPr>
            </a:lvl1pPr>
          </a:lstStyle>
          <a:p>
            <a:fld id="{CC611861-616C-A14E-8244-40FC50D01E26}" type="slidenum">
              <a:rPr lang="en-US" smtClean="0"/>
              <a:t>‹#›</a:t>
            </a:fld>
            <a:endParaRPr lang="en-US"/>
          </a:p>
        </p:txBody>
      </p:sp>
    </p:spTree>
    <p:extLst>
      <p:ext uri="{BB962C8B-B14F-4D97-AF65-F5344CB8AC3E}">
        <p14:creationId xmlns:p14="http://schemas.microsoft.com/office/powerpoint/2010/main" val="1953684576"/>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16" r:id="rId15"/>
    <p:sldLayoutId id="2147483717" r:id="rId16"/>
    <p:sldLayoutId id="2147483718" r:id="rId17"/>
    <p:sldLayoutId id="2147483719" r:id="rId18"/>
    <p:sldLayoutId id="2147483720" r:id="rId19"/>
  </p:sldLayoutIdLst>
  <p:txStyles>
    <p:titleStyle>
      <a:lvl1pPr algn="l" defTabSz="914400" rtl="0" eaLnBrk="1" latinLnBrk="0" hangingPunct="1">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spcBef>
          <a:spcPts val="1800"/>
        </a:spcBef>
        <a:buClr>
          <a:schemeClr val="accent1"/>
        </a:buClr>
        <a:buSzPct val="100000"/>
        <a:buFont typeface="Wingdings 2" pitchFamily="18" charset="2"/>
        <a:buChar char="¡"/>
        <a:defRPr sz="2000" kern="1200">
          <a:solidFill>
            <a:schemeClr val="tx2"/>
          </a:solidFill>
          <a:latin typeface="+mn-lt"/>
          <a:ea typeface="+mn-ea"/>
          <a:cs typeface="+mn-cs"/>
        </a:defRPr>
      </a:lvl1pPr>
      <a:lvl2pPr marL="4572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2pPr>
      <a:lvl3pPr marL="6858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3pPr>
      <a:lvl4pPr marL="9144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4pPr>
      <a:lvl5pPr marL="11430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5pPr>
      <a:lvl6pPr marL="1377950"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6pPr>
      <a:lvl7pPr marL="1603375" indent="-228600" algn="l" defTabSz="914400" rtl="0" eaLnBrk="1" latinLnBrk="0" hangingPunct="1">
        <a:spcBef>
          <a:spcPct val="20000"/>
        </a:spcBef>
        <a:buClr>
          <a:schemeClr val="accent1"/>
        </a:buClr>
        <a:buFont typeface="Wingdings 2" pitchFamily="18" charset="2"/>
        <a:buChar char=""/>
        <a:defRPr lang="en-US" sz="1800" kern="1200" dirty="0" smtClean="0">
          <a:solidFill>
            <a:schemeClr val="tx2"/>
          </a:solidFill>
          <a:latin typeface="+mn-lt"/>
          <a:ea typeface="+mn-ea"/>
          <a:cs typeface="+mn-cs"/>
        </a:defRPr>
      </a:lvl7pPr>
      <a:lvl8pPr marL="1830388"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8pPr>
      <a:lvl9pPr marL="2057400" indent="-228600" algn="l" defTabSz="914400" rtl="0" eaLnBrk="1" latinLnBrk="0" hangingPunct="1">
        <a:spcBef>
          <a:spcPct val="20000"/>
        </a:spcBef>
        <a:buClr>
          <a:schemeClr val="accent1"/>
        </a:buClr>
        <a:buFont typeface="Wingdings 2" pitchFamily="18" charset="2"/>
        <a:buChar char=""/>
        <a:defRPr lang="en-US" sz="1800" kern="1200" dirty="0">
          <a:solidFill>
            <a:schemeClr val="tx2"/>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3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6605"/>
            <a:ext cx="3102592" cy="923330"/>
          </a:xfrm>
          <a:prstGeom prst="homePlate">
            <a:avLst/>
          </a:prstGeom>
          <a:solidFill>
            <a:srgbClr val="7030A0"/>
          </a:solidFill>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AU" sz="5400" dirty="0"/>
              <a:t>Do now</a:t>
            </a:r>
          </a:p>
        </p:txBody>
      </p:sp>
      <p:sp>
        <p:nvSpPr>
          <p:cNvPr id="5" name="TextBox 4"/>
          <p:cNvSpPr txBox="1"/>
          <p:nvPr/>
        </p:nvSpPr>
        <p:spPr>
          <a:xfrm>
            <a:off x="309349" y="1265678"/>
            <a:ext cx="11573302" cy="2554545"/>
          </a:xfrm>
          <a:prstGeom prst="rect">
            <a:avLst/>
          </a:prstGeom>
          <a:noFill/>
        </p:spPr>
        <p:txBody>
          <a:bodyPr wrap="square" rtlCol="0">
            <a:spAutoFit/>
          </a:bodyPr>
          <a:lstStyle/>
          <a:p>
            <a:pPr lvl="0">
              <a:defRPr/>
            </a:pPr>
            <a:r>
              <a:rPr lang="en-US" sz="2000" dirty="0"/>
              <a:t>Clarence and his friends have always been way more interested in girls than in graduating, so they decide to spend all of their time and focus on trying to date as many girls as possible. They start to wonder if there is anything they can change about themselves to make it more likely that a lady would say yes to their date requests. After some careful consideration, Clarence and the group came to the conclusion that the type of clothes they wear will make a big difference. So, half of the group spends the month wearing their normal ‘greaser’ clothes and asking out one girl a day. The other half of the group spends the month wearing goth apparel and asking out one girl a day. At the conclusion of the experiment, a tally is made of how many girls accepted the requests of each group.</a:t>
            </a:r>
          </a:p>
        </p:txBody>
      </p:sp>
      <p:sp>
        <p:nvSpPr>
          <p:cNvPr id="2" name="TextBox 1">
            <a:extLst>
              <a:ext uri="{FF2B5EF4-FFF2-40B4-BE49-F238E27FC236}">
                <a16:creationId xmlns:a16="http://schemas.microsoft.com/office/drawing/2014/main" id="{0CB713E8-D0D0-4D35-8F6A-4F52B4B63A36}"/>
              </a:ext>
            </a:extLst>
          </p:cNvPr>
          <p:cNvSpPr txBox="1"/>
          <p:nvPr/>
        </p:nvSpPr>
        <p:spPr>
          <a:xfrm>
            <a:off x="13847" y="4549676"/>
            <a:ext cx="2197290" cy="2308324"/>
          </a:xfrm>
          <a:prstGeom prst="rect">
            <a:avLst/>
          </a:prstGeom>
          <a:noFill/>
          <a:ln w="76200">
            <a:solidFill>
              <a:srgbClr val="FF0000"/>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1" i="0" u="none" strike="noStrike" kern="1200" cap="none" spc="0" normalizeH="0" baseline="0" noProof="0" dirty="0">
                <a:ln>
                  <a:noFill/>
                </a:ln>
                <a:solidFill>
                  <a:prstClr val="black"/>
                </a:solidFill>
                <a:effectLst/>
                <a:uLnTx/>
                <a:uFillTx/>
                <a:latin typeface="Century Gothic"/>
                <a:ea typeface="+mn-ea"/>
                <a:cs typeface="+mn-cs"/>
              </a:rPr>
              <a:t>Reminders: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a:ea typeface="+mn-ea"/>
                <a:cs typeface="+mn-cs"/>
              </a:rPr>
              <a:t>Phones away</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a:ea typeface="+mn-ea"/>
                <a:cs typeface="+mn-cs"/>
              </a:rPr>
              <a:t>Bags on floor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a:ea typeface="+mn-ea"/>
                <a:cs typeface="+mn-cs"/>
              </a:rPr>
              <a:t>Books out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a:ea typeface="+mn-ea"/>
                <a:cs typeface="+mn-cs"/>
              </a:rPr>
              <a:t>Pens out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a:ea typeface="+mn-ea"/>
                <a:cs typeface="+mn-cs"/>
              </a:rPr>
              <a:t>Whiteboard</a:t>
            </a:r>
          </a:p>
        </p:txBody>
      </p:sp>
      <p:sp>
        <p:nvSpPr>
          <p:cNvPr id="6" name="TextBox 5">
            <a:extLst>
              <a:ext uri="{FF2B5EF4-FFF2-40B4-BE49-F238E27FC236}">
                <a16:creationId xmlns:a16="http://schemas.microsoft.com/office/drawing/2014/main" id="{7708B5F5-9BCC-F246-9235-AB1FD38CD960}"/>
              </a:ext>
            </a:extLst>
          </p:cNvPr>
          <p:cNvSpPr txBox="1"/>
          <p:nvPr/>
        </p:nvSpPr>
        <p:spPr>
          <a:xfrm>
            <a:off x="3311617" y="4114994"/>
            <a:ext cx="4639412" cy="1477328"/>
          </a:xfrm>
          <a:prstGeom prst="rect">
            <a:avLst/>
          </a:prstGeom>
          <a:noFill/>
        </p:spPr>
        <p:txBody>
          <a:bodyPr wrap="none" rtlCol="0">
            <a:spAutoFit/>
          </a:bodyPr>
          <a:lstStyle/>
          <a:p>
            <a:pPr marL="342900" indent="-342900">
              <a:buFont typeface="+mj-lt"/>
              <a:buAutoNum type="arabicPeriod"/>
            </a:pPr>
            <a:r>
              <a:rPr lang="en-US" dirty="0"/>
              <a:t>Identify IV and DV</a:t>
            </a:r>
          </a:p>
          <a:p>
            <a:pPr marL="342900" indent="-342900">
              <a:buFont typeface="+mj-lt"/>
              <a:buAutoNum type="arabicPeriod"/>
            </a:pPr>
            <a:r>
              <a:rPr lang="en-US" dirty="0"/>
              <a:t>List 3 possible extraneous variables</a:t>
            </a:r>
          </a:p>
          <a:p>
            <a:pPr marL="342900" indent="-342900">
              <a:buFont typeface="+mj-lt"/>
              <a:buAutoNum type="arabicPeriod"/>
            </a:pPr>
            <a:r>
              <a:rPr lang="en-US" dirty="0"/>
              <a:t>Identify the experimental and control group</a:t>
            </a:r>
          </a:p>
          <a:p>
            <a:pPr marL="342900" indent="-342900">
              <a:buFont typeface="+mj-lt"/>
              <a:buAutoNum type="arabicPeriod"/>
            </a:pPr>
            <a:r>
              <a:rPr lang="en-US" dirty="0"/>
              <a:t>Write a hypothesis for this study</a:t>
            </a:r>
          </a:p>
          <a:p>
            <a:endParaRPr lang="en-US" dirty="0"/>
          </a:p>
        </p:txBody>
      </p:sp>
    </p:spTree>
    <p:extLst>
      <p:ext uri="{BB962C8B-B14F-4D97-AF65-F5344CB8AC3E}">
        <p14:creationId xmlns:p14="http://schemas.microsoft.com/office/powerpoint/2010/main" val="24976694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6605"/>
            <a:ext cx="3102592" cy="923330"/>
          </a:xfrm>
          <a:prstGeom prst="homePlate">
            <a:avLst/>
          </a:prstGeom>
          <a:solidFill>
            <a:srgbClr val="7030A0"/>
          </a:solidFill>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AU" sz="5400" dirty="0"/>
              <a:t>DO NOW</a:t>
            </a:r>
          </a:p>
        </p:txBody>
      </p:sp>
      <p:sp>
        <p:nvSpPr>
          <p:cNvPr id="5" name="TextBox 4"/>
          <p:cNvSpPr txBox="1"/>
          <p:nvPr/>
        </p:nvSpPr>
        <p:spPr>
          <a:xfrm>
            <a:off x="3428176" y="0"/>
            <a:ext cx="5053517" cy="954107"/>
          </a:xfrm>
          <a:prstGeom prst="rect">
            <a:avLst/>
          </a:prstGeom>
          <a:noFill/>
        </p:spPr>
        <p:txBody>
          <a:bodyPr wrap="square" rtlCol="0">
            <a:spAutoFit/>
          </a:bodyPr>
          <a:lstStyle/>
          <a:p>
            <a:pPr lvl="0">
              <a:defRPr/>
            </a:pPr>
            <a:endParaRPr lang="en-US" sz="2800" dirty="0"/>
          </a:p>
          <a:p>
            <a:pPr marL="514350" lvl="0" indent="-514350">
              <a:buAutoNum type="arabicPeriod"/>
              <a:defRPr/>
            </a:pPr>
            <a:endParaRPr lang="en-US" sz="2800" dirty="0"/>
          </a:p>
        </p:txBody>
      </p:sp>
      <p:pic>
        <p:nvPicPr>
          <p:cNvPr id="1026" name="Picture 2" descr="Social Loafing - Hook AP Psychology 2A">
            <a:extLst>
              <a:ext uri="{FF2B5EF4-FFF2-40B4-BE49-F238E27FC236}">
                <a16:creationId xmlns:a16="http://schemas.microsoft.com/office/drawing/2014/main" id="{B4ACE60A-BB5A-834B-A326-946F51085B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4235" y="163773"/>
            <a:ext cx="8036013" cy="514520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550EE84-DF13-944A-9D7A-B7D5A04BE9E6}"/>
              </a:ext>
            </a:extLst>
          </p:cNvPr>
          <p:cNvSpPr txBox="1"/>
          <p:nvPr/>
        </p:nvSpPr>
        <p:spPr>
          <a:xfrm>
            <a:off x="3284235" y="5472751"/>
            <a:ext cx="5987537" cy="1200329"/>
          </a:xfrm>
          <a:prstGeom prst="rect">
            <a:avLst/>
          </a:prstGeom>
          <a:noFill/>
        </p:spPr>
        <p:txBody>
          <a:bodyPr wrap="none" rtlCol="0">
            <a:spAutoFit/>
          </a:bodyPr>
          <a:lstStyle/>
          <a:p>
            <a:pPr marL="342900" indent="-342900">
              <a:buAutoNum type="arabicPeriod"/>
            </a:pPr>
            <a:r>
              <a:rPr lang="en-US" sz="2400" dirty="0"/>
              <a:t>Describe one trend in the data</a:t>
            </a:r>
          </a:p>
          <a:p>
            <a:pPr marL="342900" indent="-342900">
              <a:buAutoNum type="arabicPeriod"/>
            </a:pPr>
            <a:r>
              <a:rPr lang="en-US" sz="2400" dirty="0"/>
              <a:t>Identify two findings from the results above</a:t>
            </a:r>
          </a:p>
          <a:p>
            <a:pPr marL="342900" indent="-342900">
              <a:buAutoNum type="arabicPeriod"/>
            </a:pPr>
            <a:r>
              <a:rPr lang="en-US" sz="2400" dirty="0"/>
              <a:t>Outline a conclusion for this study</a:t>
            </a:r>
          </a:p>
        </p:txBody>
      </p:sp>
      <p:sp>
        <p:nvSpPr>
          <p:cNvPr id="7" name="TextBox 6">
            <a:extLst>
              <a:ext uri="{FF2B5EF4-FFF2-40B4-BE49-F238E27FC236}">
                <a16:creationId xmlns:a16="http://schemas.microsoft.com/office/drawing/2014/main" id="{51A913EF-5012-8545-8BA1-E41B479EA5AD}"/>
              </a:ext>
            </a:extLst>
          </p:cNvPr>
          <p:cNvSpPr txBox="1"/>
          <p:nvPr/>
        </p:nvSpPr>
        <p:spPr>
          <a:xfrm>
            <a:off x="0" y="4549676"/>
            <a:ext cx="2197290" cy="2308324"/>
          </a:xfrm>
          <a:prstGeom prst="rect">
            <a:avLst/>
          </a:prstGeom>
          <a:noFill/>
          <a:ln w="76200">
            <a:solidFill>
              <a:srgbClr val="FF0000"/>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1" i="0" u="none" strike="noStrike" kern="1200" cap="none" spc="0" normalizeH="0" baseline="0" noProof="0" dirty="0">
                <a:ln>
                  <a:noFill/>
                </a:ln>
                <a:solidFill>
                  <a:prstClr val="black"/>
                </a:solidFill>
                <a:effectLst/>
                <a:uLnTx/>
                <a:uFillTx/>
                <a:latin typeface="Century Gothic"/>
                <a:ea typeface="+mn-ea"/>
                <a:cs typeface="+mn-cs"/>
              </a:rPr>
              <a:t>Reminders: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a:ea typeface="+mn-ea"/>
                <a:cs typeface="+mn-cs"/>
              </a:rPr>
              <a:t>Phones away</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a:ea typeface="+mn-ea"/>
                <a:cs typeface="+mn-cs"/>
              </a:rPr>
              <a:t>Bags on floor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a:ea typeface="+mn-ea"/>
                <a:cs typeface="+mn-cs"/>
              </a:rPr>
              <a:t>Books out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a:ea typeface="+mn-ea"/>
                <a:cs typeface="+mn-cs"/>
              </a:rPr>
              <a:t>Pens out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a:ea typeface="+mn-ea"/>
                <a:cs typeface="+mn-cs"/>
              </a:rPr>
              <a:t>Whiteboard</a:t>
            </a:r>
          </a:p>
        </p:txBody>
      </p:sp>
    </p:spTree>
    <p:extLst>
      <p:ext uri="{BB962C8B-B14F-4D97-AF65-F5344CB8AC3E}">
        <p14:creationId xmlns:p14="http://schemas.microsoft.com/office/powerpoint/2010/main" val="3412927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6605"/>
            <a:ext cx="3102592" cy="923330"/>
          </a:xfrm>
          <a:prstGeom prst="homePlate">
            <a:avLst/>
          </a:prstGeom>
          <a:solidFill>
            <a:srgbClr val="7030A0"/>
          </a:solidFill>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AU" sz="5400" dirty="0"/>
              <a:t>Do now</a:t>
            </a:r>
          </a:p>
        </p:txBody>
      </p:sp>
      <p:sp>
        <p:nvSpPr>
          <p:cNvPr id="6" name="TextBox 5">
            <a:extLst>
              <a:ext uri="{FF2B5EF4-FFF2-40B4-BE49-F238E27FC236}">
                <a16:creationId xmlns:a16="http://schemas.microsoft.com/office/drawing/2014/main" id="{1527D097-EBE0-1B40-9755-FF511ABE8861}"/>
              </a:ext>
            </a:extLst>
          </p:cNvPr>
          <p:cNvSpPr txBox="1"/>
          <p:nvPr/>
        </p:nvSpPr>
        <p:spPr>
          <a:xfrm>
            <a:off x="1662545" y="1413164"/>
            <a:ext cx="5785558" cy="3323987"/>
          </a:xfrm>
          <a:prstGeom prst="rect">
            <a:avLst/>
          </a:prstGeom>
          <a:noFill/>
        </p:spPr>
        <p:txBody>
          <a:bodyPr wrap="none" rtlCol="0">
            <a:spAutoFit/>
          </a:bodyPr>
          <a:lstStyle/>
          <a:p>
            <a:r>
              <a:rPr lang="en-US" sz="2400" dirty="0"/>
              <a:t>1. Give two examples of descriptive statistics</a:t>
            </a:r>
          </a:p>
          <a:p>
            <a:r>
              <a:rPr lang="en-US" sz="2400" dirty="0"/>
              <a:t>2. Give one example of an inferential statistic</a:t>
            </a:r>
          </a:p>
          <a:p>
            <a:r>
              <a:rPr lang="en-US" sz="2400" dirty="0"/>
              <a:t>3. What if the role of a P value in research?</a:t>
            </a:r>
          </a:p>
          <a:p>
            <a:r>
              <a:rPr lang="en-US" sz="2400" dirty="0"/>
              <a:t>4. Interpret the following: </a:t>
            </a:r>
          </a:p>
          <a:p>
            <a:endParaRPr lang="en-US" sz="2400" dirty="0"/>
          </a:p>
          <a:p>
            <a:pPr algn="ctr"/>
            <a:r>
              <a:rPr lang="en-US" sz="2400" dirty="0"/>
              <a:t>P &gt; 0.05</a:t>
            </a:r>
          </a:p>
          <a:p>
            <a:pPr algn="ctr"/>
            <a:r>
              <a:rPr lang="en-US" sz="2400" dirty="0"/>
              <a:t>P &lt; 0.003</a:t>
            </a:r>
          </a:p>
          <a:p>
            <a:pPr algn="ctr"/>
            <a:r>
              <a:rPr lang="en-US" sz="2400" dirty="0"/>
              <a:t>P &lt; 0.2</a:t>
            </a:r>
          </a:p>
          <a:p>
            <a:endParaRPr lang="en-US" dirty="0"/>
          </a:p>
        </p:txBody>
      </p:sp>
    </p:spTree>
    <p:extLst>
      <p:ext uri="{BB962C8B-B14F-4D97-AF65-F5344CB8AC3E}">
        <p14:creationId xmlns:p14="http://schemas.microsoft.com/office/powerpoint/2010/main" val="14417056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E05ECE2-A4B7-3849-8B64-7307B18A49C1}"/>
              </a:ext>
            </a:extLst>
          </p:cNvPr>
          <p:cNvPicPr>
            <a:picLocks noChangeAspect="1"/>
          </p:cNvPicPr>
          <p:nvPr/>
        </p:nvPicPr>
        <p:blipFill>
          <a:blip r:embed="rId2"/>
          <a:stretch>
            <a:fillRect/>
          </a:stretch>
        </p:blipFill>
        <p:spPr>
          <a:xfrm>
            <a:off x="1206500" y="98796"/>
            <a:ext cx="9779000" cy="2717800"/>
          </a:xfrm>
          <a:prstGeom prst="rect">
            <a:avLst/>
          </a:prstGeom>
        </p:spPr>
      </p:pic>
      <p:pic>
        <p:nvPicPr>
          <p:cNvPr id="6" name="Picture 5">
            <a:extLst>
              <a:ext uri="{FF2B5EF4-FFF2-40B4-BE49-F238E27FC236}">
                <a16:creationId xmlns:a16="http://schemas.microsoft.com/office/drawing/2014/main" id="{FC277271-F0D9-7641-9DF6-F6D5F9FEE11B}"/>
              </a:ext>
            </a:extLst>
          </p:cNvPr>
          <p:cNvPicPr>
            <a:picLocks noChangeAspect="1"/>
          </p:cNvPicPr>
          <p:nvPr/>
        </p:nvPicPr>
        <p:blipFill>
          <a:blip r:embed="rId3"/>
          <a:stretch>
            <a:fillRect/>
          </a:stretch>
        </p:blipFill>
        <p:spPr>
          <a:xfrm>
            <a:off x="1206500" y="3016250"/>
            <a:ext cx="8750300" cy="825500"/>
          </a:xfrm>
          <a:prstGeom prst="rect">
            <a:avLst/>
          </a:prstGeom>
        </p:spPr>
      </p:pic>
      <p:pic>
        <p:nvPicPr>
          <p:cNvPr id="7" name="Picture 6">
            <a:extLst>
              <a:ext uri="{FF2B5EF4-FFF2-40B4-BE49-F238E27FC236}">
                <a16:creationId xmlns:a16="http://schemas.microsoft.com/office/drawing/2014/main" id="{B6A86AC6-CA59-1148-B402-EEFA22762DD1}"/>
              </a:ext>
            </a:extLst>
          </p:cNvPr>
          <p:cNvPicPr>
            <a:picLocks noChangeAspect="1"/>
          </p:cNvPicPr>
          <p:nvPr/>
        </p:nvPicPr>
        <p:blipFill>
          <a:blip r:embed="rId4"/>
          <a:stretch>
            <a:fillRect/>
          </a:stretch>
        </p:blipFill>
        <p:spPr>
          <a:xfrm>
            <a:off x="1122465" y="3692154"/>
            <a:ext cx="9258300" cy="698500"/>
          </a:xfrm>
          <a:prstGeom prst="rect">
            <a:avLst/>
          </a:prstGeom>
        </p:spPr>
      </p:pic>
      <p:pic>
        <p:nvPicPr>
          <p:cNvPr id="8" name="Picture 7">
            <a:extLst>
              <a:ext uri="{FF2B5EF4-FFF2-40B4-BE49-F238E27FC236}">
                <a16:creationId xmlns:a16="http://schemas.microsoft.com/office/drawing/2014/main" id="{4F453BF6-D029-2743-AD50-7425BF5E990F}"/>
              </a:ext>
            </a:extLst>
          </p:cNvPr>
          <p:cNvPicPr>
            <a:picLocks noChangeAspect="1"/>
          </p:cNvPicPr>
          <p:nvPr/>
        </p:nvPicPr>
        <p:blipFill>
          <a:blip r:embed="rId5"/>
          <a:stretch>
            <a:fillRect/>
          </a:stretch>
        </p:blipFill>
        <p:spPr>
          <a:xfrm>
            <a:off x="1206500" y="4704608"/>
            <a:ext cx="9296400" cy="723900"/>
          </a:xfrm>
          <a:prstGeom prst="rect">
            <a:avLst/>
          </a:prstGeom>
        </p:spPr>
      </p:pic>
    </p:spTree>
    <p:extLst>
      <p:ext uri="{BB962C8B-B14F-4D97-AF65-F5344CB8AC3E}">
        <p14:creationId xmlns:p14="http://schemas.microsoft.com/office/powerpoint/2010/main" val="7289288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A9D62-97F2-6E4A-8AD8-E496657CADE7}"/>
              </a:ext>
            </a:extLst>
          </p:cNvPr>
          <p:cNvSpPr>
            <a:spLocks noGrp="1"/>
          </p:cNvSpPr>
          <p:nvPr>
            <p:ph type="title"/>
          </p:nvPr>
        </p:nvSpPr>
        <p:spPr/>
        <p:txBody>
          <a:bodyPr/>
          <a:lstStyle/>
          <a:p>
            <a:r>
              <a:rPr lang="en-US" b="1" dirty="0"/>
              <a:t>Answers</a:t>
            </a:r>
          </a:p>
        </p:txBody>
      </p:sp>
      <p:sp>
        <p:nvSpPr>
          <p:cNvPr id="3" name="Content Placeholder 2">
            <a:extLst>
              <a:ext uri="{FF2B5EF4-FFF2-40B4-BE49-F238E27FC236}">
                <a16:creationId xmlns:a16="http://schemas.microsoft.com/office/drawing/2014/main" id="{84556918-AE21-EF41-9E1A-CF6EABE1ECE9}"/>
              </a:ext>
            </a:extLst>
          </p:cNvPr>
          <p:cNvSpPr>
            <a:spLocks noGrp="1"/>
          </p:cNvSpPr>
          <p:nvPr>
            <p:ph idx="1"/>
          </p:nvPr>
        </p:nvSpPr>
        <p:spPr/>
        <p:txBody>
          <a:bodyPr>
            <a:normAutofit lnSpcReduction="10000"/>
          </a:bodyPr>
          <a:lstStyle/>
          <a:p>
            <a:pPr marL="514350" indent="-514350">
              <a:buAutoNum type="arabicPeriod"/>
            </a:pPr>
            <a:r>
              <a:rPr lang="en-US" dirty="0"/>
              <a:t>No, the results are not statistically significant </a:t>
            </a:r>
          </a:p>
          <a:p>
            <a:pPr marL="0" indent="0">
              <a:buNone/>
            </a:pPr>
            <a:endParaRPr lang="en-US" dirty="0"/>
          </a:p>
          <a:p>
            <a:pPr marL="0" indent="0">
              <a:buNone/>
            </a:pPr>
            <a:r>
              <a:rPr lang="en-US" dirty="0"/>
              <a:t>2. Statistical significance relates to whether or not the results are probably due to chance / extraneous variables or due to the manipulation of the IV. Statistical significance allows you to accept or reject your hypothesis with confidence and relate the findings to the greater population.</a:t>
            </a:r>
          </a:p>
          <a:p>
            <a:pPr marL="0" indent="0">
              <a:buNone/>
            </a:pPr>
            <a:endParaRPr lang="en-US" dirty="0"/>
          </a:p>
          <a:p>
            <a:pPr marL="0" indent="0">
              <a:buNone/>
            </a:pPr>
            <a:r>
              <a:rPr lang="en-US" dirty="0"/>
              <a:t>3. The results are due to chance and not the manipulation of the IV as there is more than 5% probability the results are due to chance.</a:t>
            </a:r>
          </a:p>
        </p:txBody>
      </p:sp>
    </p:spTree>
    <p:extLst>
      <p:ext uri="{BB962C8B-B14F-4D97-AF65-F5344CB8AC3E}">
        <p14:creationId xmlns:p14="http://schemas.microsoft.com/office/powerpoint/2010/main" val="33503212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4709" y="3150082"/>
            <a:ext cx="8977745" cy="1323439"/>
          </a:xfrm>
        </p:spPr>
        <p:txBody>
          <a:bodyPr>
            <a:normAutofit/>
          </a:bodyPr>
          <a:lstStyle/>
          <a:p>
            <a:r>
              <a:rPr lang="en-US" sz="4000" b="1" dirty="0"/>
              <a:t>Success Criteria </a:t>
            </a:r>
          </a:p>
        </p:txBody>
      </p:sp>
      <p:sp>
        <p:nvSpPr>
          <p:cNvPr id="4" name="Title 1"/>
          <p:cNvSpPr txBox="1">
            <a:spLocks/>
          </p:cNvSpPr>
          <p:nvPr/>
        </p:nvSpPr>
        <p:spPr>
          <a:xfrm>
            <a:off x="0" y="391704"/>
            <a:ext cx="5622766"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a:ln>
                  <a:noFill/>
                </a:ln>
                <a:solidFill>
                  <a:srgbClr val="94C600"/>
                </a:solidFill>
                <a:effectLst/>
                <a:uLnTx/>
                <a:uFillTx/>
                <a:latin typeface="Century Gothic"/>
                <a:ea typeface="+mj-ea"/>
                <a:cs typeface="+mj-cs"/>
              </a:rPr>
              <a:t>Learning Intention </a:t>
            </a:r>
          </a:p>
        </p:txBody>
      </p:sp>
      <p:sp>
        <p:nvSpPr>
          <p:cNvPr id="5" name="TextBox 4"/>
          <p:cNvSpPr txBox="1"/>
          <p:nvPr/>
        </p:nvSpPr>
        <p:spPr>
          <a:xfrm>
            <a:off x="454709" y="1606579"/>
            <a:ext cx="10606961"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194431"/>
                </a:solidFill>
                <a:effectLst/>
                <a:uLnTx/>
                <a:uFillTx/>
                <a:latin typeface="Century Gothic"/>
                <a:ea typeface="+mn-ea"/>
                <a:cs typeface="+mn-cs"/>
              </a:rPr>
              <a:t>By the end of the lesson I will be able to:</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194431"/>
              </a:solidFill>
              <a:effectLst/>
              <a:uLnTx/>
              <a:uFillTx/>
              <a:latin typeface="Century Gothic"/>
              <a:ea typeface="+mn-ea"/>
              <a:cs typeface="+mn-cs"/>
            </a:endParaRP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194431"/>
                </a:solidFill>
                <a:effectLst/>
                <a:uLnTx/>
                <a:uFillTx/>
                <a:latin typeface="Century Gothic"/>
                <a:ea typeface="+mn-ea"/>
                <a:cs typeface="+mn-cs"/>
              </a:rPr>
              <a:t>Practice my data interpretation skills</a:t>
            </a: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194431"/>
                </a:solidFill>
                <a:effectLst/>
                <a:uLnTx/>
                <a:uFillTx/>
                <a:latin typeface="Century Gothic"/>
                <a:ea typeface="+mn-ea"/>
                <a:cs typeface="+mn-cs"/>
              </a:rPr>
              <a:t>Skim read journal articles and outline the research</a:t>
            </a:r>
          </a:p>
        </p:txBody>
      </p:sp>
      <p:pic>
        <p:nvPicPr>
          <p:cNvPr id="3" name="Picture 2" descr="Iconsmind-Outline-Pen-5.ico"/>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21703" y="192389"/>
            <a:ext cx="1724875" cy="1724875"/>
          </a:xfrm>
          <a:prstGeom prst="rect">
            <a:avLst/>
          </a:prstGeom>
        </p:spPr>
      </p:pic>
      <p:sp>
        <p:nvSpPr>
          <p:cNvPr id="7" name="Content Placeholder 6"/>
          <p:cNvSpPr>
            <a:spLocks noGrp="1"/>
          </p:cNvSpPr>
          <p:nvPr>
            <p:ph idx="1"/>
          </p:nvPr>
        </p:nvSpPr>
        <p:spPr>
          <a:xfrm>
            <a:off x="939616" y="4686800"/>
            <a:ext cx="10926100" cy="1978811"/>
          </a:xfrm>
        </p:spPr>
        <p:txBody>
          <a:bodyPr>
            <a:normAutofit/>
          </a:bodyPr>
          <a:lstStyle/>
          <a:p>
            <a:pPr>
              <a:buFontTx/>
              <a:buChar char="-"/>
            </a:pPr>
            <a:r>
              <a:rPr lang="en-US" sz="2800" dirty="0"/>
              <a:t>Skim read and outlined at least 2 pieces of research </a:t>
            </a:r>
          </a:p>
          <a:p>
            <a:pPr>
              <a:buFontTx/>
              <a:buChar char="-"/>
            </a:pPr>
            <a:r>
              <a:rPr lang="en-US" sz="2800" dirty="0"/>
              <a:t>Engaged in the do now questions </a:t>
            </a:r>
          </a:p>
          <a:p>
            <a:pPr>
              <a:buFontTx/>
              <a:buChar char="-"/>
            </a:pPr>
            <a:r>
              <a:rPr lang="en-US" sz="2800" dirty="0"/>
              <a:t>Marked my data interpretation test</a:t>
            </a:r>
          </a:p>
          <a:p>
            <a:endParaRPr lang="en-US" dirty="0"/>
          </a:p>
        </p:txBody>
      </p:sp>
    </p:spTree>
    <p:extLst>
      <p:ext uri="{BB962C8B-B14F-4D97-AF65-F5344CB8AC3E}">
        <p14:creationId xmlns:p14="http://schemas.microsoft.com/office/powerpoint/2010/main" val="1583841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46CD2F4-1701-0849-8E37-72ABFDE0CC66}"/>
              </a:ext>
            </a:extLst>
          </p:cNvPr>
          <p:cNvPicPr>
            <a:picLocks noGrp="1" noChangeAspect="1"/>
          </p:cNvPicPr>
          <p:nvPr>
            <p:ph idx="4294967295"/>
          </p:nvPr>
        </p:nvPicPr>
        <p:blipFill>
          <a:blip r:embed="rId2"/>
          <a:stretch>
            <a:fillRect/>
          </a:stretch>
        </p:blipFill>
        <p:spPr>
          <a:xfrm>
            <a:off x="369334" y="822679"/>
            <a:ext cx="6320118" cy="697225"/>
          </a:xfrm>
          <a:prstGeom prst="rect">
            <a:avLst/>
          </a:prstGeom>
        </p:spPr>
      </p:pic>
      <p:sp>
        <p:nvSpPr>
          <p:cNvPr id="5" name="TextBox 4">
            <a:extLst>
              <a:ext uri="{FF2B5EF4-FFF2-40B4-BE49-F238E27FC236}">
                <a16:creationId xmlns:a16="http://schemas.microsoft.com/office/drawing/2014/main" id="{D394F923-BEDC-6049-8ED6-5258D664596A}"/>
              </a:ext>
            </a:extLst>
          </p:cNvPr>
          <p:cNvSpPr txBox="1"/>
          <p:nvPr/>
        </p:nvSpPr>
        <p:spPr>
          <a:xfrm rot="16200000">
            <a:off x="-1675777" y="2052414"/>
            <a:ext cx="3720890" cy="369332"/>
          </a:xfrm>
          <a:prstGeom prst="rect">
            <a:avLst/>
          </a:prstGeom>
          <a:solidFill>
            <a:schemeClr val="accent6"/>
          </a:solidFill>
        </p:spPr>
        <p:txBody>
          <a:bodyPr wrap="none" rtlCol="0">
            <a:spAutoFit/>
          </a:bodyPr>
          <a:lstStyle/>
          <a:p>
            <a:r>
              <a:rPr lang="en-US" dirty="0"/>
              <a:t>Skill Development – teacher led</a:t>
            </a:r>
          </a:p>
        </p:txBody>
      </p:sp>
      <p:sp>
        <p:nvSpPr>
          <p:cNvPr id="6" name="TextBox 5">
            <a:extLst>
              <a:ext uri="{FF2B5EF4-FFF2-40B4-BE49-F238E27FC236}">
                <a16:creationId xmlns:a16="http://schemas.microsoft.com/office/drawing/2014/main" id="{C0118960-76B7-3541-9415-DEECCE886F75}"/>
              </a:ext>
            </a:extLst>
          </p:cNvPr>
          <p:cNvSpPr txBox="1"/>
          <p:nvPr/>
        </p:nvSpPr>
        <p:spPr>
          <a:xfrm>
            <a:off x="470586" y="115025"/>
            <a:ext cx="8032968" cy="523220"/>
          </a:xfrm>
          <a:prstGeom prst="rect">
            <a:avLst/>
          </a:prstGeom>
          <a:noFill/>
          <a:ln>
            <a:solidFill>
              <a:schemeClr val="accent1"/>
            </a:solidFill>
          </a:ln>
        </p:spPr>
        <p:txBody>
          <a:bodyPr wrap="none" rtlCol="0">
            <a:spAutoFit/>
          </a:bodyPr>
          <a:lstStyle/>
          <a:p>
            <a:r>
              <a:rPr lang="en-US" sz="2800" b="1" dirty="0"/>
              <a:t>Skill: Skim reading and summarizing research</a:t>
            </a:r>
          </a:p>
        </p:txBody>
      </p:sp>
      <p:pic>
        <p:nvPicPr>
          <p:cNvPr id="7" name="Picture 6">
            <a:extLst>
              <a:ext uri="{FF2B5EF4-FFF2-40B4-BE49-F238E27FC236}">
                <a16:creationId xmlns:a16="http://schemas.microsoft.com/office/drawing/2014/main" id="{B35BBD9E-F1E4-5E48-837D-E80BC88634B0}"/>
              </a:ext>
            </a:extLst>
          </p:cNvPr>
          <p:cNvPicPr>
            <a:picLocks noChangeAspect="1"/>
          </p:cNvPicPr>
          <p:nvPr/>
        </p:nvPicPr>
        <p:blipFill rotWithShape="1">
          <a:blip r:embed="rId3"/>
          <a:srcRect l="31011" t="13721"/>
          <a:stretch/>
        </p:blipFill>
        <p:spPr>
          <a:xfrm>
            <a:off x="6528022" y="667381"/>
            <a:ext cx="5663978" cy="6176080"/>
          </a:xfrm>
          <a:prstGeom prst="rect">
            <a:avLst/>
          </a:prstGeom>
        </p:spPr>
      </p:pic>
      <p:pic>
        <p:nvPicPr>
          <p:cNvPr id="8" name="Picture 7">
            <a:extLst>
              <a:ext uri="{FF2B5EF4-FFF2-40B4-BE49-F238E27FC236}">
                <a16:creationId xmlns:a16="http://schemas.microsoft.com/office/drawing/2014/main" id="{E78EC271-39ED-5943-9D10-62890BF66057}"/>
              </a:ext>
            </a:extLst>
          </p:cNvPr>
          <p:cNvPicPr>
            <a:picLocks noChangeAspect="1"/>
          </p:cNvPicPr>
          <p:nvPr/>
        </p:nvPicPr>
        <p:blipFill>
          <a:blip r:embed="rId4"/>
          <a:stretch>
            <a:fillRect/>
          </a:stretch>
        </p:blipFill>
        <p:spPr>
          <a:xfrm>
            <a:off x="470586" y="1563579"/>
            <a:ext cx="5842000" cy="495300"/>
          </a:xfrm>
          <a:prstGeom prst="rect">
            <a:avLst/>
          </a:prstGeom>
        </p:spPr>
      </p:pic>
      <p:sp>
        <p:nvSpPr>
          <p:cNvPr id="9" name="TextBox 8">
            <a:extLst>
              <a:ext uri="{FF2B5EF4-FFF2-40B4-BE49-F238E27FC236}">
                <a16:creationId xmlns:a16="http://schemas.microsoft.com/office/drawing/2014/main" id="{93C6522D-DE16-9D41-9588-EC0F1AD2240F}"/>
              </a:ext>
            </a:extLst>
          </p:cNvPr>
          <p:cNvSpPr txBox="1"/>
          <p:nvPr/>
        </p:nvSpPr>
        <p:spPr>
          <a:xfrm>
            <a:off x="885087" y="2335023"/>
            <a:ext cx="4601313" cy="3693319"/>
          </a:xfrm>
          <a:prstGeom prst="rect">
            <a:avLst/>
          </a:prstGeom>
          <a:noFill/>
          <a:ln>
            <a:solidFill>
              <a:schemeClr val="accent1"/>
            </a:solidFill>
          </a:ln>
        </p:spPr>
        <p:txBody>
          <a:bodyPr wrap="square" rtlCol="0">
            <a:spAutoFit/>
          </a:bodyPr>
          <a:lstStyle/>
          <a:p>
            <a:r>
              <a:rPr lang="en-US" b="1" dirty="0"/>
              <a:t>When skim reading research papers the abstract should include most of the key information you need.</a:t>
            </a:r>
          </a:p>
          <a:p>
            <a:endParaRPr lang="en-US" dirty="0"/>
          </a:p>
          <a:p>
            <a:r>
              <a:rPr lang="en-US" dirty="0"/>
              <a:t>Key information to look for:</a:t>
            </a:r>
          </a:p>
          <a:p>
            <a:endParaRPr lang="en-US" dirty="0"/>
          </a:p>
          <a:p>
            <a:r>
              <a:rPr lang="en-US" dirty="0"/>
              <a:t>Aim</a:t>
            </a:r>
          </a:p>
          <a:p>
            <a:r>
              <a:rPr lang="en-US" dirty="0"/>
              <a:t>Participants</a:t>
            </a:r>
          </a:p>
          <a:p>
            <a:r>
              <a:rPr lang="en-US" dirty="0"/>
              <a:t>Procedure</a:t>
            </a:r>
          </a:p>
          <a:p>
            <a:r>
              <a:rPr lang="en-US" dirty="0"/>
              <a:t>Results</a:t>
            </a:r>
          </a:p>
          <a:p>
            <a:r>
              <a:rPr lang="en-US" dirty="0"/>
              <a:t>Conclusion</a:t>
            </a:r>
          </a:p>
          <a:p>
            <a:r>
              <a:rPr lang="en-US" dirty="0"/>
              <a:t>Author(s) and year</a:t>
            </a:r>
          </a:p>
          <a:p>
            <a:endParaRPr lang="en-US" dirty="0"/>
          </a:p>
        </p:txBody>
      </p:sp>
      <p:sp>
        <p:nvSpPr>
          <p:cNvPr id="10" name="TextBox 9">
            <a:extLst>
              <a:ext uri="{FF2B5EF4-FFF2-40B4-BE49-F238E27FC236}">
                <a16:creationId xmlns:a16="http://schemas.microsoft.com/office/drawing/2014/main" id="{189107AD-1E92-0540-8AE2-0BE2A9032B87}"/>
              </a:ext>
            </a:extLst>
          </p:cNvPr>
          <p:cNvSpPr txBox="1"/>
          <p:nvPr/>
        </p:nvSpPr>
        <p:spPr>
          <a:xfrm>
            <a:off x="527829" y="6096644"/>
            <a:ext cx="5094664" cy="584775"/>
          </a:xfrm>
          <a:prstGeom prst="rect">
            <a:avLst/>
          </a:prstGeom>
          <a:noFill/>
        </p:spPr>
        <p:txBody>
          <a:bodyPr wrap="none" rtlCol="0">
            <a:spAutoFit/>
          </a:bodyPr>
          <a:lstStyle/>
          <a:p>
            <a:pPr algn="ctr"/>
            <a:r>
              <a:rPr lang="en-US" sz="1600" i="1" dirty="0"/>
              <a:t>Tip: When you stumble on words you don’t know. </a:t>
            </a:r>
          </a:p>
          <a:p>
            <a:pPr algn="ctr"/>
            <a:r>
              <a:rPr lang="en-US" sz="1600" i="1" dirty="0"/>
              <a:t>Make a note, but keep reading.</a:t>
            </a:r>
          </a:p>
        </p:txBody>
      </p:sp>
    </p:spTree>
    <p:extLst>
      <p:ext uri="{BB962C8B-B14F-4D97-AF65-F5344CB8AC3E}">
        <p14:creationId xmlns:p14="http://schemas.microsoft.com/office/powerpoint/2010/main" val="32368895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394F923-BEDC-6049-8ED6-5258D664596A}"/>
              </a:ext>
            </a:extLst>
          </p:cNvPr>
          <p:cNvSpPr txBox="1"/>
          <p:nvPr/>
        </p:nvSpPr>
        <p:spPr>
          <a:xfrm rot="16200000">
            <a:off x="-1656067" y="2136571"/>
            <a:ext cx="3720890" cy="369332"/>
          </a:xfrm>
          <a:prstGeom prst="rect">
            <a:avLst/>
          </a:prstGeom>
          <a:solidFill>
            <a:schemeClr val="accent6"/>
          </a:solidFill>
        </p:spPr>
        <p:txBody>
          <a:bodyPr wrap="none" rtlCol="0">
            <a:spAutoFit/>
          </a:bodyPr>
          <a:lstStyle/>
          <a:p>
            <a:r>
              <a:rPr lang="en-US" dirty="0"/>
              <a:t>Skill Development / paired work</a:t>
            </a:r>
          </a:p>
        </p:txBody>
      </p:sp>
      <p:sp>
        <p:nvSpPr>
          <p:cNvPr id="6" name="TextBox 5">
            <a:extLst>
              <a:ext uri="{FF2B5EF4-FFF2-40B4-BE49-F238E27FC236}">
                <a16:creationId xmlns:a16="http://schemas.microsoft.com/office/drawing/2014/main" id="{C0118960-76B7-3541-9415-DEECCE886F75}"/>
              </a:ext>
            </a:extLst>
          </p:cNvPr>
          <p:cNvSpPr txBox="1"/>
          <p:nvPr/>
        </p:nvSpPr>
        <p:spPr>
          <a:xfrm>
            <a:off x="470586" y="115025"/>
            <a:ext cx="8032968" cy="523220"/>
          </a:xfrm>
          <a:prstGeom prst="rect">
            <a:avLst/>
          </a:prstGeom>
          <a:noFill/>
          <a:ln>
            <a:solidFill>
              <a:schemeClr val="accent1"/>
            </a:solidFill>
          </a:ln>
        </p:spPr>
        <p:txBody>
          <a:bodyPr wrap="none" rtlCol="0">
            <a:spAutoFit/>
          </a:bodyPr>
          <a:lstStyle/>
          <a:p>
            <a:r>
              <a:rPr lang="en-US" sz="2800" b="1" dirty="0"/>
              <a:t>Skill: Skim reading and summarizing research</a:t>
            </a:r>
          </a:p>
        </p:txBody>
      </p:sp>
      <p:sp>
        <p:nvSpPr>
          <p:cNvPr id="9" name="TextBox 8">
            <a:extLst>
              <a:ext uri="{FF2B5EF4-FFF2-40B4-BE49-F238E27FC236}">
                <a16:creationId xmlns:a16="http://schemas.microsoft.com/office/drawing/2014/main" id="{93C6522D-DE16-9D41-9588-EC0F1AD2240F}"/>
              </a:ext>
            </a:extLst>
          </p:cNvPr>
          <p:cNvSpPr txBox="1"/>
          <p:nvPr/>
        </p:nvSpPr>
        <p:spPr>
          <a:xfrm>
            <a:off x="885087" y="2335023"/>
            <a:ext cx="4601313" cy="3693319"/>
          </a:xfrm>
          <a:prstGeom prst="rect">
            <a:avLst/>
          </a:prstGeom>
          <a:noFill/>
          <a:ln>
            <a:solidFill>
              <a:schemeClr val="accent1"/>
            </a:solidFill>
          </a:ln>
        </p:spPr>
        <p:txBody>
          <a:bodyPr wrap="square" rtlCol="0">
            <a:spAutoFit/>
          </a:bodyPr>
          <a:lstStyle/>
          <a:p>
            <a:r>
              <a:rPr lang="en-US" b="1" dirty="0"/>
              <a:t>When skim reading research papers the abstract should include most of the key information you need.</a:t>
            </a:r>
          </a:p>
          <a:p>
            <a:endParaRPr lang="en-US" dirty="0"/>
          </a:p>
          <a:p>
            <a:r>
              <a:rPr lang="en-US" dirty="0"/>
              <a:t>Key information to look for:</a:t>
            </a:r>
          </a:p>
          <a:p>
            <a:endParaRPr lang="en-US" dirty="0"/>
          </a:p>
          <a:p>
            <a:r>
              <a:rPr lang="en-US" dirty="0"/>
              <a:t>Aim</a:t>
            </a:r>
          </a:p>
          <a:p>
            <a:r>
              <a:rPr lang="en-US" dirty="0"/>
              <a:t>Participants</a:t>
            </a:r>
          </a:p>
          <a:p>
            <a:r>
              <a:rPr lang="en-US" dirty="0"/>
              <a:t>Procedure</a:t>
            </a:r>
          </a:p>
          <a:p>
            <a:r>
              <a:rPr lang="en-US" dirty="0"/>
              <a:t>Results</a:t>
            </a:r>
          </a:p>
          <a:p>
            <a:r>
              <a:rPr lang="en-US" dirty="0"/>
              <a:t>Conclusion</a:t>
            </a:r>
          </a:p>
          <a:p>
            <a:r>
              <a:rPr lang="en-US" dirty="0"/>
              <a:t>Author(s) and year</a:t>
            </a:r>
          </a:p>
          <a:p>
            <a:endParaRPr lang="en-US" dirty="0"/>
          </a:p>
        </p:txBody>
      </p:sp>
      <p:sp>
        <p:nvSpPr>
          <p:cNvPr id="10" name="TextBox 9">
            <a:extLst>
              <a:ext uri="{FF2B5EF4-FFF2-40B4-BE49-F238E27FC236}">
                <a16:creationId xmlns:a16="http://schemas.microsoft.com/office/drawing/2014/main" id="{189107AD-1E92-0540-8AE2-0BE2A9032B87}"/>
              </a:ext>
            </a:extLst>
          </p:cNvPr>
          <p:cNvSpPr txBox="1"/>
          <p:nvPr/>
        </p:nvSpPr>
        <p:spPr>
          <a:xfrm>
            <a:off x="527829" y="6096644"/>
            <a:ext cx="5094664" cy="584775"/>
          </a:xfrm>
          <a:prstGeom prst="rect">
            <a:avLst/>
          </a:prstGeom>
          <a:noFill/>
        </p:spPr>
        <p:txBody>
          <a:bodyPr wrap="none" rtlCol="0">
            <a:spAutoFit/>
          </a:bodyPr>
          <a:lstStyle/>
          <a:p>
            <a:pPr algn="ctr"/>
            <a:r>
              <a:rPr lang="en-US" sz="1600" i="1" dirty="0"/>
              <a:t>Tip: When you stumble on words you don’t know. </a:t>
            </a:r>
          </a:p>
          <a:p>
            <a:pPr algn="ctr"/>
            <a:r>
              <a:rPr lang="en-US" sz="1600" i="1" dirty="0"/>
              <a:t>Make a note, but keep reading.</a:t>
            </a:r>
          </a:p>
        </p:txBody>
      </p:sp>
      <p:pic>
        <p:nvPicPr>
          <p:cNvPr id="2" name="Picture 1">
            <a:extLst>
              <a:ext uri="{FF2B5EF4-FFF2-40B4-BE49-F238E27FC236}">
                <a16:creationId xmlns:a16="http://schemas.microsoft.com/office/drawing/2014/main" id="{A05CE206-B5CE-7C45-93C5-27D3EC73096B}"/>
              </a:ext>
            </a:extLst>
          </p:cNvPr>
          <p:cNvPicPr>
            <a:picLocks noChangeAspect="1"/>
          </p:cNvPicPr>
          <p:nvPr/>
        </p:nvPicPr>
        <p:blipFill>
          <a:blip r:embed="rId2"/>
          <a:stretch>
            <a:fillRect/>
          </a:stretch>
        </p:blipFill>
        <p:spPr>
          <a:xfrm>
            <a:off x="5486399" y="2157130"/>
            <a:ext cx="6685889" cy="4510503"/>
          </a:xfrm>
          <a:prstGeom prst="rect">
            <a:avLst/>
          </a:prstGeom>
        </p:spPr>
      </p:pic>
      <p:pic>
        <p:nvPicPr>
          <p:cNvPr id="3" name="Picture 2">
            <a:extLst>
              <a:ext uri="{FF2B5EF4-FFF2-40B4-BE49-F238E27FC236}">
                <a16:creationId xmlns:a16="http://schemas.microsoft.com/office/drawing/2014/main" id="{D923A439-C575-D349-856A-855299E6D805}"/>
              </a:ext>
            </a:extLst>
          </p:cNvPr>
          <p:cNvPicPr>
            <a:picLocks noChangeAspect="1"/>
          </p:cNvPicPr>
          <p:nvPr/>
        </p:nvPicPr>
        <p:blipFill>
          <a:blip r:embed="rId3"/>
          <a:stretch>
            <a:fillRect/>
          </a:stretch>
        </p:blipFill>
        <p:spPr>
          <a:xfrm>
            <a:off x="953347" y="908480"/>
            <a:ext cx="4464792" cy="978415"/>
          </a:xfrm>
          <a:prstGeom prst="rect">
            <a:avLst/>
          </a:prstGeom>
        </p:spPr>
      </p:pic>
      <p:pic>
        <p:nvPicPr>
          <p:cNvPr id="12" name="Picture 11">
            <a:extLst>
              <a:ext uri="{FF2B5EF4-FFF2-40B4-BE49-F238E27FC236}">
                <a16:creationId xmlns:a16="http://schemas.microsoft.com/office/drawing/2014/main" id="{E5914E58-5B0C-7242-A96D-666A69FFBE9B}"/>
              </a:ext>
            </a:extLst>
          </p:cNvPr>
          <p:cNvPicPr>
            <a:picLocks noChangeAspect="1"/>
          </p:cNvPicPr>
          <p:nvPr/>
        </p:nvPicPr>
        <p:blipFill>
          <a:blip r:embed="rId4"/>
          <a:stretch>
            <a:fillRect/>
          </a:stretch>
        </p:blipFill>
        <p:spPr>
          <a:xfrm>
            <a:off x="6425353" y="1061395"/>
            <a:ext cx="4813300" cy="825500"/>
          </a:xfrm>
          <a:prstGeom prst="rect">
            <a:avLst/>
          </a:prstGeom>
        </p:spPr>
      </p:pic>
    </p:spTree>
    <p:extLst>
      <p:ext uri="{BB962C8B-B14F-4D97-AF65-F5344CB8AC3E}">
        <p14:creationId xmlns:p14="http://schemas.microsoft.com/office/powerpoint/2010/main" val="35025721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4970E73-56BD-9945-BE31-1BADB9D8A41C}"/>
              </a:ext>
            </a:extLst>
          </p:cNvPr>
          <p:cNvSpPr txBox="1"/>
          <p:nvPr/>
        </p:nvSpPr>
        <p:spPr>
          <a:xfrm>
            <a:off x="3670784" y="2487297"/>
            <a:ext cx="5936240" cy="1200329"/>
          </a:xfrm>
          <a:prstGeom prst="rect">
            <a:avLst/>
          </a:prstGeom>
          <a:noFill/>
        </p:spPr>
        <p:txBody>
          <a:bodyPr wrap="none" rtlCol="0">
            <a:spAutoFit/>
          </a:bodyPr>
          <a:lstStyle/>
          <a:p>
            <a:r>
              <a:rPr lang="en-AU" sz="7200" b="1" dirty="0">
                <a:solidFill>
                  <a:schemeClr val="accent1"/>
                </a:solidFill>
              </a:rPr>
              <a:t>Station activity</a:t>
            </a:r>
          </a:p>
        </p:txBody>
      </p:sp>
    </p:spTree>
    <p:extLst>
      <p:ext uri="{BB962C8B-B14F-4D97-AF65-F5344CB8AC3E}">
        <p14:creationId xmlns:p14="http://schemas.microsoft.com/office/powerpoint/2010/main" val="8787591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E481090-3CE3-C945-8EB9-778E571BE36F}"/>
              </a:ext>
            </a:extLst>
          </p:cNvPr>
          <p:cNvSpPr txBox="1"/>
          <p:nvPr/>
        </p:nvSpPr>
        <p:spPr>
          <a:xfrm>
            <a:off x="3467595" y="2505694"/>
            <a:ext cx="5913607" cy="2062103"/>
          </a:xfrm>
          <a:prstGeom prst="rect">
            <a:avLst/>
          </a:prstGeom>
          <a:noFill/>
        </p:spPr>
        <p:txBody>
          <a:bodyPr wrap="none" rtlCol="0">
            <a:spAutoFit/>
          </a:bodyPr>
          <a:lstStyle/>
          <a:p>
            <a:r>
              <a:rPr lang="en-US" sz="3200" dirty="0"/>
              <a:t>Finish your research methods test </a:t>
            </a:r>
          </a:p>
          <a:p>
            <a:r>
              <a:rPr lang="en-US" sz="3200" dirty="0"/>
              <a:t>Mark the test</a:t>
            </a:r>
          </a:p>
          <a:p>
            <a:r>
              <a:rPr lang="en-US" sz="3200" dirty="0"/>
              <a:t>Or</a:t>
            </a:r>
          </a:p>
          <a:p>
            <a:r>
              <a:rPr lang="en-US" sz="3200" dirty="0"/>
              <a:t>Outline the research on SEQTA</a:t>
            </a:r>
          </a:p>
        </p:txBody>
      </p:sp>
    </p:spTree>
    <p:extLst>
      <p:ext uri="{BB962C8B-B14F-4D97-AF65-F5344CB8AC3E}">
        <p14:creationId xmlns:p14="http://schemas.microsoft.com/office/powerpoint/2010/main" val="22017997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2E555-EA4A-4184-918C-1630F809740B}"/>
              </a:ext>
            </a:extLst>
          </p:cNvPr>
          <p:cNvSpPr>
            <a:spLocks noGrp="1"/>
          </p:cNvSpPr>
          <p:nvPr>
            <p:ph type="title"/>
          </p:nvPr>
        </p:nvSpPr>
        <p:spPr/>
        <p:txBody>
          <a:bodyPr/>
          <a:lstStyle/>
          <a:p>
            <a:r>
              <a:rPr lang="en-AU" sz="5400" b="1" dirty="0"/>
              <a:t>Exit Ticket </a:t>
            </a:r>
          </a:p>
        </p:txBody>
      </p:sp>
      <p:sp>
        <p:nvSpPr>
          <p:cNvPr id="3" name="Content Placeholder 2">
            <a:extLst>
              <a:ext uri="{FF2B5EF4-FFF2-40B4-BE49-F238E27FC236}">
                <a16:creationId xmlns:a16="http://schemas.microsoft.com/office/drawing/2014/main" id="{CA90E94D-8BB9-4152-80A2-4A18D09037E2}"/>
              </a:ext>
            </a:extLst>
          </p:cNvPr>
          <p:cNvSpPr>
            <a:spLocks noGrp="1"/>
          </p:cNvSpPr>
          <p:nvPr>
            <p:ph idx="1"/>
          </p:nvPr>
        </p:nvSpPr>
        <p:spPr>
          <a:xfrm>
            <a:off x="1139398" y="2362201"/>
            <a:ext cx="8677836" cy="3916363"/>
          </a:xfrm>
        </p:spPr>
        <p:txBody>
          <a:bodyPr>
            <a:normAutofit/>
          </a:bodyPr>
          <a:lstStyle/>
          <a:p>
            <a:pPr marL="0" indent="0" algn="ctr">
              <a:buNone/>
            </a:pPr>
            <a:r>
              <a:rPr lang="en-AU" sz="3600" dirty="0"/>
              <a:t>Write a research methods test question</a:t>
            </a:r>
          </a:p>
          <a:p>
            <a:pPr marL="0" indent="0" algn="ctr">
              <a:buNone/>
            </a:pPr>
            <a:r>
              <a:rPr lang="en-AU" sz="3600" dirty="0"/>
              <a:t>ASK ONE GET ONE</a:t>
            </a:r>
          </a:p>
        </p:txBody>
      </p:sp>
      <p:pic>
        <p:nvPicPr>
          <p:cNvPr id="4" name="Picture 3" descr="__-41-512.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17234" y="136524"/>
            <a:ext cx="1765167" cy="1765167"/>
          </a:xfrm>
          <a:prstGeom prst="rect">
            <a:avLst/>
          </a:prstGeom>
        </p:spPr>
      </p:pic>
    </p:spTree>
    <p:extLst>
      <p:ext uri="{BB962C8B-B14F-4D97-AF65-F5344CB8AC3E}">
        <p14:creationId xmlns:p14="http://schemas.microsoft.com/office/powerpoint/2010/main" val="5751275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esson template" id="{BE3FD172-D024-DE49-B586-228D6C825ABD}" vid="{767780C8-878E-A447-AAC4-C73CC567D16E}"/>
    </a:ext>
  </a:extLst>
</a:theme>
</file>

<file path=ppt/theme/theme2.xml><?xml version="1.0" encoding="utf-8"?>
<a:theme xmlns:a="http://schemas.openxmlformats.org/drawingml/2006/main" name="Saba">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Plaza">
      <a:fillStyleLst>
        <a:solidFill>
          <a:schemeClr val="phClr"/>
        </a:solidFill>
        <a:gradFill rotWithShape="1">
          <a:gsLst>
            <a:gs pos="0">
              <a:schemeClr val="phClr">
                <a:tint val="100000"/>
                <a:shade val="60000"/>
                <a:satMod val="135000"/>
              </a:schemeClr>
            </a:gs>
            <a:gs pos="100000">
              <a:schemeClr val="phClr">
                <a:tint val="100000"/>
                <a:shade val="100000"/>
                <a:satMod val="135000"/>
              </a:schemeClr>
            </a:gs>
          </a:gsLst>
          <a:lin ang="16200000" scaled="1"/>
        </a:gradFill>
        <a:gradFill rotWithShape="1">
          <a:gsLst>
            <a:gs pos="0">
              <a:schemeClr val="phClr">
                <a:shade val="70000"/>
                <a:satMod val="120000"/>
              </a:schemeClr>
            </a:gs>
            <a:gs pos="35000">
              <a:schemeClr val="phClr">
                <a:shade val="100000"/>
                <a:satMod val="150000"/>
              </a:schemeClr>
            </a:gs>
            <a:gs pos="70000">
              <a:schemeClr val="phClr">
                <a:tint val="100000"/>
                <a:shade val="100000"/>
                <a:satMod val="200000"/>
                <a:greenMod val="100000"/>
              </a:schemeClr>
            </a:gs>
            <a:gs pos="100000">
              <a:schemeClr val="phClr">
                <a:tint val="100000"/>
                <a:shade val="100000"/>
                <a:satMod val="250000"/>
                <a:greenMod val="100000"/>
              </a:schemeClr>
            </a:gs>
          </a:gsLst>
          <a:lin ang="162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a:effectStyle>
        <a:effectStyle>
          <a:effectLst>
            <a:innerShdw blurRad="50800" dist="25400" dir="13500000">
              <a:srgbClr val="FFFFFF">
                <a:alpha val="75000"/>
              </a:srgbClr>
            </a:innerShdw>
            <a:outerShdw blurRad="88900" dist="38100" dir="6600000" sx="101000" sy="101000" rotWithShape="0">
              <a:srgbClr val="000000">
                <a:alpha val="50000"/>
              </a:srgbClr>
            </a:outerShdw>
          </a:effectLst>
          <a:scene3d>
            <a:camera prst="perspectiveFront" fov="3000000"/>
            <a:lightRig rig="morning" dir="tl">
              <a:rot lat="0" lon="0" rev="1800000"/>
            </a:lightRig>
          </a:scene3d>
          <a:sp3d contourW="38100" prstMaterial="softEdge">
            <a:bevelT w="25400" h="38100"/>
            <a:contourClr>
              <a:schemeClr val="phClr">
                <a:tint val="6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Lesson template" id="{BE3FD172-D024-DE49-B586-228D6C825ABD}" vid="{007CADC7-1C8C-EE44-9A84-575C6C189305}"/>
    </a:ext>
  </a:extLst>
</a:theme>
</file>

<file path=ppt/theme/theme3.xml><?xml version="1.0" encoding="utf-8"?>
<a:theme xmlns:a="http://schemas.openxmlformats.org/drawingml/2006/main" name="2_Saba">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Plaza">
      <a:fillStyleLst>
        <a:solidFill>
          <a:schemeClr val="phClr"/>
        </a:solidFill>
        <a:gradFill rotWithShape="1">
          <a:gsLst>
            <a:gs pos="0">
              <a:schemeClr val="phClr">
                <a:tint val="100000"/>
                <a:shade val="60000"/>
                <a:satMod val="135000"/>
              </a:schemeClr>
            </a:gs>
            <a:gs pos="100000">
              <a:schemeClr val="phClr">
                <a:tint val="100000"/>
                <a:shade val="100000"/>
                <a:satMod val="135000"/>
              </a:schemeClr>
            </a:gs>
          </a:gsLst>
          <a:lin ang="16200000" scaled="1"/>
        </a:gradFill>
        <a:gradFill rotWithShape="1">
          <a:gsLst>
            <a:gs pos="0">
              <a:schemeClr val="phClr">
                <a:shade val="70000"/>
                <a:satMod val="120000"/>
              </a:schemeClr>
            </a:gs>
            <a:gs pos="35000">
              <a:schemeClr val="phClr">
                <a:shade val="100000"/>
                <a:satMod val="150000"/>
              </a:schemeClr>
            </a:gs>
            <a:gs pos="70000">
              <a:schemeClr val="phClr">
                <a:tint val="100000"/>
                <a:shade val="100000"/>
                <a:satMod val="200000"/>
                <a:greenMod val="100000"/>
              </a:schemeClr>
            </a:gs>
            <a:gs pos="100000">
              <a:schemeClr val="phClr">
                <a:tint val="100000"/>
                <a:shade val="100000"/>
                <a:satMod val="250000"/>
                <a:greenMod val="100000"/>
              </a:schemeClr>
            </a:gs>
          </a:gsLst>
          <a:lin ang="162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a:effectStyle>
        <a:effectStyle>
          <a:effectLst>
            <a:innerShdw blurRad="50800" dist="25400" dir="13500000">
              <a:srgbClr val="FFFFFF">
                <a:alpha val="75000"/>
              </a:srgbClr>
            </a:innerShdw>
            <a:outerShdw blurRad="88900" dist="38100" dir="6600000" sx="101000" sy="101000" rotWithShape="0">
              <a:srgbClr val="000000">
                <a:alpha val="50000"/>
              </a:srgbClr>
            </a:outerShdw>
          </a:effectLst>
          <a:scene3d>
            <a:camera prst="perspectiveFront" fov="3000000"/>
            <a:lightRig rig="morning" dir="tl">
              <a:rot lat="0" lon="0" rev="1800000"/>
            </a:lightRig>
          </a:scene3d>
          <a:sp3d contourW="38100" prstMaterial="softEdge">
            <a:bevelT w="25400" h="38100"/>
            <a:contourClr>
              <a:schemeClr val="phClr">
                <a:tint val="6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 id="{ABFCDE80-9FF4-EB43-9EB8-ADDCCB13B279}" vid="{9C6BB66C-35D3-EB49-8314-0F986D4FA813}"/>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1836</TotalTime>
  <Words>570</Words>
  <Application>Microsoft Macintosh PowerPoint</Application>
  <PresentationFormat>Widescreen</PresentationFormat>
  <Paragraphs>83</Paragraphs>
  <Slides>11</Slides>
  <Notes>1</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11</vt:i4>
      </vt:variant>
    </vt:vector>
  </HeadingPairs>
  <TitlesOfParts>
    <vt:vector size="19" baseType="lpstr">
      <vt:lpstr>Arial</vt:lpstr>
      <vt:lpstr>Calibri</vt:lpstr>
      <vt:lpstr>Calibri Light</vt:lpstr>
      <vt:lpstr>Century Gothic</vt:lpstr>
      <vt:lpstr>Wingdings 2</vt:lpstr>
      <vt:lpstr>Office Theme</vt:lpstr>
      <vt:lpstr>Saba</vt:lpstr>
      <vt:lpstr>2_Saba</vt:lpstr>
      <vt:lpstr>PowerPoint Presentation</vt:lpstr>
      <vt:lpstr>PowerPoint Presentation</vt:lpstr>
      <vt:lpstr>PowerPoint Presentation</vt:lpstr>
      <vt:lpstr>PowerPoint Presentation</vt:lpstr>
      <vt:lpstr>Answers</vt:lpstr>
      <vt:lpstr>Success Criteria </vt:lpstr>
      <vt:lpstr>PowerPoint Presentation</vt:lpstr>
      <vt:lpstr>PowerPoint Presentation</vt:lpstr>
      <vt:lpstr>PowerPoint Presentation</vt:lpstr>
      <vt:lpstr>PowerPoint Presentation</vt:lpstr>
      <vt:lpstr>Exit Ticket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DAVEY Sarah [Joseph Banks Secondary College]</dc:creator>
  <cp:lastModifiedBy>DAVEY Sarah [Joseph Banks Secondary College]</cp:lastModifiedBy>
  <cp:revision>6</cp:revision>
  <dcterms:created xsi:type="dcterms:W3CDTF">2021-08-04T02:45:56Z</dcterms:created>
  <dcterms:modified xsi:type="dcterms:W3CDTF">2021-08-05T12:00:48Z</dcterms:modified>
</cp:coreProperties>
</file>