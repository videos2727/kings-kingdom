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4"/>
  </p:notesMasterIdLst>
  <p:sldIdLst>
    <p:sldId id="318" r:id="rId2"/>
    <p:sldId id="388" r:id="rId3"/>
    <p:sldId id="389" r:id="rId4"/>
    <p:sldId id="258" r:id="rId5"/>
    <p:sldId id="359" r:id="rId6"/>
    <p:sldId id="375" r:id="rId7"/>
    <p:sldId id="386" r:id="rId8"/>
    <p:sldId id="385" r:id="rId9"/>
    <p:sldId id="392" r:id="rId10"/>
    <p:sldId id="394" r:id="rId11"/>
    <p:sldId id="396" r:id="rId12"/>
    <p:sldId id="319"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3E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602"/>
    <p:restoredTop sz="94643"/>
  </p:normalViewPr>
  <p:slideViewPr>
    <p:cSldViewPr snapToGrid="0" snapToObjects="1">
      <p:cViewPr varScale="1">
        <p:scale>
          <a:sx n="124" d="100"/>
          <a:sy n="124" d="100"/>
        </p:scale>
        <p:origin x="192"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989A3D-5FA8-6B42-92CA-B793AF9680B3}" type="datetimeFigureOut">
              <a:rPr lang="en-US" smtClean="0"/>
              <a:t>3/16/21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A3A09D-58FF-8544-8F30-659E369A30FA}" type="slidenum">
              <a:rPr lang="en-US" smtClean="0"/>
              <a:t>‹#›</a:t>
            </a:fld>
            <a:endParaRPr lang="en-US"/>
          </a:p>
        </p:txBody>
      </p:sp>
    </p:spTree>
    <p:extLst>
      <p:ext uri="{BB962C8B-B14F-4D97-AF65-F5344CB8AC3E}">
        <p14:creationId xmlns:p14="http://schemas.microsoft.com/office/powerpoint/2010/main" val="2825564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249271" y="268288"/>
            <a:ext cx="7559040" cy="3900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8" name="Rectangle 7"/>
          <p:cNvSpPr/>
          <p:nvPr/>
        </p:nvSpPr>
        <p:spPr>
          <a:xfrm>
            <a:off x="358587" y="268289"/>
            <a:ext cx="24384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ctrTitle"/>
          </p:nvPr>
        </p:nvSpPr>
        <p:spPr>
          <a:xfrm>
            <a:off x="4267200" y="4208929"/>
            <a:ext cx="7278624" cy="1048684"/>
          </a:xfrm>
        </p:spPr>
        <p:txBody>
          <a:bodyPr vert="horz" lIns="91440" tIns="45720" rIns="91440" bIns="45720" rtlCol="0" anchor="b" anchorCtr="0">
            <a:normAutofit/>
          </a:bodyPr>
          <a:lstStyle>
            <a:lvl1pPr algn="l" defTabSz="914400" rtl="0" eaLnBrk="1" latinLnBrk="0" hangingPunct="1">
              <a:spcBef>
                <a:spcPct val="0"/>
              </a:spcBef>
              <a:buNone/>
              <a:defRPr sz="4600" kern="1200">
                <a:solidFill>
                  <a:schemeClr val="accent1"/>
                </a:solidFill>
                <a:latin typeface="+mj-lt"/>
                <a:ea typeface="+mj-ea"/>
                <a:cs typeface="+mj-cs"/>
              </a:defRPr>
            </a:lvl1pPr>
          </a:lstStyle>
          <a:p>
            <a:r>
              <a:rPr lang="en-GB"/>
              <a:t>Click to edit Master title style</a:t>
            </a:r>
            <a:endParaRPr/>
          </a:p>
        </p:txBody>
      </p:sp>
      <p:sp>
        <p:nvSpPr>
          <p:cNvPr id="3" name="Subtitle 2"/>
          <p:cNvSpPr>
            <a:spLocks noGrp="1"/>
          </p:cNvSpPr>
          <p:nvPr>
            <p:ph type="subTitle" idx="1"/>
          </p:nvPr>
        </p:nvSpPr>
        <p:spPr>
          <a:xfrm>
            <a:off x="4267200" y="5257800"/>
            <a:ext cx="7278624" cy="621792"/>
          </a:xfrm>
        </p:spPr>
        <p:txBody>
          <a:bodyPr vert="horz" lIns="91440" tIns="45720" rIns="91440" bIns="45720" rtlCol="0">
            <a:normAutofit/>
          </a:bodyPr>
          <a:lstStyle>
            <a:lvl1pPr marL="0" indent="0" algn="l" defTabSz="914400" rtl="0" eaLnBrk="1" latinLnBrk="0" hangingPunct="1">
              <a:spcBef>
                <a:spcPts val="0"/>
              </a:spcBef>
              <a:buClr>
                <a:schemeClr val="accent1"/>
              </a:buClr>
              <a:buSzPct val="100000"/>
              <a:buFont typeface="Wingdings 2" pitchFamily="18" charset="2"/>
              <a:buNone/>
              <a:defRPr sz="1600" kern="1200">
                <a:solidFill>
                  <a:schemeClr val="tx2"/>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dirty="0"/>
          </a:p>
        </p:txBody>
      </p:sp>
      <p:sp>
        <p:nvSpPr>
          <p:cNvPr id="4" name="Date Placeholder 3"/>
          <p:cNvSpPr>
            <a:spLocks noGrp="1"/>
          </p:cNvSpPr>
          <p:nvPr>
            <p:ph type="dt" sz="half" idx="10"/>
          </p:nvPr>
        </p:nvSpPr>
        <p:spPr>
          <a:xfrm>
            <a:off x="4368800" y="390526"/>
            <a:ext cx="7339584" cy="365125"/>
          </a:xfrm>
        </p:spPr>
        <p:txBody>
          <a:bodyPr vert="horz" lIns="91440" tIns="45720" rIns="91440" bIns="45720" rtlCol="0" anchor="ctr"/>
          <a:lstStyle>
            <a:lvl1pPr marL="0" algn="r" defTabSz="914400" rtl="0" eaLnBrk="1" latinLnBrk="0" hangingPunct="1">
              <a:defRPr sz="2200" b="0" kern="1200" baseline="0">
                <a:solidFill>
                  <a:schemeClr val="bg1"/>
                </a:solidFill>
                <a:latin typeface="+mn-lt"/>
                <a:ea typeface="+mn-ea"/>
                <a:cs typeface="+mn-cs"/>
              </a:defRPr>
            </a:lvl1pPr>
          </a:lstStyle>
          <a:p>
            <a:fld id="{EB507C1E-5E0D-3E4D-8113-714502558754}" type="datetimeFigureOut">
              <a:rPr lang="en-US" smtClean="0"/>
              <a:t>3/16/21</a:t>
            </a:fld>
            <a:endParaRPr lang="en-US"/>
          </a:p>
        </p:txBody>
      </p:sp>
      <p:sp>
        <p:nvSpPr>
          <p:cNvPr id="5" name="Footer Placeholder 4"/>
          <p:cNvSpPr>
            <a:spLocks noGrp="1"/>
          </p:cNvSpPr>
          <p:nvPr>
            <p:ph type="ftr" sz="quarter" idx="11"/>
          </p:nvPr>
        </p:nvSpPr>
        <p:spPr>
          <a:xfrm>
            <a:off x="4291584" y="6356351"/>
            <a:ext cx="6315456" cy="365125"/>
          </a:xfrm>
        </p:spPr>
        <p:txBody>
          <a:bodyPr vert="horz" lIns="91440" tIns="45720" rIns="91440" bIns="45720" rtlCol="0" anchor="ctr"/>
          <a:lstStyle>
            <a:lvl1pPr marL="0" algn="l" defTabSz="914400" rtl="0" eaLnBrk="1" latinLnBrk="0" hangingPunct="1">
              <a:defRPr sz="1100" b="1" kern="1200">
                <a:solidFill>
                  <a:schemeClr val="tx2">
                    <a:lumMod val="60000"/>
                    <a:lumOff val="40000"/>
                  </a:schemeClr>
                </a:solidFill>
                <a:latin typeface="+mn-lt"/>
                <a:ea typeface="+mn-ea"/>
                <a:cs typeface="+mn-cs"/>
              </a:defRPr>
            </a:lvl1pPr>
          </a:lstStyle>
          <a:p>
            <a:endParaRPr lang="en-US"/>
          </a:p>
        </p:txBody>
      </p:sp>
      <p:sp>
        <p:nvSpPr>
          <p:cNvPr id="6" name="Slide Number Placeholder 5"/>
          <p:cNvSpPr>
            <a:spLocks noGrp="1"/>
          </p:cNvSpPr>
          <p:nvPr>
            <p:ph type="sldNum" sz="quarter" idx="12"/>
          </p:nvPr>
        </p:nvSpPr>
        <p:spPr>
          <a:xfrm>
            <a:off x="11008659" y="6356351"/>
            <a:ext cx="9144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CC611861-616C-A14E-8244-40FC50D01E26}" type="slidenum">
              <a:rPr lang="en-US" smtClean="0"/>
              <a:t>‹#›</a:t>
            </a:fld>
            <a:endParaRPr lang="en-US"/>
          </a:p>
        </p:txBody>
      </p:sp>
    </p:spTree>
    <p:extLst>
      <p:ext uri="{BB962C8B-B14F-4D97-AF65-F5344CB8AC3E}">
        <p14:creationId xmlns:p14="http://schemas.microsoft.com/office/powerpoint/2010/main" val="209611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9616141"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GB"/>
              <a:t>Click to edit Master title style</a:t>
            </a:r>
            <a:endParaRPr/>
          </a:p>
        </p:txBody>
      </p:sp>
      <p:sp>
        <p:nvSpPr>
          <p:cNvPr id="3" name="Content Placeholder 2"/>
          <p:cNvSpPr>
            <a:spLocks noGrp="1"/>
          </p:cNvSpPr>
          <p:nvPr>
            <p:ph idx="1"/>
          </p:nvPr>
        </p:nvSpPr>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a:xfrm>
            <a:off x="9616141" y="6356351"/>
            <a:ext cx="2336800" cy="365125"/>
          </a:xfrm>
        </p:spPr>
        <p:txBody>
          <a:bodyPr/>
          <a:lstStyle/>
          <a:p>
            <a:fld id="{EB507C1E-5E0D-3E4D-8113-714502558754}" type="datetimeFigureOut">
              <a:rPr lang="en-US" smtClean="0"/>
              <a:t>3/16/21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735896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7" name="Rectangle 6"/>
          <p:cNvSpPr/>
          <p:nvPr/>
        </p:nvSpPr>
        <p:spPr>
          <a:xfrm>
            <a:off x="4249271" y="268288"/>
            <a:ext cx="7559040" cy="25603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ctrTitle"/>
          </p:nvPr>
        </p:nvSpPr>
        <p:spPr>
          <a:xfrm>
            <a:off x="4267200" y="4171950"/>
            <a:ext cx="7277225" cy="1085850"/>
          </a:xfrm>
        </p:spPr>
        <p:txBody>
          <a:bodyPr>
            <a:normAutofit/>
          </a:bodyPr>
          <a:lstStyle>
            <a:lvl1pPr>
              <a:defRPr sz="4600"/>
            </a:lvl1pPr>
          </a:lstStyle>
          <a:p>
            <a:r>
              <a:rPr lang="en-GB"/>
              <a:t>Click to edit Master title style</a:t>
            </a:r>
            <a:endParaRPr/>
          </a:p>
        </p:txBody>
      </p:sp>
      <p:sp>
        <p:nvSpPr>
          <p:cNvPr id="3" name="Subtitle 2"/>
          <p:cNvSpPr>
            <a:spLocks noGrp="1"/>
          </p:cNvSpPr>
          <p:nvPr>
            <p:ph type="subTitle" idx="1"/>
          </p:nvPr>
        </p:nvSpPr>
        <p:spPr>
          <a:xfrm>
            <a:off x="4267201" y="5257800"/>
            <a:ext cx="7277224" cy="618565"/>
          </a:xfrm>
        </p:spPr>
        <p:txBody>
          <a:bodyPr>
            <a:normAutofit/>
          </a:bodyPr>
          <a:lstStyle>
            <a:lvl1pPr marL="0" indent="0" algn="l">
              <a:spcBef>
                <a:spcPct val="0"/>
              </a:spcBef>
              <a:buNone/>
              <a:defRPr sz="1600">
                <a:solidFill>
                  <a:schemeClr val="tx2"/>
                </a:solidFill>
              </a:defRPr>
            </a:lvl1pPr>
            <a:lvl2pPr marL="457200" indent="0" algn="ctr">
              <a:spcBef>
                <a:spcPct val="0"/>
              </a:spcBef>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dirty="0"/>
          </a:p>
        </p:txBody>
      </p:sp>
      <p:sp>
        <p:nvSpPr>
          <p:cNvPr id="4" name="Date Placeholder 3"/>
          <p:cNvSpPr>
            <a:spLocks noGrp="1"/>
          </p:cNvSpPr>
          <p:nvPr>
            <p:ph type="dt" sz="half" idx="10"/>
          </p:nvPr>
        </p:nvSpPr>
        <p:spPr>
          <a:xfrm>
            <a:off x="4368801" y="389966"/>
            <a:ext cx="7333129" cy="365125"/>
          </a:xfrm>
        </p:spPr>
        <p:txBody>
          <a:bodyPr/>
          <a:lstStyle>
            <a:lvl1pPr>
              <a:defRPr sz="2200" b="0" baseline="0">
                <a:solidFill>
                  <a:schemeClr val="bg1"/>
                </a:solidFill>
              </a:defRPr>
            </a:lvl1pPr>
          </a:lstStyle>
          <a:p>
            <a:fld id="{EB507C1E-5E0D-3E4D-8113-714502558754}" type="datetimeFigureOut">
              <a:rPr lang="en-US" smtClean="0"/>
              <a:t>3/16/21</a:t>
            </a:fld>
            <a:endParaRPr lang="en-US"/>
          </a:p>
        </p:txBody>
      </p:sp>
      <p:sp>
        <p:nvSpPr>
          <p:cNvPr id="5" name="Footer Placeholder 4"/>
          <p:cNvSpPr>
            <a:spLocks noGrp="1"/>
          </p:cNvSpPr>
          <p:nvPr>
            <p:ph type="ftr" sz="quarter" idx="11"/>
          </p:nvPr>
        </p:nvSpPr>
        <p:spPr>
          <a:xfrm>
            <a:off x="4285130" y="6356351"/>
            <a:ext cx="6312149" cy="365125"/>
          </a:xfrm>
        </p:spPr>
        <p:txBody>
          <a:bodyPr/>
          <a:lstStyle/>
          <a:p>
            <a:endParaRPr lang="en-US"/>
          </a:p>
        </p:txBody>
      </p:sp>
      <p:sp>
        <p:nvSpPr>
          <p:cNvPr id="6" name="Slide Number Placeholder 5"/>
          <p:cNvSpPr>
            <a:spLocks noGrp="1"/>
          </p:cNvSpPr>
          <p:nvPr>
            <p:ph type="sldNum" sz="quarter" idx="12"/>
          </p:nvPr>
        </p:nvSpPr>
        <p:spPr>
          <a:xfrm>
            <a:off x="11020612" y="6356351"/>
            <a:ext cx="9144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4267201" y="2877671"/>
            <a:ext cx="7529156" cy="1280160"/>
          </a:xfrm>
        </p:spPr>
        <p:txBody>
          <a:bodyPr/>
          <a:lstStyle>
            <a:lvl1pPr>
              <a:buNone/>
              <a:defRPr/>
            </a:lvl1pPr>
          </a:lstStyle>
          <a:p>
            <a:r>
              <a:rPr lang="en-GB"/>
              <a:t>Click icon to add picture</a:t>
            </a:r>
            <a:endParaRPr/>
          </a:p>
        </p:txBody>
      </p:sp>
      <p:sp>
        <p:nvSpPr>
          <p:cNvPr id="10" name="Rectangle 9"/>
          <p:cNvSpPr/>
          <p:nvPr/>
        </p:nvSpPr>
        <p:spPr>
          <a:xfrm>
            <a:off x="358587" y="268289"/>
            <a:ext cx="24384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Tree>
    <p:extLst>
      <p:ext uri="{BB962C8B-B14F-4D97-AF65-F5344CB8AC3E}">
        <p14:creationId xmlns:p14="http://schemas.microsoft.com/office/powerpoint/2010/main" val="13445354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7" name="Rectangle 6"/>
          <p:cNvSpPr/>
          <p:nvPr/>
        </p:nvSpPr>
        <p:spPr>
          <a:xfrm>
            <a:off x="359833"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2904565" y="914400"/>
            <a:ext cx="8677836" cy="1143000"/>
          </a:xfrm>
        </p:spPr>
        <p:txBody>
          <a:bodyPr/>
          <a:lstStyle/>
          <a:p>
            <a:r>
              <a:rPr lang="en-GB"/>
              <a:t>Click to edit Master title style</a:t>
            </a:r>
            <a:endParaRPr/>
          </a:p>
        </p:txBody>
      </p:sp>
      <p:sp>
        <p:nvSpPr>
          <p:cNvPr id="3" name="Content Placeholder 2"/>
          <p:cNvSpPr>
            <a:spLocks noGrp="1"/>
          </p:cNvSpPr>
          <p:nvPr>
            <p:ph idx="1"/>
          </p:nvPr>
        </p:nvSpPr>
        <p:spPr>
          <a:xfrm>
            <a:off x="2904565" y="2209801"/>
            <a:ext cx="8677836" cy="3916363"/>
          </a:xfr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a:xfrm>
            <a:off x="9616141" y="6356351"/>
            <a:ext cx="2336800" cy="365125"/>
          </a:xfrm>
        </p:spPr>
        <p:txBody>
          <a:bodyPr/>
          <a:lstStyle/>
          <a:p>
            <a:fld id="{EB507C1E-5E0D-3E4D-8113-714502558754}" type="datetimeFigureOut">
              <a:rPr lang="en-US" smtClean="0"/>
              <a:t>3/16/21</a:t>
            </a:fld>
            <a:endParaRPr lang="en-US"/>
          </a:p>
        </p:txBody>
      </p:sp>
      <p:sp>
        <p:nvSpPr>
          <p:cNvPr id="5" name="Footer Placeholder 4"/>
          <p:cNvSpPr>
            <a:spLocks noGrp="1"/>
          </p:cNvSpPr>
          <p:nvPr>
            <p:ph type="ftr" sz="quarter" idx="11"/>
          </p:nvPr>
        </p:nvSpPr>
        <p:spPr>
          <a:xfrm>
            <a:off x="2904564" y="6356351"/>
            <a:ext cx="6569136" cy="365125"/>
          </a:xfrm>
        </p:spPr>
        <p:txBody>
          <a:bodyPr/>
          <a:lstStyle/>
          <a:p>
            <a:endParaRPr lang="en-US"/>
          </a:p>
        </p:txBody>
      </p:sp>
      <p:sp>
        <p:nvSpPr>
          <p:cNvPr id="6" name="Slide Number Placeholder 5"/>
          <p:cNvSpPr>
            <a:spLocks noGrp="1"/>
          </p:cNvSpPr>
          <p:nvPr>
            <p:ph type="sldNum" sz="quarter" idx="12"/>
          </p:nvPr>
        </p:nvSpPr>
        <p:spPr>
          <a:xfrm>
            <a:off x="442259" y="361017"/>
            <a:ext cx="675341" cy="365125"/>
          </a:xfrm>
        </p:spPr>
        <p:txBody>
          <a:body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359833" y="1976718"/>
            <a:ext cx="2194560" cy="4625788"/>
          </a:xfrm>
        </p:spPr>
        <p:txBody>
          <a:bodyPr/>
          <a:lstStyle>
            <a:lvl1pPr>
              <a:buNone/>
              <a:defRPr/>
            </a:lvl1pPr>
          </a:lstStyle>
          <a:p>
            <a:r>
              <a:rPr lang="en-GB"/>
              <a:t>Click icon to add picture</a:t>
            </a:r>
            <a:endParaRPr/>
          </a:p>
        </p:txBody>
      </p:sp>
    </p:spTree>
    <p:extLst>
      <p:ext uri="{BB962C8B-B14F-4D97-AF65-F5344CB8AC3E}">
        <p14:creationId xmlns:p14="http://schemas.microsoft.com/office/powerpoint/2010/main" val="292477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10345270" y="268288"/>
            <a:ext cx="1465431" cy="635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2946401" y="3429000"/>
            <a:ext cx="6621928" cy="1398494"/>
          </a:xfrm>
        </p:spPr>
        <p:txBody>
          <a:bodyPr anchor="b" anchorCtr="0"/>
          <a:lstStyle>
            <a:lvl1pPr algn="r">
              <a:defRPr sz="4600" b="0" cap="none" baseline="0"/>
            </a:lvl1pPr>
          </a:lstStyle>
          <a:p>
            <a:r>
              <a:rPr lang="en-GB"/>
              <a:t>Click to edit Master title style</a:t>
            </a:r>
            <a:endParaRPr/>
          </a:p>
        </p:txBody>
      </p:sp>
      <p:sp>
        <p:nvSpPr>
          <p:cNvPr id="3" name="Text Placeholder 2"/>
          <p:cNvSpPr>
            <a:spLocks noGrp="1"/>
          </p:cNvSpPr>
          <p:nvPr>
            <p:ph type="body" idx="1"/>
          </p:nvPr>
        </p:nvSpPr>
        <p:spPr>
          <a:xfrm>
            <a:off x="2946401" y="4824414"/>
            <a:ext cx="6621928"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7416800" y="6356351"/>
            <a:ext cx="2163483" cy="365125"/>
          </a:xfrm>
        </p:spPr>
        <p:txBody>
          <a:bodyPr/>
          <a:lstStyle/>
          <a:p>
            <a:fld id="{EB507C1E-5E0D-3E4D-8113-714502558754}" type="datetimeFigureOut">
              <a:rPr lang="en-US" smtClean="0"/>
              <a:t>3/16/21</a:t>
            </a:fld>
            <a:endParaRPr lang="en-US"/>
          </a:p>
        </p:txBody>
      </p:sp>
      <p:sp>
        <p:nvSpPr>
          <p:cNvPr id="5" name="Footer Placeholder 4"/>
          <p:cNvSpPr>
            <a:spLocks noGrp="1"/>
          </p:cNvSpPr>
          <p:nvPr>
            <p:ph type="ftr" sz="quarter" idx="11"/>
          </p:nvPr>
        </p:nvSpPr>
        <p:spPr>
          <a:xfrm>
            <a:off x="233083" y="6356351"/>
            <a:ext cx="7082117" cy="365125"/>
          </a:xfrm>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696571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7" name="Rectangle 6"/>
          <p:cNvSpPr/>
          <p:nvPr/>
        </p:nvSpPr>
        <p:spPr>
          <a:xfrm>
            <a:off x="359833" y="4773706"/>
            <a:ext cx="3962400" cy="18445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4960472" y="3429001"/>
            <a:ext cx="6621928" cy="1398494"/>
          </a:xfrm>
        </p:spPr>
        <p:txBody>
          <a:bodyPr anchor="b" anchorCtr="0"/>
          <a:lstStyle>
            <a:lvl1pPr algn="r">
              <a:defRPr sz="4600" b="0" cap="none" baseline="0"/>
            </a:lvl1pPr>
          </a:lstStyle>
          <a:p>
            <a:r>
              <a:rPr lang="en-GB"/>
              <a:t>Click to edit Master title style</a:t>
            </a:r>
            <a:endParaRPr/>
          </a:p>
        </p:txBody>
      </p:sp>
      <p:sp>
        <p:nvSpPr>
          <p:cNvPr id="3" name="Text Placeholder 2"/>
          <p:cNvSpPr>
            <a:spLocks noGrp="1"/>
          </p:cNvSpPr>
          <p:nvPr>
            <p:ph type="body" idx="1"/>
          </p:nvPr>
        </p:nvSpPr>
        <p:spPr>
          <a:xfrm>
            <a:off x="4960472" y="4824414"/>
            <a:ext cx="6621928"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6" name="Slide Number Placeholder 5"/>
          <p:cNvSpPr>
            <a:spLocks noGrp="1"/>
          </p:cNvSpPr>
          <p:nvPr>
            <p:ph type="sldNum" sz="quarter" idx="12"/>
          </p:nvPr>
        </p:nvSpPr>
        <p:spPr>
          <a:xfrm>
            <a:off x="468283" y="6104966"/>
            <a:ext cx="675341" cy="365125"/>
          </a:xfrm>
        </p:spPr>
        <p:txBody>
          <a:body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359832" y="268288"/>
            <a:ext cx="3962400" cy="4438650"/>
          </a:xfrm>
        </p:spPr>
        <p:txBody>
          <a:bodyPr/>
          <a:lstStyle>
            <a:lvl1pPr>
              <a:buNone/>
              <a:defRPr/>
            </a:lvl1pPr>
          </a:lstStyle>
          <a:p>
            <a:r>
              <a:rPr lang="en-GB"/>
              <a:t>Click icon to add picture</a:t>
            </a:r>
            <a:endParaRPr/>
          </a:p>
        </p:txBody>
      </p:sp>
    </p:spTree>
    <p:extLst>
      <p:ext uri="{BB962C8B-B14F-4D97-AF65-F5344CB8AC3E}">
        <p14:creationId xmlns:p14="http://schemas.microsoft.com/office/powerpoint/2010/main" val="2145234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60960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Content Placeholder 3"/>
          <p:cNvSpPr>
            <a:spLocks noGrp="1"/>
          </p:cNvSpPr>
          <p:nvPr>
            <p:ph sz="half" idx="2"/>
          </p:nvPr>
        </p:nvSpPr>
        <p:spPr>
          <a:xfrm>
            <a:off x="570992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3/16/21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740206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14400"/>
            <a:ext cx="9851136" cy="1143000"/>
          </a:xfrm>
        </p:spPr>
        <p:txBody>
          <a:bodyPr/>
          <a:lstStyle>
            <a:lvl1pPr>
              <a:defRPr/>
            </a:lvl1pPr>
          </a:lstStyle>
          <a:p>
            <a:r>
              <a:rPr lang="en-GB"/>
              <a:t>Click to edit Master title style</a:t>
            </a:r>
            <a:endParaRPr/>
          </a:p>
        </p:txBody>
      </p:sp>
      <p:sp>
        <p:nvSpPr>
          <p:cNvPr id="3" name="Text Placeholder 2"/>
          <p:cNvSpPr>
            <a:spLocks noGrp="1"/>
          </p:cNvSpPr>
          <p:nvPr>
            <p:ph type="body" idx="1"/>
          </p:nvPr>
        </p:nvSpPr>
        <p:spPr>
          <a:xfrm>
            <a:off x="609600" y="2054132"/>
            <a:ext cx="475488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689412"/>
            <a:ext cx="475488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Text Placeholder 4"/>
          <p:cNvSpPr>
            <a:spLocks noGrp="1"/>
          </p:cNvSpPr>
          <p:nvPr>
            <p:ph type="body" sz="quarter" idx="3"/>
          </p:nvPr>
        </p:nvSpPr>
        <p:spPr>
          <a:xfrm>
            <a:off x="5705855" y="2054132"/>
            <a:ext cx="475488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705855" y="2689412"/>
            <a:ext cx="475488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7" name="Date Placeholder 6"/>
          <p:cNvSpPr>
            <a:spLocks noGrp="1"/>
          </p:cNvSpPr>
          <p:nvPr>
            <p:ph type="dt" sz="half" idx="10"/>
          </p:nvPr>
        </p:nvSpPr>
        <p:spPr/>
        <p:txBody>
          <a:bodyPr/>
          <a:lstStyle/>
          <a:p>
            <a:fld id="{EB507C1E-5E0D-3E4D-8113-714502558754}" type="datetimeFigureOut">
              <a:rPr lang="en-US" smtClean="0"/>
              <a:t>3/16/21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171164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609599" y="2214562"/>
            <a:ext cx="9861551"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3/16/21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609599" y="4224973"/>
            <a:ext cx="9861551"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Tree>
    <p:extLst>
      <p:ext uri="{BB962C8B-B14F-4D97-AF65-F5344CB8AC3E}">
        <p14:creationId xmlns:p14="http://schemas.microsoft.com/office/powerpoint/2010/main" val="34418118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570992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3/16/21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570992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10" name="Content Placeholder 2"/>
          <p:cNvSpPr>
            <a:spLocks noGrp="1"/>
          </p:cNvSpPr>
          <p:nvPr>
            <p:ph sz="half" idx="14"/>
          </p:nvPr>
        </p:nvSpPr>
        <p:spPr>
          <a:xfrm>
            <a:off x="60960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Tree>
    <p:extLst>
      <p:ext uri="{BB962C8B-B14F-4D97-AF65-F5344CB8AC3E}">
        <p14:creationId xmlns:p14="http://schemas.microsoft.com/office/powerpoint/2010/main" val="4270761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570992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3/16/21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570992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11" name="Content Placeholder 2"/>
          <p:cNvSpPr>
            <a:spLocks noGrp="1"/>
          </p:cNvSpPr>
          <p:nvPr>
            <p:ph sz="half" idx="14"/>
          </p:nvPr>
        </p:nvSpPr>
        <p:spPr>
          <a:xfrm>
            <a:off x="60960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12" name="Content Placeholder 2"/>
          <p:cNvSpPr>
            <a:spLocks noGrp="1"/>
          </p:cNvSpPr>
          <p:nvPr>
            <p:ph sz="half" idx="15"/>
          </p:nvPr>
        </p:nvSpPr>
        <p:spPr>
          <a:xfrm>
            <a:off x="60960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Tree>
    <p:extLst>
      <p:ext uri="{BB962C8B-B14F-4D97-AF65-F5344CB8AC3E}">
        <p14:creationId xmlns:p14="http://schemas.microsoft.com/office/powerpoint/2010/main" val="21034479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GB"/>
              <a:t>Click to edit Master title style</a:t>
            </a:r>
            <a:endParaRPr/>
          </a:p>
        </p:txBody>
      </p:sp>
      <p:sp>
        <p:nvSpPr>
          <p:cNvPr id="3" name="Date Placeholder 2"/>
          <p:cNvSpPr>
            <a:spLocks noGrp="1"/>
          </p:cNvSpPr>
          <p:nvPr>
            <p:ph type="dt" sz="half" idx="10"/>
          </p:nvPr>
        </p:nvSpPr>
        <p:spPr/>
        <p:txBody>
          <a:bodyPr/>
          <a:lstStyle/>
          <a:p>
            <a:fld id="{EB507C1E-5E0D-3E4D-8113-714502558754}" type="datetimeFigureOut">
              <a:rPr lang="en-US" smtClean="0"/>
              <a:t>3/16/21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5358894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Date Placeholder 1"/>
          <p:cNvSpPr>
            <a:spLocks noGrp="1"/>
          </p:cNvSpPr>
          <p:nvPr>
            <p:ph type="dt" sz="half" idx="10"/>
          </p:nvPr>
        </p:nvSpPr>
        <p:spPr/>
        <p:txBody>
          <a:bodyPr/>
          <a:lstStyle/>
          <a:p>
            <a:fld id="{EB507C1E-5E0D-3E4D-8113-714502558754}" type="datetimeFigureOut">
              <a:rPr lang="en-US" smtClean="0"/>
              <a:t>3/16/21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29322147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95082"/>
            <a:ext cx="4754880" cy="1035424"/>
          </a:xfrm>
        </p:spPr>
        <p:txBody>
          <a:bodyPr anchor="b"/>
          <a:lstStyle>
            <a:lvl1pPr algn="l">
              <a:defRPr sz="2800" b="0"/>
            </a:lvl1pPr>
          </a:lstStyle>
          <a:p>
            <a:r>
              <a:rPr lang="en-GB"/>
              <a:t>Click to edit Master title style</a:t>
            </a:r>
            <a:endParaRPr/>
          </a:p>
        </p:txBody>
      </p:sp>
      <p:sp>
        <p:nvSpPr>
          <p:cNvPr id="3" name="Content Placeholder 2"/>
          <p:cNvSpPr>
            <a:spLocks noGrp="1"/>
          </p:cNvSpPr>
          <p:nvPr>
            <p:ph idx="1"/>
          </p:nvPr>
        </p:nvSpPr>
        <p:spPr>
          <a:xfrm>
            <a:off x="6349403" y="990600"/>
            <a:ext cx="4754880" cy="51355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Text Placeholder 3"/>
          <p:cNvSpPr>
            <a:spLocks noGrp="1"/>
          </p:cNvSpPr>
          <p:nvPr>
            <p:ph type="body" sz="half" idx="2"/>
          </p:nvPr>
        </p:nvSpPr>
        <p:spPr>
          <a:xfrm>
            <a:off x="609599" y="2057401"/>
            <a:ext cx="475488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3/16/21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8333821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Rectangle 7"/>
          <p:cNvSpPr/>
          <p:nvPr/>
        </p:nvSpPr>
        <p:spPr>
          <a:xfrm>
            <a:off x="6329081" y="268288"/>
            <a:ext cx="5486400"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95082"/>
            <a:ext cx="4754880" cy="1035424"/>
          </a:xfrm>
        </p:spPr>
        <p:txBody>
          <a:bodyPr anchor="b"/>
          <a:lstStyle>
            <a:lvl1pPr algn="l">
              <a:defRPr sz="2800" b="0"/>
            </a:lvl1pPr>
          </a:lstStyle>
          <a:p>
            <a:r>
              <a:rPr lang="en-GB"/>
              <a:t>Click to edit Master title style</a:t>
            </a:r>
            <a:endParaRPr/>
          </a:p>
        </p:txBody>
      </p:sp>
      <p:sp>
        <p:nvSpPr>
          <p:cNvPr id="4" name="Text Placeholder 3"/>
          <p:cNvSpPr>
            <a:spLocks noGrp="1"/>
          </p:cNvSpPr>
          <p:nvPr>
            <p:ph type="body" sz="half" idx="2"/>
          </p:nvPr>
        </p:nvSpPr>
        <p:spPr>
          <a:xfrm>
            <a:off x="609599" y="2057401"/>
            <a:ext cx="475488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a:xfrm>
            <a:off x="215153" y="6124015"/>
            <a:ext cx="2336800" cy="365125"/>
          </a:xfrm>
        </p:spPr>
        <p:txBody>
          <a:bodyPr/>
          <a:lstStyle>
            <a:lvl1pPr algn="l">
              <a:defRPr/>
            </a:lvl1pPr>
          </a:lstStyle>
          <a:p>
            <a:fld id="{EB507C1E-5E0D-3E4D-8113-714502558754}" type="datetimeFigureOut">
              <a:rPr lang="en-US" smtClean="0"/>
              <a:t>3/16/21</a:t>
            </a:fld>
            <a:endParaRPr lang="en-US"/>
          </a:p>
        </p:txBody>
      </p:sp>
      <p:sp>
        <p:nvSpPr>
          <p:cNvPr id="6" name="Footer Placeholder 5"/>
          <p:cNvSpPr>
            <a:spLocks noGrp="1"/>
          </p:cNvSpPr>
          <p:nvPr>
            <p:ph type="ftr" sz="quarter" idx="11"/>
          </p:nvPr>
        </p:nvSpPr>
        <p:spPr>
          <a:xfrm>
            <a:off x="233083" y="6356351"/>
            <a:ext cx="5151717" cy="365125"/>
          </a:xfrm>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10" name="Picture Placeholder 9"/>
          <p:cNvSpPr>
            <a:spLocks noGrp="1"/>
          </p:cNvSpPr>
          <p:nvPr>
            <p:ph type="pic" sz="quarter" idx="13"/>
          </p:nvPr>
        </p:nvSpPr>
        <p:spPr>
          <a:xfrm>
            <a:off x="6347011" y="990600"/>
            <a:ext cx="5462016" cy="5611813"/>
          </a:xfrm>
        </p:spPr>
        <p:txBody>
          <a:bodyPr/>
          <a:lstStyle>
            <a:lvl1pPr>
              <a:buNone/>
              <a:defRPr/>
            </a:lvl1pPr>
          </a:lstStyle>
          <a:p>
            <a:r>
              <a:rPr lang="en-GB"/>
              <a:t>Click icon to add picture</a:t>
            </a:r>
            <a:endParaRPr/>
          </a:p>
        </p:txBody>
      </p:sp>
    </p:spTree>
    <p:extLst>
      <p:ext uri="{BB962C8B-B14F-4D97-AF65-F5344CB8AC3E}">
        <p14:creationId xmlns:p14="http://schemas.microsoft.com/office/powerpoint/2010/main" val="31765108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8" name="Rectangle 7"/>
          <p:cNvSpPr/>
          <p:nvPr/>
        </p:nvSpPr>
        <p:spPr>
          <a:xfrm>
            <a:off x="9622367" y="268288"/>
            <a:ext cx="2185943"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11717" y="4267200"/>
            <a:ext cx="8636000" cy="566738"/>
          </a:xfrm>
        </p:spPr>
        <p:txBody>
          <a:bodyPr anchor="b"/>
          <a:lstStyle>
            <a:lvl1pPr algn="l">
              <a:defRPr sz="2800" b="0"/>
            </a:lvl1pPr>
          </a:lstStyle>
          <a:p>
            <a:r>
              <a:rPr lang="en-GB"/>
              <a:t>Click to edit Master title style</a:t>
            </a:r>
            <a:endParaRPr/>
          </a:p>
        </p:txBody>
      </p:sp>
      <p:sp>
        <p:nvSpPr>
          <p:cNvPr id="3" name="Picture Placeholder 2"/>
          <p:cNvSpPr>
            <a:spLocks noGrp="1"/>
          </p:cNvSpPr>
          <p:nvPr>
            <p:ph type="pic" idx="1"/>
          </p:nvPr>
        </p:nvSpPr>
        <p:spPr>
          <a:xfrm>
            <a:off x="359832" y="268288"/>
            <a:ext cx="9144000"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4" name="Text Placeholder 3"/>
          <p:cNvSpPr>
            <a:spLocks noGrp="1"/>
          </p:cNvSpPr>
          <p:nvPr>
            <p:ph type="body" sz="half" idx="2"/>
          </p:nvPr>
        </p:nvSpPr>
        <p:spPr>
          <a:xfrm>
            <a:off x="611717" y="4840942"/>
            <a:ext cx="8633883"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3/16/21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0902844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8" name="Rectangle 7"/>
          <p:cNvSpPr/>
          <p:nvPr/>
        </p:nvSpPr>
        <p:spPr>
          <a:xfrm>
            <a:off x="10847295" y="268288"/>
            <a:ext cx="961015"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11717" y="4267200"/>
            <a:ext cx="8636000" cy="566738"/>
          </a:xfrm>
        </p:spPr>
        <p:txBody>
          <a:bodyPr anchor="b"/>
          <a:lstStyle>
            <a:lvl1pPr algn="l">
              <a:defRPr sz="2800" b="0"/>
            </a:lvl1pPr>
          </a:lstStyle>
          <a:p>
            <a:r>
              <a:rPr lang="en-GB"/>
              <a:t>Click to edit Master title style</a:t>
            </a:r>
            <a:endParaRPr/>
          </a:p>
        </p:txBody>
      </p:sp>
      <p:sp>
        <p:nvSpPr>
          <p:cNvPr id="3" name="Picture Placeholder 2"/>
          <p:cNvSpPr>
            <a:spLocks noGrp="1"/>
          </p:cNvSpPr>
          <p:nvPr>
            <p:ph type="pic" idx="1"/>
          </p:nvPr>
        </p:nvSpPr>
        <p:spPr>
          <a:xfrm>
            <a:off x="359832" y="268288"/>
            <a:ext cx="4008968"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4" name="Text Placeholder 3"/>
          <p:cNvSpPr>
            <a:spLocks noGrp="1"/>
          </p:cNvSpPr>
          <p:nvPr>
            <p:ph type="body" sz="half" idx="2"/>
          </p:nvPr>
        </p:nvSpPr>
        <p:spPr>
          <a:xfrm>
            <a:off x="611717" y="4840942"/>
            <a:ext cx="8633883"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3/16/21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10" name="Picture Placeholder 2"/>
          <p:cNvSpPr>
            <a:spLocks noGrp="1"/>
          </p:cNvSpPr>
          <p:nvPr>
            <p:ph type="pic" idx="13"/>
          </p:nvPr>
        </p:nvSpPr>
        <p:spPr>
          <a:xfrm>
            <a:off x="4470400" y="268289"/>
            <a:ext cx="6269317"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11" name="Picture Placeholder 2"/>
          <p:cNvSpPr>
            <a:spLocks noGrp="1"/>
          </p:cNvSpPr>
          <p:nvPr>
            <p:ph type="pic" idx="14"/>
          </p:nvPr>
        </p:nvSpPr>
        <p:spPr>
          <a:xfrm>
            <a:off x="4470400" y="2131936"/>
            <a:ext cx="3072384"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12" name="Picture Placeholder 2"/>
          <p:cNvSpPr>
            <a:spLocks noGrp="1"/>
          </p:cNvSpPr>
          <p:nvPr>
            <p:ph type="pic" idx="15"/>
          </p:nvPr>
        </p:nvSpPr>
        <p:spPr>
          <a:xfrm>
            <a:off x="7667333" y="2131936"/>
            <a:ext cx="3072384"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Tree>
    <p:extLst>
      <p:ext uri="{BB962C8B-B14F-4D97-AF65-F5344CB8AC3E}">
        <p14:creationId xmlns:p14="http://schemas.microsoft.com/office/powerpoint/2010/main" val="28412837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9616141"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GB"/>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p:txBody>
          <a:bodyPr/>
          <a:lstStyle/>
          <a:p>
            <a:fld id="{EB507C1E-5E0D-3E4D-8113-714502558754}" type="datetimeFigureOut">
              <a:rPr lang="en-US" smtClean="0"/>
              <a:t>3/16/21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22904465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Vertical Title 1"/>
          <p:cNvSpPr>
            <a:spLocks noGrp="1"/>
          </p:cNvSpPr>
          <p:nvPr>
            <p:ph type="title" orient="vert"/>
          </p:nvPr>
        </p:nvSpPr>
        <p:spPr>
          <a:xfrm>
            <a:off x="10058399" y="1035425"/>
            <a:ext cx="1763060" cy="5090739"/>
          </a:xfrm>
        </p:spPr>
        <p:txBody>
          <a:bodyPr vert="eaVert" anchor="t" anchorCtr="0"/>
          <a:lstStyle/>
          <a:p>
            <a:r>
              <a:rPr lang="en-GB"/>
              <a:t>Click to edit Master title style</a:t>
            </a:r>
            <a:endParaRPr/>
          </a:p>
        </p:txBody>
      </p:sp>
      <p:sp>
        <p:nvSpPr>
          <p:cNvPr id="3" name="Vertical Text Placeholder 2"/>
          <p:cNvSpPr>
            <a:spLocks noGrp="1"/>
          </p:cNvSpPr>
          <p:nvPr>
            <p:ph type="body" orient="vert" idx="1"/>
          </p:nvPr>
        </p:nvSpPr>
        <p:spPr>
          <a:xfrm>
            <a:off x="609600" y="1035425"/>
            <a:ext cx="8026400" cy="5109789"/>
          </a:xfrm>
        </p:spPr>
        <p:txBody>
          <a:bodyPr vert="eaVert"/>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p:txBody>
          <a:bodyPr/>
          <a:lstStyle/>
          <a:p>
            <a:fld id="{EB507C1E-5E0D-3E4D-8113-714502558754}" type="datetimeFigureOut">
              <a:rPr lang="en-US" smtClean="0"/>
              <a:t>3/16/21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6509929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99" y="914400"/>
            <a:ext cx="8677836" cy="1143000"/>
          </a:xfrm>
          <a:prstGeom prst="rect">
            <a:avLst/>
          </a:prstGeom>
        </p:spPr>
        <p:txBody>
          <a:bodyPr vert="horz" lIns="91440" tIns="45720" rIns="91440" bIns="45720" rtlCol="0" anchor="b" anchorCtr="0">
            <a:noAutofit/>
          </a:bodyPr>
          <a:lstStyle/>
          <a:p>
            <a:r>
              <a:rPr lang="en-GB"/>
              <a:t>Click to edit Master title style</a:t>
            </a:r>
            <a:endParaRPr/>
          </a:p>
        </p:txBody>
      </p:sp>
      <p:sp>
        <p:nvSpPr>
          <p:cNvPr id="3" name="Text Placeholder 2"/>
          <p:cNvSpPr>
            <a:spLocks noGrp="1"/>
          </p:cNvSpPr>
          <p:nvPr>
            <p:ph type="body" idx="1"/>
          </p:nvPr>
        </p:nvSpPr>
        <p:spPr>
          <a:xfrm>
            <a:off x="609599" y="2209801"/>
            <a:ext cx="8677836" cy="39163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2"/>
          </p:nvPr>
        </p:nvSpPr>
        <p:spPr>
          <a:xfrm>
            <a:off x="9598212" y="6356351"/>
            <a:ext cx="2336800" cy="365125"/>
          </a:xfrm>
          <a:prstGeom prst="rect">
            <a:avLst/>
          </a:prstGeom>
        </p:spPr>
        <p:txBody>
          <a:bodyPr vert="horz" lIns="91440" tIns="45720" rIns="91440" bIns="45720" rtlCol="0" anchor="ctr"/>
          <a:lstStyle>
            <a:lvl1pPr algn="r">
              <a:defRPr sz="1100" b="1">
                <a:solidFill>
                  <a:schemeClr val="tx2">
                    <a:lumMod val="60000"/>
                    <a:lumOff val="40000"/>
                  </a:schemeClr>
                </a:solidFill>
              </a:defRPr>
            </a:lvl1pPr>
          </a:lstStyle>
          <a:p>
            <a:fld id="{EB507C1E-5E0D-3E4D-8113-714502558754}" type="datetimeFigureOut">
              <a:rPr lang="en-US" smtClean="0"/>
              <a:t>3/16/21</a:t>
            </a:fld>
            <a:endParaRPr lang="en-US"/>
          </a:p>
        </p:txBody>
      </p:sp>
      <p:sp>
        <p:nvSpPr>
          <p:cNvPr id="5" name="Footer Placeholder 4"/>
          <p:cNvSpPr>
            <a:spLocks noGrp="1"/>
          </p:cNvSpPr>
          <p:nvPr>
            <p:ph type="ftr" sz="quarter" idx="3"/>
          </p:nvPr>
        </p:nvSpPr>
        <p:spPr>
          <a:xfrm>
            <a:off x="233083" y="6356351"/>
            <a:ext cx="8009467" cy="365125"/>
          </a:xfrm>
          <a:prstGeom prst="rect">
            <a:avLst/>
          </a:prstGeom>
        </p:spPr>
        <p:txBody>
          <a:bodyPr vert="horz" lIns="91440" tIns="45720" rIns="91440" bIns="45720" rtlCol="0" anchor="ctr"/>
          <a:lstStyle>
            <a:lvl1pPr algn="l">
              <a:defRPr sz="1100" b="1">
                <a:solidFill>
                  <a:schemeClr val="tx2">
                    <a:lumMod val="60000"/>
                    <a:lumOff val="40000"/>
                  </a:schemeClr>
                </a:solidFill>
              </a:defRPr>
            </a:lvl1pPr>
          </a:lstStyle>
          <a:p>
            <a:endParaRPr lang="en-US"/>
          </a:p>
        </p:txBody>
      </p:sp>
      <p:sp>
        <p:nvSpPr>
          <p:cNvPr id="6" name="Slide Number Placeholder 5"/>
          <p:cNvSpPr>
            <a:spLocks noGrp="1"/>
          </p:cNvSpPr>
          <p:nvPr>
            <p:ph type="sldNum" sz="quarter" idx="4"/>
          </p:nvPr>
        </p:nvSpPr>
        <p:spPr>
          <a:xfrm>
            <a:off x="11008659" y="361017"/>
            <a:ext cx="675341" cy="365125"/>
          </a:xfrm>
          <a:prstGeom prst="rect">
            <a:avLst/>
          </a:prstGeom>
        </p:spPr>
        <p:txBody>
          <a:bodyPr vert="horz" lIns="91440" tIns="45720" rIns="91440" bIns="45720" rtlCol="0" anchor="ctr"/>
          <a:lstStyle>
            <a:lvl1pPr algn="r">
              <a:defRPr sz="2200" b="1">
                <a:solidFill>
                  <a:schemeClr val="bg1"/>
                </a:solidFill>
              </a:defRPr>
            </a:lvl1pPr>
          </a:lstStyle>
          <a:p>
            <a:fld id="{CC611861-616C-A14E-8244-40FC50D01E26}" type="slidenum">
              <a:rPr lang="en-US" smtClean="0"/>
              <a:t>‹#›</a:t>
            </a:fld>
            <a:endParaRPr lang="en-US"/>
          </a:p>
        </p:txBody>
      </p:sp>
    </p:spTree>
    <p:extLst>
      <p:ext uri="{BB962C8B-B14F-4D97-AF65-F5344CB8AC3E}">
        <p14:creationId xmlns:p14="http://schemas.microsoft.com/office/powerpoint/2010/main" val="31074487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txStyles>
    <p:titleStyle>
      <a:lvl1pPr algn="l" defTabSz="914400" rtl="0" eaLnBrk="1" latinLnBrk="0" hangingPunct="1">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7109" y="6462482"/>
            <a:ext cx="8275816" cy="1398494"/>
          </a:xfrm>
        </p:spPr>
        <p:txBody>
          <a:bodyPr>
            <a:normAutofit fontScale="90000"/>
          </a:bodyPr>
          <a:lstStyle/>
          <a:p>
            <a:pPr algn="l"/>
            <a:br>
              <a:rPr lang="en-US" sz="2200" dirty="0">
                <a:solidFill>
                  <a:srgbClr val="63EC00"/>
                </a:solidFill>
              </a:rPr>
            </a:br>
            <a:r>
              <a:rPr lang="en-US" sz="2700" b="1" dirty="0"/>
              <a:t>DO NOW – Practice Exam Question – 5 minutes</a:t>
            </a:r>
            <a:br>
              <a:rPr lang="en-US" sz="1800" b="1" dirty="0">
                <a:solidFill>
                  <a:schemeClr val="tx1"/>
                </a:solidFill>
              </a:rPr>
            </a:br>
            <a:br>
              <a:rPr lang="en-US" sz="2200" b="1" dirty="0">
                <a:solidFill>
                  <a:schemeClr val="tx1"/>
                </a:solidFill>
              </a:rPr>
            </a:br>
            <a:r>
              <a:rPr lang="en-AU" sz="2200" dirty="0">
                <a:solidFill>
                  <a:schemeClr val="tx1"/>
                </a:solidFill>
              </a:rPr>
              <a:t>Researchers wanted to investigate the ongoing health effects of working as a medical student at a busy city hospital. Participants were first year medical students chosen from a hospital close to the university where the researchers worked. They were followed throughout their medical training. Researchers met participants once a year over an eight-year period</a:t>
            </a:r>
            <a:r>
              <a:rPr lang="en-AU" sz="2200" dirty="0"/>
              <a:t>. </a:t>
            </a:r>
            <a:br>
              <a:rPr lang="en-AU" sz="2200" dirty="0"/>
            </a:br>
            <a:br>
              <a:rPr lang="en-AU" sz="2200" dirty="0"/>
            </a:br>
            <a:r>
              <a:rPr lang="en-AU" sz="2200" dirty="0"/>
              <a:t>1. </a:t>
            </a:r>
            <a:r>
              <a:rPr lang="en-AU" sz="2200" dirty="0">
                <a:solidFill>
                  <a:schemeClr val="tx1"/>
                </a:solidFill>
              </a:rPr>
              <a:t>Identify the sampling method of this study (1 mark)</a:t>
            </a:r>
            <a:br>
              <a:rPr lang="en-AU" sz="2200" dirty="0">
                <a:solidFill>
                  <a:schemeClr val="tx1"/>
                </a:solidFill>
              </a:rPr>
            </a:br>
            <a:br>
              <a:rPr lang="en-AU" sz="2200" dirty="0">
                <a:solidFill>
                  <a:schemeClr val="tx1"/>
                </a:solidFill>
              </a:rPr>
            </a:br>
            <a:r>
              <a:rPr lang="en-AU" sz="2200" dirty="0"/>
              <a:t>2. </a:t>
            </a:r>
            <a:r>
              <a:rPr lang="en-AU" sz="2200" dirty="0">
                <a:solidFill>
                  <a:schemeClr val="tx1"/>
                </a:solidFill>
              </a:rPr>
              <a:t>Identify a strength and weakness of this sampling method (1 mark)</a:t>
            </a:r>
            <a:br>
              <a:rPr lang="en-AU" sz="2200" dirty="0">
                <a:solidFill>
                  <a:schemeClr val="tx1"/>
                </a:solidFill>
              </a:rPr>
            </a:br>
            <a:br>
              <a:rPr lang="en-AU" sz="2200" dirty="0">
                <a:solidFill>
                  <a:schemeClr val="tx1"/>
                </a:solidFill>
              </a:rPr>
            </a:br>
            <a:r>
              <a:rPr lang="en-AU" sz="2200" dirty="0"/>
              <a:t>3. </a:t>
            </a:r>
            <a:r>
              <a:rPr lang="en-AU" sz="2200" dirty="0">
                <a:solidFill>
                  <a:schemeClr val="tx1"/>
                </a:solidFill>
              </a:rPr>
              <a:t>When researchers met participants, they were interested in collecting quantitative data to measure health effects. Name </a:t>
            </a:r>
            <a:r>
              <a:rPr lang="en-AU" sz="2200" b="1" dirty="0">
                <a:solidFill>
                  <a:schemeClr val="tx1"/>
                </a:solidFill>
              </a:rPr>
              <a:t>one </a:t>
            </a:r>
            <a:r>
              <a:rPr lang="en-AU" sz="2200" dirty="0">
                <a:solidFill>
                  <a:schemeClr val="tx1"/>
                </a:solidFill>
              </a:rPr>
              <a:t>subjective quantitative measure and </a:t>
            </a:r>
            <a:r>
              <a:rPr lang="en-AU" sz="2200" b="1" dirty="0">
                <a:solidFill>
                  <a:schemeClr val="tx1"/>
                </a:solidFill>
              </a:rPr>
              <a:t>one </a:t>
            </a:r>
            <a:r>
              <a:rPr lang="en-AU" sz="2200" dirty="0">
                <a:solidFill>
                  <a:schemeClr val="tx1"/>
                </a:solidFill>
              </a:rPr>
              <a:t>objective quantitative measure that might have been used in this study. (2 marks) </a:t>
            </a:r>
            <a:br>
              <a:rPr lang="en-AU" sz="2200" dirty="0"/>
            </a:br>
            <a:br>
              <a:rPr lang="en-AU" sz="2700" dirty="0"/>
            </a:br>
            <a:br>
              <a:rPr lang="en-US" sz="2700" b="1" dirty="0">
                <a:solidFill>
                  <a:schemeClr val="tx1"/>
                </a:solidFill>
              </a:rPr>
            </a:br>
            <a:endParaRPr lang="en-US" sz="2700" b="1" dirty="0">
              <a:solidFill>
                <a:schemeClr val="tx1"/>
              </a:solidFill>
            </a:endParaRPr>
          </a:p>
        </p:txBody>
      </p:sp>
      <p:pic>
        <p:nvPicPr>
          <p:cNvPr id="5" name="Picture 4" descr="Exclamation_encircled.sv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12925" y="3615560"/>
            <a:ext cx="2979076" cy="2979076"/>
          </a:xfrm>
          <a:prstGeom prst="rect">
            <a:avLst/>
          </a:prstGeom>
        </p:spPr>
      </p:pic>
      <p:pic>
        <p:nvPicPr>
          <p:cNvPr id="32" name="Picture 2" descr="Keep silence and be quiet lips and finger silent sign, no noise ...">
            <a:extLst>
              <a:ext uri="{FF2B5EF4-FFF2-40B4-BE49-F238E27FC236}">
                <a16:creationId xmlns:a16="http://schemas.microsoft.com/office/drawing/2014/main" id="{4D8EBDD9-72FB-D041-B937-97F5C7F58E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9758" y="180109"/>
            <a:ext cx="2146434" cy="2146434"/>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E7BFAD0E-969B-2E45-ADD6-A814326B655A}"/>
              </a:ext>
            </a:extLst>
          </p:cNvPr>
          <p:cNvSpPr txBox="1"/>
          <p:nvPr/>
        </p:nvSpPr>
        <p:spPr>
          <a:xfrm rot="16200000">
            <a:off x="-2609558" y="2635904"/>
            <a:ext cx="5641147" cy="369332"/>
          </a:xfrm>
          <a:prstGeom prst="rect">
            <a:avLst/>
          </a:prstGeom>
          <a:solidFill>
            <a:srgbClr val="9ACDED"/>
          </a:solidFill>
        </p:spPr>
        <p:txBody>
          <a:bodyPr wrap="square" rtlCol="0">
            <a:spAutoFit/>
          </a:bodyPr>
          <a:lstStyle/>
          <a:p>
            <a:r>
              <a:rPr lang="en-AU" dirty="0">
                <a:solidFill>
                  <a:srgbClr val="0E344D"/>
                </a:solidFill>
              </a:rPr>
              <a:t>Activate Prior Knowledge/skill development</a:t>
            </a:r>
          </a:p>
        </p:txBody>
      </p:sp>
    </p:spTree>
    <p:extLst>
      <p:ext uri="{BB962C8B-B14F-4D97-AF65-F5344CB8AC3E}">
        <p14:creationId xmlns:p14="http://schemas.microsoft.com/office/powerpoint/2010/main" val="2998335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4018" y="6485159"/>
            <a:ext cx="8488907" cy="1398494"/>
          </a:xfrm>
        </p:spPr>
        <p:txBody>
          <a:bodyPr>
            <a:normAutofit fontScale="90000"/>
          </a:bodyPr>
          <a:lstStyle/>
          <a:p>
            <a:pPr algn="l"/>
            <a:br>
              <a:rPr lang="en-US" sz="2200" dirty="0">
                <a:solidFill>
                  <a:srgbClr val="63EC00"/>
                </a:solidFill>
              </a:rPr>
            </a:br>
            <a:r>
              <a:rPr lang="en-US" sz="2700" b="1" dirty="0"/>
              <a:t>DO NOW – Practice Exam Question – 5 minutes</a:t>
            </a:r>
            <a:br>
              <a:rPr lang="en-US" sz="1800" b="1" dirty="0">
                <a:solidFill>
                  <a:schemeClr val="tx1"/>
                </a:solidFill>
              </a:rPr>
            </a:br>
            <a:br>
              <a:rPr lang="en-US" sz="2200" b="1" dirty="0">
                <a:solidFill>
                  <a:schemeClr val="tx1"/>
                </a:solidFill>
              </a:rPr>
            </a:br>
            <a:r>
              <a:rPr lang="en-AU" sz="2200" dirty="0">
                <a:solidFill>
                  <a:schemeClr val="tx1"/>
                </a:solidFill>
              </a:rPr>
              <a:t>Researchers wanted to investigate the ongoing health effects of working as a medical student at a busy city hospital. Participants were first year medical students chosen from a hospital close to the university where the researchers worked. They were followed throughout their medical training. Researchers met participants once a year over an eight-year period</a:t>
            </a:r>
            <a:r>
              <a:rPr lang="en-AU" sz="2200" dirty="0"/>
              <a:t>. </a:t>
            </a:r>
            <a:br>
              <a:rPr lang="en-AU" sz="2200" dirty="0"/>
            </a:br>
            <a:br>
              <a:rPr lang="en-AU" sz="2200" dirty="0"/>
            </a:br>
            <a:r>
              <a:rPr lang="en-AU" sz="2200" b="1" dirty="0"/>
              <a:t>1. </a:t>
            </a:r>
            <a:r>
              <a:rPr lang="en-AU" sz="2200" dirty="0">
                <a:solidFill>
                  <a:schemeClr val="tx1"/>
                </a:solidFill>
              </a:rPr>
              <a:t>Identify the sampling method of this study (1 mark)</a:t>
            </a:r>
            <a:br>
              <a:rPr lang="en-AU" sz="2200" dirty="0">
                <a:solidFill>
                  <a:schemeClr val="tx1"/>
                </a:solidFill>
              </a:rPr>
            </a:br>
            <a:r>
              <a:rPr lang="en-AU" sz="2200" b="1" dirty="0"/>
              <a:t>Convenience/opportunity</a:t>
            </a:r>
            <a:br>
              <a:rPr lang="en-AU" sz="2200" dirty="0">
                <a:solidFill>
                  <a:schemeClr val="tx1"/>
                </a:solidFill>
              </a:rPr>
            </a:br>
            <a:br>
              <a:rPr lang="en-AU" sz="2200" dirty="0">
                <a:solidFill>
                  <a:schemeClr val="tx1"/>
                </a:solidFill>
              </a:rPr>
            </a:br>
            <a:r>
              <a:rPr lang="en-AU" sz="2200" b="1" dirty="0"/>
              <a:t>2. </a:t>
            </a:r>
            <a:r>
              <a:rPr lang="en-AU" sz="2200" dirty="0">
                <a:solidFill>
                  <a:schemeClr val="tx1"/>
                </a:solidFill>
              </a:rPr>
              <a:t>Identify a strength and weakness of this sampling method (2 marks)</a:t>
            </a:r>
            <a:br>
              <a:rPr lang="en-AU" sz="2200" dirty="0">
                <a:solidFill>
                  <a:schemeClr val="tx1"/>
                </a:solidFill>
              </a:rPr>
            </a:br>
            <a:r>
              <a:rPr lang="en-AU" sz="2200" b="1" dirty="0"/>
              <a:t>Strength: Cost and resource efficient. Weakness: Not representative of population. </a:t>
            </a:r>
            <a:br>
              <a:rPr lang="en-AU" sz="2200" dirty="0">
                <a:solidFill>
                  <a:schemeClr val="tx1"/>
                </a:solidFill>
              </a:rPr>
            </a:br>
            <a:br>
              <a:rPr lang="en-AU" sz="2200" dirty="0">
                <a:solidFill>
                  <a:schemeClr val="tx1"/>
                </a:solidFill>
              </a:rPr>
            </a:br>
            <a:br>
              <a:rPr lang="en-AU" sz="2200" dirty="0">
                <a:solidFill>
                  <a:schemeClr val="tx1"/>
                </a:solidFill>
              </a:rPr>
            </a:br>
            <a:br>
              <a:rPr lang="en-AU" sz="2200" dirty="0"/>
            </a:br>
            <a:br>
              <a:rPr lang="en-AU" sz="2700" dirty="0"/>
            </a:br>
            <a:br>
              <a:rPr lang="en-US" sz="2700" b="1" dirty="0">
                <a:solidFill>
                  <a:schemeClr val="tx1"/>
                </a:solidFill>
              </a:rPr>
            </a:br>
            <a:endParaRPr lang="en-US" sz="2700" b="1" dirty="0">
              <a:solidFill>
                <a:schemeClr val="tx1"/>
              </a:solidFill>
            </a:endParaRPr>
          </a:p>
        </p:txBody>
      </p:sp>
      <p:pic>
        <p:nvPicPr>
          <p:cNvPr id="5" name="Picture 4" descr="Exclamation_encircled.sv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12925" y="3615560"/>
            <a:ext cx="2979076" cy="2979076"/>
          </a:xfrm>
          <a:prstGeom prst="rect">
            <a:avLst/>
          </a:prstGeom>
        </p:spPr>
      </p:pic>
      <p:pic>
        <p:nvPicPr>
          <p:cNvPr id="32" name="Picture 2" descr="Keep silence and be quiet lips and finger silent sign, no noise ...">
            <a:extLst>
              <a:ext uri="{FF2B5EF4-FFF2-40B4-BE49-F238E27FC236}">
                <a16:creationId xmlns:a16="http://schemas.microsoft.com/office/drawing/2014/main" id="{4D8EBDD9-72FB-D041-B937-97F5C7F58E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9758" y="180109"/>
            <a:ext cx="2146434" cy="2146434"/>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E7BFAD0E-969B-2E45-ADD6-A814326B655A}"/>
              </a:ext>
            </a:extLst>
          </p:cNvPr>
          <p:cNvSpPr txBox="1"/>
          <p:nvPr/>
        </p:nvSpPr>
        <p:spPr>
          <a:xfrm rot="16200000">
            <a:off x="-2609558" y="2635904"/>
            <a:ext cx="5641147" cy="369332"/>
          </a:xfrm>
          <a:prstGeom prst="rect">
            <a:avLst/>
          </a:prstGeom>
          <a:solidFill>
            <a:srgbClr val="9ACDED"/>
          </a:solidFill>
        </p:spPr>
        <p:txBody>
          <a:bodyPr wrap="square" rtlCol="0">
            <a:spAutoFit/>
          </a:bodyPr>
          <a:lstStyle/>
          <a:p>
            <a:r>
              <a:rPr lang="en-AU" dirty="0">
                <a:solidFill>
                  <a:srgbClr val="0E344D"/>
                </a:solidFill>
              </a:rPr>
              <a:t>Activate Prior Knowledge/skill development</a:t>
            </a:r>
          </a:p>
        </p:txBody>
      </p:sp>
    </p:spTree>
    <p:extLst>
      <p:ext uri="{BB962C8B-B14F-4D97-AF65-F5344CB8AC3E}">
        <p14:creationId xmlns:p14="http://schemas.microsoft.com/office/powerpoint/2010/main" val="222973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3163" y="3522922"/>
            <a:ext cx="9380598" cy="1398494"/>
          </a:xfrm>
        </p:spPr>
        <p:txBody>
          <a:bodyPr>
            <a:normAutofit fontScale="90000"/>
          </a:bodyPr>
          <a:lstStyle/>
          <a:p>
            <a:pPr algn="l"/>
            <a:br>
              <a:rPr lang="en-US" sz="2200" dirty="0">
                <a:solidFill>
                  <a:srgbClr val="63EC00"/>
                </a:solidFill>
              </a:rPr>
            </a:br>
            <a:r>
              <a:rPr lang="en-US" sz="2700" b="1" dirty="0"/>
              <a:t>DO NOW – Practice Exam Question – 5 minutes</a:t>
            </a:r>
            <a:br>
              <a:rPr lang="en-US" sz="1800" b="1" dirty="0">
                <a:solidFill>
                  <a:schemeClr val="tx1"/>
                </a:solidFill>
              </a:rPr>
            </a:br>
            <a:br>
              <a:rPr lang="en-US" sz="2200" b="1" dirty="0">
                <a:solidFill>
                  <a:schemeClr val="tx1"/>
                </a:solidFill>
              </a:rPr>
            </a:br>
            <a:r>
              <a:rPr lang="en-AU" sz="2200" dirty="0">
                <a:solidFill>
                  <a:schemeClr val="tx1"/>
                </a:solidFill>
              </a:rPr>
              <a:t>Researchers wanted to investigate the ongoing health effects of working as a medical student at a busy city hospital…</a:t>
            </a:r>
            <a:br>
              <a:rPr lang="en-AU" sz="2200" dirty="0">
                <a:solidFill>
                  <a:schemeClr val="tx1"/>
                </a:solidFill>
              </a:rPr>
            </a:br>
            <a:br>
              <a:rPr lang="en-AU" sz="2200" dirty="0">
                <a:solidFill>
                  <a:schemeClr val="tx1"/>
                </a:solidFill>
              </a:rPr>
            </a:br>
            <a:r>
              <a:rPr lang="en-AU" sz="2200" dirty="0"/>
              <a:t>3. </a:t>
            </a:r>
            <a:r>
              <a:rPr lang="en-AU" sz="2200" dirty="0">
                <a:solidFill>
                  <a:schemeClr val="tx1"/>
                </a:solidFill>
              </a:rPr>
              <a:t>When researchers met participants, they were interested in collecting quantitative data to measure health effects. Name </a:t>
            </a:r>
            <a:r>
              <a:rPr lang="en-AU" sz="2200" b="1" dirty="0">
                <a:solidFill>
                  <a:schemeClr val="tx1"/>
                </a:solidFill>
              </a:rPr>
              <a:t>one </a:t>
            </a:r>
            <a:r>
              <a:rPr lang="en-AU" sz="2200" dirty="0">
                <a:solidFill>
                  <a:schemeClr val="tx1"/>
                </a:solidFill>
              </a:rPr>
              <a:t>subjective quantitative measure and </a:t>
            </a:r>
            <a:r>
              <a:rPr lang="en-AU" sz="2200" b="1" dirty="0">
                <a:solidFill>
                  <a:schemeClr val="tx1"/>
                </a:solidFill>
              </a:rPr>
              <a:t>one </a:t>
            </a:r>
            <a:r>
              <a:rPr lang="en-AU" sz="2200" dirty="0">
                <a:solidFill>
                  <a:schemeClr val="tx1"/>
                </a:solidFill>
              </a:rPr>
              <a:t>objective quantitative measure that might have been used in this study. (2 marks) </a:t>
            </a:r>
            <a:br>
              <a:rPr lang="en-AU" sz="2200" dirty="0">
                <a:solidFill>
                  <a:schemeClr val="tx1"/>
                </a:solidFill>
              </a:rPr>
            </a:br>
            <a:br>
              <a:rPr lang="en-AU" sz="2200" dirty="0">
                <a:solidFill>
                  <a:schemeClr val="tx1"/>
                </a:solidFill>
              </a:rPr>
            </a:br>
            <a:br>
              <a:rPr lang="en-AU" sz="2200" dirty="0"/>
            </a:br>
            <a:br>
              <a:rPr lang="en-AU" sz="2700" dirty="0"/>
            </a:br>
            <a:br>
              <a:rPr lang="en-US" sz="2700" b="1" dirty="0">
                <a:solidFill>
                  <a:schemeClr val="tx1"/>
                </a:solidFill>
              </a:rPr>
            </a:br>
            <a:endParaRPr lang="en-US" sz="2700" b="1" dirty="0">
              <a:solidFill>
                <a:schemeClr val="tx1"/>
              </a:solidFill>
            </a:endParaRPr>
          </a:p>
        </p:txBody>
      </p:sp>
      <p:pic>
        <p:nvPicPr>
          <p:cNvPr id="5" name="Picture 4" descr="Exclamation_encircled.sv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12925" y="3615560"/>
            <a:ext cx="2979076" cy="2979076"/>
          </a:xfrm>
          <a:prstGeom prst="rect">
            <a:avLst/>
          </a:prstGeom>
        </p:spPr>
      </p:pic>
      <p:pic>
        <p:nvPicPr>
          <p:cNvPr id="32" name="Picture 2" descr="Keep silence and be quiet lips and finger silent sign, no noise ...">
            <a:extLst>
              <a:ext uri="{FF2B5EF4-FFF2-40B4-BE49-F238E27FC236}">
                <a16:creationId xmlns:a16="http://schemas.microsoft.com/office/drawing/2014/main" id="{4D8EBDD9-72FB-D041-B937-97F5C7F58E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9758" y="180109"/>
            <a:ext cx="2146434" cy="2146434"/>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E7BFAD0E-969B-2E45-ADD6-A814326B655A}"/>
              </a:ext>
            </a:extLst>
          </p:cNvPr>
          <p:cNvSpPr txBox="1"/>
          <p:nvPr/>
        </p:nvSpPr>
        <p:spPr>
          <a:xfrm rot="16200000">
            <a:off x="-2609558" y="2635904"/>
            <a:ext cx="5641147" cy="369332"/>
          </a:xfrm>
          <a:prstGeom prst="rect">
            <a:avLst/>
          </a:prstGeom>
          <a:solidFill>
            <a:srgbClr val="9ACDED"/>
          </a:solidFill>
        </p:spPr>
        <p:txBody>
          <a:bodyPr wrap="square" rtlCol="0">
            <a:spAutoFit/>
          </a:bodyPr>
          <a:lstStyle/>
          <a:p>
            <a:r>
              <a:rPr lang="en-AU" dirty="0">
                <a:solidFill>
                  <a:srgbClr val="0E344D"/>
                </a:solidFill>
              </a:rPr>
              <a:t>Activate Prior Knowledge/skill development</a:t>
            </a:r>
          </a:p>
        </p:txBody>
      </p:sp>
      <p:pic>
        <p:nvPicPr>
          <p:cNvPr id="8" name="Picture 7">
            <a:extLst>
              <a:ext uri="{FF2B5EF4-FFF2-40B4-BE49-F238E27FC236}">
                <a16:creationId xmlns:a16="http://schemas.microsoft.com/office/drawing/2014/main" id="{5DC15E92-0368-184A-972D-B709049F1241}"/>
              </a:ext>
            </a:extLst>
          </p:cNvPr>
          <p:cNvPicPr>
            <a:picLocks noChangeAspect="1"/>
          </p:cNvPicPr>
          <p:nvPr/>
        </p:nvPicPr>
        <p:blipFill>
          <a:blip r:embed="rId4"/>
          <a:stretch>
            <a:fillRect/>
          </a:stretch>
        </p:blipFill>
        <p:spPr>
          <a:xfrm>
            <a:off x="821732" y="3219775"/>
            <a:ext cx="8035665" cy="3400098"/>
          </a:xfrm>
          <a:prstGeom prst="rect">
            <a:avLst/>
          </a:prstGeom>
        </p:spPr>
      </p:pic>
    </p:spTree>
    <p:extLst>
      <p:ext uri="{BB962C8B-B14F-4D97-AF65-F5344CB8AC3E}">
        <p14:creationId xmlns:p14="http://schemas.microsoft.com/office/powerpoint/2010/main" val="32605909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1010073"/>
            <a:ext cx="9133490" cy="2344825"/>
          </a:xfrm>
        </p:spPr>
        <p:txBody>
          <a:bodyPr>
            <a:normAutofit/>
          </a:bodyPr>
          <a:lstStyle/>
          <a:p>
            <a:r>
              <a:rPr lang="en-US" sz="6600" b="1" dirty="0"/>
              <a:t>Learning Intention</a:t>
            </a:r>
          </a:p>
        </p:txBody>
      </p:sp>
      <p:pic>
        <p:nvPicPr>
          <p:cNvPr id="3" name="Picture 2" descr="Iconsmind-Outline-Pen-5.ic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48497" y="162340"/>
            <a:ext cx="1724875" cy="1724875"/>
          </a:xfrm>
          <a:prstGeom prst="rect">
            <a:avLst/>
          </a:prstGeom>
        </p:spPr>
      </p:pic>
      <p:sp>
        <p:nvSpPr>
          <p:cNvPr id="7" name="Content Placeholder 2">
            <a:extLst>
              <a:ext uri="{FF2B5EF4-FFF2-40B4-BE49-F238E27FC236}">
                <a16:creationId xmlns:a16="http://schemas.microsoft.com/office/drawing/2014/main" id="{F37E1E3A-1A7B-AC46-8FA4-79F4030DDC95}"/>
              </a:ext>
            </a:extLst>
          </p:cNvPr>
          <p:cNvSpPr>
            <a:spLocks noGrp="1"/>
          </p:cNvSpPr>
          <p:nvPr>
            <p:ph idx="1"/>
          </p:nvPr>
        </p:nvSpPr>
        <p:spPr>
          <a:xfrm>
            <a:off x="609599" y="1547445"/>
            <a:ext cx="8677836" cy="1786597"/>
          </a:xfrm>
        </p:spPr>
        <p:txBody>
          <a:bodyPr>
            <a:normAutofit/>
          </a:bodyPr>
          <a:lstStyle/>
          <a:p>
            <a:pPr marL="457200" indent="-457200">
              <a:buFont typeface="+mj-lt"/>
              <a:buAutoNum type="arabicPeriod"/>
            </a:pPr>
            <a:r>
              <a:rPr lang="en-US" sz="3200" dirty="0"/>
              <a:t>I will be able to analyse the results of the study.</a:t>
            </a:r>
          </a:p>
        </p:txBody>
      </p:sp>
      <p:sp>
        <p:nvSpPr>
          <p:cNvPr id="8" name="Title 1">
            <a:extLst>
              <a:ext uri="{FF2B5EF4-FFF2-40B4-BE49-F238E27FC236}">
                <a16:creationId xmlns:a16="http://schemas.microsoft.com/office/drawing/2014/main" id="{4BCF71D0-28E6-7446-8024-5889D3585DEF}"/>
              </a:ext>
            </a:extLst>
          </p:cNvPr>
          <p:cNvSpPr txBox="1">
            <a:spLocks/>
          </p:cNvSpPr>
          <p:nvPr/>
        </p:nvSpPr>
        <p:spPr>
          <a:xfrm>
            <a:off x="775668" y="1887215"/>
            <a:ext cx="9133490" cy="2344825"/>
          </a:xfrm>
          <a:prstGeom prst="rect">
            <a:avLst/>
          </a:prstGeom>
        </p:spPr>
        <p:txBody>
          <a:bodyPr vert="horz" lIns="91440" tIns="45720" rIns="91440" bIns="45720" rtlCol="0" anchor="b" anchorCtr="0">
            <a:normAutofit/>
          </a:bodyPr>
          <a:lstStyle>
            <a:lvl1pPr algn="l" defTabSz="914400" rtl="0" eaLnBrk="1" latinLnBrk="0" hangingPunct="1">
              <a:spcBef>
                <a:spcPct val="0"/>
              </a:spcBef>
              <a:buNone/>
              <a:defRPr sz="3600" kern="1200">
                <a:solidFill>
                  <a:schemeClr val="accent1"/>
                </a:solidFill>
                <a:latin typeface="+mj-lt"/>
                <a:ea typeface="+mj-ea"/>
                <a:cs typeface="+mj-cs"/>
              </a:defRPr>
            </a:lvl1pPr>
          </a:lstStyle>
          <a:p>
            <a:r>
              <a:rPr lang="en-US" sz="6600" b="1" dirty="0"/>
              <a:t>Success Criteria </a:t>
            </a:r>
          </a:p>
        </p:txBody>
      </p:sp>
      <p:sp>
        <p:nvSpPr>
          <p:cNvPr id="9" name="Content Placeholder 2">
            <a:extLst>
              <a:ext uri="{FF2B5EF4-FFF2-40B4-BE49-F238E27FC236}">
                <a16:creationId xmlns:a16="http://schemas.microsoft.com/office/drawing/2014/main" id="{52ACBAF8-385D-3C4C-9CB2-902268BBBEA2}"/>
              </a:ext>
            </a:extLst>
          </p:cNvPr>
          <p:cNvSpPr txBox="1">
            <a:spLocks/>
          </p:cNvSpPr>
          <p:nvPr/>
        </p:nvSpPr>
        <p:spPr>
          <a:xfrm>
            <a:off x="837426" y="4571810"/>
            <a:ext cx="8677836" cy="1786597"/>
          </a:xfrm>
          <a:prstGeom prst="rect">
            <a:avLst/>
          </a:prstGeom>
        </p:spPr>
        <p:txBody>
          <a:bodyPr vert="horz" lIns="91440" tIns="45720" rIns="91440" bIns="45720" rtlCol="0">
            <a:normAutofit/>
          </a:bodyPr>
          <a:lst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a:lstStyle>
          <a:p>
            <a:pPr marL="457200" indent="-457200">
              <a:buFont typeface="+mj-lt"/>
              <a:buAutoNum type="arabicPeriod"/>
            </a:pPr>
            <a:r>
              <a:rPr lang="en-US" sz="3200" dirty="0"/>
              <a:t>I will complete my results of my investigation.</a:t>
            </a:r>
          </a:p>
          <a:p>
            <a:pPr marL="0" indent="0">
              <a:buFont typeface="Wingdings 2" pitchFamily="18" charset="2"/>
              <a:buNone/>
            </a:pPr>
            <a:endParaRPr lang="en-US" sz="3200" dirty="0"/>
          </a:p>
        </p:txBody>
      </p:sp>
    </p:spTree>
    <p:extLst>
      <p:ext uri="{BB962C8B-B14F-4D97-AF65-F5344CB8AC3E}">
        <p14:creationId xmlns:p14="http://schemas.microsoft.com/office/powerpoint/2010/main" val="36750152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7630E07-6D2D-A042-8929-90780AECB0BA}"/>
              </a:ext>
            </a:extLst>
          </p:cNvPr>
          <p:cNvSpPr txBox="1"/>
          <p:nvPr/>
        </p:nvSpPr>
        <p:spPr>
          <a:xfrm>
            <a:off x="2154458" y="0"/>
            <a:ext cx="7083971" cy="923330"/>
          </a:xfrm>
          <a:prstGeom prst="rect">
            <a:avLst/>
          </a:prstGeom>
          <a:noFill/>
        </p:spPr>
        <p:txBody>
          <a:bodyPr wrap="square" rtlCol="0">
            <a:spAutoFit/>
          </a:bodyPr>
          <a:lstStyle/>
          <a:p>
            <a:r>
              <a:rPr lang="en-AU" sz="5400" b="1" dirty="0">
                <a:solidFill>
                  <a:srgbClr val="2D6069"/>
                </a:solidFill>
              </a:rPr>
              <a:t>Analysing your data </a:t>
            </a:r>
          </a:p>
        </p:txBody>
      </p:sp>
      <p:pic>
        <p:nvPicPr>
          <p:cNvPr id="8" name="Picture 7" descr="Iconsmind-Outline-Pen-5.ico">
            <a:extLst>
              <a:ext uri="{FF2B5EF4-FFF2-40B4-BE49-F238E27FC236}">
                <a16:creationId xmlns:a16="http://schemas.microsoft.com/office/drawing/2014/main" id="{C952C0E1-3CDB-804C-8AD9-2B83A63B0B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696" y="245466"/>
            <a:ext cx="1272801" cy="1050245"/>
          </a:xfrm>
          <a:prstGeom prst="rect">
            <a:avLst/>
          </a:prstGeom>
        </p:spPr>
      </p:pic>
      <p:sp>
        <p:nvSpPr>
          <p:cNvPr id="4" name="TextBox 3">
            <a:extLst>
              <a:ext uri="{FF2B5EF4-FFF2-40B4-BE49-F238E27FC236}">
                <a16:creationId xmlns:a16="http://schemas.microsoft.com/office/drawing/2014/main" id="{930F29B0-DD0D-1E46-9807-5C0936D115A9}"/>
              </a:ext>
            </a:extLst>
          </p:cNvPr>
          <p:cNvSpPr txBox="1"/>
          <p:nvPr/>
        </p:nvSpPr>
        <p:spPr>
          <a:xfrm>
            <a:off x="2431229" y="1020397"/>
            <a:ext cx="6263792" cy="923330"/>
          </a:xfrm>
          <a:prstGeom prst="rect">
            <a:avLst/>
          </a:prstGeom>
          <a:noFill/>
          <a:ln w="76200">
            <a:solidFill>
              <a:srgbClr val="FF0000"/>
            </a:solidFill>
          </a:ln>
        </p:spPr>
        <p:txBody>
          <a:bodyPr wrap="square" rtlCol="0">
            <a:spAutoFit/>
          </a:bodyPr>
          <a:lstStyle/>
          <a:p>
            <a:r>
              <a:rPr lang="en-US" b="1" dirty="0"/>
              <a:t>Step 1: </a:t>
            </a:r>
          </a:p>
          <a:p>
            <a:r>
              <a:rPr lang="en-US" b="1" dirty="0"/>
              <a:t>Read the below screenshot from your marking key</a:t>
            </a:r>
          </a:p>
          <a:p>
            <a:r>
              <a:rPr lang="en-US" b="1" dirty="0"/>
              <a:t>2. Open up your data on SEQTA</a:t>
            </a:r>
          </a:p>
        </p:txBody>
      </p:sp>
      <p:sp>
        <p:nvSpPr>
          <p:cNvPr id="5" name="TextBox 4">
            <a:extLst>
              <a:ext uri="{FF2B5EF4-FFF2-40B4-BE49-F238E27FC236}">
                <a16:creationId xmlns:a16="http://schemas.microsoft.com/office/drawing/2014/main" id="{C9DD2806-596B-7C4C-97A1-913EE3803DBD}"/>
              </a:ext>
            </a:extLst>
          </p:cNvPr>
          <p:cNvSpPr txBox="1"/>
          <p:nvPr/>
        </p:nvSpPr>
        <p:spPr>
          <a:xfrm>
            <a:off x="1312634" y="2564842"/>
            <a:ext cx="9270125" cy="1200329"/>
          </a:xfrm>
          <a:prstGeom prst="rect">
            <a:avLst/>
          </a:prstGeom>
          <a:noFill/>
          <a:ln w="76200">
            <a:solidFill>
              <a:srgbClr val="0070C0"/>
            </a:solidFill>
          </a:ln>
        </p:spPr>
        <p:txBody>
          <a:bodyPr wrap="square" rtlCol="0">
            <a:spAutoFit/>
          </a:bodyPr>
          <a:lstStyle/>
          <a:p>
            <a:pPr algn="ctr"/>
            <a:r>
              <a:rPr lang="en-US" b="1" dirty="0"/>
              <a:t>TASK 2: Using the below slides work out what tables and graphs you wish to show.</a:t>
            </a:r>
          </a:p>
          <a:p>
            <a:pPr algn="ctr"/>
            <a:r>
              <a:rPr lang="en-US" dirty="0"/>
              <a:t>Remember your descriptive statistics should relate to the hypothesis and be talked about in your interpretation section and discussion section. </a:t>
            </a:r>
          </a:p>
          <a:p>
            <a:pPr algn="ctr"/>
            <a:r>
              <a:rPr lang="en-US" dirty="0">
                <a:highlight>
                  <a:srgbClr val="FFFF00"/>
                </a:highlight>
              </a:rPr>
              <a:t>THESE CAN BE PRE-PREPARED ON PAPER OR PRINTED</a:t>
            </a:r>
          </a:p>
        </p:txBody>
      </p:sp>
      <p:pic>
        <p:nvPicPr>
          <p:cNvPr id="6" name="Picture 5">
            <a:extLst>
              <a:ext uri="{FF2B5EF4-FFF2-40B4-BE49-F238E27FC236}">
                <a16:creationId xmlns:a16="http://schemas.microsoft.com/office/drawing/2014/main" id="{63F9602A-7185-3443-A4DE-97C7A0EE0CEB}"/>
              </a:ext>
            </a:extLst>
          </p:cNvPr>
          <p:cNvPicPr>
            <a:picLocks noChangeAspect="1"/>
          </p:cNvPicPr>
          <p:nvPr/>
        </p:nvPicPr>
        <p:blipFill>
          <a:blip r:embed="rId3"/>
          <a:stretch>
            <a:fillRect/>
          </a:stretch>
        </p:blipFill>
        <p:spPr>
          <a:xfrm>
            <a:off x="304800" y="4090022"/>
            <a:ext cx="11887200" cy="2260600"/>
          </a:xfrm>
          <a:prstGeom prst="rect">
            <a:avLst/>
          </a:prstGeom>
        </p:spPr>
      </p:pic>
    </p:spTree>
    <p:extLst>
      <p:ext uri="{BB962C8B-B14F-4D97-AF65-F5344CB8AC3E}">
        <p14:creationId xmlns:p14="http://schemas.microsoft.com/office/powerpoint/2010/main" val="4095106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8491B-4DB8-194B-ABCC-263706BFA4FC}"/>
              </a:ext>
            </a:extLst>
          </p:cNvPr>
          <p:cNvSpPr>
            <a:spLocks noGrp="1"/>
          </p:cNvSpPr>
          <p:nvPr>
            <p:ph type="title"/>
          </p:nvPr>
        </p:nvSpPr>
        <p:spPr>
          <a:xfrm>
            <a:off x="4411227" y="2546570"/>
            <a:ext cx="2687501" cy="663980"/>
          </a:xfrm>
          <a:ln>
            <a:solidFill>
              <a:srgbClr val="0070C0"/>
            </a:solidFill>
          </a:ln>
        </p:spPr>
        <p:txBody>
          <a:bodyPr/>
          <a:lstStyle/>
          <a:p>
            <a:pPr algn="ctr"/>
            <a:r>
              <a:rPr lang="en-US" dirty="0"/>
              <a:t>Bar Graph </a:t>
            </a:r>
          </a:p>
        </p:txBody>
      </p:sp>
      <p:pic>
        <p:nvPicPr>
          <p:cNvPr id="7" name="Content Placeholder 6">
            <a:extLst>
              <a:ext uri="{FF2B5EF4-FFF2-40B4-BE49-F238E27FC236}">
                <a16:creationId xmlns:a16="http://schemas.microsoft.com/office/drawing/2014/main" id="{DF969AFD-DEA8-7943-BBA3-2F183019173A}"/>
              </a:ext>
            </a:extLst>
          </p:cNvPr>
          <p:cNvPicPr>
            <a:picLocks noGrp="1" noChangeAspect="1"/>
          </p:cNvPicPr>
          <p:nvPr>
            <p:ph sz="half" idx="1"/>
          </p:nvPr>
        </p:nvPicPr>
        <p:blipFill>
          <a:blip r:embed="rId2"/>
          <a:stretch>
            <a:fillRect/>
          </a:stretch>
        </p:blipFill>
        <p:spPr>
          <a:xfrm>
            <a:off x="4998992" y="5014033"/>
            <a:ext cx="1721618" cy="1843967"/>
          </a:xfrm>
          <a:prstGeom prst="rect">
            <a:avLst/>
          </a:prstGeom>
        </p:spPr>
      </p:pic>
      <p:sp>
        <p:nvSpPr>
          <p:cNvPr id="5" name="Content Placeholder 4">
            <a:extLst>
              <a:ext uri="{FF2B5EF4-FFF2-40B4-BE49-F238E27FC236}">
                <a16:creationId xmlns:a16="http://schemas.microsoft.com/office/drawing/2014/main" id="{6A4F4249-79CD-5B49-BA92-C91C8EE03DE5}"/>
              </a:ext>
            </a:extLst>
          </p:cNvPr>
          <p:cNvSpPr>
            <a:spLocks noGrp="1"/>
          </p:cNvSpPr>
          <p:nvPr>
            <p:ph sz="half" idx="2"/>
          </p:nvPr>
        </p:nvSpPr>
        <p:spPr>
          <a:xfrm>
            <a:off x="65983" y="3424748"/>
            <a:ext cx="3327400" cy="2412069"/>
          </a:xfrm>
        </p:spPr>
        <p:txBody>
          <a:bodyPr>
            <a:normAutofit/>
          </a:bodyPr>
          <a:lstStyle/>
          <a:p>
            <a:pPr marL="0" indent="0">
              <a:buNone/>
            </a:pPr>
            <a:r>
              <a:rPr lang="en-US" sz="2000" dirty="0"/>
              <a:t>Used when looking at the </a:t>
            </a:r>
            <a:r>
              <a:rPr lang="en-US" sz="2000" b="1" dirty="0"/>
              <a:t>frequency</a:t>
            </a:r>
            <a:r>
              <a:rPr lang="en-US" sz="2000" dirty="0"/>
              <a:t> of </a:t>
            </a:r>
            <a:r>
              <a:rPr lang="en-US" sz="2000" b="1" dirty="0"/>
              <a:t>ONE numerical data set </a:t>
            </a:r>
            <a:r>
              <a:rPr lang="en-US" sz="2000" dirty="0"/>
              <a:t>(</a:t>
            </a:r>
            <a:r>
              <a:rPr lang="en-US" sz="2000" dirty="0" err="1"/>
              <a:t>i.e</a:t>
            </a:r>
            <a:r>
              <a:rPr lang="en-US" sz="2000" dirty="0"/>
              <a:t> one variable that can be measured) </a:t>
            </a:r>
          </a:p>
        </p:txBody>
      </p:sp>
      <p:sp>
        <p:nvSpPr>
          <p:cNvPr id="6" name="Title 1">
            <a:extLst>
              <a:ext uri="{FF2B5EF4-FFF2-40B4-BE49-F238E27FC236}">
                <a16:creationId xmlns:a16="http://schemas.microsoft.com/office/drawing/2014/main" id="{2FADA1B2-480B-714C-973B-B8BFE1461C34}"/>
              </a:ext>
            </a:extLst>
          </p:cNvPr>
          <p:cNvSpPr txBox="1">
            <a:spLocks/>
          </p:cNvSpPr>
          <p:nvPr/>
        </p:nvSpPr>
        <p:spPr>
          <a:xfrm>
            <a:off x="125406" y="2546570"/>
            <a:ext cx="2687501" cy="663980"/>
          </a:xfrm>
          <a:prstGeom prst="rect">
            <a:avLst/>
          </a:prstGeom>
          <a:ln>
            <a:solidFill>
              <a:srgbClr val="0070C0"/>
            </a:solidFill>
          </a:ln>
        </p:spPr>
        <p:txBody>
          <a:bodyPr vert="horz" lIns="91440" tIns="45720" rIns="91440" bIns="45720" rtlCol="0" anchor="b" anchorCtr="0">
            <a:noAutofit/>
          </a:bodyPr>
          <a:lstStyle>
            <a:lvl1pPr algn="l" defTabSz="914400" rtl="0" eaLnBrk="1" latinLnBrk="0" hangingPunct="1">
              <a:spcBef>
                <a:spcPct val="0"/>
              </a:spcBef>
              <a:buNone/>
              <a:defRPr sz="3600" kern="1200">
                <a:solidFill>
                  <a:schemeClr val="accent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dirty="0">
                <a:ln>
                  <a:noFill/>
                </a:ln>
                <a:solidFill>
                  <a:srgbClr val="94C600"/>
                </a:solidFill>
                <a:effectLst/>
                <a:uLnTx/>
                <a:uFillTx/>
                <a:latin typeface="Century Gothic"/>
                <a:ea typeface="+mj-ea"/>
                <a:cs typeface="+mj-cs"/>
              </a:rPr>
              <a:t>Histogram</a:t>
            </a:r>
          </a:p>
        </p:txBody>
      </p:sp>
      <p:pic>
        <p:nvPicPr>
          <p:cNvPr id="8" name="Picture 7">
            <a:extLst>
              <a:ext uri="{FF2B5EF4-FFF2-40B4-BE49-F238E27FC236}">
                <a16:creationId xmlns:a16="http://schemas.microsoft.com/office/drawing/2014/main" id="{65B42460-518C-F24F-921A-110AF12CE6FD}"/>
              </a:ext>
            </a:extLst>
          </p:cNvPr>
          <p:cNvPicPr>
            <a:picLocks noChangeAspect="1"/>
          </p:cNvPicPr>
          <p:nvPr/>
        </p:nvPicPr>
        <p:blipFill>
          <a:blip r:embed="rId3"/>
          <a:stretch>
            <a:fillRect/>
          </a:stretch>
        </p:blipFill>
        <p:spPr>
          <a:xfrm>
            <a:off x="1638597" y="4902076"/>
            <a:ext cx="1620663" cy="1754327"/>
          </a:xfrm>
          <a:prstGeom prst="rect">
            <a:avLst/>
          </a:prstGeom>
        </p:spPr>
      </p:pic>
      <p:sp>
        <p:nvSpPr>
          <p:cNvPr id="9" name="TextBox 8">
            <a:extLst>
              <a:ext uri="{FF2B5EF4-FFF2-40B4-BE49-F238E27FC236}">
                <a16:creationId xmlns:a16="http://schemas.microsoft.com/office/drawing/2014/main" id="{E72C23E8-6BE8-8C4C-89DC-8B56A66D6EC3}"/>
              </a:ext>
            </a:extLst>
          </p:cNvPr>
          <p:cNvSpPr txBox="1"/>
          <p:nvPr/>
        </p:nvSpPr>
        <p:spPr>
          <a:xfrm>
            <a:off x="4303919" y="3424748"/>
            <a:ext cx="3111765" cy="147732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entury Gothic"/>
                <a:ea typeface="+mn-ea"/>
                <a:cs typeface="+mn-cs"/>
              </a:rPr>
              <a:t>Used when there is </a:t>
            </a:r>
            <a:r>
              <a:rPr kumimoji="0" lang="en-US" sz="1800" b="1" i="0" u="none" strike="noStrike" kern="1200" cap="none" spc="0" normalizeH="0" baseline="0" noProof="0" dirty="0">
                <a:ln>
                  <a:noFill/>
                </a:ln>
                <a:solidFill>
                  <a:prstClr val="black"/>
                </a:solidFill>
                <a:effectLst/>
                <a:uLnTx/>
                <a:uFillTx/>
                <a:latin typeface="Century Gothic"/>
                <a:ea typeface="+mn-ea"/>
                <a:cs typeface="+mn-cs"/>
              </a:rPr>
              <a:t>ONE numerical data set and ONE categorical data set </a:t>
            </a:r>
            <a:r>
              <a:rPr kumimoji="0" lang="en-US" sz="1800" b="0" i="0" u="none" strike="noStrike" kern="1200" cap="none" spc="0" normalizeH="0" baseline="0" noProof="0" dirty="0">
                <a:ln>
                  <a:noFill/>
                </a:ln>
                <a:solidFill>
                  <a:prstClr val="black"/>
                </a:solidFill>
                <a:effectLst/>
                <a:uLnTx/>
                <a:uFillTx/>
                <a:latin typeface="Century Gothic"/>
                <a:ea typeface="+mn-ea"/>
                <a:cs typeface="+mn-cs"/>
              </a:rPr>
              <a:t>that you are measuring the relationship between</a:t>
            </a:r>
          </a:p>
        </p:txBody>
      </p:sp>
      <p:sp>
        <p:nvSpPr>
          <p:cNvPr id="11" name="TextBox 10">
            <a:extLst>
              <a:ext uri="{FF2B5EF4-FFF2-40B4-BE49-F238E27FC236}">
                <a16:creationId xmlns:a16="http://schemas.microsoft.com/office/drawing/2014/main" id="{177F1EDC-D389-2741-AFC0-02B0538112F1}"/>
              </a:ext>
            </a:extLst>
          </p:cNvPr>
          <p:cNvSpPr txBox="1"/>
          <p:nvPr/>
        </p:nvSpPr>
        <p:spPr>
          <a:xfrm>
            <a:off x="125406" y="1021183"/>
            <a:ext cx="10357536" cy="1477328"/>
          </a:xfrm>
          <a:prstGeom prst="rect">
            <a:avLst/>
          </a:prstGeom>
          <a:noFill/>
          <a:ln>
            <a:noFill/>
          </a:ln>
        </p:spPr>
        <p:txBody>
          <a:bodyPr wrap="square" rtlCol="0">
            <a:spAutoFit/>
          </a:bodyPr>
          <a:lstStyle/>
          <a:p>
            <a:pPr marL="342900" marR="0" lvl="0"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entury Gothic"/>
                <a:ea typeface="+mn-ea"/>
                <a:cs typeface="+mn-cs"/>
              </a:rPr>
              <a:t>A title that includes both variables</a:t>
            </a:r>
          </a:p>
          <a:p>
            <a:pPr marL="342900" marR="0" lvl="0"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entury Gothic"/>
                <a:ea typeface="+mn-ea"/>
                <a:cs typeface="+mn-cs"/>
              </a:rPr>
              <a:t>Labeled axes with units</a:t>
            </a:r>
          </a:p>
          <a:p>
            <a:pPr marL="342900" marR="0" lvl="0"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entury Gothic"/>
                <a:ea typeface="+mn-ea"/>
                <a:cs typeface="+mn-cs"/>
              </a:rPr>
              <a:t>Y axis </a:t>
            </a:r>
            <a:r>
              <a:rPr kumimoji="0" lang="en-US" sz="1800" b="0" i="0" u="none" strike="noStrike" kern="1200" cap="none" spc="0" normalizeH="0" baseline="0" noProof="0" dirty="0">
                <a:ln>
                  <a:noFill/>
                </a:ln>
                <a:solidFill>
                  <a:prstClr val="black"/>
                </a:solidFill>
                <a:effectLst/>
                <a:uLnTx/>
                <a:uFillTx/>
                <a:latin typeface="Century Gothic"/>
                <a:ea typeface="+mn-ea"/>
                <a:cs typeface="+mn-cs"/>
              </a:rPr>
              <a:t>( up / down) always shows the dependent variable (the one being measured)</a:t>
            </a:r>
          </a:p>
          <a:p>
            <a:pPr marL="342900" marR="0" lvl="0"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entury Gothic"/>
                <a:ea typeface="+mn-ea"/>
                <a:cs typeface="+mn-cs"/>
              </a:rPr>
              <a:t>X axis </a:t>
            </a:r>
            <a:r>
              <a:rPr kumimoji="0" lang="en-US" sz="1800" b="0" i="0" u="none" strike="noStrike" kern="1200" cap="none" spc="0" normalizeH="0" baseline="0" noProof="0" dirty="0">
                <a:ln>
                  <a:noFill/>
                </a:ln>
                <a:solidFill>
                  <a:prstClr val="black"/>
                </a:solidFill>
                <a:effectLst/>
                <a:uLnTx/>
                <a:uFillTx/>
                <a:latin typeface="Century Gothic"/>
                <a:ea typeface="+mn-ea"/>
                <a:cs typeface="+mn-cs"/>
              </a:rPr>
              <a:t>(left / right) always shows the independent variable (the one being manipulated / changed) </a:t>
            </a:r>
          </a:p>
        </p:txBody>
      </p:sp>
      <p:sp>
        <p:nvSpPr>
          <p:cNvPr id="14" name="Title 1">
            <a:extLst>
              <a:ext uri="{FF2B5EF4-FFF2-40B4-BE49-F238E27FC236}">
                <a16:creationId xmlns:a16="http://schemas.microsoft.com/office/drawing/2014/main" id="{98A6BF70-22C4-584B-9FFA-F470E5886AF0}"/>
              </a:ext>
            </a:extLst>
          </p:cNvPr>
          <p:cNvSpPr txBox="1">
            <a:spLocks/>
          </p:cNvSpPr>
          <p:nvPr/>
        </p:nvSpPr>
        <p:spPr>
          <a:xfrm>
            <a:off x="1938291" y="317711"/>
            <a:ext cx="8544651" cy="663980"/>
          </a:xfrm>
          <a:prstGeom prst="rect">
            <a:avLst/>
          </a:prstGeom>
          <a:ln>
            <a:solidFill>
              <a:srgbClr val="0070C0"/>
            </a:solidFill>
          </a:ln>
        </p:spPr>
        <p:txBody>
          <a:bodyPr vert="horz" lIns="91440" tIns="45720" rIns="91440" bIns="45720" rtlCol="0" anchor="b" anchorCtr="0">
            <a:noAutofit/>
          </a:bodyPr>
          <a:lstStyle>
            <a:lvl1pPr algn="l" defTabSz="914400" rtl="0" eaLnBrk="1" latinLnBrk="0" hangingPunct="1">
              <a:spcBef>
                <a:spcPct val="0"/>
              </a:spcBef>
              <a:buNone/>
              <a:defRPr sz="3600" kern="1200">
                <a:solidFill>
                  <a:schemeClr val="accent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rgbClr val="94C600"/>
                </a:solidFill>
                <a:effectLst/>
                <a:uLnTx/>
                <a:uFillTx/>
                <a:latin typeface="Century Gothic"/>
                <a:ea typeface="+mj-ea"/>
                <a:cs typeface="+mj-cs"/>
              </a:rPr>
              <a:t>Tips on constructing your graphs</a:t>
            </a:r>
          </a:p>
        </p:txBody>
      </p:sp>
      <p:sp>
        <p:nvSpPr>
          <p:cNvPr id="10" name="Title 1">
            <a:extLst>
              <a:ext uri="{FF2B5EF4-FFF2-40B4-BE49-F238E27FC236}">
                <a16:creationId xmlns:a16="http://schemas.microsoft.com/office/drawing/2014/main" id="{344E6C30-BB5A-1D41-8DB2-4FAA9E24524F}"/>
              </a:ext>
            </a:extLst>
          </p:cNvPr>
          <p:cNvSpPr txBox="1">
            <a:spLocks/>
          </p:cNvSpPr>
          <p:nvPr/>
        </p:nvSpPr>
        <p:spPr>
          <a:xfrm>
            <a:off x="8272599" y="2546570"/>
            <a:ext cx="2687501" cy="663980"/>
          </a:xfrm>
          <a:prstGeom prst="rect">
            <a:avLst/>
          </a:prstGeom>
          <a:ln>
            <a:solidFill>
              <a:srgbClr val="0070C0"/>
            </a:solidFill>
          </a:ln>
        </p:spPr>
        <p:txBody>
          <a:bodyPr vert="horz" lIns="91440" tIns="45720" rIns="91440" bIns="45720" rtlCol="0" anchor="b" anchorCtr="0">
            <a:noAutofit/>
          </a:bodyPr>
          <a:lstStyle>
            <a:lvl1pPr algn="l" defTabSz="914400" rtl="0" eaLnBrk="1" latinLnBrk="0" hangingPunct="1">
              <a:spcBef>
                <a:spcPct val="0"/>
              </a:spcBef>
              <a:buNone/>
              <a:defRPr sz="3600" kern="1200">
                <a:solidFill>
                  <a:schemeClr val="accent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dirty="0">
                <a:ln>
                  <a:noFill/>
                </a:ln>
                <a:solidFill>
                  <a:srgbClr val="94C600"/>
                </a:solidFill>
                <a:effectLst/>
                <a:uLnTx/>
                <a:uFillTx/>
                <a:latin typeface="Century Gothic"/>
                <a:ea typeface="+mj-ea"/>
                <a:cs typeface="+mj-cs"/>
              </a:rPr>
              <a:t>Scatterplot</a:t>
            </a:r>
          </a:p>
        </p:txBody>
      </p:sp>
      <p:sp>
        <p:nvSpPr>
          <p:cNvPr id="12" name="Content Placeholder 4">
            <a:extLst>
              <a:ext uri="{FF2B5EF4-FFF2-40B4-BE49-F238E27FC236}">
                <a16:creationId xmlns:a16="http://schemas.microsoft.com/office/drawing/2014/main" id="{7F9A77AE-BD21-5D43-88A8-22294034E0AA}"/>
              </a:ext>
            </a:extLst>
          </p:cNvPr>
          <p:cNvSpPr txBox="1">
            <a:spLocks/>
          </p:cNvSpPr>
          <p:nvPr/>
        </p:nvSpPr>
        <p:spPr>
          <a:xfrm>
            <a:off x="8272599" y="3463224"/>
            <a:ext cx="3327400" cy="2412069"/>
          </a:xfrm>
          <a:prstGeom prst="rect">
            <a:avLst/>
          </a:prstGeom>
        </p:spPr>
        <p:txBody>
          <a:bodyPr vert="horz" lIns="91440" tIns="45720" rIns="91440" bIns="45720" rtlCol="0">
            <a:normAutofit/>
          </a:bodyPr>
          <a:lstStyle>
            <a:lvl1pPr marL="228600" indent="-228600" algn="l" defTabSz="914400" rtl="0" eaLnBrk="1" latinLnBrk="0" hangingPunct="1">
              <a:spcBef>
                <a:spcPts val="1800"/>
              </a:spcBef>
              <a:buClr>
                <a:schemeClr val="accent1"/>
              </a:buClr>
              <a:buSzPct val="100000"/>
              <a:buFont typeface="Wingdings 2" pitchFamily="18" charset="2"/>
              <a:buChar char="¡"/>
              <a:defRPr sz="18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1800"/>
              </a:spcBef>
              <a:spcAft>
                <a:spcPts val="0"/>
              </a:spcAft>
              <a:buClr>
                <a:srgbClr val="94C600"/>
              </a:buClr>
              <a:buSzPct val="100000"/>
              <a:buFont typeface="Wingdings 2" pitchFamily="18" charset="2"/>
              <a:buNone/>
              <a:tabLst/>
              <a:defRPr/>
            </a:pPr>
            <a:r>
              <a:rPr kumimoji="0" lang="en-US" sz="2000" b="0" i="0" u="none" strike="noStrike" kern="1200" cap="none" spc="0" normalizeH="0" baseline="0" noProof="0" dirty="0">
                <a:ln>
                  <a:noFill/>
                </a:ln>
                <a:solidFill>
                  <a:srgbClr val="3E3D2D"/>
                </a:solidFill>
                <a:effectLst/>
                <a:uLnTx/>
                <a:uFillTx/>
                <a:latin typeface="Century Gothic"/>
                <a:ea typeface="+mn-ea"/>
                <a:cs typeface="+mn-cs"/>
              </a:rPr>
              <a:t>Used when there are </a:t>
            </a:r>
            <a:r>
              <a:rPr kumimoji="0" lang="en-US" sz="2000" b="1" i="0" u="none" strike="noStrike" kern="1200" cap="none" spc="0" normalizeH="0" baseline="0" noProof="0" dirty="0">
                <a:ln>
                  <a:noFill/>
                </a:ln>
                <a:solidFill>
                  <a:srgbClr val="3E3D2D"/>
                </a:solidFill>
                <a:effectLst/>
                <a:uLnTx/>
                <a:uFillTx/>
                <a:latin typeface="Century Gothic"/>
                <a:ea typeface="+mn-ea"/>
                <a:cs typeface="+mn-cs"/>
              </a:rPr>
              <a:t>TWO continuous data sets </a:t>
            </a:r>
            <a:r>
              <a:rPr kumimoji="0" lang="en-US" sz="2000" b="0" i="0" u="none" strike="noStrike" kern="1200" cap="none" spc="0" normalizeH="0" baseline="0" noProof="0" dirty="0">
                <a:ln>
                  <a:noFill/>
                </a:ln>
                <a:solidFill>
                  <a:srgbClr val="3E3D2D"/>
                </a:solidFill>
                <a:effectLst/>
                <a:uLnTx/>
                <a:uFillTx/>
                <a:latin typeface="Century Gothic"/>
                <a:ea typeface="+mn-ea"/>
                <a:cs typeface="+mn-cs"/>
              </a:rPr>
              <a:t>that you are measuring the relationship between</a:t>
            </a:r>
          </a:p>
        </p:txBody>
      </p:sp>
      <p:pic>
        <p:nvPicPr>
          <p:cNvPr id="1026" name="Picture 2" descr="Scatterplot and Correlation: Definition, Example &amp; Analysis - Video &amp;  Lesson Transcript | Study.com">
            <a:extLst>
              <a:ext uri="{FF2B5EF4-FFF2-40B4-BE49-F238E27FC236}">
                <a16:creationId xmlns:a16="http://schemas.microsoft.com/office/drawing/2014/main" id="{80B9389E-947E-2441-AD2C-AD91132DD9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2599" y="5289232"/>
            <a:ext cx="3677478" cy="15322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0312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7630E07-6D2D-A042-8929-90780AECB0BA}"/>
              </a:ext>
            </a:extLst>
          </p:cNvPr>
          <p:cNvSpPr txBox="1"/>
          <p:nvPr/>
        </p:nvSpPr>
        <p:spPr>
          <a:xfrm>
            <a:off x="2154458" y="0"/>
            <a:ext cx="7083971" cy="923330"/>
          </a:xfrm>
          <a:prstGeom prst="rect">
            <a:avLst/>
          </a:prstGeom>
          <a:noFill/>
        </p:spPr>
        <p:txBody>
          <a:bodyPr wrap="square" rtlCol="0">
            <a:spAutoFit/>
          </a:bodyPr>
          <a:lstStyle/>
          <a:p>
            <a:r>
              <a:rPr lang="en-AU" sz="5400" b="1" dirty="0">
                <a:solidFill>
                  <a:srgbClr val="2D6069"/>
                </a:solidFill>
              </a:rPr>
              <a:t>Analysing your data </a:t>
            </a:r>
          </a:p>
        </p:txBody>
      </p:sp>
      <p:pic>
        <p:nvPicPr>
          <p:cNvPr id="8" name="Picture 7" descr="Iconsmind-Outline-Pen-5.ico">
            <a:extLst>
              <a:ext uri="{FF2B5EF4-FFF2-40B4-BE49-F238E27FC236}">
                <a16:creationId xmlns:a16="http://schemas.microsoft.com/office/drawing/2014/main" id="{C952C0E1-3CDB-804C-8AD9-2B83A63B0B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696" y="245466"/>
            <a:ext cx="1272801" cy="1050245"/>
          </a:xfrm>
          <a:prstGeom prst="rect">
            <a:avLst/>
          </a:prstGeom>
        </p:spPr>
      </p:pic>
      <p:sp>
        <p:nvSpPr>
          <p:cNvPr id="5" name="TextBox 4">
            <a:extLst>
              <a:ext uri="{FF2B5EF4-FFF2-40B4-BE49-F238E27FC236}">
                <a16:creationId xmlns:a16="http://schemas.microsoft.com/office/drawing/2014/main" id="{C9DD2806-596B-7C4C-97A1-913EE3803DBD}"/>
              </a:ext>
            </a:extLst>
          </p:cNvPr>
          <p:cNvSpPr txBox="1"/>
          <p:nvPr/>
        </p:nvSpPr>
        <p:spPr>
          <a:xfrm>
            <a:off x="1253158" y="1081341"/>
            <a:ext cx="9270125" cy="646331"/>
          </a:xfrm>
          <a:prstGeom prst="rect">
            <a:avLst/>
          </a:prstGeom>
          <a:noFill/>
          <a:ln w="76200">
            <a:solidFill>
              <a:srgbClr val="FF0000"/>
            </a:solidFill>
          </a:ln>
        </p:spPr>
        <p:txBody>
          <a:bodyPr wrap="square" rtlCol="0">
            <a:spAutoFit/>
          </a:bodyPr>
          <a:lstStyle/>
          <a:p>
            <a:pPr algn="ctr"/>
            <a:r>
              <a:rPr lang="en-US" b="1" dirty="0"/>
              <a:t>Step 4: Write an accurate description of finding referring to tables and graphs – no interpretation of findings! That is for your discussion.</a:t>
            </a:r>
          </a:p>
        </p:txBody>
      </p:sp>
      <p:pic>
        <p:nvPicPr>
          <p:cNvPr id="6" name="Picture 5">
            <a:extLst>
              <a:ext uri="{FF2B5EF4-FFF2-40B4-BE49-F238E27FC236}">
                <a16:creationId xmlns:a16="http://schemas.microsoft.com/office/drawing/2014/main" id="{63F9602A-7185-3443-A4DE-97C7A0EE0CEB}"/>
              </a:ext>
            </a:extLst>
          </p:cNvPr>
          <p:cNvPicPr>
            <a:picLocks noChangeAspect="1"/>
          </p:cNvPicPr>
          <p:nvPr/>
        </p:nvPicPr>
        <p:blipFill>
          <a:blip r:embed="rId3"/>
          <a:stretch>
            <a:fillRect/>
          </a:stretch>
        </p:blipFill>
        <p:spPr>
          <a:xfrm>
            <a:off x="199696" y="2131586"/>
            <a:ext cx="11887200" cy="2260600"/>
          </a:xfrm>
          <a:prstGeom prst="rect">
            <a:avLst/>
          </a:prstGeom>
        </p:spPr>
      </p:pic>
      <p:sp>
        <p:nvSpPr>
          <p:cNvPr id="9" name="Content Placeholder 2">
            <a:extLst>
              <a:ext uri="{FF2B5EF4-FFF2-40B4-BE49-F238E27FC236}">
                <a16:creationId xmlns:a16="http://schemas.microsoft.com/office/drawing/2014/main" id="{AC32DAB0-A8B8-C848-82A4-2F83C75F9869}"/>
              </a:ext>
            </a:extLst>
          </p:cNvPr>
          <p:cNvSpPr txBox="1">
            <a:spLocks/>
          </p:cNvSpPr>
          <p:nvPr/>
        </p:nvSpPr>
        <p:spPr>
          <a:xfrm>
            <a:off x="103094" y="4796100"/>
            <a:ext cx="11887200" cy="1650635"/>
          </a:xfrm>
          <a:prstGeom prst="rect">
            <a:avLst/>
          </a:prstGeom>
          <a:solidFill>
            <a:schemeClr val="bg2">
              <a:lumMod val="60000"/>
              <a:lumOff val="40000"/>
            </a:schemeClr>
          </a:solidFill>
        </p:spPr>
        <p:txBody>
          <a:bodyPr>
            <a:normAutofit fontScale="85000" lnSpcReduction="10000"/>
          </a:bodyPr>
          <a:lst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a:lstStyle>
          <a:p>
            <a:pPr marL="0" indent="0">
              <a:buFont typeface="Wingdings 2" pitchFamily="18" charset="2"/>
              <a:buNone/>
            </a:pPr>
            <a:r>
              <a:rPr lang="en-US" b="1" dirty="0"/>
              <a:t>Examples from different research:</a:t>
            </a:r>
          </a:p>
          <a:p>
            <a:pPr marL="0" indent="0">
              <a:buFont typeface="Wingdings 2" pitchFamily="18" charset="2"/>
              <a:buNone/>
            </a:pPr>
            <a:r>
              <a:rPr lang="en-US" dirty="0"/>
              <a:t>“Graph 1. shows that prior to exercise mood was rated at X, post exercise mood score moved to X”</a:t>
            </a:r>
          </a:p>
          <a:p>
            <a:pPr marL="0" indent="0">
              <a:buFont typeface="Wingdings 2" pitchFamily="18" charset="2"/>
              <a:buNone/>
            </a:pPr>
            <a:r>
              <a:rPr lang="en-US" dirty="0"/>
              <a:t>“Graph 3 compares first born and later born participants and the four personality traits. It can be seen that first </a:t>
            </a:r>
            <a:r>
              <a:rPr lang="en-US" dirty="0" err="1"/>
              <a:t>borns</a:t>
            </a:r>
            <a:r>
              <a:rPr lang="en-US" dirty="0"/>
              <a:t> on average had a higher score for leadership than later </a:t>
            </a:r>
            <a:r>
              <a:rPr lang="en-US" dirty="0" err="1"/>
              <a:t>borns</a:t>
            </a:r>
            <a:r>
              <a:rPr lang="en-US" dirty="0"/>
              <a:t>; 4.5 and 3.5 respectively.”</a:t>
            </a:r>
          </a:p>
          <a:p>
            <a:pPr marL="0" indent="0">
              <a:buFont typeface="Wingdings 2" pitchFamily="18" charset="2"/>
              <a:buNone/>
            </a:pPr>
            <a:endParaRPr lang="en-US" dirty="0"/>
          </a:p>
        </p:txBody>
      </p:sp>
    </p:spTree>
    <p:extLst>
      <p:ext uri="{BB962C8B-B14F-4D97-AF65-F5344CB8AC3E}">
        <p14:creationId xmlns:p14="http://schemas.microsoft.com/office/powerpoint/2010/main" val="1412840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8935A-9E69-3F48-A26F-BA19F806BE19}"/>
              </a:ext>
            </a:extLst>
          </p:cNvPr>
          <p:cNvSpPr>
            <a:spLocks noGrp="1"/>
          </p:cNvSpPr>
          <p:nvPr>
            <p:ph type="title"/>
          </p:nvPr>
        </p:nvSpPr>
        <p:spPr>
          <a:xfrm>
            <a:off x="609599" y="150125"/>
            <a:ext cx="9855201" cy="1143000"/>
          </a:xfrm>
        </p:spPr>
        <p:txBody>
          <a:bodyPr/>
          <a:lstStyle/>
          <a:p>
            <a:r>
              <a:rPr lang="en-US" dirty="0"/>
              <a:t>Examples of a results paragraph </a:t>
            </a:r>
          </a:p>
        </p:txBody>
      </p:sp>
      <p:pic>
        <p:nvPicPr>
          <p:cNvPr id="5" name="Content Placeholder 4">
            <a:extLst>
              <a:ext uri="{FF2B5EF4-FFF2-40B4-BE49-F238E27FC236}">
                <a16:creationId xmlns:a16="http://schemas.microsoft.com/office/drawing/2014/main" id="{ADA05CA2-7FDA-D944-88F4-3F56E87EED43}"/>
              </a:ext>
            </a:extLst>
          </p:cNvPr>
          <p:cNvPicPr>
            <a:picLocks noGrp="1" noChangeAspect="1"/>
          </p:cNvPicPr>
          <p:nvPr>
            <p:ph sz="half" idx="1"/>
          </p:nvPr>
        </p:nvPicPr>
        <p:blipFill>
          <a:blip r:embed="rId2"/>
          <a:stretch>
            <a:fillRect/>
          </a:stretch>
        </p:blipFill>
        <p:spPr>
          <a:xfrm>
            <a:off x="207951" y="1757149"/>
            <a:ext cx="11886660" cy="4370696"/>
          </a:xfrm>
          <a:prstGeom prst="rect">
            <a:avLst/>
          </a:prstGeom>
        </p:spPr>
      </p:pic>
      <p:sp>
        <p:nvSpPr>
          <p:cNvPr id="4" name="TextBox 3">
            <a:extLst>
              <a:ext uri="{FF2B5EF4-FFF2-40B4-BE49-F238E27FC236}">
                <a16:creationId xmlns:a16="http://schemas.microsoft.com/office/drawing/2014/main" id="{7E6EEE79-3149-CA45-95E5-F814431EB03F}"/>
              </a:ext>
            </a:extLst>
          </p:cNvPr>
          <p:cNvSpPr txBox="1"/>
          <p:nvPr/>
        </p:nvSpPr>
        <p:spPr>
          <a:xfrm rot="16200000">
            <a:off x="-385437" y="1364227"/>
            <a:ext cx="1146468" cy="369332"/>
          </a:xfrm>
          <a:prstGeom prst="rect">
            <a:avLst/>
          </a:prstGeom>
          <a:solidFill>
            <a:schemeClr val="accent6"/>
          </a:solidFill>
        </p:spPr>
        <p:txBody>
          <a:bodyPr wrap="none" rtlCol="0">
            <a:spAutoFit/>
          </a:bodyPr>
          <a:lstStyle/>
          <a:p>
            <a:r>
              <a:rPr lang="en-US" dirty="0"/>
              <a:t>Example</a:t>
            </a:r>
          </a:p>
        </p:txBody>
      </p:sp>
    </p:spTree>
    <p:extLst>
      <p:ext uri="{BB962C8B-B14F-4D97-AF65-F5344CB8AC3E}">
        <p14:creationId xmlns:p14="http://schemas.microsoft.com/office/powerpoint/2010/main" val="24358588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62FEB-9627-9544-8DD6-267175739618}"/>
              </a:ext>
            </a:extLst>
          </p:cNvPr>
          <p:cNvSpPr>
            <a:spLocks noGrp="1"/>
          </p:cNvSpPr>
          <p:nvPr>
            <p:ph type="title"/>
          </p:nvPr>
        </p:nvSpPr>
        <p:spPr>
          <a:xfrm>
            <a:off x="609600" y="387366"/>
            <a:ext cx="9855201" cy="527034"/>
          </a:xfrm>
        </p:spPr>
        <p:txBody>
          <a:bodyPr/>
          <a:lstStyle/>
          <a:p>
            <a:r>
              <a:rPr lang="en-US" b="1" dirty="0"/>
              <a:t>Think Pair Share: Compare to the rubric</a:t>
            </a:r>
          </a:p>
        </p:txBody>
      </p:sp>
      <p:sp>
        <p:nvSpPr>
          <p:cNvPr id="8" name="Title 1">
            <a:extLst>
              <a:ext uri="{FF2B5EF4-FFF2-40B4-BE49-F238E27FC236}">
                <a16:creationId xmlns:a16="http://schemas.microsoft.com/office/drawing/2014/main" id="{66C7EAD0-7A24-3C42-AD6F-3A9B819D7879}"/>
              </a:ext>
            </a:extLst>
          </p:cNvPr>
          <p:cNvSpPr txBox="1">
            <a:spLocks/>
          </p:cNvSpPr>
          <p:nvPr/>
        </p:nvSpPr>
        <p:spPr>
          <a:xfrm>
            <a:off x="609599" y="1609646"/>
            <a:ext cx="9855201" cy="527034"/>
          </a:xfrm>
          <a:prstGeom prst="rect">
            <a:avLst/>
          </a:prstGeom>
        </p:spPr>
        <p:txBody>
          <a:bodyPr vert="horz" lIns="91440" tIns="45720" rIns="91440" bIns="45720" rtlCol="0" anchor="b" anchorCtr="0">
            <a:noAutofit/>
          </a:bodyPr>
          <a:lstStyle>
            <a:lvl1pPr algn="l" defTabSz="914400" rtl="0" eaLnBrk="1" latinLnBrk="0" hangingPunct="1">
              <a:spcBef>
                <a:spcPct val="0"/>
              </a:spcBef>
              <a:buNone/>
              <a:defRPr sz="3600" kern="1200">
                <a:solidFill>
                  <a:schemeClr val="accent1"/>
                </a:solidFill>
                <a:latin typeface="+mj-lt"/>
                <a:ea typeface="+mj-ea"/>
                <a:cs typeface="+mj-cs"/>
              </a:defRPr>
            </a:lvl1pPr>
          </a:lstStyle>
          <a:p>
            <a:r>
              <a:rPr lang="en-US" dirty="0"/>
              <a:t>What is done well? What could be improved?</a:t>
            </a:r>
          </a:p>
        </p:txBody>
      </p:sp>
      <p:pic>
        <p:nvPicPr>
          <p:cNvPr id="9" name="Picture 8">
            <a:extLst>
              <a:ext uri="{FF2B5EF4-FFF2-40B4-BE49-F238E27FC236}">
                <a16:creationId xmlns:a16="http://schemas.microsoft.com/office/drawing/2014/main" id="{6B3EA812-4798-5E46-B2F1-0F2AB84EBE20}"/>
              </a:ext>
            </a:extLst>
          </p:cNvPr>
          <p:cNvPicPr>
            <a:picLocks noChangeAspect="1"/>
          </p:cNvPicPr>
          <p:nvPr/>
        </p:nvPicPr>
        <p:blipFill rotWithShape="1">
          <a:blip r:embed="rId2"/>
          <a:srcRect r="27815" b="51255"/>
          <a:stretch/>
        </p:blipFill>
        <p:spPr>
          <a:xfrm>
            <a:off x="1061537" y="4901300"/>
            <a:ext cx="10438291" cy="1340473"/>
          </a:xfrm>
          <a:prstGeom prst="rect">
            <a:avLst/>
          </a:prstGeom>
        </p:spPr>
      </p:pic>
      <p:pic>
        <p:nvPicPr>
          <p:cNvPr id="10" name="Picture 9">
            <a:extLst>
              <a:ext uri="{FF2B5EF4-FFF2-40B4-BE49-F238E27FC236}">
                <a16:creationId xmlns:a16="http://schemas.microsoft.com/office/drawing/2014/main" id="{E9C03B23-2276-D241-880C-3614BCD17DD2}"/>
              </a:ext>
            </a:extLst>
          </p:cNvPr>
          <p:cNvPicPr>
            <a:picLocks noChangeAspect="1"/>
          </p:cNvPicPr>
          <p:nvPr/>
        </p:nvPicPr>
        <p:blipFill>
          <a:blip r:embed="rId3"/>
          <a:stretch>
            <a:fillRect/>
          </a:stretch>
        </p:blipFill>
        <p:spPr>
          <a:xfrm>
            <a:off x="3348706" y="1873163"/>
            <a:ext cx="7465068" cy="2823328"/>
          </a:xfrm>
          <a:prstGeom prst="rect">
            <a:avLst/>
          </a:prstGeom>
        </p:spPr>
      </p:pic>
      <p:sp>
        <p:nvSpPr>
          <p:cNvPr id="6" name="TextBox 5">
            <a:extLst>
              <a:ext uri="{FF2B5EF4-FFF2-40B4-BE49-F238E27FC236}">
                <a16:creationId xmlns:a16="http://schemas.microsoft.com/office/drawing/2014/main" id="{FD29653B-588E-3E41-A8CF-C253353E08A1}"/>
              </a:ext>
            </a:extLst>
          </p:cNvPr>
          <p:cNvSpPr txBox="1"/>
          <p:nvPr/>
        </p:nvSpPr>
        <p:spPr>
          <a:xfrm rot="16200000">
            <a:off x="-385437" y="1364227"/>
            <a:ext cx="1146468" cy="369332"/>
          </a:xfrm>
          <a:prstGeom prst="rect">
            <a:avLst/>
          </a:prstGeom>
          <a:solidFill>
            <a:schemeClr val="accent6"/>
          </a:solidFill>
        </p:spPr>
        <p:txBody>
          <a:bodyPr wrap="none" rtlCol="0">
            <a:spAutoFit/>
          </a:bodyPr>
          <a:lstStyle/>
          <a:p>
            <a:r>
              <a:rPr lang="en-US" dirty="0"/>
              <a:t>Example</a:t>
            </a:r>
          </a:p>
        </p:txBody>
      </p:sp>
    </p:spTree>
    <p:extLst>
      <p:ext uri="{BB962C8B-B14F-4D97-AF65-F5344CB8AC3E}">
        <p14:creationId xmlns:p14="http://schemas.microsoft.com/office/powerpoint/2010/main" val="8890322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62FEB-9627-9544-8DD6-267175739618}"/>
              </a:ext>
            </a:extLst>
          </p:cNvPr>
          <p:cNvSpPr>
            <a:spLocks noGrp="1"/>
          </p:cNvSpPr>
          <p:nvPr>
            <p:ph type="title"/>
          </p:nvPr>
        </p:nvSpPr>
        <p:spPr>
          <a:xfrm>
            <a:off x="602973" y="-743318"/>
            <a:ext cx="5493027" cy="2371805"/>
          </a:xfrm>
        </p:spPr>
        <p:txBody>
          <a:bodyPr/>
          <a:lstStyle/>
          <a:p>
            <a:r>
              <a:rPr lang="en-US" b="1" dirty="0"/>
              <a:t>Think Pair Share: Compare to the rubric</a:t>
            </a:r>
          </a:p>
        </p:txBody>
      </p:sp>
      <p:sp>
        <p:nvSpPr>
          <p:cNvPr id="8" name="Title 1">
            <a:extLst>
              <a:ext uri="{FF2B5EF4-FFF2-40B4-BE49-F238E27FC236}">
                <a16:creationId xmlns:a16="http://schemas.microsoft.com/office/drawing/2014/main" id="{66C7EAD0-7A24-3C42-AD6F-3A9B819D7879}"/>
              </a:ext>
            </a:extLst>
          </p:cNvPr>
          <p:cNvSpPr txBox="1">
            <a:spLocks/>
          </p:cNvSpPr>
          <p:nvPr/>
        </p:nvSpPr>
        <p:spPr>
          <a:xfrm>
            <a:off x="140924" y="2605361"/>
            <a:ext cx="5422766" cy="1508129"/>
          </a:xfrm>
          <a:prstGeom prst="rect">
            <a:avLst/>
          </a:prstGeom>
        </p:spPr>
        <p:txBody>
          <a:bodyPr vert="horz" lIns="91440" tIns="45720" rIns="91440" bIns="45720" rtlCol="0" anchor="b" anchorCtr="0">
            <a:noAutofit/>
          </a:bodyPr>
          <a:lstStyle>
            <a:lvl1pPr algn="l" defTabSz="914400" rtl="0" eaLnBrk="1" latinLnBrk="0" hangingPunct="1">
              <a:spcBef>
                <a:spcPct val="0"/>
              </a:spcBef>
              <a:buNone/>
              <a:defRPr sz="3600" kern="1200">
                <a:solidFill>
                  <a:schemeClr val="accent1"/>
                </a:solidFill>
                <a:latin typeface="+mj-lt"/>
                <a:ea typeface="+mj-ea"/>
                <a:cs typeface="+mj-cs"/>
              </a:defRPr>
            </a:lvl1pPr>
          </a:lstStyle>
          <a:p>
            <a:r>
              <a:rPr lang="en-US" dirty="0"/>
              <a:t>What is done well? What could be improved?</a:t>
            </a:r>
          </a:p>
        </p:txBody>
      </p:sp>
      <p:pic>
        <p:nvPicPr>
          <p:cNvPr id="9" name="Picture 8">
            <a:extLst>
              <a:ext uri="{FF2B5EF4-FFF2-40B4-BE49-F238E27FC236}">
                <a16:creationId xmlns:a16="http://schemas.microsoft.com/office/drawing/2014/main" id="{6B3EA812-4798-5E46-B2F1-0F2AB84EBE20}"/>
              </a:ext>
            </a:extLst>
          </p:cNvPr>
          <p:cNvPicPr>
            <a:picLocks noChangeAspect="1"/>
          </p:cNvPicPr>
          <p:nvPr/>
        </p:nvPicPr>
        <p:blipFill rotWithShape="1">
          <a:blip r:embed="rId2"/>
          <a:srcRect r="27815" b="51255"/>
          <a:stretch/>
        </p:blipFill>
        <p:spPr>
          <a:xfrm>
            <a:off x="663972" y="5090364"/>
            <a:ext cx="10438291" cy="1340473"/>
          </a:xfrm>
          <a:prstGeom prst="rect">
            <a:avLst/>
          </a:prstGeom>
        </p:spPr>
      </p:pic>
      <p:pic>
        <p:nvPicPr>
          <p:cNvPr id="6" name="Content Placeholder 7">
            <a:extLst>
              <a:ext uri="{FF2B5EF4-FFF2-40B4-BE49-F238E27FC236}">
                <a16:creationId xmlns:a16="http://schemas.microsoft.com/office/drawing/2014/main" id="{51BFFA73-6FCF-F343-BE13-7DBCFF0448AC}"/>
              </a:ext>
            </a:extLst>
          </p:cNvPr>
          <p:cNvPicPr>
            <a:picLocks noChangeAspect="1"/>
          </p:cNvPicPr>
          <p:nvPr/>
        </p:nvPicPr>
        <p:blipFill>
          <a:blip r:embed="rId3"/>
          <a:stretch>
            <a:fillRect/>
          </a:stretch>
        </p:blipFill>
        <p:spPr>
          <a:xfrm>
            <a:off x="5633951" y="324764"/>
            <a:ext cx="6619328" cy="4724313"/>
          </a:xfrm>
          <a:prstGeom prst="rect">
            <a:avLst/>
          </a:prstGeom>
        </p:spPr>
      </p:pic>
      <p:sp>
        <p:nvSpPr>
          <p:cNvPr id="7" name="TextBox 6">
            <a:extLst>
              <a:ext uri="{FF2B5EF4-FFF2-40B4-BE49-F238E27FC236}">
                <a16:creationId xmlns:a16="http://schemas.microsoft.com/office/drawing/2014/main" id="{F956606D-BFA1-3249-8001-F41E4DCC2AFC}"/>
              </a:ext>
            </a:extLst>
          </p:cNvPr>
          <p:cNvSpPr txBox="1"/>
          <p:nvPr/>
        </p:nvSpPr>
        <p:spPr>
          <a:xfrm rot="16200000">
            <a:off x="-385437" y="1364227"/>
            <a:ext cx="1146468" cy="369332"/>
          </a:xfrm>
          <a:prstGeom prst="rect">
            <a:avLst/>
          </a:prstGeom>
          <a:solidFill>
            <a:schemeClr val="accent6"/>
          </a:solidFill>
        </p:spPr>
        <p:txBody>
          <a:bodyPr wrap="none" rtlCol="0">
            <a:spAutoFit/>
          </a:bodyPr>
          <a:lstStyle/>
          <a:p>
            <a:r>
              <a:rPr lang="en-US" dirty="0"/>
              <a:t>Example</a:t>
            </a:r>
          </a:p>
        </p:txBody>
      </p:sp>
    </p:spTree>
    <p:extLst>
      <p:ext uri="{BB962C8B-B14F-4D97-AF65-F5344CB8AC3E}">
        <p14:creationId xmlns:p14="http://schemas.microsoft.com/office/powerpoint/2010/main" val="3316375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A35BE61-5D4D-A64C-8671-07F42397CD2A}"/>
              </a:ext>
            </a:extLst>
          </p:cNvPr>
          <p:cNvSpPr txBox="1">
            <a:spLocks/>
          </p:cNvSpPr>
          <p:nvPr/>
        </p:nvSpPr>
        <p:spPr>
          <a:xfrm>
            <a:off x="780557" y="318052"/>
            <a:ext cx="9855201" cy="1143000"/>
          </a:xfrm>
          <a:prstGeom prst="rect">
            <a:avLst/>
          </a:prstGeom>
        </p:spPr>
        <p:txBody>
          <a:bodyPr vert="horz" lIns="91440" tIns="45720" rIns="91440" bIns="45720" rtlCol="0" anchor="b" anchorCtr="0">
            <a:noAutofit/>
          </a:bodyPr>
          <a:lstStyle>
            <a:lvl1pPr algn="l" defTabSz="914400" rtl="0" eaLnBrk="1" latinLnBrk="0" hangingPunct="1">
              <a:spcBef>
                <a:spcPct val="0"/>
              </a:spcBef>
              <a:buNone/>
              <a:defRPr sz="3600" kern="1200">
                <a:solidFill>
                  <a:schemeClr val="accent1"/>
                </a:solidFill>
                <a:latin typeface="+mj-lt"/>
                <a:ea typeface="+mj-ea"/>
                <a:cs typeface="+mj-cs"/>
              </a:defRPr>
            </a:lvl1pPr>
          </a:lstStyle>
          <a:p>
            <a:r>
              <a:rPr lang="en-US" dirty="0"/>
              <a:t>In pairs: What was done well? What could be improved? Compare to the rubric</a:t>
            </a:r>
          </a:p>
        </p:txBody>
      </p:sp>
      <p:pic>
        <p:nvPicPr>
          <p:cNvPr id="7" name="Picture 6">
            <a:extLst>
              <a:ext uri="{FF2B5EF4-FFF2-40B4-BE49-F238E27FC236}">
                <a16:creationId xmlns:a16="http://schemas.microsoft.com/office/drawing/2014/main" id="{776AF8AC-59D6-1F49-80FF-97348D53C282}"/>
              </a:ext>
            </a:extLst>
          </p:cNvPr>
          <p:cNvPicPr>
            <a:picLocks noChangeAspect="1"/>
          </p:cNvPicPr>
          <p:nvPr/>
        </p:nvPicPr>
        <p:blipFill rotWithShape="1">
          <a:blip r:embed="rId2"/>
          <a:srcRect r="27815" b="51255"/>
          <a:stretch/>
        </p:blipFill>
        <p:spPr>
          <a:xfrm>
            <a:off x="403215" y="5173440"/>
            <a:ext cx="10438291" cy="1340473"/>
          </a:xfrm>
          <a:prstGeom prst="rect">
            <a:avLst/>
          </a:prstGeom>
        </p:spPr>
      </p:pic>
      <p:pic>
        <p:nvPicPr>
          <p:cNvPr id="8" name="Content Placeholder 7">
            <a:extLst>
              <a:ext uri="{FF2B5EF4-FFF2-40B4-BE49-F238E27FC236}">
                <a16:creationId xmlns:a16="http://schemas.microsoft.com/office/drawing/2014/main" id="{D04ACFEF-5F72-1E4D-99C0-2EFFA2105A27}"/>
              </a:ext>
            </a:extLst>
          </p:cNvPr>
          <p:cNvPicPr>
            <a:picLocks noChangeAspect="1"/>
          </p:cNvPicPr>
          <p:nvPr/>
        </p:nvPicPr>
        <p:blipFill>
          <a:blip r:embed="rId3"/>
          <a:stretch>
            <a:fillRect/>
          </a:stretch>
        </p:blipFill>
        <p:spPr>
          <a:xfrm>
            <a:off x="403215" y="2122127"/>
            <a:ext cx="11416322" cy="2390238"/>
          </a:xfrm>
          <a:prstGeom prst="rect">
            <a:avLst/>
          </a:prstGeom>
        </p:spPr>
      </p:pic>
      <p:sp>
        <p:nvSpPr>
          <p:cNvPr id="2" name="TextBox 1">
            <a:extLst>
              <a:ext uri="{FF2B5EF4-FFF2-40B4-BE49-F238E27FC236}">
                <a16:creationId xmlns:a16="http://schemas.microsoft.com/office/drawing/2014/main" id="{56CC79D6-7B77-C540-AB0F-E60F118A561D}"/>
              </a:ext>
            </a:extLst>
          </p:cNvPr>
          <p:cNvSpPr txBox="1"/>
          <p:nvPr/>
        </p:nvSpPr>
        <p:spPr>
          <a:xfrm rot="16200000">
            <a:off x="-385437" y="1364227"/>
            <a:ext cx="1146468" cy="369332"/>
          </a:xfrm>
          <a:prstGeom prst="rect">
            <a:avLst/>
          </a:prstGeom>
          <a:solidFill>
            <a:schemeClr val="accent6"/>
          </a:solidFill>
        </p:spPr>
        <p:txBody>
          <a:bodyPr wrap="none" rtlCol="0">
            <a:spAutoFit/>
          </a:bodyPr>
          <a:lstStyle/>
          <a:p>
            <a:r>
              <a:rPr lang="en-US" dirty="0"/>
              <a:t>Example</a:t>
            </a:r>
          </a:p>
        </p:txBody>
      </p:sp>
    </p:spTree>
    <p:extLst>
      <p:ext uri="{BB962C8B-B14F-4D97-AF65-F5344CB8AC3E}">
        <p14:creationId xmlns:p14="http://schemas.microsoft.com/office/powerpoint/2010/main" val="37136495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5E40A-5FB4-D74C-8F95-466AA94F7BD1}"/>
              </a:ext>
            </a:extLst>
          </p:cNvPr>
          <p:cNvSpPr>
            <a:spLocks noGrp="1"/>
          </p:cNvSpPr>
          <p:nvPr>
            <p:ph type="title"/>
          </p:nvPr>
        </p:nvSpPr>
        <p:spPr>
          <a:xfrm>
            <a:off x="235527" y="107759"/>
            <a:ext cx="6508377" cy="1617133"/>
          </a:xfrm>
        </p:spPr>
        <p:txBody>
          <a:bodyPr/>
          <a:lstStyle/>
          <a:p>
            <a:r>
              <a:rPr lang="en-AU" sz="5400" b="1" dirty="0"/>
              <a:t>Homework</a:t>
            </a:r>
          </a:p>
        </p:txBody>
      </p:sp>
      <p:sp>
        <p:nvSpPr>
          <p:cNvPr id="3" name="Content Placeholder 2">
            <a:extLst>
              <a:ext uri="{FF2B5EF4-FFF2-40B4-BE49-F238E27FC236}">
                <a16:creationId xmlns:a16="http://schemas.microsoft.com/office/drawing/2014/main" id="{69492060-9AC3-0B43-9E1B-8809CB7521FA}"/>
              </a:ext>
            </a:extLst>
          </p:cNvPr>
          <p:cNvSpPr>
            <a:spLocks noGrp="1"/>
          </p:cNvSpPr>
          <p:nvPr>
            <p:ph idx="1"/>
          </p:nvPr>
        </p:nvSpPr>
        <p:spPr>
          <a:xfrm>
            <a:off x="1728951" y="2335926"/>
            <a:ext cx="8415868" cy="3916363"/>
          </a:xfrm>
          <a:ln w="76200">
            <a:solidFill>
              <a:srgbClr val="0070C0"/>
            </a:solidFill>
          </a:ln>
        </p:spPr>
        <p:txBody>
          <a:bodyPr>
            <a:normAutofit/>
          </a:bodyPr>
          <a:lstStyle/>
          <a:p>
            <a:pPr marL="0" indent="0">
              <a:buNone/>
            </a:pPr>
            <a:r>
              <a:rPr lang="en-AU" sz="2400" b="1" dirty="0"/>
              <a:t>Before your next lesson, you must have:</a:t>
            </a:r>
          </a:p>
          <a:p>
            <a:pPr marL="0" indent="0">
              <a:buNone/>
            </a:pPr>
            <a:endParaRPr lang="en-AU" sz="2400" dirty="0"/>
          </a:p>
          <a:p>
            <a:pPr marL="0" indent="0">
              <a:buNone/>
            </a:pPr>
            <a:r>
              <a:rPr lang="en-AU" sz="2400" dirty="0"/>
              <a:t>Finished your tables </a:t>
            </a:r>
            <a:r>
              <a:rPr lang="en-AU" sz="2400"/>
              <a:t>and graphs</a:t>
            </a:r>
          </a:p>
          <a:p>
            <a:pPr marL="0" indent="0">
              <a:buNone/>
            </a:pPr>
            <a:r>
              <a:rPr lang="en-AU" sz="2400"/>
              <a:t>If </a:t>
            </a:r>
            <a:r>
              <a:rPr lang="en-AU" sz="2400" dirty="0"/>
              <a:t>you need support message me on SEQTA.</a:t>
            </a:r>
          </a:p>
          <a:p>
            <a:pPr marL="0" indent="0">
              <a:buNone/>
            </a:pPr>
            <a:endParaRPr lang="en-AU" sz="2400" dirty="0"/>
          </a:p>
        </p:txBody>
      </p:sp>
      <p:pic>
        <p:nvPicPr>
          <p:cNvPr id="5" name="Picture 4" descr="062608-glossy-black-icon-people-things-people-student-study.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94922" y="-44823"/>
            <a:ext cx="2178424" cy="2178424"/>
          </a:xfrm>
          <a:prstGeom prst="rect">
            <a:avLst/>
          </a:prstGeom>
        </p:spPr>
      </p:pic>
    </p:spTree>
    <p:extLst>
      <p:ext uri="{BB962C8B-B14F-4D97-AF65-F5344CB8AC3E}">
        <p14:creationId xmlns:p14="http://schemas.microsoft.com/office/powerpoint/2010/main" val="3438221955"/>
      </p:ext>
    </p:extLst>
  </p:cSld>
  <p:clrMapOvr>
    <a:masterClrMapping/>
  </p:clrMapOvr>
</p:sld>
</file>

<file path=ppt/theme/theme1.xml><?xml version="1.0" encoding="utf-8"?>
<a:theme xmlns:a="http://schemas.openxmlformats.org/drawingml/2006/main" name="Saba">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ABFCDE80-9FF4-EB43-9EB8-ADDCCB13B279}" vid="{9C6BB66C-35D3-EB49-8314-0F986D4FA81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Saba</Template>
  <TotalTime>2997</TotalTime>
  <Words>766</Words>
  <Application>Microsoft Macintosh PowerPoint</Application>
  <PresentationFormat>Widescreen</PresentationFormat>
  <Paragraphs>48</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Calibri</vt:lpstr>
      <vt:lpstr>Century Gothic</vt:lpstr>
      <vt:lpstr>Wingdings 2</vt:lpstr>
      <vt:lpstr>Saba</vt:lpstr>
      <vt:lpstr> DO NOW – Practice Exam Question – 5 minutes  Researchers wanted to investigate the ongoing health effects of working as a medical student at a busy city hospital. Participants were first year medical students chosen from a hospital close to the university where the researchers worked. They were followed throughout their medical training. Researchers met participants once a year over an eight-year period.   1. Identify the sampling method of this study (1 mark)  2. Identify a strength and weakness of this sampling method (1 mark)  3. When researchers met participants, they were interested in collecting quantitative data to measure health effects. Name one subjective quantitative measure and one objective quantitative measure that might have been used in this study. (2 marks)    </vt:lpstr>
      <vt:lpstr> DO NOW – Practice Exam Question – 5 minutes  Researchers wanted to investigate the ongoing health effects of working as a medical student at a busy city hospital. Participants were first year medical students chosen from a hospital close to the university where the researchers worked. They were followed throughout their medical training. Researchers met participants once a year over an eight-year period.   1. Identify the sampling method of this study (1 mark) Convenience/opportunity  2. Identify a strength and weakness of this sampling method (2 marks) Strength: Cost and resource efficient. Weakness: Not representative of population.       </vt:lpstr>
      <vt:lpstr> DO NOW – Practice Exam Question – 5 minutes  Researchers wanted to investigate the ongoing health effects of working as a medical student at a busy city hospital…  3. When researchers met participants, they were interested in collecting quantitative data to measure health effects. Name one subjective quantitative measure and one objective quantitative measure that might have been used in this study. (2 marks)      </vt:lpstr>
      <vt:lpstr>Learning Intention</vt:lpstr>
      <vt:lpstr>PowerPoint Presentation</vt:lpstr>
      <vt:lpstr>Bar Graph </vt:lpstr>
      <vt:lpstr>PowerPoint Presentation</vt:lpstr>
      <vt:lpstr>Examples of a results paragraph </vt:lpstr>
      <vt:lpstr>Think Pair Share: Compare to the rubric</vt:lpstr>
      <vt:lpstr>Think Pair Share: Compare to the rubric</vt:lpstr>
      <vt:lpstr>PowerPoint Presentation</vt:lpstr>
      <vt:lpstr>Homework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DO NOW  [Insert Word]</dc:title>
  <dc:creator>DAVEY Sarah [Joseph Banks Secondary College]</dc:creator>
  <cp:lastModifiedBy>DAVEY Sarah [Joseph Banks Secondary College]</cp:lastModifiedBy>
  <cp:revision>37</cp:revision>
  <dcterms:created xsi:type="dcterms:W3CDTF">2020-02-26T04:17:00Z</dcterms:created>
  <dcterms:modified xsi:type="dcterms:W3CDTF">2021-03-16T09:18:12Z</dcterms:modified>
</cp:coreProperties>
</file>