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403" r:id="rId2"/>
    <p:sldId id="40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79"/>
  </p:normalViewPr>
  <p:slideViewPr>
    <p:cSldViewPr snapToGrid="0" snapToObjects="1">
      <p:cViewPr>
        <p:scale>
          <a:sx n="54" d="100"/>
          <a:sy n="54" d="100"/>
        </p:scale>
        <p:origin x="3360" y="1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29B0B9-DC5E-0C40-8118-A71EC5A4542A}" type="datetimeFigureOut">
              <a:rPr lang="en-US" smtClean="0"/>
              <a:t>3/3/21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F33AF-1AF7-424B-8CAD-9B04EAAD0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854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questions: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are the three divisions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is the oldest part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B88CF-89E8-E740-B754-A3753DCFCD8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24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F5CEF-1AA7-104A-BD1D-0712A86F5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1C0C5-7A3A-F241-AE84-508AF9396B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069ED-EF97-6745-8E4F-F3211309D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694C-6241-D14F-BF33-86DD74576958}" type="datetimeFigureOut">
              <a:rPr lang="en-US" smtClean="0"/>
              <a:t>3/3/21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CC9ED-FAEB-6A49-B279-55442A5DA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BE1D-9478-1044-B5E4-8E6093189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7B924-FDE8-1D49-B7AC-F133D419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485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43E9B-6E46-9547-A14B-D7283946B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4B798-B059-2147-9824-0AE02BAC2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2EC2C-94B2-D841-A686-4650EB6A0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694C-6241-D14F-BF33-86DD74576958}" type="datetimeFigureOut">
              <a:rPr lang="en-US" smtClean="0"/>
              <a:t>3/3/21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DCB80-08EA-9347-ADD4-969ECFAAA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FDEDD-EBFA-2740-8CCC-9D397513F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7B924-FDE8-1D49-B7AC-F133D419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17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760A5-F48C-7243-BB29-FBA83A919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4A1F3-2455-2741-AEED-33953A4A6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2AF36-2888-884E-BFAE-866A3CB5C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694C-6241-D14F-BF33-86DD74576958}" type="datetimeFigureOut">
              <a:rPr lang="en-US" smtClean="0"/>
              <a:t>3/3/21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C17E-4847-F04A-8F34-C60C797F7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656DA-B8FF-AE4A-B921-4726CB1A3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7B924-FDE8-1D49-B7AC-F133D419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247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842B3-9D54-874D-9BE0-E819BAC16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37DE5-1E3A-EA4C-AD90-7EA94D7AC6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2CEDD5-9544-5846-A773-885A55137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16AF21-3AA6-F345-BAA4-3DF7AD5D0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694C-6241-D14F-BF33-86DD74576958}" type="datetimeFigureOut">
              <a:rPr lang="en-US" smtClean="0"/>
              <a:t>3/3/21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AFB5E-045C-E34A-A4FA-A8B6775B0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06FE3-7ACA-B748-AF4E-AA09CEEE0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7B924-FDE8-1D49-B7AC-F133D419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045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E3301-AF50-E34A-826E-57E5B7036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FFBE6-588D-2141-8C7D-CFDD2F6C7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DCF8F3-D259-984D-9B6F-D62F6C5AC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FE5968-D379-F647-9D0C-92622322C4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D7B64D-28E0-7248-98D6-123DB7B172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426A32-EDC6-AC4C-819B-E0B9DF098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694C-6241-D14F-BF33-86DD74576958}" type="datetimeFigureOut">
              <a:rPr lang="en-US" smtClean="0"/>
              <a:t>3/3/21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CB056A-8392-3349-9585-5971F84F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A121C-5A36-2D48-9E36-09ACC6C38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7B924-FDE8-1D49-B7AC-F133D419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197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A0863-B2E5-7943-8E80-E23DAB259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5FBF2E-FF6F-E144-86A6-293E7F503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694C-6241-D14F-BF33-86DD74576958}" type="datetimeFigureOut">
              <a:rPr lang="en-US" smtClean="0"/>
              <a:t>3/3/21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681339-9BB7-974A-BF8D-7FCD73BF8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90391F-4EFF-D249-9B59-EF737DFCF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7B924-FDE8-1D49-B7AC-F133D419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56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8EE2AF-B6E5-AF45-B818-CB74F883E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694C-6241-D14F-BF33-86DD74576958}" type="datetimeFigureOut">
              <a:rPr lang="en-US" smtClean="0"/>
              <a:t>3/3/21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A79593-5EE3-7540-A910-6F5986D5B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12400-0AE6-6A41-B2C0-EF739B425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7B924-FDE8-1D49-B7AC-F133D419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770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8AC5E-7E13-404D-80F9-672A5CEB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2EE34-06DF-4145-BAC9-E5BEC84FE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F15E8D-10A8-4042-9BF1-CD85DD215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7921A3-3467-0147-804C-341F223C0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694C-6241-D14F-BF33-86DD74576958}" type="datetimeFigureOut">
              <a:rPr lang="en-US" smtClean="0"/>
              <a:t>3/3/21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E5009-454D-9F4C-B0E0-FD77A936A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62AD1-3484-7B44-A110-8C64EB96D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7B924-FDE8-1D49-B7AC-F133D419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87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EB9B0-9325-1D4C-90DF-F0D6C8808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0F66C2-DA37-D347-BEBA-322F92F86A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BA6251-56C0-6544-BD7E-FE0BD4BD4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8318C-AD69-0C40-9174-5A2F256D2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694C-6241-D14F-BF33-86DD74576958}" type="datetimeFigureOut">
              <a:rPr lang="en-US" smtClean="0"/>
              <a:t>3/3/21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F965A-4E75-0B45-BC7E-A15E8F918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43F9BB-2F9C-984F-992F-71C12DB9F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7B924-FDE8-1D49-B7AC-F133D419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5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151A4-5D85-664D-B622-B18D99D3F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9FB946-00DC-2842-B6A2-B707023F87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44085-F77C-7344-8EE6-2AB0C9B5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694C-6241-D14F-BF33-86DD74576958}" type="datetimeFigureOut">
              <a:rPr lang="en-US" smtClean="0"/>
              <a:t>3/3/21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525A5-4899-864F-861D-5963A6281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1786A-61D2-334A-8FE0-6183DDCE3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7B924-FDE8-1D49-B7AC-F133D419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506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289AB5-0D6C-F44C-982E-8C50718107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07A83-1541-C74C-8526-51402D552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9C6FC-E55F-9B41-B047-8E5925FC2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694C-6241-D14F-BF33-86DD74576958}" type="datetimeFigureOut">
              <a:rPr lang="en-US" smtClean="0"/>
              <a:t>3/3/21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21210-5131-0349-8AD4-271286DA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5C1A3-26E9-4642-B48C-74C6E08F6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7B924-FDE8-1D49-B7AC-F133D419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976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CAB772-1F08-3D4D-84E9-912C92BF0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9DFB0-7059-224F-AA1A-37386AE25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A41FB-8645-474E-B403-2D8292928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3694C-6241-D14F-BF33-86DD74576958}" type="datetimeFigureOut">
              <a:rPr lang="en-US" smtClean="0"/>
              <a:t>3/3/21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2F53B-0647-5A41-B8C7-1B849853C0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63D32-2413-0946-A1F9-CB5FC1472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7B924-FDE8-1D49-B7AC-F133D419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842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A45963-F333-A947-B2BD-99107D70CEC4}"/>
              </a:ext>
            </a:extLst>
          </p:cNvPr>
          <p:cNvSpPr txBox="1"/>
          <p:nvPr/>
        </p:nvSpPr>
        <p:spPr>
          <a:xfrm>
            <a:off x="529389" y="197346"/>
            <a:ext cx="4957011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Cognition</a:t>
            </a:r>
            <a:endParaRPr lang="en-AU" dirty="0"/>
          </a:p>
          <a:p>
            <a:pPr lvl="0"/>
            <a:r>
              <a:rPr lang="en-AU" dirty="0"/>
              <a:t>definition of</a:t>
            </a:r>
          </a:p>
          <a:p>
            <a:pPr lvl="0"/>
            <a:r>
              <a:rPr lang="en-AU" dirty="0"/>
              <a:t>cognition</a:t>
            </a:r>
          </a:p>
          <a:p>
            <a:pPr lvl="0"/>
            <a:r>
              <a:rPr lang="en-AU" dirty="0"/>
              <a:t>sensation</a:t>
            </a:r>
          </a:p>
          <a:p>
            <a:pPr lvl="0"/>
            <a:r>
              <a:rPr lang="en-AU" dirty="0"/>
              <a:t>perception</a:t>
            </a:r>
          </a:p>
          <a:p>
            <a:pPr lvl="0"/>
            <a:r>
              <a:rPr lang="en-AU" dirty="0"/>
              <a:t>attention span</a:t>
            </a:r>
          </a:p>
          <a:p>
            <a:pPr lvl="0"/>
            <a:r>
              <a:rPr lang="en-AU" dirty="0"/>
              <a:t>memory</a:t>
            </a:r>
          </a:p>
          <a:p>
            <a:pPr lvl="0"/>
            <a:r>
              <a:rPr lang="en-AU" dirty="0"/>
              <a:t>multi store model of memory – Atkinson and Shiffrin (1968)</a:t>
            </a:r>
          </a:p>
          <a:p>
            <a:pPr lvl="0"/>
            <a:r>
              <a:rPr lang="en-AU" dirty="0"/>
              <a:t>sensory register – duration, capacity</a:t>
            </a:r>
          </a:p>
          <a:p>
            <a:pPr lvl="0"/>
            <a:r>
              <a:rPr lang="en-AU" dirty="0"/>
              <a:t>working memory (short-term memory) – duration, capacity</a:t>
            </a:r>
          </a:p>
          <a:p>
            <a:pPr lvl="0"/>
            <a:r>
              <a:rPr lang="en-AU" dirty="0"/>
              <a:t>long-term memory – duration, capacity, procedural memory, declarative memory – semantic and episodic</a:t>
            </a:r>
          </a:p>
          <a:p>
            <a:pPr lvl="0"/>
            <a:endParaRPr lang="en-AU" dirty="0"/>
          </a:p>
          <a:p>
            <a:pPr lvl="0"/>
            <a:r>
              <a:rPr lang="en-AU" dirty="0"/>
              <a:t>strategies for enhancing retrieval of information and improving memory</a:t>
            </a:r>
          </a:p>
          <a:p>
            <a:pPr lvl="1"/>
            <a:r>
              <a:rPr lang="en-AU" dirty="0"/>
              <a:t>mnemonics</a:t>
            </a:r>
          </a:p>
          <a:p>
            <a:pPr lvl="1"/>
            <a:r>
              <a:rPr lang="en-AU" dirty="0"/>
              <a:t>chunking</a:t>
            </a:r>
          </a:p>
          <a:p>
            <a:pPr lvl="1"/>
            <a:r>
              <a:rPr lang="en-AU" dirty="0"/>
              <a:t>repetition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53CD95-E9A5-7A41-9121-7E4F82D5EA3A}"/>
              </a:ext>
            </a:extLst>
          </p:cNvPr>
          <p:cNvSpPr txBox="1"/>
          <p:nvPr/>
        </p:nvSpPr>
        <p:spPr>
          <a:xfrm>
            <a:off x="6705600" y="312821"/>
            <a:ext cx="4957011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AU" dirty="0"/>
              <a:t>Research Methods: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dirty="0"/>
              <a:t>experimental, non-experimental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dirty="0"/>
              <a:t>scientific, non-scientific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dirty="0"/>
              <a:t>sample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dirty="0"/>
              <a:t>population</a:t>
            </a:r>
          </a:p>
          <a:p>
            <a:pPr lvl="0"/>
            <a:r>
              <a:rPr lang="en-AU" dirty="0"/>
              <a:t>ethics in psychology research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dirty="0"/>
              <a:t>participants’ rights – confidentiality, voluntary participation, withdrawal rights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dirty="0"/>
              <a:t>informed consent procedures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dirty="0"/>
              <a:t>deception in research</a:t>
            </a:r>
          </a:p>
          <a:p>
            <a:pPr lvl="0"/>
            <a:r>
              <a:rPr lang="en-AU" dirty="0"/>
              <a:t>experimental research method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dirty="0"/>
              <a:t>independent and dependent variables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dirty="0"/>
              <a:t>operational hypotheses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dirty="0"/>
              <a:t>controlled and uncontrolled variables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dirty="0"/>
              <a:t>experimental and control groups</a:t>
            </a:r>
          </a:p>
          <a:p>
            <a:pPr lvl="0"/>
            <a:r>
              <a:rPr lang="en-AU" dirty="0"/>
              <a:t>displaying quantitative data – tables, graphs, diagrams</a:t>
            </a:r>
          </a:p>
          <a:p>
            <a:pPr lvl="0"/>
            <a:r>
              <a:rPr lang="en-AU" dirty="0"/>
              <a:t>data interpretation: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dirty="0"/>
              <a:t>mode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dirty="0"/>
              <a:t>mean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dirty="0"/>
              <a:t>median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dirty="0"/>
              <a:t>range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968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96FE21-9F4C-F64E-9022-163D12187526}"/>
              </a:ext>
            </a:extLst>
          </p:cNvPr>
          <p:cNvSpPr txBox="1"/>
          <p:nvPr/>
        </p:nvSpPr>
        <p:spPr>
          <a:xfrm rot="16200000">
            <a:off x="-913317" y="1523698"/>
            <a:ext cx="2195986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Independent practice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5A9135-6D23-9B40-A318-5A5318AD7149}"/>
              </a:ext>
            </a:extLst>
          </p:cNvPr>
          <p:cNvSpPr txBox="1"/>
          <p:nvPr/>
        </p:nvSpPr>
        <p:spPr>
          <a:xfrm>
            <a:off x="689504" y="645396"/>
            <a:ext cx="4975761" cy="4647426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/>
              <a:t>Mild </a:t>
            </a:r>
          </a:p>
          <a:p>
            <a:r>
              <a:rPr lang="en-US" sz="3200" dirty="0"/>
              <a:t>Come up with a poster that explains ALL the research methods you have learned.</a:t>
            </a:r>
          </a:p>
          <a:p>
            <a:pPr marL="571500" indent="-571500">
              <a:buFontTx/>
              <a:buChar char="-"/>
            </a:pPr>
            <a:r>
              <a:rPr lang="en-US" sz="2800" dirty="0"/>
              <a:t>Participant rights</a:t>
            </a:r>
          </a:p>
          <a:p>
            <a:pPr marL="571500" indent="-571500">
              <a:buFontTx/>
              <a:buChar char="-"/>
            </a:pPr>
            <a:r>
              <a:rPr lang="en-US" sz="2800" dirty="0"/>
              <a:t>Operationalizing variables</a:t>
            </a:r>
          </a:p>
          <a:p>
            <a:pPr marL="571500" indent="-571500">
              <a:buFontTx/>
              <a:buChar char="-"/>
            </a:pPr>
            <a:r>
              <a:rPr lang="en-US" sz="2800" dirty="0"/>
              <a:t>Extraneous Variables</a:t>
            </a:r>
          </a:p>
          <a:p>
            <a:pPr marL="571500" indent="-571500">
              <a:buFontTx/>
              <a:buChar char="-"/>
            </a:pPr>
            <a:r>
              <a:rPr lang="en-US" sz="2800" dirty="0" err="1"/>
              <a:t>Operationalised</a:t>
            </a:r>
            <a:r>
              <a:rPr lang="en-US" sz="2800" dirty="0"/>
              <a:t> hypotheses</a:t>
            </a:r>
          </a:p>
          <a:p>
            <a:pPr marL="571500" indent="-571500">
              <a:buFontTx/>
              <a:buChar char="-"/>
            </a:pPr>
            <a:r>
              <a:rPr lang="en-US" sz="2800" dirty="0"/>
              <a:t>Experimental and Control groups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C9EA14-A2FA-7146-8B7A-2998DB5AB9A2}"/>
              </a:ext>
            </a:extLst>
          </p:cNvPr>
          <p:cNvSpPr txBox="1"/>
          <p:nvPr/>
        </p:nvSpPr>
        <p:spPr>
          <a:xfrm>
            <a:off x="6424549" y="645396"/>
            <a:ext cx="4975761" cy="5262979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Medium – Spicy </a:t>
            </a:r>
          </a:p>
          <a:p>
            <a:r>
              <a:rPr lang="en-US" sz="2400" dirty="0"/>
              <a:t>Come up with your OWN experiment.</a:t>
            </a:r>
          </a:p>
          <a:p>
            <a:r>
              <a:rPr lang="en-US" sz="2400" dirty="0"/>
              <a:t>On your poster include some background research on the topic and variables.</a:t>
            </a:r>
          </a:p>
          <a:p>
            <a:r>
              <a:rPr lang="en-US" sz="2400" dirty="0"/>
              <a:t>Still include ALL the dot points to the right but apply it to your research.</a:t>
            </a:r>
          </a:p>
          <a:p>
            <a:r>
              <a:rPr lang="en-US" sz="2400" dirty="0"/>
              <a:t>Some ideas: </a:t>
            </a:r>
          </a:p>
          <a:p>
            <a:r>
              <a:rPr lang="en-US" sz="2400" dirty="0"/>
              <a:t>- How does screen time impact anxiety in teenagers?</a:t>
            </a:r>
            <a:br>
              <a:rPr lang="en-US" sz="2400" dirty="0"/>
            </a:br>
            <a:r>
              <a:rPr lang="en-US" sz="2400" dirty="0"/>
              <a:t>- How does meditation impact attention span in teenagers?</a:t>
            </a:r>
          </a:p>
          <a:p>
            <a:r>
              <a:rPr lang="en-US" sz="2400" dirty="0"/>
              <a:t>- How does smoking weed impact memory in teenagers? </a:t>
            </a:r>
          </a:p>
        </p:txBody>
      </p:sp>
    </p:spTree>
    <p:extLst>
      <p:ext uri="{BB962C8B-B14F-4D97-AF65-F5344CB8AC3E}">
        <p14:creationId xmlns:p14="http://schemas.microsoft.com/office/powerpoint/2010/main" val="1671143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255</Words>
  <Application>Microsoft Macintosh PowerPoint</Application>
  <PresentationFormat>Widescreen</PresentationFormat>
  <Paragraphs>55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DAVEY Sarah [Joseph Banks Secondary College]</dc:creator>
  <cp:lastModifiedBy>DAVEY Sarah [Joseph Banks Secondary College]</cp:lastModifiedBy>
  <cp:revision>3</cp:revision>
  <dcterms:created xsi:type="dcterms:W3CDTF">2021-03-03T04:39:06Z</dcterms:created>
  <dcterms:modified xsi:type="dcterms:W3CDTF">2021-03-03T06:06:40Z</dcterms:modified>
</cp:coreProperties>
</file>