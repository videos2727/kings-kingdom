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tiff" ContentType="image/tif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theme/theme2.xml" ContentType="application/vnd.openxmlformats-officedocument.theme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  <p:sldMasterId id="2147483660" r:id="rId2"/>
    <p:sldMasterId id="2147483680" r:id="rId3"/>
  </p:sldMasterIdLst>
  <p:notesMasterIdLst>
    <p:notesMasterId r:id="rId20"/>
  </p:notesMasterIdLst>
  <p:sldIdLst>
    <p:sldId id="262" r:id="rId4"/>
    <p:sldId id="403" r:id="rId5"/>
    <p:sldId id="359" r:id="rId6"/>
    <p:sldId id="400" r:id="rId7"/>
    <p:sldId id="405" r:id="rId8"/>
    <p:sldId id="409" r:id="rId9"/>
    <p:sldId id="415" r:id="rId10"/>
    <p:sldId id="408" r:id="rId11"/>
    <p:sldId id="410" r:id="rId12"/>
    <p:sldId id="411" r:id="rId13"/>
    <p:sldId id="384" r:id="rId14"/>
    <p:sldId id="416" r:id="rId15"/>
    <p:sldId id="412" r:id="rId16"/>
    <p:sldId id="413" r:id="rId17"/>
    <p:sldId id="319" r:id="rId18"/>
    <p:sldId id="343" r:id="rId1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21"/>
    <p:restoredTop sz="94643"/>
  </p:normalViewPr>
  <p:slideViewPr>
    <p:cSldViewPr snapToGrid="0" snapToObjects="1">
      <p:cViewPr>
        <p:scale>
          <a:sx n="67" d="100"/>
          <a:sy n="67" d="100"/>
        </p:scale>
        <p:origin x="1080" y="14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5.xml"/><Relationship Id="rId13" Type="http://schemas.openxmlformats.org/officeDocument/2006/relationships/slide" Target="slides/slide10.xml"/><Relationship Id="rId18" Type="http://schemas.openxmlformats.org/officeDocument/2006/relationships/slide" Target="slides/slide15.xml"/><Relationship Id="rId3" Type="http://schemas.openxmlformats.org/officeDocument/2006/relationships/slideMaster" Target="slideMasters/slideMaster3.xml"/><Relationship Id="rId21" Type="http://schemas.openxmlformats.org/officeDocument/2006/relationships/presProps" Target="presProps.xml"/><Relationship Id="rId7" Type="http://schemas.openxmlformats.org/officeDocument/2006/relationships/slide" Target="slides/slide4.xml"/><Relationship Id="rId12" Type="http://schemas.openxmlformats.org/officeDocument/2006/relationships/slide" Target="slides/slide9.xml"/><Relationship Id="rId17" Type="http://schemas.openxmlformats.org/officeDocument/2006/relationships/slide" Target="slides/slide14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3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1" Type="http://schemas.openxmlformats.org/officeDocument/2006/relationships/slide" Target="slides/slide8.xml"/><Relationship Id="rId24" Type="http://schemas.openxmlformats.org/officeDocument/2006/relationships/tableStyles" Target="tableStyles.xml"/><Relationship Id="rId5" Type="http://schemas.openxmlformats.org/officeDocument/2006/relationships/slide" Target="slides/slide2.xml"/><Relationship Id="rId15" Type="http://schemas.openxmlformats.org/officeDocument/2006/relationships/slide" Target="slides/slide12.xml"/><Relationship Id="rId23" Type="http://schemas.openxmlformats.org/officeDocument/2006/relationships/theme" Target="theme/theme1.xml"/><Relationship Id="rId10" Type="http://schemas.openxmlformats.org/officeDocument/2006/relationships/slide" Target="slides/slide7.xml"/><Relationship Id="rId19" Type="http://schemas.openxmlformats.org/officeDocument/2006/relationships/slide" Target="slides/slide16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4" Type="http://schemas.openxmlformats.org/officeDocument/2006/relationships/slide" Target="slides/slide11.xml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81FAB6C-3138-6440-BC93-B4B889D09C18}" type="datetimeFigureOut">
              <a:rPr lang="en-US" smtClean="0"/>
              <a:t>3/11/21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01B88CF-89E8-E740-B754-A3753DCFCD8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452423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Teacher questions: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What are the three divisions of the brain?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What is the oldest part of the brain?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01B88CF-89E8-E740-B754-A3753DCFCD84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682638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Teacher questions: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What are the three divisions of the brain?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What is the oldest part of the brain?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01B88CF-89E8-E740-B754-A3753DCFCD84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723641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Teacher questions: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What are the three divisions of the brain?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What is the oldest part of the brain?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01B88CF-89E8-E740-B754-A3753DCFCD84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864896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Teacher questions: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What are the three divisions of the brain?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What is the oldest part of the brain?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01B88CF-89E8-E740-B754-A3753DCFCD84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541032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Teacher questions: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What are the three divisions of the brain?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What is the oldest part of the brain?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01B88CF-89E8-E740-B754-A3753DCFCD84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321784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7D9403-0A70-6342-AD93-9768B2D9399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DB54347-3F03-124F-96EB-030C734605D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325659E-A2D1-B748-A249-5D5B4D67E8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EAACE0-986B-954A-BDE6-68B4D7D9F963}" type="datetimeFigureOut">
              <a:rPr lang="en-US" smtClean="0"/>
              <a:t>3/11/21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C866F3E-DC9C-7A42-B6AA-EE9329C57C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B32BB6A-4459-D440-A462-AB491D2E93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E85387-20FC-2648-8F1D-0C359D3EA0C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638169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E73771-2C5D-324E-96C1-1D0731351D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399ADD6-06C2-0140-BC76-1998A0BB2A7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39CD7A-B170-7644-97DA-49A85FFE64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EAACE0-986B-954A-BDE6-68B4D7D9F963}" type="datetimeFigureOut">
              <a:rPr lang="en-US" smtClean="0"/>
              <a:t>3/11/21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6DB10CC-78FB-B046-99D1-DC57EDA1D0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E90E833-292B-2849-B271-F8640E733A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E85387-20FC-2648-8F1D-0C359D3EA0C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368178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C6C990-558A-AE46-80F7-D4F77B03FC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CA4EDAA-4286-C746-BE37-6BAFABA4321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F44AA73-B1E1-2D41-9458-0FA447D7EB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EAACE0-986B-954A-BDE6-68B4D7D9F963}" type="datetimeFigureOut">
              <a:rPr lang="en-US" smtClean="0"/>
              <a:t>3/11/21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A8DFF87-2C57-4849-8357-2EF037D32D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E4753EE-FC36-7C41-B550-E9A2EA45D7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E85387-20FC-2648-8F1D-0C359D3EA0C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282949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9475A6-5B2E-5D4D-B8C3-87CE4BCEA9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394974F-F3B7-BE45-9CE2-3F5CAD14F68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FD57523-300B-2945-B9DE-50200343B87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747CC82-CAA8-DC46-ADE1-A1C394DDC6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EAACE0-986B-954A-BDE6-68B4D7D9F963}" type="datetimeFigureOut">
              <a:rPr lang="en-US" smtClean="0"/>
              <a:t>3/11/21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035D147-F3C5-0C42-9AFB-A75140B7EC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67E03AD-15F3-414D-930C-1B5AEABC8B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E85387-20FC-2648-8F1D-0C359D3EA0C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039367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FB1B44-9F47-A149-A10A-1687F36ECA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C391B29-62C9-564B-A7C6-17C8E87FADA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153DD78-19AC-F244-84D1-3AAA433A27C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5B1DD53-EFE3-404D-B262-89B66C74DEB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BACEBA4-5169-8B4B-92C3-0A0D1E0F9A2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646305B-45B6-0040-84CF-FF35B78E33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EAACE0-986B-954A-BDE6-68B4D7D9F963}" type="datetimeFigureOut">
              <a:rPr lang="en-US" smtClean="0"/>
              <a:t>3/11/21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CB62CE6-4603-A948-A3DB-46FA184B78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AB122EF-0C06-EE45-BAB2-384B428C45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E85387-20FC-2648-8F1D-0C359D3EA0C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555317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E526B2-FE7B-FA44-901F-604F43CEC4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5ADD536-C96F-D846-93FC-DBA7EB65C4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EAACE0-986B-954A-BDE6-68B4D7D9F963}" type="datetimeFigureOut">
              <a:rPr lang="en-US" smtClean="0"/>
              <a:t>3/11/21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53951AF-46E5-964D-82E4-6EC18DA2D8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DE21BC4-FBA5-9545-800E-B783DDAC8E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E85387-20FC-2648-8F1D-0C359D3EA0C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049894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20D2B45-6D3E-5140-9E1A-EA6BD1F758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EAACE0-986B-954A-BDE6-68B4D7D9F963}" type="datetimeFigureOut">
              <a:rPr lang="en-US" smtClean="0"/>
              <a:t>3/11/21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7CCA7E1-6DB7-5348-9A38-94A036A218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F0C71B7-DFE4-0741-A4BB-22829005B4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E85387-20FC-2648-8F1D-0C359D3EA0C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459087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D1B3DB-7E96-B241-951E-E0213CB508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795E2D9-6211-4F4B-90D8-E32643AD189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FDE4D28-C849-1F4E-BEB1-4232BBBD46B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EB73FAF-7209-E043-807C-C17A5520B8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EAACE0-986B-954A-BDE6-68B4D7D9F963}" type="datetimeFigureOut">
              <a:rPr lang="en-US" smtClean="0"/>
              <a:t>3/11/21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E19F006-D4FB-EE42-A616-30D03C31B9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1F3CA3F-1808-CB4E-942B-E869B8CE5E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E85387-20FC-2648-8F1D-0C359D3EA0C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697598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3BFB93-FFEA-6B43-AC94-7159009E4E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6F7D9EC-D130-1946-8998-11940C629B4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GB"/>
              <a:t>Click icon to add picture</a:t>
            </a:r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97D7668-5870-B446-A751-8DC34589831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870E1C2-86D2-B740-868A-F6676DD511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EAACE0-986B-954A-BDE6-68B4D7D9F963}" type="datetimeFigureOut">
              <a:rPr lang="en-US" smtClean="0"/>
              <a:t>3/11/21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7ECBE31-E8B5-BF43-82AD-2FF081CD78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C9355F8-0EDC-6D4C-85CC-3AC3BB2290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E85387-20FC-2648-8F1D-0C359D3EA0C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126659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94E170-EF20-594A-A449-DC90197496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D584A1D-6C2C-2945-94AA-730A7F67CFF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CF1DD28-B73A-3B4D-B817-2A14D70162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EAACE0-986B-954A-BDE6-68B4D7D9F963}" type="datetimeFigureOut">
              <a:rPr lang="en-US" smtClean="0"/>
              <a:t>3/11/21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224C8CE-002D-0947-9AC3-A3D63D6D64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C96C238-FC97-594A-8BE5-F401E278D9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E85387-20FC-2648-8F1D-0C359D3EA0C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992322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2E7AD74-D535-EE47-9F94-E8712FCCB30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BB504AE-ACBE-694B-8C8A-48DA810EC93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E142C47-4ACA-904D-A9F0-5427F9FEE8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EAACE0-986B-954A-BDE6-68B4D7D9F963}" type="datetimeFigureOut">
              <a:rPr lang="en-US" smtClean="0"/>
              <a:t>3/11/21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703A839-90C6-CA44-AA4A-5466C0449D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3E918E6-8954-6145-826C-A4DF112439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E85387-20FC-2648-8F1D-0C359D3EA0C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70871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4249271" y="268288"/>
            <a:ext cx="7559040" cy="39003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800"/>
          </a:p>
        </p:txBody>
      </p:sp>
      <p:sp>
        <p:nvSpPr>
          <p:cNvPr id="8" name="Rectangle 7"/>
          <p:cNvSpPr/>
          <p:nvPr/>
        </p:nvSpPr>
        <p:spPr>
          <a:xfrm>
            <a:off x="358587" y="268289"/>
            <a:ext cx="243840" cy="3886853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800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267200" y="4208929"/>
            <a:ext cx="7278624" cy="1048684"/>
          </a:xfrm>
        </p:spPr>
        <p:txBody>
          <a:bodyPr vert="horz" lIns="91440" tIns="45720" rIns="91440" bIns="45720" rtlCol="0" anchor="b" anchorCtr="0">
            <a:norm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4600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GB"/>
              <a:t>Click to edit Master title style</a:t>
            </a:r>
            <a:endParaRPr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267200" y="5257800"/>
            <a:ext cx="7278624" cy="621792"/>
          </a:xfrm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spcBef>
                <a:spcPts val="0"/>
              </a:spcBef>
              <a:buClr>
                <a:schemeClr val="accent1"/>
              </a:buClr>
              <a:buSzPct val="100000"/>
              <a:buFont typeface="Wingdings 2" pitchFamily="18" charset="2"/>
              <a:buNone/>
              <a:defRPr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GB"/>
              <a:t>Click to edit Master subtitle style</a:t>
            </a:r>
            <a:endParaRPr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368800" y="390526"/>
            <a:ext cx="7339584" cy="365125"/>
          </a:xfrm>
        </p:spPr>
        <p:txBody>
          <a:bodyPr vert="horz" lIns="91440" tIns="45720" rIns="91440" bIns="45720" rtlCol="0" anchor="ctr"/>
          <a:lstStyle>
            <a:lvl1pPr marL="0" algn="r" defTabSz="914400" rtl="0" eaLnBrk="1" latinLnBrk="0" hangingPunct="1">
              <a:defRPr sz="2200" b="0" kern="1200" baseline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</a:lstStyle>
          <a:p>
            <a:fld id="{EB507C1E-5E0D-3E4D-8113-714502558754}" type="datetimeFigureOut">
              <a:rPr lang="en-US" smtClean="0"/>
              <a:t>3/11/21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291584" y="6356351"/>
            <a:ext cx="6315456" cy="365125"/>
          </a:xfrm>
        </p:spPr>
        <p:txBody>
          <a:bodyPr vert="horz" lIns="91440" tIns="45720" rIns="91440" bIns="45720" rtlCol="0" anchor="ctr"/>
          <a:lstStyle>
            <a:lvl1pPr marL="0" algn="l" defTabSz="914400" rtl="0" eaLnBrk="1" latinLnBrk="0" hangingPunct="1">
              <a:defRPr sz="1100" b="1" kern="1200">
                <a:solidFill>
                  <a:schemeClr val="tx2">
                    <a:lumMod val="60000"/>
                    <a:lumOff val="40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008659" y="6356351"/>
            <a:ext cx="914400" cy="365125"/>
          </a:xfrm>
        </p:spPr>
        <p:txBody>
          <a:bodyPr vert="horz" lIns="91440" tIns="45720" rIns="91440" bIns="45720" rtlCol="0" anchor="ctr"/>
          <a:lstStyle>
            <a:lvl1pPr marL="0" algn="r" defTabSz="914400" rtl="0" eaLnBrk="1" latinLnBrk="0" hangingPunct="1">
              <a:defRPr sz="1100" b="1" kern="1200">
                <a:solidFill>
                  <a:schemeClr val="tx2">
                    <a:lumMod val="60000"/>
                    <a:lumOff val="40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fld id="{CC611861-616C-A14E-8244-40FC50D01E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336470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9616141" y="268288"/>
            <a:ext cx="2194560" cy="164592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80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5pPr>
              <a:defRPr/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9616141" y="6356351"/>
            <a:ext cx="2336800" cy="365125"/>
          </a:xfrm>
        </p:spPr>
        <p:txBody>
          <a:bodyPr/>
          <a:lstStyle/>
          <a:p>
            <a:fld id="{EB507C1E-5E0D-3E4D-8113-714502558754}" type="datetimeFigureOut">
              <a:rPr lang="en-US" smtClean="0"/>
              <a:t>3/11/21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611861-616C-A14E-8244-40FC50D01E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339799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4249271" y="268288"/>
            <a:ext cx="7559040" cy="256032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800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267200" y="4171950"/>
            <a:ext cx="7277225" cy="1085850"/>
          </a:xfrm>
        </p:spPr>
        <p:txBody>
          <a:bodyPr>
            <a:normAutofit/>
          </a:bodyPr>
          <a:lstStyle>
            <a:lvl1pPr>
              <a:defRPr sz="4600"/>
            </a:lvl1pPr>
          </a:lstStyle>
          <a:p>
            <a:r>
              <a:rPr lang="en-GB"/>
              <a:t>Click to edit Master title style</a:t>
            </a:r>
            <a:endParaRPr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267201" y="5257800"/>
            <a:ext cx="7277224" cy="618565"/>
          </a:xfrm>
        </p:spPr>
        <p:txBody>
          <a:bodyPr>
            <a:normAutofit/>
          </a:bodyPr>
          <a:lstStyle>
            <a:lvl1pPr marL="0" indent="0" algn="l">
              <a:spcBef>
                <a:spcPct val="0"/>
              </a:spcBef>
              <a:buNone/>
              <a:defRPr sz="1600">
                <a:solidFill>
                  <a:schemeClr val="tx2"/>
                </a:solidFill>
              </a:defRPr>
            </a:lvl1pPr>
            <a:lvl2pPr marL="457200" indent="0" algn="ctr">
              <a:spcBef>
                <a:spcPct val="0"/>
              </a:spcBef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GB"/>
              <a:t>Click to edit Master subtitle style</a:t>
            </a:r>
            <a:endParaRPr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368801" y="389966"/>
            <a:ext cx="7333129" cy="365125"/>
          </a:xfrm>
        </p:spPr>
        <p:txBody>
          <a:bodyPr/>
          <a:lstStyle>
            <a:lvl1pPr>
              <a:defRPr sz="2200" b="0" baseline="0">
                <a:solidFill>
                  <a:schemeClr val="bg1"/>
                </a:solidFill>
              </a:defRPr>
            </a:lvl1pPr>
          </a:lstStyle>
          <a:p>
            <a:fld id="{EB507C1E-5E0D-3E4D-8113-714502558754}" type="datetimeFigureOut">
              <a:rPr lang="en-US" smtClean="0"/>
              <a:t>3/11/21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285130" y="6356351"/>
            <a:ext cx="6312149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020612" y="6356351"/>
            <a:ext cx="914400" cy="365125"/>
          </a:xfrm>
        </p:spPr>
        <p:txBody>
          <a:bodyPr vert="horz" lIns="91440" tIns="45720" rIns="91440" bIns="45720" rtlCol="0" anchor="ctr"/>
          <a:lstStyle>
            <a:lvl1pPr marL="0" algn="r" defTabSz="914400" rtl="0" eaLnBrk="1" latinLnBrk="0" hangingPunct="1">
              <a:defRPr sz="1100" b="1" kern="1200">
                <a:solidFill>
                  <a:schemeClr val="tx2">
                    <a:lumMod val="60000"/>
                    <a:lumOff val="40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fld id="{CC611861-616C-A14E-8244-40FC50D01E26}" type="slidenum">
              <a:rPr lang="en-US" smtClean="0"/>
              <a:t>‹#›</a:t>
            </a:fld>
            <a:endParaRPr lang="en-US"/>
          </a:p>
        </p:txBody>
      </p:sp>
      <p:sp>
        <p:nvSpPr>
          <p:cNvPr id="9" name="Picture Placeholder 8"/>
          <p:cNvSpPr>
            <a:spLocks noGrp="1"/>
          </p:cNvSpPr>
          <p:nvPr>
            <p:ph type="pic" sz="quarter" idx="13"/>
          </p:nvPr>
        </p:nvSpPr>
        <p:spPr>
          <a:xfrm>
            <a:off x="4267201" y="2877671"/>
            <a:ext cx="7529156" cy="1280160"/>
          </a:xfrm>
        </p:spPr>
        <p:txBody>
          <a:bodyPr/>
          <a:lstStyle>
            <a:lvl1pPr>
              <a:buNone/>
              <a:defRPr/>
            </a:lvl1pPr>
          </a:lstStyle>
          <a:p>
            <a:r>
              <a:rPr lang="en-GB"/>
              <a:t>Click icon to add picture</a:t>
            </a:r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358587" y="268289"/>
            <a:ext cx="243840" cy="3886853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800"/>
          </a:p>
        </p:txBody>
      </p:sp>
    </p:spTree>
    <p:extLst>
      <p:ext uri="{BB962C8B-B14F-4D97-AF65-F5344CB8AC3E}">
        <p14:creationId xmlns:p14="http://schemas.microsoft.com/office/powerpoint/2010/main" val="80615832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Content, and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59833" y="268288"/>
            <a:ext cx="2194560" cy="164592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80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904565" y="914400"/>
            <a:ext cx="8677836" cy="1143000"/>
          </a:xfrm>
        </p:spPr>
        <p:txBody>
          <a:bodyPr/>
          <a:lstStyle/>
          <a:p>
            <a:r>
              <a:rPr lang="en-GB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04565" y="2209801"/>
            <a:ext cx="8677836" cy="3916363"/>
          </a:xfrm>
        </p:spPr>
        <p:txBody>
          <a:bodyPr/>
          <a:lstStyle>
            <a:lvl5pPr>
              <a:defRPr/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9616141" y="6356351"/>
            <a:ext cx="2336800" cy="365125"/>
          </a:xfrm>
        </p:spPr>
        <p:txBody>
          <a:bodyPr/>
          <a:lstStyle/>
          <a:p>
            <a:fld id="{EB507C1E-5E0D-3E4D-8113-714502558754}" type="datetimeFigureOut">
              <a:rPr lang="en-US" smtClean="0"/>
              <a:t>3/11/21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904564" y="6356351"/>
            <a:ext cx="6569136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442259" y="361017"/>
            <a:ext cx="675341" cy="365125"/>
          </a:xfrm>
        </p:spPr>
        <p:txBody>
          <a:bodyPr/>
          <a:lstStyle/>
          <a:p>
            <a:fld id="{CC611861-616C-A14E-8244-40FC50D01E26}" type="slidenum">
              <a:rPr lang="en-US" smtClean="0"/>
              <a:t>‹#›</a:t>
            </a:fld>
            <a:endParaRPr lang="en-US"/>
          </a:p>
        </p:txBody>
      </p:sp>
      <p:sp>
        <p:nvSpPr>
          <p:cNvPr id="9" name="Picture Placeholder 8"/>
          <p:cNvSpPr>
            <a:spLocks noGrp="1"/>
          </p:cNvSpPr>
          <p:nvPr>
            <p:ph type="pic" sz="quarter" idx="13"/>
          </p:nvPr>
        </p:nvSpPr>
        <p:spPr>
          <a:xfrm>
            <a:off x="359833" y="1976718"/>
            <a:ext cx="2194560" cy="4625788"/>
          </a:xfrm>
        </p:spPr>
        <p:txBody>
          <a:bodyPr/>
          <a:lstStyle>
            <a:lvl1pPr>
              <a:buNone/>
              <a:defRPr/>
            </a:lvl1pPr>
          </a:lstStyle>
          <a:p>
            <a:r>
              <a:rPr lang="en-GB"/>
              <a:t>Click icon to add picture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14730610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0345270" y="268288"/>
            <a:ext cx="1465431" cy="6350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80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946401" y="3429000"/>
            <a:ext cx="6621928" cy="1398494"/>
          </a:xfrm>
        </p:spPr>
        <p:txBody>
          <a:bodyPr anchor="b" anchorCtr="0"/>
          <a:lstStyle>
            <a:lvl1pPr algn="r">
              <a:defRPr sz="4600" b="0" cap="none" baseline="0"/>
            </a:lvl1pPr>
          </a:lstStyle>
          <a:p>
            <a:r>
              <a:rPr lang="en-GB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946401" y="4824414"/>
            <a:ext cx="6621928" cy="1320800"/>
          </a:xfrm>
        </p:spPr>
        <p:txBody>
          <a:bodyPr anchor="t" anchorCtr="0">
            <a:normAutofit/>
          </a:bodyPr>
          <a:lstStyle>
            <a:lvl1pPr marL="0" indent="0" algn="r">
              <a:spcBef>
                <a:spcPts val="0"/>
              </a:spcBef>
              <a:buNone/>
              <a:defRPr sz="1600">
                <a:solidFill>
                  <a:schemeClr val="tx2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416800" y="6356351"/>
            <a:ext cx="2163483" cy="365125"/>
          </a:xfrm>
        </p:spPr>
        <p:txBody>
          <a:bodyPr/>
          <a:lstStyle/>
          <a:p>
            <a:fld id="{EB507C1E-5E0D-3E4D-8113-714502558754}" type="datetimeFigureOut">
              <a:rPr lang="en-US" smtClean="0"/>
              <a:t>3/11/21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33083" y="6356351"/>
            <a:ext cx="7082117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611861-616C-A14E-8244-40FC50D01E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5807232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59833" y="4773706"/>
            <a:ext cx="3962400" cy="1844582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80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960472" y="3429001"/>
            <a:ext cx="6621928" cy="1398494"/>
          </a:xfrm>
        </p:spPr>
        <p:txBody>
          <a:bodyPr anchor="b" anchorCtr="0"/>
          <a:lstStyle>
            <a:lvl1pPr algn="r">
              <a:defRPr sz="4600" b="0" cap="none" baseline="0"/>
            </a:lvl1pPr>
          </a:lstStyle>
          <a:p>
            <a:r>
              <a:rPr lang="en-GB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960472" y="4824414"/>
            <a:ext cx="6621928" cy="1320800"/>
          </a:xfrm>
        </p:spPr>
        <p:txBody>
          <a:bodyPr anchor="t" anchorCtr="0">
            <a:normAutofit/>
          </a:bodyPr>
          <a:lstStyle>
            <a:lvl1pPr marL="0" indent="0" algn="r">
              <a:spcBef>
                <a:spcPts val="0"/>
              </a:spcBef>
              <a:buNone/>
              <a:defRPr sz="1600">
                <a:solidFill>
                  <a:schemeClr val="tx2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468283" y="6104966"/>
            <a:ext cx="675341" cy="365125"/>
          </a:xfrm>
        </p:spPr>
        <p:txBody>
          <a:bodyPr/>
          <a:lstStyle/>
          <a:p>
            <a:fld id="{CC611861-616C-A14E-8244-40FC50D01E26}" type="slidenum">
              <a:rPr lang="en-US" smtClean="0"/>
              <a:t>‹#›</a:t>
            </a:fld>
            <a:endParaRPr lang="en-US"/>
          </a:p>
        </p:txBody>
      </p:sp>
      <p:sp>
        <p:nvSpPr>
          <p:cNvPr id="9" name="Picture Placeholder 8"/>
          <p:cNvSpPr>
            <a:spLocks noGrp="1"/>
          </p:cNvSpPr>
          <p:nvPr>
            <p:ph type="pic" sz="quarter" idx="13"/>
          </p:nvPr>
        </p:nvSpPr>
        <p:spPr>
          <a:xfrm>
            <a:off x="359832" y="268288"/>
            <a:ext cx="3962400" cy="4438650"/>
          </a:xfrm>
        </p:spPr>
        <p:txBody>
          <a:bodyPr/>
          <a:lstStyle>
            <a:lvl1pPr>
              <a:buNone/>
              <a:defRPr/>
            </a:lvl1pPr>
          </a:lstStyle>
          <a:p>
            <a:r>
              <a:rPr lang="en-GB"/>
              <a:t>Click icon to add picture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608888894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0865225" y="268288"/>
            <a:ext cx="957431" cy="164592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80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914400"/>
            <a:ext cx="9855201" cy="1143000"/>
          </a:xfrm>
        </p:spPr>
        <p:txBody>
          <a:bodyPr/>
          <a:lstStyle/>
          <a:p>
            <a:r>
              <a:rPr lang="en-GB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2214563"/>
            <a:ext cx="4754880" cy="3911600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709920" y="2214563"/>
            <a:ext cx="4754880" cy="3911600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507C1E-5E0D-3E4D-8113-714502558754}" type="datetimeFigureOut">
              <a:rPr lang="en-US" smtClean="0"/>
              <a:t>3/11/21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611861-616C-A14E-8244-40FC50D01E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9876827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/>
        </p:nvSpPr>
        <p:spPr>
          <a:xfrm>
            <a:off x="10865225" y="268288"/>
            <a:ext cx="957431" cy="164592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80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9" y="914400"/>
            <a:ext cx="9851136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GB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2054132"/>
            <a:ext cx="4754880" cy="639762"/>
          </a:xfrm>
        </p:spPr>
        <p:txBody>
          <a:bodyPr anchor="b">
            <a:noAutofit/>
          </a:bodyPr>
          <a:lstStyle>
            <a:lvl1pPr marL="0" indent="0" algn="ctr">
              <a:spcBef>
                <a:spcPct val="0"/>
              </a:spcBef>
              <a:buNone/>
              <a:defRPr sz="2000" b="1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689412"/>
            <a:ext cx="4754880" cy="3436751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705855" y="2054132"/>
            <a:ext cx="4754880" cy="639762"/>
          </a:xfrm>
        </p:spPr>
        <p:txBody>
          <a:bodyPr anchor="b">
            <a:noAutofit/>
          </a:bodyPr>
          <a:lstStyle>
            <a:lvl1pPr marL="0" indent="0" algn="ctr">
              <a:spcBef>
                <a:spcPct val="0"/>
              </a:spcBef>
              <a:buNone/>
              <a:defRPr sz="2000" b="1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705855" y="2689412"/>
            <a:ext cx="4754880" cy="3436751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507C1E-5E0D-3E4D-8113-714502558754}" type="datetimeFigureOut">
              <a:rPr lang="en-US" smtClean="0"/>
              <a:t>3/11/21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611861-616C-A14E-8244-40FC50D01E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33173102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 Content, Top and Bott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0865225" y="268288"/>
            <a:ext cx="957431" cy="164592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80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914400"/>
            <a:ext cx="9855201" cy="1143000"/>
          </a:xfrm>
        </p:spPr>
        <p:txBody>
          <a:bodyPr/>
          <a:lstStyle/>
          <a:p>
            <a:r>
              <a:rPr lang="en-GB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599" y="2214562"/>
            <a:ext cx="9861551" cy="1920240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507C1E-5E0D-3E4D-8113-714502558754}" type="datetimeFigureOut">
              <a:rPr lang="en-US" smtClean="0"/>
              <a:t>3/11/21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611861-616C-A14E-8244-40FC50D01E26}" type="slidenum">
              <a:rPr lang="en-US" smtClean="0"/>
              <a:t>‹#›</a:t>
            </a:fld>
            <a:endParaRPr lang="en-US"/>
          </a:p>
        </p:txBody>
      </p:sp>
      <p:sp>
        <p:nvSpPr>
          <p:cNvPr id="9" name="Content Placeholder 2"/>
          <p:cNvSpPr>
            <a:spLocks noGrp="1"/>
          </p:cNvSpPr>
          <p:nvPr>
            <p:ph sz="half" idx="13"/>
          </p:nvPr>
        </p:nvSpPr>
        <p:spPr>
          <a:xfrm>
            <a:off x="609599" y="4224973"/>
            <a:ext cx="9861551" cy="1920240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584640220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0865225" y="268288"/>
            <a:ext cx="957431" cy="164592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80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914400"/>
            <a:ext cx="9855201" cy="1143000"/>
          </a:xfrm>
        </p:spPr>
        <p:txBody>
          <a:bodyPr/>
          <a:lstStyle/>
          <a:p>
            <a:r>
              <a:rPr lang="en-GB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709920" y="2214562"/>
            <a:ext cx="4754880" cy="1920240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507C1E-5E0D-3E4D-8113-714502558754}" type="datetimeFigureOut">
              <a:rPr lang="en-US" smtClean="0"/>
              <a:t>3/11/21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611861-616C-A14E-8244-40FC50D01E26}" type="slidenum">
              <a:rPr lang="en-US" smtClean="0"/>
              <a:t>‹#›</a:t>
            </a:fld>
            <a:endParaRPr lang="en-US"/>
          </a:p>
        </p:txBody>
      </p:sp>
      <p:sp>
        <p:nvSpPr>
          <p:cNvPr id="9" name="Content Placeholder 2"/>
          <p:cNvSpPr>
            <a:spLocks noGrp="1"/>
          </p:cNvSpPr>
          <p:nvPr>
            <p:ph sz="half" idx="13"/>
          </p:nvPr>
        </p:nvSpPr>
        <p:spPr>
          <a:xfrm>
            <a:off x="5709920" y="4224973"/>
            <a:ext cx="4754880" cy="1920240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dirty="0"/>
          </a:p>
        </p:txBody>
      </p:sp>
      <p:sp>
        <p:nvSpPr>
          <p:cNvPr id="10" name="Content Placeholder 2"/>
          <p:cNvSpPr>
            <a:spLocks noGrp="1"/>
          </p:cNvSpPr>
          <p:nvPr>
            <p:ph sz="half" idx="14"/>
          </p:nvPr>
        </p:nvSpPr>
        <p:spPr>
          <a:xfrm>
            <a:off x="609600" y="2214563"/>
            <a:ext cx="4754880" cy="3911600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413178855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0865225" y="268288"/>
            <a:ext cx="957431" cy="164592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80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914400"/>
            <a:ext cx="9855201" cy="1143000"/>
          </a:xfrm>
        </p:spPr>
        <p:txBody>
          <a:bodyPr/>
          <a:lstStyle/>
          <a:p>
            <a:r>
              <a:rPr lang="en-GB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709920" y="2214562"/>
            <a:ext cx="4754880" cy="1920240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507C1E-5E0D-3E4D-8113-714502558754}" type="datetimeFigureOut">
              <a:rPr lang="en-US" smtClean="0"/>
              <a:t>3/11/21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611861-616C-A14E-8244-40FC50D01E26}" type="slidenum">
              <a:rPr lang="en-US" smtClean="0"/>
              <a:t>‹#›</a:t>
            </a:fld>
            <a:endParaRPr lang="en-US"/>
          </a:p>
        </p:txBody>
      </p:sp>
      <p:sp>
        <p:nvSpPr>
          <p:cNvPr id="9" name="Content Placeholder 2"/>
          <p:cNvSpPr>
            <a:spLocks noGrp="1"/>
          </p:cNvSpPr>
          <p:nvPr>
            <p:ph sz="half" idx="13"/>
          </p:nvPr>
        </p:nvSpPr>
        <p:spPr>
          <a:xfrm>
            <a:off x="5709920" y="4224973"/>
            <a:ext cx="4754880" cy="1920240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dirty="0"/>
          </a:p>
        </p:txBody>
      </p:sp>
      <p:sp>
        <p:nvSpPr>
          <p:cNvPr id="11" name="Content Placeholder 2"/>
          <p:cNvSpPr>
            <a:spLocks noGrp="1"/>
          </p:cNvSpPr>
          <p:nvPr>
            <p:ph sz="half" idx="14"/>
          </p:nvPr>
        </p:nvSpPr>
        <p:spPr>
          <a:xfrm>
            <a:off x="609600" y="2214562"/>
            <a:ext cx="4754880" cy="1920240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dirty="0"/>
          </a:p>
        </p:txBody>
      </p:sp>
      <p:sp>
        <p:nvSpPr>
          <p:cNvPr id="12" name="Content Placeholder 2"/>
          <p:cNvSpPr>
            <a:spLocks noGrp="1"/>
          </p:cNvSpPr>
          <p:nvPr>
            <p:ph sz="half" idx="15"/>
          </p:nvPr>
        </p:nvSpPr>
        <p:spPr>
          <a:xfrm>
            <a:off x="609600" y="4224973"/>
            <a:ext cx="4754880" cy="1920240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611925585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/>
        </p:nvSpPr>
        <p:spPr>
          <a:xfrm>
            <a:off x="10865225" y="268288"/>
            <a:ext cx="957431" cy="164592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80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507C1E-5E0D-3E4D-8113-714502558754}" type="datetimeFigureOut">
              <a:rPr lang="en-US" smtClean="0"/>
              <a:t>3/11/21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611861-616C-A14E-8244-40FC50D01E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4095745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10865225" y="268288"/>
            <a:ext cx="957431" cy="566928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800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507C1E-5E0D-3E4D-8113-714502558754}" type="datetimeFigureOut">
              <a:rPr lang="en-US" smtClean="0"/>
              <a:t>3/11/21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611861-616C-A14E-8244-40FC50D01E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0002009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0865225" y="268288"/>
            <a:ext cx="957431" cy="566928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80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9" y="995082"/>
            <a:ext cx="4754880" cy="1035424"/>
          </a:xfrm>
        </p:spPr>
        <p:txBody>
          <a:bodyPr anchor="b"/>
          <a:lstStyle>
            <a:lvl1pPr algn="l">
              <a:defRPr sz="2800" b="0"/>
            </a:lvl1pPr>
          </a:lstStyle>
          <a:p>
            <a:r>
              <a:rPr lang="en-GB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349403" y="990600"/>
            <a:ext cx="4754880" cy="513556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599" y="2057401"/>
            <a:ext cx="4754880" cy="3657601"/>
          </a:xfrm>
        </p:spPr>
        <p:txBody>
          <a:bodyPr>
            <a:normAutofit/>
          </a:bodyPr>
          <a:lstStyle>
            <a:lvl1pPr marL="0" indent="0">
              <a:spcBef>
                <a:spcPts val="600"/>
              </a:spcBef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507C1E-5E0D-3E4D-8113-714502558754}" type="datetimeFigureOut">
              <a:rPr lang="en-US" smtClean="0"/>
              <a:t>3/11/21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611861-616C-A14E-8244-40FC50D01E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5677650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6329081" y="268288"/>
            <a:ext cx="5486400" cy="566928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80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9" y="995082"/>
            <a:ext cx="4754880" cy="1035424"/>
          </a:xfrm>
        </p:spPr>
        <p:txBody>
          <a:bodyPr anchor="b"/>
          <a:lstStyle>
            <a:lvl1pPr algn="l">
              <a:defRPr sz="2800" b="0"/>
            </a:lvl1pPr>
          </a:lstStyle>
          <a:p>
            <a:r>
              <a:rPr lang="en-GB"/>
              <a:t>Click to edit Master title style</a:t>
            </a:r>
            <a:endParaRPr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599" y="2057401"/>
            <a:ext cx="4754880" cy="3657601"/>
          </a:xfrm>
        </p:spPr>
        <p:txBody>
          <a:bodyPr>
            <a:normAutofit/>
          </a:bodyPr>
          <a:lstStyle>
            <a:lvl1pPr marL="0" indent="0">
              <a:spcBef>
                <a:spcPts val="600"/>
              </a:spcBef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215153" y="6124015"/>
            <a:ext cx="2336800" cy="365125"/>
          </a:xfrm>
        </p:spPr>
        <p:txBody>
          <a:bodyPr/>
          <a:lstStyle>
            <a:lvl1pPr algn="l">
              <a:defRPr/>
            </a:lvl1pPr>
          </a:lstStyle>
          <a:p>
            <a:fld id="{EB507C1E-5E0D-3E4D-8113-714502558754}" type="datetimeFigureOut">
              <a:rPr lang="en-US" smtClean="0"/>
              <a:t>3/11/21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233083" y="6356351"/>
            <a:ext cx="5151717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611861-616C-A14E-8244-40FC50D01E26}" type="slidenum">
              <a:rPr lang="en-US" smtClean="0"/>
              <a:t>‹#›</a:t>
            </a:fld>
            <a:endParaRPr lang="en-US"/>
          </a:p>
        </p:txBody>
      </p:sp>
      <p:sp>
        <p:nvSpPr>
          <p:cNvPr id="10" name="Picture Placeholder 9"/>
          <p:cNvSpPr>
            <a:spLocks noGrp="1"/>
          </p:cNvSpPr>
          <p:nvPr>
            <p:ph type="pic" sz="quarter" idx="13"/>
          </p:nvPr>
        </p:nvSpPr>
        <p:spPr>
          <a:xfrm>
            <a:off x="6347011" y="990600"/>
            <a:ext cx="5462016" cy="5611813"/>
          </a:xfrm>
        </p:spPr>
        <p:txBody>
          <a:bodyPr/>
          <a:lstStyle>
            <a:lvl1pPr>
              <a:buNone/>
              <a:defRPr/>
            </a:lvl1pPr>
          </a:lstStyle>
          <a:p>
            <a:r>
              <a:rPr lang="en-GB"/>
              <a:t>Click icon to add picture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2034143890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above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9622367" y="268288"/>
            <a:ext cx="2185943" cy="3639312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80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1717" y="4267200"/>
            <a:ext cx="8636000" cy="566738"/>
          </a:xfrm>
        </p:spPr>
        <p:txBody>
          <a:bodyPr anchor="b"/>
          <a:lstStyle>
            <a:lvl1pPr algn="l">
              <a:defRPr sz="2800" b="0"/>
            </a:lvl1pPr>
          </a:lstStyle>
          <a:p>
            <a:r>
              <a:rPr lang="en-GB"/>
              <a:t>Click to edit Master title style</a:t>
            </a:r>
            <a:endParaRPr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359832" y="268288"/>
            <a:ext cx="9144000" cy="3639312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GB"/>
              <a:t>Click icon to add picture</a:t>
            </a:r>
            <a:endParaRPr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11717" y="4840942"/>
            <a:ext cx="8633883" cy="1304271"/>
          </a:xfrm>
        </p:spPr>
        <p:txBody>
          <a:bodyPr>
            <a:normAutofit/>
          </a:bodyPr>
          <a:lstStyle>
            <a:lvl1pPr marL="0" indent="0">
              <a:spcBef>
                <a:spcPts val="0"/>
              </a:spcBef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507C1E-5E0D-3E4D-8113-714502558754}" type="datetimeFigureOut">
              <a:rPr lang="en-US" smtClean="0"/>
              <a:t>3/11/21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611861-616C-A14E-8244-40FC50D01E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1681156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4 Pictures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0847295" y="268288"/>
            <a:ext cx="961015" cy="3639312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80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1717" y="4267200"/>
            <a:ext cx="8636000" cy="566738"/>
          </a:xfrm>
        </p:spPr>
        <p:txBody>
          <a:bodyPr anchor="b"/>
          <a:lstStyle>
            <a:lvl1pPr algn="l">
              <a:defRPr sz="2800" b="0"/>
            </a:lvl1pPr>
          </a:lstStyle>
          <a:p>
            <a:r>
              <a:rPr lang="en-GB"/>
              <a:t>Click to edit Master title style</a:t>
            </a:r>
            <a:endParaRPr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359832" y="268288"/>
            <a:ext cx="4008968" cy="3639312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GB"/>
              <a:t>Click icon to add picture</a:t>
            </a:r>
            <a:endParaRPr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11717" y="4840942"/>
            <a:ext cx="8633883" cy="1304271"/>
          </a:xfrm>
        </p:spPr>
        <p:txBody>
          <a:bodyPr>
            <a:normAutofit/>
          </a:bodyPr>
          <a:lstStyle>
            <a:lvl1pPr marL="0" indent="0">
              <a:spcBef>
                <a:spcPts val="0"/>
              </a:spcBef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507C1E-5E0D-3E4D-8113-714502558754}" type="datetimeFigureOut">
              <a:rPr lang="en-US" smtClean="0"/>
              <a:t>3/11/21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611861-616C-A14E-8244-40FC50D01E26}" type="slidenum">
              <a:rPr lang="en-US" smtClean="0"/>
              <a:t>‹#›</a:t>
            </a:fld>
            <a:endParaRPr lang="en-US"/>
          </a:p>
        </p:txBody>
      </p:sp>
      <p:sp>
        <p:nvSpPr>
          <p:cNvPr id="10" name="Picture Placeholder 2"/>
          <p:cNvSpPr>
            <a:spLocks noGrp="1"/>
          </p:cNvSpPr>
          <p:nvPr>
            <p:ph type="pic" idx="13"/>
          </p:nvPr>
        </p:nvSpPr>
        <p:spPr>
          <a:xfrm>
            <a:off x="4470400" y="268289"/>
            <a:ext cx="6269317" cy="177566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GB"/>
              <a:t>Click icon to add picture</a:t>
            </a:r>
            <a:endParaRPr/>
          </a:p>
        </p:txBody>
      </p:sp>
      <p:sp>
        <p:nvSpPr>
          <p:cNvPr id="11" name="Picture Placeholder 2"/>
          <p:cNvSpPr>
            <a:spLocks noGrp="1"/>
          </p:cNvSpPr>
          <p:nvPr>
            <p:ph type="pic" idx="14"/>
          </p:nvPr>
        </p:nvSpPr>
        <p:spPr>
          <a:xfrm>
            <a:off x="4470400" y="2131936"/>
            <a:ext cx="3072384" cy="177566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GB"/>
              <a:t>Click icon to add picture</a:t>
            </a:r>
            <a:endParaRPr/>
          </a:p>
        </p:txBody>
      </p:sp>
      <p:sp>
        <p:nvSpPr>
          <p:cNvPr id="12" name="Picture Placeholder 2"/>
          <p:cNvSpPr>
            <a:spLocks noGrp="1"/>
          </p:cNvSpPr>
          <p:nvPr>
            <p:ph type="pic" idx="15"/>
          </p:nvPr>
        </p:nvSpPr>
        <p:spPr>
          <a:xfrm>
            <a:off x="7667333" y="2131936"/>
            <a:ext cx="3072384" cy="177566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GB"/>
              <a:t>Click icon to add picture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4184810894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9616141" y="268288"/>
            <a:ext cx="2194560" cy="164592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80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>
            <a:lvl5pPr>
              <a:defRPr/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507C1E-5E0D-3E4D-8113-714502558754}" type="datetimeFigureOut">
              <a:rPr lang="en-US" smtClean="0"/>
              <a:t>3/11/21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611861-616C-A14E-8244-40FC50D01E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63760947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0865225" y="268288"/>
            <a:ext cx="957431" cy="566928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800"/>
          </a:p>
        </p:txBody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0058399" y="1035425"/>
            <a:ext cx="1763060" cy="5090739"/>
          </a:xfrm>
        </p:spPr>
        <p:txBody>
          <a:bodyPr vert="eaVert" anchor="t" anchorCtr="0"/>
          <a:lstStyle/>
          <a:p>
            <a:r>
              <a:rPr lang="en-GB"/>
              <a:t>Click to edit Master title style</a:t>
            </a:r>
            <a:endParaRPr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1035425"/>
            <a:ext cx="8026400" cy="5109789"/>
          </a:xfrm>
        </p:spPr>
        <p:txBody>
          <a:bodyPr vert="eaVert"/>
          <a:lstStyle>
            <a:lvl5pPr>
              <a:defRPr/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507C1E-5E0D-3E4D-8113-714502558754}" type="datetimeFigureOut">
              <a:rPr lang="en-US" smtClean="0"/>
              <a:t>3/11/21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611861-616C-A14E-8244-40FC50D01E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8210404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4249271" y="268288"/>
            <a:ext cx="7559040" cy="39003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800"/>
          </a:p>
        </p:txBody>
      </p:sp>
      <p:sp>
        <p:nvSpPr>
          <p:cNvPr id="8" name="Rectangle 7"/>
          <p:cNvSpPr/>
          <p:nvPr/>
        </p:nvSpPr>
        <p:spPr>
          <a:xfrm>
            <a:off x="358587" y="268289"/>
            <a:ext cx="243840" cy="3886853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800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267200" y="4208929"/>
            <a:ext cx="7278624" cy="1048684"/>
          </a:xfrm>
        </p:spPr>
        <p:txBody>
          <a:bodyPr vert="horz" lIns="91440" tIns="45720" rIns="91440" bIns="45720" rtlCol="0" anchor="b" anchorCtr="0">
            <a:norm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4600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GB"/>
              <a:t>Click to edit Master title style</a:t>
            </a:r>
            <a:endParaRPr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267200" y="5257800"/>
            <a:ext cx="7278624" cy="621792"/>
          </a:xfrm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spcBef>
                <a:spcPts val="0"/>
              </a:spcBef>
              <a:buClr>
                <a:schemeClr val="accent1"/>
              </a:buClr>
              <a:buSzPct val="100000"/>
              <a:buFont typeface="Wingdings 2" pitchFamily="18" charset="2"/>
              <a:buNone/>
              <a:defRPr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GB"/>
              <a:t>Click to edit Master subtitle style</a:t>
            </a:r>
            <a:endParaRPr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368800" y="390526"/>
            <a:ext cx="7339584" cy="365125"/>
          </a:xfrm>
        </p:spPr>
        <p:txBody>
          <a:bodyPr vert="horz" lIns="91440" tIns="45720" rIns="91440" bIns="45720" rtlCol="0" anchor="ctr"/>
          <a:lstStyle>
            <a:lvl1pPr marL="0" algn="r" defTabSz="914400" rtl="0" eaLnBrk="1" latinLnBrk="0" hangingPunct="1">
              <a:defRPr sz="2200" b="0" kern="1200" baseline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</a:lstStyle>
          <a:p>
            <a:fld id="{5A011D86-DC34-7546-97EC-749AB3079894}" type="datetimeFigureOut">
              <a:rPr lang="en-US" smtClean="0"/>
              <a:t>3/11/21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291584" y="6356351"/>
            <a:ext cx="6315456" cy="365125"/>
          </a:xfrm>
        </p:spPr>
        <p:txBody>
          <a:bodyPr vert="horz" lIns="91440" tIns="45720" rIns="91440" bIns="45720" rtlCol="0" anchor="ctr"/>
          <a:lstStyle>
            <a:lvl1pPr marL="0" algn="l" defTabSz="914400" rtl="0" eaLnBrk="1" latinLnBrk="0" hangingPunct="1">
              <a:defRPr sz="1100" b="1" kern="1200">
                <a:solidFill>
                  <a:schemeClr val="tx2">
                    <a:lumMod val="60000"/>
                    <a:lumOff val="40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008659" y="6356351"/>
            <a:ext cx="914400" cy="365125"/>
          </a:xfrm>
        </p:spPr>
        <p:txBody>
          <a:bodyPr vert="horz" lIns="91440" tIns="45720" rIns="91440" bIns="45720" rtlCol="0" anchor="ctr"/>
          <a:lstStyle>
            <a:lvl1pPr marL="0" algn="r" defTabSz="914400" rtl="0" eaLnBrk="1" latinLnBrk="0" hangingPunct="1">
              <a:defRPr sz="1100" b="1" kern="1200">
                <a:solidFill>
                  <a:schemeClr val="tx2">
                    <a:lumMod val="60000"/>
                    <a:lumOff val="40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fld id="{F06C81FB-A82A-5949-9CC7-0753844474E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1066419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9616141" y="268288"/>
            <a:ext cx="2194560" cy="164592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80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5pPr>
              <a:defRPr/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9616141" y="6356351"/>
            <a:ext cx="2336800" cy="365125"/>
          </a:xfrm>
        </p:spPr>
        <p:txBody>
          <a:bodyPr/>
          <a:lstStyle/>
          <a:p>
            <a:fld id="{5A011D86-DC34-7546-97EC-749AB3079894}" type="datetimeFigureOut">
              <a:rPr lang="en-US" smtClean="0"/>
              <a:t>3/11/21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6C81FB-A82A-5949-9CC7-0753844474E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4740666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4249271" y="268288"/>
            <a:ext cx="7559040" cy="256032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800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267200" y="4171950"/>
            <a:ext cx="7277225" cy="1085850"/>
          </a:xfrm>
        </p:spPr>
        <p:txBody>
          <a:bodyPr>
            <a:normAutofit/>
          </a:bodyPr>
          <a:lstStyle>
            <a:lvl1pPr>
              <a:defRPr sz="4600"/>
            </a:lvl1pPr>
          </a:lstStyle>
          <a:p>
            <a:r>
              <a:rPr lang="en-GB"/>
              <a:t>Click to edit Master title style</a:t>
            </a:r>
            <a:endParaRPr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267201" y="5257800"/>
            <a:ext cx="7277224" cy="618565"/>
          </a:xfrm>
        </p:spPr>
        <p:txBody>
          <a:bodyPr>
            <a:normAutofit/>
          </a:bodyPr>
          <a:lstStyle>
            <a:lvl1pPr marL="0" indent="0" algn="l">
              <a:spcBef>
                <a:spcPct val="0"/>
              </a:spcBef>
              <a:buNone/>
              <a:defRPr sz="1600">
                <a:solidFill>
                  <a:schemeClr val="tx2"/>
                </a:solidFill>
              </a:defRPr>
            </a:lvl1pPr>
            <a:lvl2pPr marL="457200" indent="0" algn="ctr">
              <a:spcBef>
                <a:spcPct val="0"/>
              </a:spcBef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GB"/>
              <a:t>Click to edit Master subtitle style</a:t>
            </a:r>
            <a:endParaRPr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368801" y="389966"/>
            <a:ext cx="7333129" cy="365125"/>
          </a:xfrm>
        </p:spPr>
        <p:txBody>
          <a:bodyPr/>
          <a:lstStyle>
            <a:lvl1pPr>
              <a:defRPr sz="2200" b="0" baseline="0">
                <a:solidFill>
                  <a:schemeClr val="bg1"/>
                </a:solidFill>
              </a:defRPr>
            </a:lvl1pPr>
          </a:lstStyle>
          <a:p>
            <a:fld id="{5A011D86-DC34-7546-97EC-749AB3079894}" type="datetimeFigureOut">
              <a:rPr lang="en-US" smtClean="0"/>
              <a:t>3/11/21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285130" y="6356351"/>
            <a:ext cx="6312149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020612" y="6356351"/>
            <a:ext cx="914400" cy="365125"/>
          </a:xfrm>
        </p:spPr>
        <p:txBody>
          <a:bodyPr vert="horz" lIns="91440" tIns="45720" rIns="91440" bIns="45720" rtlCol="0" anchor="ctr"/>
          <a:lstStyle>
            <a:lvl1pPr marL="0" algn="r" defTabSz="914400" rtl="0" eaLnBrk="1" latinLnBrk="0" hangingPunct="1">
              <a:defRPr sz="1100" b="1" kern="1200">
                <a:solidFill>
                  <a:schemeClr val="tx2">
                    <a:lumMod val="60000"/>
                    <a:lumOff val="40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fld id="{F06C81FB-A82A-5949-9CC7-0753844474EC}" type="slidenum">
              <a:rPr lang="en-US" smtClean="0"/>
              <a:t>‹#›</a:t>
            </a:fld>
            <a:endParaRPr lang="en-US"/>
          </a:p>
        </p:txBody>
      </p:sp>
      <p:sp>
        <p:nvSpPr>
          <p:cNvPr id="9" name="Picture Placeholder 8"/>
          <p:cNvSpPr>
            <a:spLocks noGrp="1"/>
          </p:cNvSpPr>
          <p:nvPr>
            <p:ph type="pic" sz="quarter" idx="13"/>
          </p:nvPr>
        </p:nvSpPr>
        <p:spPr>
          <a:xfrm>
            <a:off x="4267201" y="2877671"/>
            <a:ext cx="7529156" cy="1280160"/>
          </a:xfrm>
        </p:spPr>
        <p:txBody>
          <a:bodyPr/>
          <a:lstStyle>
            <a:lvl1pPr>
              <a:buNone/>
              <a:defRPr/>
            </a:lvl1pPr>
          </a:lstStyle>
          <a:p>
            <a:r>
              <a:rPr lang="en-GB"/>
              <a:t>Click icon to add picture</a:t>
            </a:r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358587" y="268289"/>
            <a:ext cx="243840" cy="3886853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800"/>
          </a:p>
        </p:txBody>
      </p:sp>
    </p:spTree>
    <p:extLst>
      <p:ext uri="{BB962C8B-B14F-4D97-AF65-F5344CB8AC3E}">
        <p14:creationId xmlns:p14="http://schemas.microsoft.com/office/powerpoint/2010/main" val="2623857842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Content, and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59833" y="268288"/>
            <a:ext cx="2194560" cy="164592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80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904565" y="914400"/>
            <a:ext cx="8677836" cy="1143000"/>
          </a:xfrm>
        </p:spPr>
        <p:txBody>
          <a:bodyPr/>
          <a:lstStyle/>
          <a:p>
            <a:r>
              <a:rPr lang="en-GB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04565" y="2209801"/>
            <a:ext cx="8677836" cy="3916363"/>
          </a:xfrm>
        </p:spPr>
        <p:txBody>
          <a:bodyPr/>
          <a:lstStyle>
            <a:lvl5pPr>
              <a:defRPr/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9616141" y="6356351"/>
            <a:ext cx="2336800" cy="365125"/>
          </a:xfrm>
        </p:spPr>
        <p:txBody>
          <a:bodyPr/>
          <a:lstStyle/>
          <a:p>
            <a:fld id="{5A011D86-DC34-7546-97EC-749AB3079894}" type="datetimeFigureOut">
              <a:rPr lang="en-US" smtClean="0"/>
              <a:t>3/11/21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904564" y="6356351"/>
            <a:ext cx="6569136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442259" y="361017"/>
            <a:ext cx="675341" cy="365125"/>
          </a:xfrm>
        </p:spPr>
        <p:txBody>
          <a:bodyPr/>
          <a:lstStyle/>
          <a:p>
            <a:fld id="{F06C81FB-A82A-5949-9CC7-0753844474EC}" type="slidenum">
              <a:rPr lang="en-US" smtClean="0"/>
              <a:t>‹#›</a:t>
            </a:fld>
            <a:endParaRPr lang="en-US"/>
          </a:p>
        </p:txBody>
      </p:sp>
      <p:sp>
        <p:nvSpPr>
          <p:cNvPr id="9" name="Picture Placeholder 8"/>
          <p:cNvSpPr>
            <a:spLocks noGrp="1"/>
          </p:cNvSpPr>
          <p:nvPr>
            <p:ph type="pic" sz="quarter" idx="13"/>
          </p:nvPr>
        </p:nvSpPr>
        <p:spPr>
          <a:xfrm>
            <a:off x="359833" y="1976718"/>
            <a:ext cx="2194560" cy="4625788"/>
          </a:xfrm>
        </p:spPr>
        <p:txBody>
          <a:bodyPr/>
          <a:lstStyle>
            <a:lvl1pPr>
              <a:buNone/>
              <a:defRPr/>
            </a:lvl1pPr>
          </a:lstStyle>
          <a:p>
            <a:r>
              <a:rPr lang="en-GB"/>
              <a:t>Click icon to add picture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1834089349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0345270" y="268288"/>
            <a:ext cx="1465431" cy="6350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80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946401" y="3429000"/>
            <a:ext cx="6621928" cy="1398494"/>
          </a:xfrm>
        </p:spPr>
        <p:txBody>
          <a:bodyPr anchor="b" anchorCtr="0"/>
          <a:lstStyle>
            <a:lvl1pPr algn="r">
              <a:defRPr sz="4600" b="0" cap="none" baseline="0"/>
            </a:lvl1pPr>
          </a:lstStyle>
          <a:p>
            <a:r>
              <a:rPr lang="en-GB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946401" y="4824414"/>
            <a:ext cx="6621928" cy="1320800"/>
          </a:xfrm>
        </p:spPr>
        <p:txBody>
          <a:bodyPr anchor="t" anchorCtr="0">
            <a:normAutofit/>
          </a:bodyPr>
          <a:lstStyle>
            <a:lvl1pPr marL="0" indent="0" algn="r">
              <a:spcBef>
                <a:spcPts val="0"/>
              </a:spcBef>
              <a:buNone/>
              <a:defRPr sz="1600">
                <a:solidFill>
                  <a:schemeClr val="tx2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416800" y="6356351"/>
            <a:ext cx="2163483" cy="365125"/>
          </a:xfrm>
        </p:spPr>
        <p:txBody>
          <a:bodyPr/>
          <a:lstStyle/>
          <a:p>
            <a:fld id="{5A011D86-DC34-7546-97EC-749AB3079894}" type="datetimeFigureOut">
              <a:rPr lang="en-US" smtClean="0"/>
              <a:t>3/11/21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33083" y="6356351"/>
            <a:ext cx="7082117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6C81FB-A82A-5949-9CC7-0753844474E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8575652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59833" y="4773706"/>
            <a:ext cx="3962400" cy="1844582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80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960472" y="3429001"/>
            <a:ext cx="6621928" cy="1398494"/>
          </a:xfrm>
        </p:spPr>
        <p:txBody>
          <a:bodyPr anchor="b" anchorCtr="0"/>
          <a:lstStyle>
            <a:lvl1pPr algn="r">
              <a:defRPr sz="4600" b="0" cap="none" baseline="0"/>
            </a:lvl1pPr>
          </a:lstStyle>
          <a:p>
            <a:r>
              <a:rPr lang="en-GB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960472" y="4824414"/>
            <a:ext cx="6621928" cy="1320800"/>
          </a:xfrm>
        </p:spPr>
        <p:txBody>
          <a:bodyPr anchor="t" anchorCtr="0">
            <a:normAutofit/>
          </a:bodyPr>
          <a:lstStyle>
            <a:lvl1pPr marL="0" indent="0" algn="r">
              <a:spcBef>
                <a:spcPts val="0"/>
              </a:spcBef>
              <a:buNone/>
              <a:defRPr sz="1600">
                <a:solidFill>
                  <a:schemeClr val="tx2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468283" y="6104966"/>
            <a:ext cx="675341" cy="365125"/>
          </a:xfrm>
        </p:spPr>
        <p:txBody>
          <a:bodyPr/>
          <a:lstStyle/>
          <a:p>
            <a:fld id="{F06C81FB-A82A-5949-9CC7-0753844474EC}" type="slidenum">
              <a:rPr lang="en-US" smtClean="0"/>
              <a:t>‹#›</a:t>
            </a:fld>
            <a:endParaRPr lang="en-US"/>
          </a:p>
        </p:txBody>
      </p:sp>
      <p:sp>
        <p:nvSpPr>
          <p:cNvPr id="9" name="Picture Placeholder 8"/>
          <p:cNvSpPr>
            <a:spLocks noGrp="1"/>
          </p:cNvSpPr>
          <p:nvPr>
            <p:ph type="pic" sz="quarter" idx="13"/>
          </p:nvPr>
        </p:nvSpPr>
        <p:spPr>
          <a:xfrm>
            <a:off x="359832" y="268288"/>
            <a:ext cx="3962400" cy="4438650"/>
          </a:xfrm>
        </p:spPr>
        <p:txBody>
          <a:bodyPr/>
          <a:lstStyle>
            <a:lvl1pPr>
              <a:buNone/>
              <a:defRPr/>
            </a:lvl1pPr>
          </a:lstStyle>
          <a:p>
            <a:r>
              <a:rPr lang="en-GB"/>
              <a:t>Click icon to add picture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1672029006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0865225" y="268288"/>
            <a:ext cx="957431" cy="164592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80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914400"/>
            <a:ext cx="9855201" cy="1143000"/>
          </a:xfrm>
        </p:spPr>
        <p:txBody>
          <a:bodyPr/>
          <a:lstStyle/>
          <a:p>
            <a:r>
              <a:rPr lang="en-GB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2214563"/>
            <a:ext cx="4754880" cy="3911600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709920" y="2214563"/>
            <a:ext cx="4754880" cy="3911600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011D86-DC34-7546-97EC-749AB3079894}" type="datetimeFigureOut">
              <a:rPr lang="en-US" smtClean="0"/>
              <a:t>3/11/21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6C81FB-A82A-5949-9CC7-0753844474E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824851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/>
        </p:nvSpPr>
        <p:spPr>
          <a:xfrm>
            <a:off x="10865225" y="268288"/>
            <a:ext cx="957431" cy="164592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80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9" y="914400"/>
            <a:ext cx="9851136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GB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2054132"/>
            <a:ext cx="4754880" cy="639762"/>
          </a:xfrm>
        </p:spPr>
        <p:txBody>
          <a:bodyPr anchor="b">
            <a:noAutofit/>
          </a:bodyPr>
          <a:lstStyle>
            <a:lvl1pPr marL="0" indent="0" algn="ctr">
              <a:spcBef>
                <a:spcPct val="0"/>
              </a:spcBef>
              <a:buNone/>
              <a:defRPr sz="2000" b="1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689412"/>
            <a:ext cx="4754880" cy="3436751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705855" y="2054132"/>
            <a:ext cx="4754880" cy="639762"/>
          </a:xfrm>
        </p:spPr>
        <p:txBody>
          <a:bodyPr anchor="b">
            <a:noAutofit/>
          </a:bodyPr>
          <a:lstStyle>
            <a:lvl1pPr marL="0" indent="0" algn="ctr">
              <a:spcBef>
                <a:spcPct val="0"/>
              </a:spcBef>
              <a:buNone/>
              <a:defRPr sz="2000" b="1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705855" y="2689412"/>
            <a:ext cx="4754880" cy="3436751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011D86-DC34-7546-97EC-749AB3079894}" type="datetimeFigureOut">
              <a:rPr lang="en-US" smtClean="0"/>
              <a:t>3/11/21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6C81FB-A82A-5949-9CC7-0753844474E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5573998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 Content, Top and Bott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0865225" y="268288"/>
            <a:ext cx="957431" cy="164592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80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914400"/>
            <a:ext cx="9855201" cy="1143000"/>
          </a:xfrm>
        </p:spPr>
        <p:txBody>
          <a:bodyPr/>
          <a:lstStyle/>
          <a:p>
            <a:r>
              <a:rPr lang="en-GB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599" y="2214562"/>
            <a:ext cx="9861551" cy="1920240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011D86-DC34-7546-97EC-749AB3079894}" type="datetimeFigureOut">
              <a:rPr lang="en-US" smtClean="0"/>
              <a:t>3/11/21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6C81FB-A82A-5949-9CC7-0753844474EC}" type="slidenum">
              <a:rPr lang="en-US" smtClean="0"/>
              <a:t>‹#›</a:t>
            </a:fld>
            <a:endParaRPr lang="en-US"/>
          </a:p>
        </p:txBody>
      </p:sp>
      <p:sp>
        <p:nvSpPr>
          <p:cNvPr id="9" name="Content Placeholder 2"/>
          <p:cNvSpPr>
            <a:spLocks noGrp="1"/>
          </p:cNvSpPr>
          <p:nvPr>
            <p:ph sz="half" idx="13"/>
          </p:nvPr>
        </p:nvSpPr>
        <p:spPr>
          <a:xfrm>
            <a:off x="609599" y="4224973"/>
            <a:ext cx="9861551" cy="1920240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888089051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0865225" y="268288"/>
            <a:ext cx="957431" cy="164592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80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914400"/>
            <a:ext cx="9855201" cy="1143000"/>
          </a:xfrm>
        </p:spPr>
        <p:txBody>
          <a:bodyPr/>
          <a:lstStyle/>
          <a:p>
            <a:r>
              <a:rPr lang="en-GB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709920" y="2214562"/>
            <a:ext cx="4754880" cy="1920240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011D86-DC34-7546-97EC-749AB3079894}" type="datetimeFigureOut">
              <a:rPr lang="en-US" smtClean="0"/>
              <a:t>3/11/21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6C81FB-A82A-5949-9CC7-0753844474EC}" type="slidenum">
              <a:rPr lang="en-US" smtClean="0"/>
              <a:t>‹#›</a:t>
            </a:fld>
            <a:endParaRPr lang="en-US"/>
          </a:p>
        </p:txBody>
      </p:sp>
      <p:sp>
        <p:nvSpPr>
          <p:cNvPr id="9" name="Content Placeholder 2"/>
          <p:cNvSpPr>
            <a:spLocks noGrp="1"/>
          </p:cNvSpPr>
          <p:nvPr>
            <p:ph sz="half" idx="13"/>
          </p:nvPr>
        </p:nvSpPr>
        <p:spPr>
          <a:xfrm>
            <a:off x="5709920" y="4224973"/>
            <a:ext cx="4754880" cy="1920240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dirty="0"/>
          </a:p>
        </p:txBody>
      </p:sp>
      <p:sp>
        <p:nvSpPr>
          <p:cNvPr id="10" name="Content Placeholder 2"/>
          <p:cNvSpPr>
            <a:spLocks noGrp="1"/>
          </p:cNvSpPr>
          <p:nvPr>
            <p:ph sz="half" idx="14"/>
          </p:nvPr>
        </p:nvSpPr>
        <p:spPr>
          <a:xfrm>
            <a:off x="609600" y="2214563"/>
            <a:ext cx="4754880" cy="3911600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264270474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0865225" y="268288"/>
            <a:ext cx="957431" cy="164592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80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914400"/>
            <a:ext cx="9855201" cy="1143000"/>
          </a:xfrm>
        </p:spPr>
        <p:txBody>
          <a:bodyPr/>
          <a:lstStyle/>
          <a:p>
            <a:r>
              <a:rPr lang="en-GB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709920" y="2214562"/>
            <a:ext cx="4754880" cy="1920240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011D86-DC34-7546-97EC-749AB3079894}" type="datetimeFigureOut">
              <a:rPr lang="en-US" smtClean="0"/>
              <a:t>3/11/21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6C81FB-A82A-5949-9CC7-0753844474EC}" type="slidenum">
              <a:rPr lang="en-US" smtClean="0"/>
              <a:t>‹#›</a:t>
            </a:fld>
            <a:endParaRPr lang="en-US"/>
          </a:p>
        </p:txBody>
      </p:sp>
      <p:sp>
        <p:nvSpPr>
          <p:cNvPr id="9" name="Content Placeholder 2"/>
          <p:cNvSpPr>
            <a:spLocks noGrp="1"/>
          </p:cNvSpPr>
          <p:nvPr>
            <p:ph sz="half" idx="13"/>
          </p:nvPr>
        </p:nvSpPr>
        <p:spPr>
          <a:xfrm>
            <a:off x="5709920" y="4224973"/>
            <a:ext cx="4754880" cy="1920240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dirty="0"/>
          </a:p>
        </p:txBody>
      </p:sp>
      <p:sp>
        <p:nvSpPr>
          <p:cNvPr id="11" name="Content Placeholder 2"/>
          <p:cNvSpPr>
            <a:spLocks noGrp="1"/>
          </p:cNvSpPr>
          <p:nvPr>
            <p:ph sz="half" idx="14"/>
          </p:nvPr>
        </p:nvSpPr>
        <p:spPr>
          <a:xfrm>
            <a:off x="609600" y="2214562"/>
            <a:ext cx="4754880" cy="1920240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dirty="0"/>
          </a:p>
        </p:txBody>
      </p:sp>
      <p:sp>
        <p:nvSpPr>
          <p:cNvPr id="12" name="Content Placeholder 2"/>
          <p:cNvSpPr>
            <a:spLocks noGrp="1"/>
          </p:cNvSpPr>
          <p:nvPr>
            <p:ph sz="half" idx="15"/>
          </p:nvPr>
        </p:nvSpPr>
        <p:spPr>
          <a:xfrm>
            <a:off x="609600" y="4224973"/>
            <a:ext cx="4754880" cy="1920240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175398816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/>
        </p:nvSpPr>
        <p:spPr>
          <a:xfrm>
            <a:off x="10865225" y="268288"/>
            <a:ext cx="957431" cy="164592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80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011D86-DC34-7546-97EC-749AB3079894}" type="datetimeFigureOut">
              <a:rPr lang="en-US" smtClean="0"/>
              <a:t>3/11/21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6C81FB-A82A-5949-9CC7-0753844474E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2124080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10865225" y="268288"/>
            <a:ext cx="957431" cy="566928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800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011D86-DC34-7546-97EC-749AB3079894}" type="datetimeFigureOut">
              <a:rPr lang="en-US" smtClean="0"/>
              <a:t>3/11/21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6C81FB-A82A-5949-9CC7-0753844474E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17457089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0865225" y="268288"/>
            <a:ext cx="957431" cy="566928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80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9" y="995082"/>
            <a:ext cx="4754880" cy="1035424"/>
          </a:xfrm>
        </p:spPr>
        <p:txBody>
          <a:bodyPr anchor="b"/>
          <a:lstStyle>
            <a:lvl1pPr algn="l">
              <a:defRPr sz="2800" b="0"/>
            </a:lvl1pPr>
          </a:lstStyle>
          <a:p>
            <a:r>
              <a:rPr lang="en-GB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349403" y="990600"/>
            <a:ext cx="4754880" cy="513556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599" y="2057401"/>
            <a:ext cx="4754880" cy="3657601"/>
          </a:xfrm>
        </p:spPr>
        <p:txBody>
          <a:bodyPr>
            <a:normAutofit/>
          </a:bodyPr>
          <a:lstStyle>
            <a:lvl1pPr marL="0" indent="0">
              <a:spcBef>
                <a:spcPts val="600"/>
              </a:spcBef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011D86-DC34-7546-97EC-749AB3079894}" type="datetimeFigureOut">
              <a:rPr lang="en-US" smtClean="0"/>
              <a:t>3/11/21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6C81FB-A82A-5949-9CC7-0753844474E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5474156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6329081" y="268288"/>
            <a:ext cx="5486400" cy="566928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80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9" y="995082"/>
            <a:ext cx="4754880" cy="1035424"/>
          </a:xfrm>
        </p:spPr>
        <p:txBody>
          <a:bodyPr anchor="b"/>
          <a:lstStyle>
            <a:lvl1pPr algn="l">
              <a:defRPr sz="2800" b="0"/>
            </a:lvl1pPr>
          </a:lstStyle>
          <a:p>
            <a:r>
              <a:rPr lang="en-GB"/>
              <a:t>Click to edit Master title style</a:t>
            </a:r>
            <a:endParaRPr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599" y="2057401"/>
            <a:ext cx="4754880" cy="3657601"/>
          </a:xfrm>
        </p:spPr>
        <p:txBody>
          <a:bodyPr>
            <a:normAutofit/>
          </a:bodyPr>
          <a:lstStyle>
            <a:lvl1pPr marL="0" indent="0">
              <a:spcBef>
                <a:spcPts val="600"/>
              </a:spcBef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215153" y="6124015"/>
            <a:ext cx="2336800" cy="365125"/>
          </a:xfrm>
        </p:spPr>
        <p:txBody>
          <a:bodyPr/>
          <a:lstStyle>
            <a:lvl1pPr algn="l">
              <a:defRPr/>
            </a:lvl1pPr>
          </a:lstStyle>
          <a:p>
            <a:fld id="{5A011D86-DC34-7546-97EC-749AB3079894}" type="datetimeFigureOut">
              <a:rPr lang="en-US" smtClean="0"/>
              <a:t>3/11/21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233083" y="6356351"/>
            <a:ext cx="5151717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6C81FB-A82A-5949-9CC7-0753844474EC}" type="slidenum">
              <a:rPr lang="en-US" smtClean="0"/>
              <a:t>‹#›</a:t>
            </a:fld>
            <a:endParaRPr lang="en-US"/>
          </a:p>
        </p:txBody>
      </p:sp>
      <p:sp>
        <p:nvSpPr>
          <p:cNvPr id="10" name="Picture Placeholder 9"/>
          <p:cNvSpPr>
            <a:spLocks noGrp="1"/>
          </p:cNvSpPr>
          <p:nvPr>
            <p:ph type="pic" sz="quarter" idx="13"/>
          </p:nvPr>
        </p:nvSpPr>
        <p:spPr>
          <a:xfrm>
            <a:off x="6347011" y="990600"/>
            <a:ext cx="5462016" cy="5611813"/>
          </a:xfrm>
        </p:spPr>
        <p:txBody>
          <a:bodyPr/>
          <a:lstStyle>
            <a:lvl1pPr>
              <a:buNone/>
              <a:defRPr/>
            </a:lvl1pPr>
          </a:lstStyle>
          <a:p>
            <a:r>
              <a:rPr lang="en-GB"/>
              <a:t>Click icon to add picture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169784984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above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9622367" y="268288"/>
            <a:ext cx="2185943" cy="3639312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80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1717" y="4267200"/>
            <a:ext cx="8636000" cy="566738"/>
          </a:xfrm>
        </p:spPr>
        <p:txBody>
          <a:bodyPr anchor="b"/>
          <a:lstStyle>
            <a:lvl1pPr algn="l">
              <a:defRPr sz="2800" b="0"/>
            </a:lvl1pPr>
          </a:lstStyle>
          <a:p>
            <a:r>
              <a:rPr lang="en-GB"/>
              <a:t>Click to edit Master title style</a:t>
            </a:r>
            <a:endParaRPr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359832" y="268288"/>
            <a:ext cx="9144000" cy="3639312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GB"/>
              <a:t>Click icon to add picture</a:t>
            </a:r>
            <a:endParaRPr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11717" y="4840942"/>
            <a:ext cx="8633883" cy="1304271"/>
          </a:xfrm>
        </p:spPr>
        <p:txBody>
          <a:bodyPr>
            <a:normAutofit/>
          </a:bodyPr>
          <a:lstStyle>
            <a:lvl1pPr marL="0" indent="0">
              <a:spcBef>
                <a:spcPts val="0"/>
              </a:spcBef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011D86-DC34-7546-97EC-749AB3079894}" type="datetimeFigureOut">
              <a:rPr lang="en-US" smtClean="0"/>
              <a:t>3/11/21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6C81FB-A82A-5949-9CC7-0753844474E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9992406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4 Pictures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0847295" y="268288"/>
            <a:ext cx="961015" cy="3639312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80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1717" y="4267200"/>
            <a:ext cx="8636000" cy="566738"/>
          </a:xfrm>
        </p:spPr>
        <p:txBody>
          <a:bodyPr anchor="b"/>
          <a:lstStyle>
            <a:lvl1pPr algn="l">
              <a:defRPr sz="2800" b="0"/>
            </a:lvl1pPr>
          </a:lstStyle>
          <a:p>
            <a:r>
              <a:rPr lang="en-GB"/>
              <a:t>Click to edit Master title style</a:t>
            </a:r>
            <a:endParaRPr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359832" y="268288"/>
            <a:ext cx="4008968" cy="3639312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GB"/>
              <a:t>Click icon to add picture</a:t>
            </a:r>
            <a:endParaRPr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11717" y="4840942"/>
            <a:ext cx="8633883" cy="1304271"/>
          </a:xfrm>
        </p:spPr>
        <p:txBody>
          <a:bodyPr>
            <a:normAutofit/>
          </a:bodyPr>
          <a:lstStyle>
            <a:lvl1pPr marL="0" indent="0">
              <a:spcBef>
                <a:spcPts val="0"/>
              </a:spcBef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011D86-DC34-7546-97EC-749AB3079894}" type="datetimeFigureOut">
              <a:rPr lang="en-US" smtClean="0"/>
              <a:t>3/11/21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6C81FB-A82A-5949-9CC7-0753844474EC}" type="slidenum">
              <a:rPr lang="en-US" smtClean="0"/>
              <a:t>‹#›</a:t>
            </a:fld>
            <a:endParaRPr lang="en-US"/>
          </a:p>
        </p:txBody>
      </p:sp>
      <p:sp>
        <p:nvSpPr>
          <p:cNvPr id="10" name="Picture Placeholder 2"/>
          <p:cNvSpPr>
            <a:spLocks noGrp="1"/>
          </p:cNvSpPr>
          <p:nvPr>
            <p:ph type="pic" idx="13"/>
          </p:nvPr>
        </p:nvSpPr>
        <p:spPr>
          <a:xfrm>
            <a:off x="4470400" y="268289"/>
            <a:ext cx="6269317" cy="177566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GB"/>
              <a:t>Click icon to add picture</a:t>
            </a:r>
            <a:endParaRPr/>
          </a:p>
        </p:txBody>
      </p:sp>
      <p:sp>
        <p:nvSpPr>
          <p:cNvPr id="11" name="Picture Placeholder 2"/>
          <p:cNvSpPr>
            <a:spLocks noGrp="1"/>
          </p:cNvSpPr>
          <p:nvPr>
            <p:ph type="pic" idx="14"/>
          </p:nvPr>
        </p:nvSpPr>
        <p:spPr>
          <a:xfrm>
            <a:off x="4470400" y="2131936"/>
            <a:ext cx="3072384" cy="177566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GB"/>
              <a:t>Click icon to add picture</a:t>
            </a:r>
            <a:endParaRPr/>
          </a:p>
        </p:txBody>
      </p:sp>
      <p:sp>
        <p:nvSpPr>
          <p:cNvPr id="12" name="Picture Placeholder 2"/>
          <p:cNvSpPr>
            <a:spLocks noGrp="1"/>
          </p:cNvSpPr>
          <p:nvPr>
            <p:ph type="pic" idx="15"/>
          </p:nvPr>
        </p:nvSpPr>
        <p:spPr>
          <a:xfrm>
            <a:off x="7667333" y="2131936"/>
            <a:ext cx="3072384" cy="177566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GB"/>
              <a:t>Click icon to add picture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3804755709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9616141" y="268288"/>
            <a:ext cx="2194560" cy="164592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80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>
            <a:lvl5pPr>
              <a:defRPr/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011D86-DC34-7546-97EC-749AB3079894}" type="datetimeFigureOut">
              <a:rPr lang="en-US" smtClean="0"/>
              <a:t>3/11/21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6C81FB-A82A-5949-9CC7-0753844474E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0728608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0865225" y="268288"/>
            <a:ext cx="957431" cy="566928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800"/>
          </a:p>
        </p:txBody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0058399" y="1035425"/>
            <a:ext cx="1763060" cy="5090739"/>
          </a:xfrm>
        </p:spPr>
        <p:txBody>
          <a:bodyPr vert="eaVert" anchor="t" anchorCtr="0"/>
          <a:lstStyle/>
          <a:p>
            <a:r>
              <a:rPr lang="en-GB"/>
              <a:t>Click to edit Master title style</a:t>
            </a:r>
            <a:endParaRPr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1035425"/>
            <a:ext cx="8026400" cy="5109789"/>
          </a:xfrm>
        </p:spPr>
        <p:txBody>
          <a:bodyPr vert="eaVert"/>
          <a:lstStyle>
            <a:lvl5pPr>
              <a:defRPr/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011D86-DC34-7546-97EC-749AB3079894}" type="datetimeFigureOut">
              <a:rPr lang="en-US" smtClean="0"/>
              <a:t>3/11/21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6C81FB-A82A-5949-9CC7-0753844474E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3910691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form 6"/>
          <p:cNvSpPr>
            <a:spLocks noChangeAspect="1"/>
          </p:cNvSpPr>
          <p:nvPr/>
        </p:nvSpPr>
        <p:spPr bwMode="auto">
          <a:xfrm>
            <a:off x="631697" y="1081456"/>
            <a:ext cx="6332416" cy="3239188"/>
          </a:xfrm>
          <a:custGeom>
            <a:avLst/>
            <a:gdLst/>
            <a:ahLst/>
            <a:cxnLst/>
            <a:rect l="0" t="0" r="r" b="b"/>
            <a:pathLst>
              <a:path w="3384" h="2308">
                <a:moveTo>
                  <a:pt x="3340" y="0"/>
                </a:moveTo>
                <a:lnTo>
                  <a:pt x="44" y="0"/>
                </a:lnTo>
                <a:lnTo>
                  <a:pt x="44" y="0"/>
                </a:lnTo>
                <a:lnTo>
                  <a:pt x="34" y="0"/>
                </a:lnTo>
                <a:lnTo>
                  <a:pt x="26" y="4"/>
                </a:lnTo>
                <a:lnTo>
                  <a:pt x="20" y="8"/>
                </a:lnTo>
                <a:lnTo>
                  <a:pt x="12" y="12"/>
                </a:lnTo>
                <a:lnTo>
                  <a:pt x="8" y="20"/>
                </a:lnTo>
                <a:lnTo>
                  <a:pt x="4" y="26"/>
                </a:lnTo>
                <a:lnTo>
                  <a:pt x="0" y="34"/>
                </a:lnTo>
                <a:lnTo>
                  <a:pt x="0" y="44"/>
                </a:lnTo>
                <a:lnTo>
                  <a:pt x="0" y="2076"/>
                </a:lnTo>
                <a:lnTo>
                  <a:pt x="0" y="2076"/>
                </a:lnTo>
                <a:lnTo>
                  <a:pt x="0" y="2086"/>
                </a:lnTo>
                <a:lnTo>
                  <a:pt x="4" y="2094"/>
                </a:lnTo>
                <a:lnTo>
                  <a:pt x="8" y="2100"/>
                </a:lnTo>
                <a:lnTo>
                  <a:pt x="12" y="2108"/>
                </a:lnTo>
                <a:lnTo>
                  <a:pt x="20" y="2112"/>
                </a:lnTo>
                <a:lnTo>
                  <a:pt x="26" y="2116"/>
                </a:lnTo>
                <a:lnTo>
                  <a:pt x="34" y="2120"/>
                </a:lnTo>
                <a:lnTo>
                  <a:pt x="44" y="2120"/>
                </a:lnTo>
                <a:lnTo>
                  <a:pt x="474" y="2120"/>
                </a:lnTo>
                <a:lnTo>
                  <a:pt x="650" y="2296"/>
                </a:lnTo>
                <a:lnTo>
                  <a:pt x="650" y="2296"/>
                </a:lnTo>
                <a:lnTo>
                  <a:pt x="656" y="2300"/>
                </a:lnTo>
                <a:lnTo>
                  <a:pt x="664" y="2304"/>
                </a:lnTo>
                <a:lnTo>
                  <a:pt x="672" y="2308"/>
                </a:lnTo>
                <a:lnTo>
                  <a:pt x="680" y="2308"/>
                </a:lnTo>
                <a:lnTo>
                  <a:pt x="688" y="2308"/>
                </a:lnTo>
                <a:lnTo>
                  <a:pt x="696" y="2304"/>
                </a:lnTo>
                <a:lnTo>
                  <a:pt x="704" y="2300"/>
                </a:lnTo>
                <a:lnTo>
                  <a:pt x="710" y="2296"/>
                </a:lnTo>
                <a:lnTo>
                  <a:pt x="886" y="2120"/>
                </a:lnTo>
                <a:lnTo>
                  <a:pt x="3340" y="2120"/>
                </a:lnTo>
                <a:lnTo>
                  <a:pt x="3340" y="2120"/>
                </a:lnTo>
                <a:lnTo>
                  <a:pt x="3350" y="2120"/>
                </a:lnTo>
                <a:lnTo>
                  <a:pt x="3358" y="2116"/>
                </a:lnTo>
                <a:lnTo>
                  <a:pt x="3364" y="2112"/>
                </a:lnTo>
                <a:lnTo>
                  <a:pt x="3372" y="2108"/>
                </a:lnTo>
                <a:lnTo>
                  <a:pt x="3376" y="2100"/>
                </a:lnTo>
                <a:lnTo>
                  <a:pt x="3380" y="2094"/>
                </a:lnTo>
                <a:lnTo>
                  <a:pt x="3384" y="2086"/>
                </a:lnTo>
                <a:lnTo>
                  <a:pt x="3384" y="2076"/>
                </a:lnTo>
                <a:lnTo>
                  <a:pt x="3384" y="44"/>
                </a:lnTo>
                <a:lnTo>
                  <a:pt x="3384" y="44"/>
                </a:lnTo>
                <a:lnTo>
                  <a:pt x="3384" y="34"/>
                </a:lnTo>
                <a:lnTo>
                  <a:pt x="3380" y="26"/>
                </a:lnTo>
                <a:lnTo>
                  <a:pt x="3376" y="20"/>
                </a:lnTo>
                <a:lnTo>
                  <a:pt x="3372" y="12"/>
                </a:lnTo>
                <a:lnTo>
                  <a:pt x="3364" y="8"/>
                </a:lnTo>
                <a:lnTo>
                  <a:pt x="3358" y="4"/>
                </a:lnTo>
                <a:lnTo>
                  <a:pt x="3350" y="0"/>
                </a:lnTo>
                <a:lnTo>
                  <a:pt x="3340" y="0"/>
                </a:lnTo>
                <a:lnTo>
                  <a:pt x="3340" y="0"/>
                </a:lnTo>
                <a:close/>
              </a:path>
            </a:pathLst>
          </a:custGeom>
          <a:ln>
            <a:solidFill>
              <a:schemeClr val="accent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0985" y="1238502"/>
            <a:ext cx="5893840" cy="2645912"/>
          </a:xfrm>
        </p:spPr>
        <p:txBody>
          <a:bodyPr anchor="b"/>
          <a:lstStyle>
            <a:lvl1pPr algn="l">
              <a:defRPr sz="4200" b="1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53190" y="4443680"/>
            <a:ext cx="5891636" cy="713241"/>
          </a:xfrm>
        </p:spPr>
        <p:txBody>
          <a:bodyPr anchor="t">
            <a:no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9" name="Text Placeholder 5"/>
          <p:cNvSpPr>
            <a:spLocks noGrp="1"/>
          </p:cNvSpPr>
          <p:nvPr>
            <p:ph type="body" sz="quarter" idx="16"/>
          </p:nvPr>
        </p:nvSpPr>
        <p:spPr>
          <a:xfrm>
            <a:off x="7574642" y="1081456"/>
            <a:ext cx="3810001" cy="4075465"/>
          </a:xfrm>
        </p:spPr>
        <p:txBody>
          <a:bodyPr anchor="t"/>
          <a:lstStyle>
            <a:lvl1pPr marL="0" indent="0">
              <a:buFontTx/>
              <a:buNone/>
              <a:defRPr/>
            </a:lvl1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5D1DFC-17E5-C14E-BC3E-6F75E2F6365C}" type="datetimeFigureOut">
              <a:rPr lang="en-US" smtClean="0"/>
              <a:t>3/11/21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82235F-EC74-7846-ADD8-6E0795AA41C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300740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slideLayout" Target="../slideLayouts/slideLayout24.xml"/><Relationship Id="rId18" Type="http://schemas.openxmlformats.org/officeDocument/2006/relationships/slideLayout" Target="../slideLayouts/slideLayout2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slideLayout" Target="../slideLayouts/slideLayout23.xml"/><Relationship Id="rId17" Type="http://schemas.openxmlformats.org/officeDocument/2006/relationships/slideLayout" Target="../slideLayouts/slideLayout28.xml"/><Relationship Id="rId2" Type="http://schemas.openxmlformats.org/officeDocument/2006/relationships/slideLayout" Target="../slideLayouts/slideLayout13.xml"/><Relationship Id="rId16" Type="http://schemas.openxmlformats.org/officeDocument/2006/relationships/slideLayout" Target="../slideLayouts/slideLayout27.xml"/><Relationship Id="rId20" Type="http://schemas.openxmlformats.org/officeDocument/2006/relationships/theme" Target="../theme/theme2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5" Type="http://schemas.openxmlformats.org/officeDocument/2006/relationships/slideLayout" Target="../slideLayouts/slideLayout26.xml"/><Relationship Id="rId10" Type="http://schemas.openxmlformats.org/officeDocument/2006/relationships/slideLayout" Target="../slideLayouts/slideLayout21.xml"/><Relationship Id="rId19" Type="http://schemas.openxmlformats.org/officeDocument/2006/relationships/slideLayout" Target="../slideLayouts/slideLayout30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Relationship Id="rId14" Type="http://schemas.openxmlformats.org/officeDocument/2006/relationships/slideLayout" Target="../slideLayouts/slideLayout25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8.xml"/><Relationship Id="rId13" Type="http://schemas.openxmlformats.org/officeDocument/2006/relationships/slideLayout" Target="../slideLayouts/slideLayout43.xml"/><Relationship Id="rId18" Type="http://schemas.openxmlformats.org/officeDocument/2006/relationships/slideLayout" Target="../slideLayouts/slideLayout48.xml"/><Relationship Id="rId3" Type="http://schemas.openxmlformats.org/officeDocument/2006/relationships/slideLayout" Target="../slideLayouts/slideLayout33.xml"/><Relationship Id="rId21" Type="http://schemas.openxmlformats.org/officeDocument/2006/relationships/theme" Target="../theme/theme3.xml"/><Relationship Id="rId7" Type="http://schemas.openxmlformats.org/officeDocument/2006/relationships/slideLayout" Target="../slideLayouts/slideLayout37.xml"/><Relationship Id="rId12" Type="http://schemas.openxmlformats.org/officeDocument/2006/relationships/slideLayout" Target="../slideLayouts/slideLayout42.xml"/><Relationship Id="rId17" Type="http://schemas.openxmlformats.org/officeDocument/2006/relationships/slideLayout" Target="../slideLayouts/slideLayout47.xml"/><Relationship Id="rId2" Type="http://schemas.openxmlformats.org/officeDocument/2006/relationships/slideLayout" Target="../slideLayouts/slideLayout32.xml"/><Relationship Id="rId16" Type="http://schemas.openxmlformats.org/officeDocument/2006/relationships/slideLayout" Target="../slideLayouts/slideLayout46.xml"/><Relationship Id="rId20" Type="http://schemas.openxmlformats.org/officeDocument/2006/relationships/slideLayout" Target="../slideLayouts/slideLayout50.xml"/><Relationship Id="rId1" Type="http://schemas.openxmlformats.org/officeDocument/2006/relationships/slideLayout" Target="../slideLayouts/slideLayout31.xml"/><Relationship Id="rId6" Type="http://schemas.openxmlformats.org/officeDocument/2006/relationships/slideLayout" Target="../slideLayouts/slideLayout36.xml"/><Relationship Id="rId11" Type="http://schemas.openxmlformats.org/officeDocument/2006/relationships/slideLayout" Target="../slideLayouts/slideLayout41.xml"/><Relationship Id="rId5" Type="http://schemas.openxmlformats.org/officeDocument/2006/relationships/slideLayout" Target="../slideLayouts/slideLayout35.xml"/><Relationship Id="rId15" Type="http://schemas.openxmlformats.org/officeDocument/2006/relationships/slideLayout" Target="../slideLayouts/slideLayout45.xml"/><Relationship Id="rId10" Type="http://schemas.openxmlformats.org/officeDocument/2006/relationships/slideLayout" Target="../slideLayouts/slideLayout40.xml"/><Relationship Id="rId19" Type="http://schemas.openxmlformats.org/officeDocument/2006/relationships/slideLayout" Target="../slideLayouts/slideLayout49.xml"/><Relationship Id="rId4" Type="http://schemas.openxmlformats.org/officeDocument/2006/relationships/slideLayout" Target="../slideLayouts/slideLayout34.xml"/><Relationship Id="rId9" Type="http://schemas.openxmlformats.org/officeDocument/2006/relationships/slideLayout" Target="../slideLayouts/slideLayout39.xml"/><Relationship Id="rId14" Type="http://schemas.openxmlformats.org/officeDocument/2006/relationships/slideLayout" Target="../slideLayouts/slideLayout4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4DC31F3-683C-D045-A95B-0EC27CA2C9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08EF1DC-57E7-904E-98BF-D5D10293DA1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D47479-C980-A84E-A2E5-5881B9D50A3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7EAACE0-986B-954A-BDE6-68B4D7D9F963}" type="datetimeFigureOut">
              <a:rPr lang="en-US" smtClean="0"/>
              <a:t>3/11/21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5B25FE8-A678-014F-B1F7-4D6BC1F62D8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187D8D9-8D56-9242-B7FA-28E15712127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0E85387-20FC-2648-8F1D-0C359D3EA0C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675316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599" y="914400"/>
            <a:ext cx="8677836" cy="1143000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r>
              <a:rPr lang="en-GB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9" y="2209801"/>
            <a:ext cx="8677836" cy="39163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9598212" y="6356351"/>
            <a:ext cx="2336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 b="1">
                <a:solidFill>
                  <a:schemeClr val="tx2">
                    <a:lumMod val="60000"/>
                    <a:lumOff val="40000"/>
                  </a:schemeClr>
                </a:solidFill>
              </a:defRPr>
            </a:lvl1pPr>
          </a:lstStyle>
          <a:p>
            <a:fld id="{EB507C1E-5E0D-3E4D-8113-714502558754}" type="datetimeFigureOut">
              <a:rPr lang="en-US" smtClean="0"/>
              <a:t>3/11/21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33083" y="6356351"/>
            <a:ext cx="80094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 b="1">
                <a:solidFill>
                  <a:schemeClr val="tx2">
                    <a:lumMod val="60000"/>
                    <a:lumOff val="4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008659" y="361017"/>
            <a:ext cx="67534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200" b="1">
                <a:solidFill>
                  <a:schemeClr val="bg1"/>
                </a:solidFill>
              </a:defRPr>
            </a:lvl1pPr>
          </a:lstStyle>
          <a:p>
            <a:fld id="{CC611861-616C-A14E-8244-40FC50D01E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831860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  <p:sldLayoutId id="2147483678" r:id="rId18"/>
    <p:sldLayoutId id="2147483679" r:id="rId19"/>
  </p:sldLayoutIdLst>
  <p:txStyles>
    <p:titleStyle>
      <a:lvl1pPr algn="l" defTabSz="9144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spcBef>
          <a:spcPts val="1800"/>
        </a:spcBef>
        <a:buClr>
          <a:schemeClr val="accent1"/>
        </a:buClr>
        <a:buSzPct val="100000"/>
        <a:buFont typeface="Wingdings 2" pitchFamily="18" charset="2"/>
        <a:buChar char="¡"/>
        <a:defRPr sz="2000" kern="1200">
          <a:solidFill>
            <a:schemeClr val="tx2"/>
          </a:solidFill>
          <a:latin typeface="+mn-lt"/>
          <a:ea typeface="+mn-ea"/>
          <a:cs typeface="+mn-cs"/>
        </a:defRPr>
      </a:lvl1pPr>
      <a:lvl2pPr marL="457200" indent="-228600" algn="l" defTabSz="914400" rtl="0" eaLnBrk="1" latinLnBrk="0" hangingPunct="1">
        <a:spcBef>
          <a:spcPts val="600"/>
        </a:spcBef>
        <a:buClr>
          <a:schemeClr val="accent1">
            <a:lumMod val="50000"/>
          </a:schemeClr>
        </a:buClr>
        <a:buSzPct val="100000"/>
        <a:buFont typeface="Wingdings 2" pitchFamily="18" charset="2"/>
        <a:buChar char="¡"/>
        <a:defRPr sz="1800" kern="1200">
          <a:solidFill>
            <a:schemeClr val="tx2"/>
          </a:solidFill>
          <a:latin typeface="+mn-lt"/>
          <a:ea typeface="+mn-ea"/>
          <a:cs typeface="+mn-cs"/>
        </a:defRPr>
      </a:lvl2pPr>
      <a:lvl3pPr marL="685800" indent="-228600" algn="l" defTabSz="914400" rtl="0" eaLnBrk="1" latinLnBrk="0" hangingPunct="1">
        <a:spcBef>
          <a:spcPts val="600"/>
        </a:spcBef>
        <a:buClr>
          <a:schemeClr val="accent1"/>
        </a:buClr>
        <a:buSzPct val="100000"/>
        <a:buFont typeface="Wingdings 2" pitchFamily="18" charset="2"/>
        <a:buChar char="¡"/>
        <a:defRPr sz="1800" kern="1200">
          <a:solidFill>
            <a:schemeClr val="tx2"/>
          </a:solidFill>
          <a:latin typeface="+mn-lt"/>
          <a:ea typeface="+mn-ea"/>
          <a:cs typeface="+mn-cs"/>
        </a:defRPr>
      </a:lvl3pPr>
      <a:lvl4pPr marL="914400" indent="-228600" algn="l" defTabSz="914400" rtl="0" eaLnBrk="1" latinLnBrk="0" hangingPunct="1">
        <a:spcBef>
          <a:spcPts val="600"/>
        </a:spcBef>
        <a:buClr>
          <a:schemeClr val="accent1">
            <a:lumMod val="50000"/>
          </a:schemeClr>
        </a:buClr>
        <a:buSzPct val="100000"/>
        <a:buFont typeface="Wingdings 2" pitchFamily="18" charset="2"/>
        <a:buChar char="¡"/>
        <a:defRPr sz="1800" kern="1200">
          <a:solidFill>
            <a:schemeClr val="tx2"/>
          </a:solidFill>
          <a:latin typeface="+mn-lt"/>
          <a:ea typeface="+mn-ea"/>
          <a:cs typeface="+mn-cs"/>
        </a:defRPr>
      </a:lvl4pPr>
      <a:lvl5pPr marL="1143000" indent="-228600" algn="l" defTabSz="914400" rtl="0" eaLnBrk="1" latinLnBrk="0" hangingPunct="1">
        <a:spcBef>
          <a:spcPts val="600"/>
        </a:spcBef>
        <a:buClr>
          <a:schemeClr val="accent1"/>
        </a:buClr>
        <a:buSzPct val="100000"/>
        <a:buFont typeface="Wingdings 2" pitchFamily="18" charset="2"/>
        <a:buChar char="¡"/>
        <a:defRPr sz="1800" kern="1200">
          <a:solidFill>
            <a:schemeClr val="tx2"/>
          </a:solidFill>
          <a:latin typeface="+mn-lt"/>
          <a:ea typeface="+mn-ea"/>
          <a:cs typeface="+mn-cs"/>
        </a:defRPr>
      </a:lvl5pPr>
      <a:lvl6pPr marL="1377950" indent="-228600" algn="l" defTabSz="914400" rtl="0" eaLnBrk="1" latinLnBrk="0" hangingPunct="1">
        <a:spcBef>
          <a:spcPct val="20000"/>
        </a:spcBef>
        <a:buClr>
          <a:schemeClr val="accent1">
            <a:lumMod val="50000"/>
          </a:schemeClr>
        </a:buClr>
        <a:buFont typeface="Wingdings 2" pitchFamily="18" charset="2"/>
        <a:buChar char=""/>
        <a:defRPr lang="en-US" sz="1800" kern="1200" dirty="0" smtClean="0">
          <a:solidFill>
            <a:schemeClr val="tx2"/>
          </a:solidFill>
          <a:latin typeface="+mn-lt"/>
          <a:ea typeface="+mn-ea"/>
          <a:cs typeface="+mn-cs"/>
        </a:defRPr>
      </a:lvl6pPr>
      <a:lvl7pPr marL="1603375" indent="-228600" algn="l" defTabSz="914400" rtl="0" eaLnBrk="1" latinLnBrk="0" hangingPunct="1">
        <a:spcBef>
          <a:spcPct val="20000"/>
        </a:spcBef>
        <a:buClr>
          <a:schemeClr val="accent1"/>
        </a:buClr>
        <a:buFont typeface="Wingdings 2" pitchFamily="18" charset="2"/>
        <a:buChar char=""/>
        <a:defRPr lang="en-US" sz="1800" kern="1200" dirty="0" smtClean="0">
          <a:solidFill>
            <a:schemeClr val="tx2"/>
          </a:solidFill>
          <a:latin typeface="+mn-lt"/>
          <a:ea typeface="+mn-ea"/>
          <a:cs typeface="+mn-cs"/>
        </a:defRPr>
      </a:lvl7pPr>
      <a:lvl8pPr marL="1830388" indent="-228600" algn="l" defTabSz="914400" rtl="0" eaLnBrk="1" latinLnBrk="0" hangingPunct="1">
        <a:spcBef>
          <a:spcPct val="20000"/>
        </a:spcBef>
        <a:buClr>
          <a:schemeClr val="accent1">
            <a:lumMod val="50000"/>
          </a:schemeClr>
        </a:buClr>
        <a:buFont typeface="Wingdings 2" pitchFamily="18" charset="2"/>
        <a:buChar char=""/>
        <a:defRPr lang="en-US" sz="1800" kern="1200" dirty="0" smtClean="0">
          <a:solidFill>
            <a:schemeClr val="tx2"/>
          </a:solidFill>
          <a:latin typeface="+mn-lt"/>
          <a:ea typeface="+mn-ea"/>
          <a:cs typeface="+mn-cs"/>
        </a:defRPr>
      </a:lvl8pPr>
      <a:lvl9pPr marL="2057400" indent="-228600" algn="l" defTabSz="914400" rtl="0" eaLnBrk="1" latinLnBrk="0" hangingPunct="1">
        <a:spcBef>
          <a:spcPct val="20000"/>
        </a:spcBef>
        <a:buClr>
          <a:schemeClr val="accent1"/>
        </a:buClr>
        <a:buFont typeface="Wingdings 2" pitchFamily="18" charset="2"/>
        <a:buChar char=""/>
        <a:defRPr lang="en-US" sz="1800" kern="1200" dirty="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599" y="914400"/>
            <a:ext cx="8677836" cy="1143000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r>
              <a:rPr lang="en-GB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9" y="2209801"/>
            <a:ext cx="8677836" cy="39163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9598212" y="6356351"/>
            <a:ext cx="2336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 b="1">
                <a:solidFill>
                  <a:schemeClr val="tx2">
                    <a:lumMod val="60000"/>
                    <a:lumOff val="40000"/>
                  </a:schemeClr>
                </a:solidFill>
              </a:defRPr>
            </a:lvl1pPr>
          </a:lstStyle>
          <a:p>
            <a:fld id="{5A011D86-DC34-7546-97EC-749AB3079894}" type="datetimeFigureOut">
              <a:rPr lang="en-US" smtClean="0"/>
              <a:t>3/11/21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33083" y="6356351"/>
            <a:ext cx="80094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 b="1">
                <a:solidFill>
                  <a:schemeClr val="tx2">
                    <a:lumMod val="60000"/>
                    <a:lumOff val="4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008659" y="361017"/>
            <a:ext cx="67534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200" b="1">
                <a:solidFill>
                  <a:schemeClr val="bg1"/>
                </a:solidFill>
              </a:defRPr>
            </a:lvl1pPr>
          </a:lstStyle>
          <a:p>
            <a:fld id="{F06C81FB-A82A-5949-9CC7-0753844474E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038170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1" r:id="rId1"/>
    <p:sldLayoutId id="2147483682" r:id="rId2"/>
    <p:sldLayoutId id="2147483683" r:id="rId3"/>
    <p:sldLayoutId id="2147483684" r:id="rId4"/>
    <p:sldLayoutId id="2147483685" r:id="rId5"/>
    <p:sldLayoutId id="2147483686" r:id="rId6"/>
    <p:sldLayoutId id="2147483687" r:id="rId7"/>
    <p:sldLayoutId id="2147483688" r:id="rId8"/>
    <p:sldLayoutId id="2147483689" r:id="rId9"/>
    <p:sldLayoutId id="2147483690" r:id="rId10"/>
    <p:sldLayoutId id="2147483691" r:id="rId11"/>
    <p:sldLayoutId id="2147483692" r:id="rId12"/>
    <p:sldLayoutId id="2147483693" r:id="rId13"/>
    <p:sldLayoutId id="2147483694" r:id="rId14"/>
    <p:sldLayoutId id="2147483695" r:id="rId15"/>
    <p:sldLayoutId id="2147483696" r:id="rId16"/>
    <p:sldLayoutId id="2147483697" r:id="rId17"/>
    <p:sldLayoutId id="2147483698" r:id="rId18"/>
    <p:sldLayoutId id="2147483699" r:id="rId19"/>
    <p:sldLayoutId id="2147483700" r:id="rId20"/>
  </p:sldLayoutIdLst>
  <p:txStyles>
    <p:titleStyle>
      <a:lvl1pPr algn="l" defTabSz="9144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spcBef>
          <a:spcPts val="1800"/>
        </a:spcBef>
        <a:buClr>
          <a:schemeClr val="accent1"/>
        </a:buClr>
        <a:buSzPct val="100000"/>
        <a:buFont typeface="Wingdings 2" pitchFamily="18" charset="2"/>
        <a:buChar char="¡"/>
        <a:defRPr sz="2000" kern="1200">
          <a:solidFill>
            <a:schemeClr val="tx2"/>
          </a:solidFill>
          <a:latin typeface="+mn-lt"/>
          <a:ea typeface="+mn-ea"/>
          <a:cs typeface="+mn-cs"/>
        </a:defRPr>
      </a:lvl1pPr>
      <a:lvl2pPr marL="457200" indent="-228600" algn="l" defTabSz="914400" rtl="0" eaLnBrk="1" latinLnBrk="0" hangingPunct="1">
        <a:spcBef>
          <a:spcPts val="600"/>
        </a:spcBef>
        <a:buClr>
          <a:schemeClr val="accent1">
            <a:lumMod val="50000"/>
          </a:schemeClr>
        </a:buClr>
        <a:buSzPct val="100000"/>
        <a:buFont typeface="Wingdings 2" pitchFamily="18" charset="2"/>
        <a:buChar char="¡"/>
        <a:defRPr sz="1800" kern="1200">
          <a:solidFill>
            <a:schemeClr val="tx2"/>
          </a:solidFill>
          <a:latin typeface="+mn-lt"/>
          <a:ea typeface="+mn-ea"/>
          <a:cs typeface="+mn-cs"/>
        </a:defRPr>
      </a:lvl2pPr>
      <a:lvl3pPr marL="685800" indent="-228600" algn="l" defTabSz="914400" rtl="0" eaLnBrk="1" latinLnBrk="0" hangingPunct="1">
        <a:spcBef>
          <a:spcPts val="600"/>
        </a:spcBef>
        <a:buClr>
          <a:schemeClr val="accent1"/>
        </a:buClr>
        <a:buSzPct val="100000"/>
        <a:buFont typeface="Wingdings 2" pitchFamily="18" charset="2"/>
        <a:buChar char="¡"/>
        <a:defRPr sz="1800" kern="1200">
          <a:solidFill>
            <a:schemeClr val="tx2"/>
          </a:solidFill>
          <a:latin typeface="+mn-lt"/>
          <a:ea typeface="+mn-ea"/>
          <a:cs typeface="+mn-cs"/>
        </a:defRPr>
      </a:lvl3pPr>
      <a:lvl4pPr marL="914400" indent="-228600" algn="l" defTabSz="914400" rtl="0" eaLnBrk="1" latinLnBrk="0" hangingPunct="1">
        <a:spcBef>
          <a:spcPts val="600"/>
        </a:spcBef>
        <a:buClr>
          <a:schemeClr val="accent1">
            <a:lumMod val="50000"/>
          </a:schemeClr>
        </a:buClr>
        <a:buSzPct val="100000"/>
        <a:buFont typeface="Wingdings 2" pitchFamily="18" charset="2"/>
        <a:buChar char="¡"/>
        <a:defRPr sz="1800" kern="1200">
          <a:solidFill>
            <a:schemeClr val="tx2"/>
          </a:solidFill>
          <a:latin typeface="+mn-lt"/>
          <a:ea typeface="+mn-ea"/>
          <a:cs typeface="+mn-cs"/>
        </a:defRPr>
      </a:lvl4pPr>
      <a:lvl5pPr marL="1143000" indent="-228600" algn="l" defTabSz="914400" rtl="0" eaLnBrk="1" latinLnBrk="0" hangingPunct="1">
        <a:spcBef>
          <a:spcPts val="600"/>
        </a:spcBef>
        <a:buClr>
          <a:schemeClr val="accent1"/>
        </a:buClr>
        <a:buSzPct val="100000"/>
        <a:buFont typeface="Wingdings 2" pitchFamily="18" charset="2"/>
        <a:buChar char="¡"/>
        <a:defRPr sz="1800" kern="1200">
          <a:solidFill>
            <a:schemeClr val="tx2"/>
          </a:solidFill>
          <a:latin typeface="+mn-lt"/>
          <a:ea typeface="+mn-ea"/>
          <a:cs typeface="+mn-cs"/>
        </a:defRPr>
      </a:lvl5pPr>
      <a:lvl6pPr marL="1377950" indent="-228600" algn="l" defTabSz="914400" rtl="0" eaLnBrk="1" latinLnBrk="0" hangingPunct="1">
        <a:spcBef>
          <a:spcPct val="20000"/>
        </a:spcBef>
        <a:buClr>
          <a:schemeClr val="accent1">
            <a:lumMod val="50000"/>
          </a:schemeClr>
        </a:buClr>
        <a:buFont typeface="Wingdings 2" pitchFamily="18" charset="2"/>
        <a:buChar char=""/>
        <a:defRPr lang="en-US" sz="1800" kern="1200" dirty="0" smtClean="0">
          <a:solidFill>
            <a:schemeClr val="tx2"/>
          </a:solidFill>
          <a:latin typeface="+mn-lt"/>
          <a:ea typeface="+mn-ea"/>
          <a:cs typeface="+mn-cs"/>
        </a:defRPr>
      </a:lvl6pPr>
      <a:lvl7pPr marL="1603375" indent="-228600" algn="l" defTabSz="914400" rtl="0" eaLnBrk="1" latinLnBrk="0" hangingPunct="1">
        <a:spcBef>
          <a:spcPct val="20000"/>
        </a:spcBef>
        <a:buClr>
          <a:schemeClr val="accent1"/>
        </a:buClr>
        <a:buFont typeface="Wingdings 2" pitchFamily="18" charset="2"/>
        <a:buChar char=""/>
        <a:defRPr lang="en-US" sz="1800" kern="1200" dirty="0" smtClean="0">
          <a:solidFill>
            <a:schemeClr val="tx2"/>
          </a:solidFill>
          <a:latin typeface="+mn-lt"/>
          <a:ea typeface="+mn-ea"/>
          <a:cs typeface="+mn-cs"/>
        </a:defRPr>
      </a:lvl7pPr>
      <a:lvl8pPr marL="1830388" indent="-228600" algn="l" defTabSz="914400" rtl="0" eaLnBrk="1" latinLnBrk="0" hangingPunct="1">
        <a:spcBef>
          <a:spcPct val="20000"/>
        </a:spcBef>
        <a:buClr>
          <a:schemeClr val="accent1">
            <a:lumMod val="50000"/>
          </a:schemeClr>
        </a:buClr>
        <a:buFont typeface="Wingdings 2" pitchFamily="18" charset="2"/>
        <a:buChar char=""/>
        <a:defRPr lang="en-US" sz="1800" kern="1200" dirty="0" smtClean="0">
          <a:solidFill>
            <a:schemeClr val="tx2"/>
          </a:solidFill>
          <a:latin typeface="+mn-lt"/>
          <a:ea typeface="+mn-ea"/>
          <a:cs typeface="+mn-cs"/>
        </a:defRPr>
      </a:lvl8pPr>
      <a:lvl9pPr marL="2057400" indent="-228600" algn="l" defTabSz="914400" rtl="0" eaLnBrk="1" latinLnBrk="0" hangingPunct="1">
        <a:spcBef>
          <a:spcPct val="20000"/>
        </a:spcBef>
        <a:buClr>
          <a:schemeClr val="accent1"/>
        </a:buClr>
        <a:buFont typeface="Wingdings 2" pitchFamily="18" charset="2"/>
        <a:buChar char=""/>
        <a:defRPr lang="en-US" sz="1800" kern="1200" dirty="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tiff"/><Relationship Id="rId1" Type="http://schemas.openxmlformats.org/officeDocument/2006/relationships/slideLayout" Target="../slideLayouts/slideLayout3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tiff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tiff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7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tiff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tiff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hyperlink" Target="https://www.tandfonline.com/doi/full/10.1080/10691898.2017.1294879" TargetMode="External"/><Relationship Id="rId3" Type="http://schemas.openxmlformats.org/officeDocument/2006/relationships/hyperlink" Target="https://www.sciencedirect.com/topics/psychology/mnemonics" TargetMode="External"/><Relationship Id="rId7" Type="http://schemas.openxmlformats.org/officeDocument/2006/relationships/hyperlink" Target="https://www.ncbi.nlm.nih.gov/pmc/articles/PMC5439266/" TargetMode="External"/><Relationship Id="rId2" Type="http://schemas.openxmlformats.org/officeDocument/2006/relationships/hyperlink" Target="https://psychcentral.com/lib/memory-and-mnemonic-devices/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www.bartleby.com/essay/The-Effectiveness-of-Narrative-Chaining-on-Memory-FKJWZBFCTC" TargetMode="External"/><Relationship Id="rId5" Type="http://schemas.openxmlformats.org/officeDocument/2006/relationships/hyperlink" Target="https://stanford.edu/~gbower/1969/Narrative_stories.pdf" TargetMode="External"/><Relationship Id="rId4" Type="http://schemas.openxmlformats.org/officeDocument/2006/relationships/hyperlink" Target="https://niallaocallaghan.files.wordpress.com/2014/10/posterpdf.pdf" TargetMode="External"/><Relationship Id="rId9" Type="http://schemas.openxmlformats.org/officeDocument/2006/relationships/hyperlink" Target="https://link.springer.com/content/pdf/10.3758/BF03336829.pdf" TargetMode="Externa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3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0" y="-6605"/>
            <a:ext cx="3102592" cy="923330"/>
          </a:xfrm>
          <a:prstGeom prst="homePlate">
            <a:avLst/>
          </a:prstGeom>
          <a:solidFill>
            <a:srgbClr val="7030A0"/>
          </a:solidFill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n-AU" sz="5400" dirty="0"/>
              <a:t>Do now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197290" y="1094133"/>
            <a:ext cx="9994710" cy="48320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defRPr/>
            </a:pPr>
            <a:endParaRPr lang="en-US" sz="3200" dirty="0"/>
          </a:p>
          <a:p>
            <a:pPr lvl="0">
              <a:defRPr/>
            </a:pPr>
            <a:r>
              <a:rPr lang="en-US" sz="3200" dirty="0"/>
              <a:t>1. Compare opportunity versus stratified sampling (4)</a:t>
            </a:r>
          </a:p>
          <a:p>
            <a:pPr lvl="0">
              <a:defRPr/>
            </a:pPr>
            <a:endParaRPr lang="en-US" sz="3200" dirty="0"/>
          </a:p>
          <a:p>
            <a:pPr lvl="0">
              <a:defRPr/>
            </a:pPr>
            <a:r>
              <a:rPr lang="en-US" sz="3200" dirty="0"/>
              <a:t>2. How far did you get up to yesterday?</a:t>
            </a:r>
          </a:p>
          <a:p>
            <a:pPr lvl="0">
              <a:defRPr/>
            </a:pPr>
            <a:endParaRPr lang="en-US" sz="3200" dirty="0"/>
          </a:p>
          <a:p>
            <a:r>
              <a:rPr lang="en-US" sz="3200" dirty="0"/>
              <a:t>3. What do you need to do to get an A in Psychology?</a:t>
            </a:r>
          </a:p>
          <a:p>
            <a:r>
              <a:rPr lang="en-US" sz="3200" dirty="0"/>
              <a:t>What skills do you need to demonstrate?</a:t>
            </a:r>
          </a:p>
          <a:p>
            <a:pPr lvl="0">
              <a:defRPr/>
            </a:pPr>
            <a:endParaRPr lang="en-US" sz="2800" dirty="0"/>
          </a:p>
          <a:p>
            <a:pPr lvl="0">
              <a:defRPr/>
            </a:pPr>
            <a:endParaRPr lang="en-US" sz="2800" dirty="0"/>
          </a:p>
          <a:p>
            <a:pPr marL="514350" lvl="0" indent="-514350">
              <a:buAutoNum type="arabicPeriod"/>
              <a:defRPr/>
            </a:pPr>
            <a:endParaRPr lang="en-US" sz="2800" dirty="0"/>
          </a:p>
        </p:txBody>
      </p:sp>
      <p:graphicFrame>
        <p:nvGraphicFramePr>
          <p:cNvPr id="7" name="Table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23874263"/>
              </p:ext>
            </p:extLst>
          </p:nvPr>
        </p:nvGraphicFramePr>
        <p:xfrm>
          <a:off x="8481693" y="5847080"/>
          <a:ext cx="3710307" cy="1010920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371030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AU" sz="1800" dirty="0"/>
                        <a:t>Reminders</a:t>
                      </a:r>
                    </a:p>
                  </a:txBody>
                  <a:tcPr>
                    <a:solidFill>
                      <a:srgbClr val="7030A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585">
                <a:tc>
                  <a:txBody>
                    <a:bodyPr/>
                    <a:lstStyle/>
                    <a:p>
                      <a:pPr marL="0" marR="0" lvl="0" indent="0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None/>
                        <a:tabLst/>
                        <a:defRPr/>
                      </a:pPr>
                      <a:r>
                        <a:rPr lang="en-US" sz="1800" dirty="0"/>
                        <a:t>Assessment 2: (due Week 8)</a:t>
                      </a:r>
                    </a:p>
                    <a:p>
                      <a:pPr marL="0" marR="0" lvl="0" indent="0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None/>
                        <a:tabLst/>
                        <a:defRPr/>
                      </a:pPr>
                      <a:r>
                        <a:rPr lang="en-US" sz="1800" dirty="0"/>
                        <a:t>Investigation: Mnemonic devices</a:t>
                      </a:r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2" name="TextBox 1">
            <a:extLst>
              <a:ext uri="{FF2B5EF4-FFF2-40B4-BE49-F238E27FC236}">
                <a16:creationId xmlns:a16="http://schemas.microsoft.com/office/drawing/2014/main" id="{0CB713E8-D0D0-4D35-8F6A-4F52B4B63A36}"/>
              </a:ext>
            </a:extLst>
          </p:cNvPr>
          <p:cNvSpPr txBox="1"/>
          <p:nvPr/>
        </p:nvSpPr>
        <p:spPr>
          <a:xfrm>
            <a:off x="0" y="4538909"/>
            <a:ext cx="2197290" cy="2308324"/>
          </a:xfrm>
          <a:prstGeom prst="rect">
            <a:avLst/>
          </a:prstGeom>
          <a:noFill/>
          <a:ln w="76200"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entury Gothic"/>
                <a:ea typeface="+mn-ea"/>
                <a:cs typeface="+mn-cs"/>
              </a:rPr>
              <a:t>Reminders: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entury Gothic"/>
                <a:ea typeface="+mn-ea"/>
                <a:cs typeface="+mn-cs"/>
              </a:rPr>
              <a:t>Phones away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entury Gothic"/>
                <a:ea typeface="+mn-ea"/>
                <a:cs typeface="+mn-cs"/>
              </a:rPr>
              <a:t>Bags on floor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entury Gothic"/>
                <a:ea typeface="+mn-ea"/>
                <a:cs typeface="+mn-cs"/>
              </a:rPr>
              <a:t>Books out 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entury Gothic"/>
                <a:ea typeface="+mn-ea"/>
                <a:cs typeface="+mn-cs"/>
              </a:rPr>
              <a:t>Pens out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entury Gothic"/>
                <a:ea typeface="+mn-ea"/>
                <a:cs typeface="+mn-cs"/>
              </a:rPr>
              <a:t>Whiteboard</a:t>
            </a:r>
          </a:p>
        </p:txBody>
      </p:sp>
    </p:spTree>
    <p:extLst>
      <p:ext uri="{BB962C8B-B14F-4D97-AF65-F5344CB8AC3E}">
        <p14:creationId xmlns:p14="http://schemas.microsoft.com/office/powerpoint/2010/main" val="144170563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FA87F6-7899-8A4C-B0CE-119200A579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6700" y="0"/>
            <a:ext cx="10515600" cy="1325563"/>
          </a:xfrm>
        </p:spPr>
        <p:txBody>
          <a:bodyPr/>
          <a:lstStyle/>
          <a:p>
            <a:r>
              <a:rPr lang="en-US" b="1" dirty="0"/>
              <a:t>Assessment 2: Investigation</a:t>
            </a:r>
            <a:br>
              <a:rPr lang="en-US" b="1" dirty="0"/>
            </a:br>
            <a:r>
              <a:rPr lang="en-US" b="1" dirty="0"/>
              <a:t>Do mnemonic devices improve memory?</a:t>
            </a:r>
          </a:p>
        </p:txBody>
      </p:sp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C72E98B0-76C6-7945-AF68-888A2BE94C8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08906248"/>
              </p:ext>
            </p:extLst>
          </p:nvPr>
        </p:nvGraphicFramePr>
        <p:xfrm>
          <a:off x="8481693" y="5847080"/>
          <a:ext cx="3710307" cy="1010920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371030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AU" sz="1800" dirty="0"/>
                        <a:t>Reminders</a:t>
                      </a:r>
                    </a:p>
                  </a:txBody>
                  <a:tcPr>
                    <a:solidFill>
                      <a:srgbClr val="7030A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585">
                <a:tc>
                  <a:txBody>
                    <a:bodyPr/>
                    <a:lstStyle/>
                    <a:p>
                      <a:pPr marL="0" marR="0" lvl="0" indent="0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None/>
                        <a:tabLst/>
                        <a:defRPr/>
                      </a:pPr>
                      <a:r>
                        <a:rPr lang="en-US" sz="1800" dirty="0"/>
                        <a:t>Assessment 2: (due Week 8)</a:t>
                      </a:r>
                    </a:p>
                    <a:p>
                      <a:pPr marL="0" marR="0" lvl="0" indent="0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None/>
                        <a:tabLst/>
                        <a:defRPr/>
                      </a:pPr>
                      <a:r>
                        <a:rPr lang="en-US" sz="1800" dirty="0"/>
                        <a:t>Investigation: Mnemonic devices</a:t>
                      </a:r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pic>
        <p:nvPicPr>
          <p:cNvPr id="3074" name="Picture 2" descr="Mnemonic Devices for Geography!">
            <a:extLst>
              <a:ext uri="{FF2B5EF4-FFF2-40B4-BE49-F238E27FC236}">
                <a16:creationId xmlns:a16="http://schemas.microsoft.com/office/drawing/2014/main" id="{87C83576-3DB8-E34C-A6E1-27242A6FD4D6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686" r="8280"/>
          <a:stretch/>
        </p:blipFill>
        <p:spPr bwMode="auto">
          <a:xfrm>
            <a:off x="0" y="3111500"/>
            <a:ext cx="4953000" cy="3746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6" name="Picture 4" descr="BIMDAS - BODMAS - PEDMAS Posters by Cat Mason | Teachers Pay Teachers">
            <a:extLst>
              <a:ext uri="{FF2B5EF4-FFF2-40B4-BE49-F238E27FC236}">
                <a16:creationId xmlns:a16="http://schemas.microsoft.com/office/drawing/2014/main" id="{6B71F514-B6B7-904A-88CC-ADC2A89F963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53000" y="3581400"/>
            <a:ext cx="2302982" cy="3276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72892888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Content Placeholder 5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804280315"/>
              </p:ext>
            </p:extLst>
          </p:nvPr>
        </p:nvGraphicFramePr>
        <p:xfrm>
          <a:off x="484908" y="4343624"/>
          <a:ext cx="11075524" cy="209777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07552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609376">
                <a:tc>
                  <a:txBody>
                    <a:bodyPr/>
                    <a:lstStyle/>
                    <a:p>
                      <a:r>
                        <a:rPr lang="en-US" dirty="0"/>
                        <a:t>Everyone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44198">
                <a:tc>
                  <a:txBody>
                    <a:bodyPr/>
                    <a:lstStyle/>
                    <a:p>
                      <a:r>
                        <a:rPr lang="en-US" sz="2400" b="0" dirty="0"/>
                        <a:t>Compared an A, B, and C grade investigation in General Psychology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44198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800" dirty="0"/>
                        <a:t>Started drafting my introduction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4" name="Title 1"/>
          <p:cNvSpPr txBox="1">
            <a:spLocks/>
          </p:cNvSpPr>
          <p:nvPr/>
        </p:nvSpPr>
        <p:spPr>
          <a:xfrm>
            <a:off x="-184165" y="0"/>
            <a:ext cx="5622766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b="1" dirty="0">
                <a:solidFill>
                  <a:schemeClr val="accent1"/>
                </a:solidFill>
              </a:rPr>
              <a:t>Learning Intention 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6476" y="1347357"/>
            <a:ext cx="11075524" cy="21852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/>
              <a:t>By the end of the lesson I will be able to:</a:t>
            </a:r>
            <a:br>
              <a:rPr lang="en-US" sz="3200" dirty="0"/>
            </a:br>
            <a:endParaRPr lang="en-US" sz="2800" dirty="0"/>
          </a:p>
          <a:p>
            <a:r>
              <a:rPr lang="en-US" sz="2800" dirty="0"/>
              <a:t>I will know how to get an A in this subject.</a:t>
            </a:r>
          </a:p>
          <a:p>
            <a:r>
              <a:rPr lang="en-US" sz="2800" dirty="0"/>
              <a:t>I will be able to explain what is expected of me in the next assessment</a:t>
            </a:r>
          </a:p>
          <a:p>
            <a:endParaRPr lang="en-US" sz="2000" dirty="0">
              <a:solidFill>
                <a:srgbClr val="194431"/>
              </a:solidFill>
            </a:endParaRPr>
          </a:p>
        </p:txBody>
      </p:sp>
      <p:pic>
        <p:nvPicPr>
          <p:cNvPr id="3" name="Picture 2" descr="Iconsmind-Outline-Pen-5.ico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17431" y="136524"/>
            <a:ext cx="1143001" cy="1143001"/>
          </a:xfrm>
          <a:prstGeom prst="rect">
            <a:avLst/>
          </a:prstGeom>
        </p:spPr>
      </p:pic>
      <p:sp>
        <p:nvSpPr>
          <p:cNvPr id="9" name="Title 1">
            <a:extLst>
              <a:ext uri="{FF2B5EF4-FFF2-40B4-BE49-F238E27FC236}">
                <a16:creationId xmlns:a16="http://schemas.microsoft.com/office/drawing/2014/main" id="{6676DBBC-1F85-554D-A2D6-B79EE01495D2}"/>
              </a:ext>
            </a:extLst>
          </p:cNvPr>
          <p:cNvSpPr txBox="1">
            <a:spLocks/>
          </p:cNvSpPr>
          <p:nvPr/>
        </p:nvSpPr>
        <p:spPr>
          <a:xfrm>
            <a:off x="-184165" y="3149824"/>
            <a:ext cx="5622766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b="1" dirty="0">
                <a:solidFill>
                  <a:schemeClr val="accent1"/>
                </a:solidFill>
              </a:rPr>
              <a:t>Success Criteria</a:t>
            </a:r>
          </a:p>
        </p:txBody>
      </p:sp>
    </p:spTree>
    <p:extLst>
      <p:ext uri="{BB962C8B-B14F-4D97-AF65-F5344CB8AC3E}">
        <p14:creationId xmlns:p14="http://schemas.microsoft.com/office/powerpoint/2010/main" val="240511391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7D454A59-47D4-2D4A-B660-17DA2CB89A3E}"/>
              </a:ext>
            </a:extLst>
          </p:cNvPr>
          <p:cNvSpPr txBox="1"/>
          <p:nvPr/>
        </p:nvSpPr>
        <p:spPr>
          <a:xfrm rot="16200000">
            <a:off x="-956768" y="1523698"/>
            <a:ext cx="2282869" cy="369332"/>
          </a:xfrm>
          <a:prstGeom prst="rect">
            <a:avLst/>
          </a:prstGeom>
          <a:solidFill>
            <a:schemeClr val="accent1"/>
          </a:solidFill>
        </p:spPr>
        <p:txBody>
          <a:bodyPr wrap="none" rtlCol="0">
            <a:spAutoFit/>
          </a:bodyPr>
          <a:lstStyle/>
          <a:p>
            <a:r>
              <a:rPr lang="en-AU" dirty="0">
                <a:solidFill>
                  <a:schemeClr val="bg1"/>
                </a:solidFill>
              </a:rPr>
              <a:t>Concept Development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4970E73-56BD-9945-BE31-1BADB9D8A41C}"/>
              </a:ext>
            </a:extLst>
          </p:cNvPr>
          <p:cNvSpPr txBox="1"/>
          <p:nvPr/>
        </p:nvSpPr>
        <p:spPr>
          <a:xfrm>
            <a:off x="2064439" y="88207"/>
            <a:ext cx="297440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b="1" dirty="0">
                <a:solidFill>
                  <a:schemeClr val="accent1"/>
                </a:solidFill>
              </a:rPr>
              <a:t>Assessment 2 Info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E4CB6F2-E4A4-7940-9F1E-F8EF4C7F4417}"/>
              </a:ext>
            </a:extLst>
          </p:cNvPr>
          <p:cNvSpPr txBox="1"/>
          <p:nvPr/>
        </p:nvSpPr>
        <p:spPr>
          <a:xfrm>
            <a:off x="7612083" y="42040"/>
            <a:ext cx="4569407" cy="307777"/>
          </a:xfrm>
          <a:prstGeom prst="rect">
            <a:avLst/>
          </a:prstGeom>
          <a:solidFill>
            <a:schemeClr val="accent5"/>
          </a:solidFill>
        </p:spPr>
        <p:txBody>
          <a:bodyPr wrap="square" rtlCol="0">
            <a:spAutoFit/>
          </a:bodyPr>
          <a:lstStyle/>
          <a:p>
            <a:pPr algn="r"/>
            <a:r>
              <a:rPr lang="en-AU" sz="1400" dirty="0"/>
              <a:t>LO: Understand how to ace the next assessment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BAAB358-1EF4-7D44-A12D-9DF509A6789B}"/>
              </a:ext>
            </a:extLst>
          </p:cNvPr>
          <p:cNvSpPr txBox="1"/>
          <p:nvPr/>
        </p:nvSpPr>
        <p:spPr>
          <a:xfrm>
            <a:off x="767255" y="922285"/>
            <a:ext cx="4498428" cy="1477328"/>
          </a:xfrm>
          <a:prstGeom prst="rect">
            <a:avLst/>
          </a:prstGeom>
          <a:noFill/>
          <a:ln w="57150"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en-US" b="1" dirty="0"/>
              <a:t>But </a:t>
            </a:r>
            <a:r>
              <a:rPr lang="en-US" b="1" dirty="0" err="1"/>
              <a:t>Ms</a:t>
            </a:r>
            <a:r>
              <a:rPr lang="en-US" b="1" dirty="0"/>
              <a:t>, what will you be doing?</a:t>
            </a:r>
          </a:p>
          <a:p>
            <a:r>
              <a:rPr lang="en-US" dirty="0"/>
              <a:t>Writing an Investigation under test conditions.</a:t>
            </a:r>
          </a:p>
          <a:p>
            <a:r>
              <a:rPr lang="en-US" dirty="0"/>
              <a:t>The investigation topic: do mnemonic devices improve memory?</a:t>
            </a:r>
          </a:p>
          <a:p>
            <a:r>
              <a:rPr lang="en-US" dirty="0"/>
              <a:t>You will have 5 lessons to prepare. 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6799069-27AA-4842-9D3D-2D92B5E290AA}"/>
              </a:ext>
            </a:extLst>
          </p:cNvPr>
          <p:cNvSpPr txBox="1"/>
          <p:nvPr/>
        </p:nvSpPr>
        <p:spPr>
          <a:xfrm>
            <a:off x="5552055" y="922285"/>
            <a:ext cx="3203062" cy="1477327"/>
          </a:xfrm>
          <a:prstGeom prst="rect">
            <a:avLst/>
          </a:prstGeom>
          <a:noFill/>
          <a:ln w="57150">
            <a:solidFill>
              <a:srgbClr val="00B050"/>
            </a:solidFill>
          </a:ln>
        </p:spPr>
        <p:txBody>
          <a:bodyPr wrap="square" rtlCol="0">
            <a:spAutoFit/>
          </a:bodyPr>
          <a:lstStyle/>
          <a:p>
            <a:r>
              <a:rPr lang="en-US" b="1" dirty="0"/>
              <a:t>What can you bring with you?</a:t>
            </a:r>
          </a:p>
          <a:p>
            <a:r>
              <a:rPr lang="en-US" dirty="0"/>
              <a:t>You can bring 1 A4 page of bullet point notes, your results section and references can be completed already also.</a:t>
            </a:r>
          </a:p>
        </p:txBody>
      </p:sp>
      <p:graphicFrame>
        <p:nvGraphicFramePr>
          <p:cNvPr id="10" name="Table 10">
            <a:extLst>
              <a:ext uri="{FF2B5EF4-FFF2-40B4-BE49-F238E27FC236}">
                <a16:creationId xmlns:a16="http://schemas.microsoft.com/office/drawing/2014/main" id="{09C32221-C9BF-C540-9E93-72EBDB63BBF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53033534"/>
              </p:ext>
            </p:extLst>
          </p:nvPr>
        </p:nvGraphicFramePr>
        <p:xfrm>
          <a:off x="767255" y="2619378"/>
          <a:ext cx="8246000" cy="25070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49200">
                  <a:extLst>
                    <a:ext uri="{9D8B030D-6E8A-4147-A177-3AD203B41FA5}">
                      <a16:colId xmlns:a16="http://schemas.microsoft.com/office/drawing/2014/main" val="2989816418"/>
                    </a:ext>
                  </a:extLst>
                </a:gridCol>
                <a:gridCol w="1649200">
                  <a:extLst>
                    <a:ext uri="{9D8B030D-6E8A-4147-A177-3AD203B41FA5}">
                      <a16:colId xmlns:a16="http://schemas.microsoft.com/office/drawing/2014/main" val="842326269"/>
                    </a:ext>
                  </a:extLst>
                </a:gridCol>
                <a:gridCol w="1649200">
                  <a:extLst>
                    <a:ext uri="{9D8B030D-6E8A-4147-A177-3AD203B41FA5}">
                      <a16:colId xmlns:a16="http://schemas.microsoft.com/office/drawing/2014/main" val="1394220157"/>
                    </a:ext>
                  </a:extLst>
                </a:gridCol>
                <a:gridCol w="1649200">
                  <a:extLst>
                    <a:ext uri="{9D8B030D-6E8A-4147-A177-3AD203B41FA5}">
                      <a16:colId xmlns:a16="http://schemas.microsoft.com/office/drawing/2014/main" val="366695091"/>
                    </a:ext>
                  </a:extLst>
                </a:gridCol>
                <a:gridCol w="1649200">
                  <a:extLst>
                    <a:ext uri="{9D8B030D-6E8A-4147-A177-3AD203B41FA5}">
                      <a16:colId xmlns:a16="http://schemas.microsoft.com/office/drawing/2014/main" val="507380210"/>
                    </a:ext>
                  </a:extLst>
                </a:gridCol>
              </a:tblGrid>
              <a:tr h="674965"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Lesson 1</a:t>
                      </a:r>
                    </a:p>
                    <a:p>
                      <a:pPr algn="ctr"/>
                      <a:r>
                        <a:rPr lang="en-US" b="1" dirty="0"/>
                        <a:t>(today)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Lesson 2</a:t>
                      </a:r>
                    </a:p>
                    <a:p>
                      <a:pPr algn="ctr"/>
                      <a:r>
                        <a:rPr lang="en-US" b="1" dirty="0"/>
                        <a:t>(Tuesday 16</a:t>
                      </a:r>
                      <a:r>
                        <a:rPr lang="en-US" b="1" baseline="30000" dirty="0"/>
                        <a:t>th</a:t>
                      </a:r>
                      <a:r>
                        <a:rPr lang="en-US" b="1" dirty="0"/>
                        <a:t>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Lesson 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Lesson 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Lesson 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97669544"/>
                  </a:ext>
                </a:extLst>
              </a:tr>
              <a:tr h="1832047">
                <a:tc>
                  <a:txBody>
                    <a:bodyPr/>
                    <a:lstStyle/>
                    <a:p>
                      <a:pPr marL="285750" indent="-285750">
                        <a:buFontTx/>
                        <a:buChar char="-"/>
                      </a:pPr>
                      <a:r>
                        <a:rPr lang="en-US" dirty="0"/>
                        <a:t>Understand the assessment</a:t>
                      </a:r>
                    </a:p>
                    <a:p>
                      <a:pPr marL="285750" indent="-285750">
                        <a:buFontTx/>
                        <a:buChar char="-"/>
                      </a:pPr>
                      <a:r>
                        <a:rPr lang="en-US" dirty="0"/>
                        <a:t>Introduction writing </a:t>
                      </a:r>
                    </a:p>
                    <a:p>
                      <a:pPr marL="285750" indent="-285750">
                        <a:buFontTx/>
                        <a:buChar char="-"/>
                      </a:pP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>
                        <a:buFontTx/>
                        <a:buChar char="-"/>
                      </a:pPr>
                      <a:r>
                        <a:rPr lang="en-US" dirty="0"/>
                        <a:t>Data collection</a:t>
                      </a:r>
                    </a:p>
                    <a:p>
                      <a:pPr marL="285750" indent="-285750">
                        <a:buFontTx/>
                        <a:buChar char="-"/>
                      </a:pPr>
                      <a:r>
                        <a:rPr lang="en-US" dirty="0"/>
                        <a:t>Method writing</a:t>
                      </a:r>
                    </a:p>
                    <a:p>
                      <a:pPr marL="285750" indent="-285750">
                        <a:buFontTx/>
                        <a:buChar char="-"/>
                      </a:pPr>
                      <a:r>
                        <a:rPr lang="en-US" dirty="0"/>
                        <a:t>Finish introduction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>
                        <a:buFontTx/>
                        <a:buChar char="-"/>
                      </a:pPr>
                      <a:r>
                        <a:rPr lang="en-US" dirty="0"/>
                        <a:t>Analysing your data</a:t>
                      </a:r>
                    </a:p>
                    <a:p>
                      <a:pPr marL="285750" indent="-285750">
                        <a:buFontTx/>
                        <a:buChar char="-"/>
                      </a:pPr>
                      <a:r>
                        <a:rPr lang="en-US" dirty="0"/>
                        <a:t>making your table and graph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marR="0" lvl="0" indent="-2857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r>
                        <a:rPr lang="en-US" dirty="0"/>
                        <a:t>Interpreting results </a:t>
                      </a:r>
                    </a:p>
                    <a:p>
                      <a:pPr marL="285750" indent="-285750">
                        <a:buFontTx/>
                        <a:buChar char="-"/>
                      </a:pPr>
                      <a:r>
                        <a:rPr lang="en-US" dirty="0"/>
                        <a:t>Discussion section</a:t>
                      </a:r>
                    </a:p>
                    <a:p>
                      <a:pPr marL="285750" indent="-285750">
                        <a:buFontTx/>
                        <a:buChar char="-"/>
                      </a:pPr>
                      <a:r>
                        <a:rPr lang="en-US" dirty="0"/>
                        <a:t>Peer Feedback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- Last day to finish notes / results section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47000285"/>
                  </a:ext>
                </a:extLst>
              </a:tr>
            </a:tbl>
          </a:graphicData>
        </a:graphic>
      </p:graphicFrame>
      <p:sp>
        <p:nvSpPr>
          <p:cNvPr id="11" name="TextBox 10">
            <a:extLst>
              <a:ext uri="{FF2B5EF4-FFF2-40B4-BE49-F238E27FC236}">
                <a16:creationId xmlns:a16="http://schemas.microsoft.com/office/drawing/2014/main" id="{52B38BA4-7C11-0546-8A21-9546941D28A6}"/>
              </a:ext>
            </a:extLst>
          </p:cNvPr>
          <p:cNvSpPr txBox="1"/>
          <p:nvPr/>
        </p:nvSpPr>
        <p:spPr>
          <a:xfrm>
            <a:off x="2526076" y="5346155"/>
            <a:ext cx="5147691" cy="1200329"/>
          </a:xfrm>
          <a:prstGeom prst="rect">
            <a:avLst/>
          </a:prstGeom>
          <a:noFill/>
          <a:ln w="76200">
            <a:solidFill>
              <a:srgbClr val="FF0000"/>
            </a:solidFill>
          </a:ln>
        </p:spPr>
        <p:txBody>
          <a:bodyPr wrap="none" rtlCol="0">
            <a:spAutoFit/>
          </a:bodyPr>
          <a:lstStyle/>
          <a:p>
            <a:r>
              <a:rPr lang="en-US" b="1" dirty="0"/>
              <a:t>5 MINUTE TASK:</a:t>
            </a:r>
          </a:p>
          <a:p>
            <a:pPr marL="342900" indent="-342900">
              <a:buAutoNum type="arabicParenR"/>
            </a:pPr>
            <a:r>
              <a:rPr lang="en-US" dirty="0"/>
              <a:t>Read the information letter and consent form</a:t>
            </a:r>
          </a:p>
          <a:p>
            <a:pPr marL="342900" indent="-342900">
              <a:buAutoNum type="arabicParenR"/>
            </a:pPr>
            <a:r>
              <a:rPr lang="en-US" dirty="0"/>
              <a:t> Read the assessment task sheet and marking key</a:t>
            </a:r>
          </a:p>
          <a:p>
            <a:pPr marL="342900" indent="-342900">
              <a:buAutoNum type="arabicParenR"/>
            </a:pPr>
            <a:r>
              <a:rPr lang="en-US" dirty="0"/>
              <a:t>Any questions? </a:t>
            </a:r>
          </a:p>
        </p:txBody>
      </p:sp>
      <p:pic>
        <p:nvPicPr>
          <p:cNvPr id="4098" name="Picture 2" descr="Difference Between Mnemonics And Acronyms | Difference Between">
            <a:extLst>
              <a:ext uri="{FF2B5EF4-FFF2-40B4-BE49-F238E27FC236}">
                <a16:creationId xmlns:a16="http://schemas.microsoft.com/office/drawing/2014/main" id="{D0D9C984-B76B-4B40-8A1B-08BAB33CEF9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305983" y="566929"/>
            <a:ext cx="2886017" cy="173161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5C9B1B0F-1106-5A45-BC03-411F55B675AF}"/>
              </a:ext>
            </a:extLst>
          </p:cNvPr>
          <p:cNvSpPr txBox="1"/>
          <p:nvPr/>
        </p:nvSpPr>
        <p:spPr>
          <a:xfrm>
            <a:off x="9739387" y="2245723"/>
            <a:ext cx="192623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i="1" dirty="0"/>
              <a:t>Example of a mnemonic</a:t>
            </a:r>
          </a:p>
        </p:txBody>
      </p:sp>
    </p:spTree>
    <p:extLst>
      <p:ext uri="{BB962C8B-B14F-4D97-AF65-F5344CB8AC3E}">
        <p14:creationId xmlns:p14="http://schemas.microsoft.com/office/powerpoint/2010/main" val="87875919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5991D3-CBD5-B548-A48B-BCDA4B6230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Whiteboard reminders. </a:t>
            </a:r>
            <a:br>
              <a:rPr lang="en-US" b="1" dirty="0"/>
            </a:br>
            <a:endParaRPr lang="en-US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94579E5-ED59-BF4F-8FA7-DB93B8AAAC0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83778" y="1975946"/>
            <a:ext cx="5065988" cy="4497060"/>
          </a:xfrm>
        </p:spPr>
        <p:txBody>
          <a:bodyPr>
            <a:normAutofit fontScale="85000" lnSpcReduction="20000"/>
          </a:bodyPr>
          <a:lstStyle/>
          <a:p>
            <a:pPr marL="457200" indent="-457200">
              <a:buAutoNum type="arabicPeriod"/>
            </a:pPr>
            <a:r>
              <a:rPr lang="en-US" sz="3600" b="1" dirty="0"/>
              <a:t>Write it – </a:t>
            </a:r>
            <a:r>
              <a:rPr lang="en-US" sz="3600" dirty="0"/>
              <a:t>start writing your answer</a:t>
            </a:r>
          </a:p>
          <a:p>
            <a:pPr marL="457200" indent="-457200">
              <a:buAutoNum type="arabicPeriod"/>
            </a:pPr>
            <a:r>
              <a:rPr lang="en-US" sz="3600" b="1" dirty="0"/>
              <a:t>Chin it </a:t>
            </a:r>
            <a:r>
              <a:rPr lang="en-US" sz="3600" dirty="0"/>
              <a:t>– Show me your answers</a:t>
            </a:r>
          </a:p>
          <a:p>
            <a:pPr marL="457200" indent="-457200">
              <a:buAutoNum type="arabicPeriod"/>
            </a:pPr>
            <a:r>
              <a:rPr lang="en-US" sz="3600" b="1" dirty="0"/>
              <a:t>Bin it </a:t>
            </a:r>
            <a:r>
              <a:rPr lang="en-US" sz="3600" dirty="0"/>
              <a:t>– Wipe your whiteboard clean</a:t>
            </a:r>
          </a:p>
          <a:p>
            <a:pPr marL="457200" indent="-457200">
              <a:buFont typeface="Wingdings 2" pitchFamily="18" charset="2"/>
              <a:buAutoNum type="arabicPeriod"/>
            </a:pPr>
            <a:r>
              <a:rPr lang="en-US" sz="3500" b="1" dirty="0"/>
              <a:t>Park it </a:t>
            </a:r>
            <a:r>
              <a:rPr lang="en-US" sz="3500" dirty="0"/>
              <a:t>– Lids back on whiteboard markers and whiteboard down</a:t>
            </a:r>
          </a:p>
          <a:p>
            <a:pPr marL="457200" indent="-457200">
              <a:buAutoNum type="arabicPeriod"/>
            </a:pPr>
            <a:endParaRPr lang="en-US" dirty="0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16B17E88-C34B-1145-A4A4-E0DA41B1B4FB}"/>
              </a:ext>
            </a:extLst>
          </p:cNvPr>
          <p:cNvSpPr txBox="1">
            <a:spLocks/>
          </p:cNvSpPr>
          <p:nvPr/>
        </p:nvSpPr>
        <p:spPr>
          <a:xfrm>
            <a:off x="5575736" y="2220310"/>
            <a:ext cx="6237891" cy="4085897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228600" indent="-228600" algn="l" defTabSz="914400" rtl="0" eaLnBrk="1" latinLnBrk="0" hangingPunct="1">
              <a:spcBef>
                <a:spcPts val="1800"/>
              </a:spcBef>
              <a:buClr>
                <a:schemeClr val="accent1"/>
              </a:buClr>
              <a:buSzPct val="100000"/>
              <a:buFont typeface="Wingdings 2" pitchFamily="18" charset="2"/>
              <a:buChar char="¡"/>
              <a:defRPr sz="20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indent="-228600" algn="l" defTabSz="914400" rtl="0" eaLnBrk="1" latinLnBrk="0" hangingPunct="1">
              <a:spcBef>
                <a:spcPts val="600"/>
              </a:spcBef>
              <a:buClr>
                <a:schemeClr val="accent1">
                  <a:lumMod val="50000"/>
                </a:schemeClr>
              </a:buClr>
              <a:buSzPct val="100000"/>
              <a:buFont typeface="Wingdings 2" pitchFamily="18" charset="2"/>
              <a:buChar char="¡"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685800" indent="-228600" algn="l" defTabSz="914400" rtl="0" eaLnBrk="1" latinLnBrk="0" hangingPunct="1">
              <a:spcBef>
                <a:spcPts val="600"/>
              </a:spcBef>
              <a:buClr>
                <a:schemeClr val="accent1"/>
              </a:buClr>
              <a:buSzPct val="100000"/>
              <a:buFont typeface="Wingdings 2" pitchFamily="18" charset="2"/>
              <a:buChar char="¡"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914400" indent="-228600" algn="l" defTabSz="914400" rtl="0" eaLnBrk="1" latinLnBrk="0" hangingPunct="1">
              <a:spcBef>
                <a:spcPts val="600"/>
              </a:spcBef>
              <a:buClr>
                <a:schemeClr val="accent1">
                  <a:lumMod val="50000"/>
                </a:schemeClr>
              </a:buClr>
              <a:buSzPct val="100000"/>
              <a:buFont typeface="Wingdings 2" pitchFamily="18" charset="2"/>
              <a:buChar char="¡"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143000" indent="-228600" algn="l" defTabSz="914400" rtl="0" eaLnBrk="1" latinLnBrk="0" hangingPunct="1">
              <a:spcBef>
                <a:spcPts val="600"/>
              </a:spcBef>
              <a:buClr>
                <a:schemeClr val="accent1"/>
              </a:buClr>
              <a:buSzPct val="100000"/>
              <a:buFont typeface="Wingdings 2" pitchFamily="18" charset="2"/>
              <a:buChar char="¡"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1377950" indent="-228600" algn="l" defTabSz="914400" rtl="0" eaLnBrk="1" latinLnBrk="0" hangingPunct="1">
              <a:spcBef>
                <a:spcPct val="20000"/>
              </a:spcBef>
              <a:buClr>
                <a:schemeClr val="accent1">
                  <a:lumMod val="50000"/>
                </a:schemeClr>
              </a:buClr>
              <a:buFont typeface="Wingdings 2" pitchFamily="18" charset="2"/>
              <a:buChar char=""/>
              <a:defRPr lang="en-US" sz="1800" kern="1200" dirty="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1603375" indent="-22860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 2" pitchFamily="18" charset="2"/>
              <a:buChar char=""/>
              <a:defRPr lang="en-US" sz="1800" kern="1200" dirty="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1830388" indent="-228600" algn="l" defTabSz="914400" rtl="0" eaLnBrk="1" latinLnBrk="0" hangingPunct="1">
              <a:spcBef>
                <a:spcPct val="20000"/>
              </a:spcBef>
              <a:buClr>
                <a:schemeClr val="accent1">
                  <a:lumMod val="50000"/>
                </a:schemeClr>
              </a:buClr>
              <a:buFont typeface="Wingdings 2" pitchFamily="18" charset="2"/>
              <a:buChar char=""/>
              <a:defRPr lang="en-US" sz="1800" kern="1200" dirty="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2057400" indent="-22860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 2" pitchFamily="18" charset="2"/>
              <a:buChar char=""/>
              <a:defRPr lang="en-US" sz="1800" kern="1200" dirty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rgbClr val="94C600"/>
              </a:buClr>
              <a:buSzPct val="100000"/>
              <a:buFont typeface="Wingdings 2" pitchFamily="18" charset="2"/>
              <a:buNone/>
              <a:tabLst/>
              <a:defRPr/>
            </a:pP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3E3D2D"/>
                </a:solidFill>
                <a:effectLst/>
                <a:uLnTx/>
                <a:uFillTx/>
                <a:latin typeface="Century Gothic"/>
                <a:ea typeface="+mn-ea"/>
                <a:cs typeface="+mn-cs"/>
              </a:rPr>
              <a:t>Norms and rules: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rgbClr val="94C600"/>
              </a:buClr>
              <a:buSzPct val="100000"/>
              <a:buFont typeface="Wingdings 2" pitchFamily="18" charset="2"/>
              <a:buNone/>
              <a:tabLst/>
              <a:defRPr/>
            </a:pP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3E3D2D"/>
                </a:solidFill>
                <a:effectLst/>
                <a:uLnTx/>
                <a:uFillTx/>
                <a:latin typeface="Century Gothic"/>
                <a:ea typeface="+mn-ea"/>
                <a:cs typeface="+mn-cs"/>
              </a:rPr>
              <a:t>1. Do not waste the ink 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3E3D2D"/>
                </a:solidFill>
                <a:effectLst/>
                <a:uLnTx/>
                <a:uFillTx/>
                <a:latin typeface="Century Gothic"/>
                <a:ea typeface="+mn-ea"/>
                <a:cs typeface="+mn-cs"/>
              </a:rPr>
              <a:t>– these pens are for learning and </a:t>
            </a:r>
            <a:r>
              <a:rPr kumimoji="0" lang="en-US" sz="2000" b="0" i="0" u="none" strike="noStrike" kern="1200" cap="none" spc="0" normalizeH="0" baseline="0" noProof="0" dirty="0" err="1">
                <a:ln>
                  <a:noFill/>
                </a:ln>
                <a:solidFill>
                  <a:srgbClr val="3E3D2D"/>
                </a:solidFill>
                <a:effectLst/>
                <a:uLnTx/>
                <a:uFillTx/>
                <a:latin typeface="Century Gothic"/>
                <a:ea typeface="+mn-ea"/>
                <a:cs typeface="+mn-cs"/>
              </a:rPr>
              <a:t>Ms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3E3D2D"/>
                </a:solidFill>
                <a:effectLst/>
                <a:uLnTx/>
                <a:uFillTx/>
                <a:latin typeface="Century Gothic"/>
                <a:ea typeface="+mn-ea"/>
                <a:cs typeface="+mn-cs"/>
              </a:rPr>
              <a:t> Davey buys the pens (they are expensive).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rgbClr val="94C600"/>
              </a:buClr>
              <a:buSzPct val="100000"/>
              <a:buFont typeface="Wingdings 2" pitchFamily="18" charset="2"/>
              <a:buNone/>
              <a:tabLst/>
              <a:defRPr/>
            </a:pP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3E3D2D"/>
                </a:solidFill>
                <a:effectLst/>
                <a:uLnTx/>
                <a:uFillTx/>
                <a:latin typeface="Century Gothic"/>
                <a:ea typeface="+mn-ea"/>
                <a:cs typeface="+mn-cs"/>
              </a:rPr>
              <a:t>2. Include everyone 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3E3D2D"/>
                </a:solidFill>
                <a:effectLst/>
                <a:uLnTx/>
                <a:uFillTx/>
                <a:latin typeface="Century Gothic"/>
                <a:ea typeface="+mn-ea"/>
                <a:cs typeface="+mn-cs"/>
              </a:rPr>
              <a:t>– Person who is writing the answer cannot research the answer (use your team, communicate). Swap roles each turn.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rgbClr val="94C600"/>
              </a:buClr>
              <a:buSzPct val="100000"/>
              <a:buFont typeface="Wingdings 2" pitchFamily="18" charset="2"/>
              <a:buNone/>
              <a:tabLst/>
              <a:defRPr/>
            </a:pP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3E3D2D"/>
                </a:solidFill>
                <a:effectLst/>
                <a:uLnTx/>
                <a:uFillTx/>
                <a:latin typeface="Century Gothic"/>
                <a:ea typeface="+mn-ea"/>
                <a:cs typeface="+mn-cs"/>
              </a:rPr>
              <a:t>3. Be an active learner! 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3E3D2D"/>
                </a:solidFill>
                <a:effectLst/>
                <a:uLnTx/>
                <a:uFillTx/>
                <a:latin typeface="Century Gothic"/>
                <a:ea typeface="+mn-ea"/>
                <a:cs typeface="+mn-cs"/>
              </a:rPr>
              <a:t>– Using the whiteboards get you rehearsing information, making it easier to recall later. It also lets me know what you know and don’t know.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9434D6F-EBB4-A94D-88E8-E57BAB7813F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13405" y="131380"/>
            <a:ext cx="2515682" cy="25156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9200346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6D625539-DDA3-CD49-A515-93ED6762E00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70472" y="0"/>
            <a:ext cx="1921527" cy="1472339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DF96FE21-9F4C-F64E-9022-163D12187526}"/>
              </a:ext>
            </a:extLst>
          </p:cNvPr>
          <p:cNvSpPr txBox="1"/>
          <p:nvPr/>
        </p:nvSpPr>
        <p:spPr>
          <a:xfrm rot="16200000">
            <a:off x="-1101438" y="1101439"/>
            <a:ext cx="2572211" cy="369332"/>
          </a:xfrm>
          <a:prstGeom prst="rect">
            <a:avLst/>
          </a:prstGeom>
          <a:solidFill>
            <a:srgbClr val="0070C0"/>
          </a:solidFill>
        </p:spPr>
        <p:txBody>
          <a:bodyPr wrap="square" rtlCol="0">
            <a:spAutoFit/>
          </a:bodyPr>
          <a:lstStyle/>
          <a:p>
            <a:r>
              <a:rPr lang="en-AU" dirty="0">
                <a:solidFill>
                  <a:schemeClr val="bg1"/>
                </a:solidFill>
              </a:rPr>
              <a:t>Activate prior knowledge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45A9135-6D23-9B40-A318-5A5318AD7149}"/>
              </a:ext>
            </a:extLst>
          </p:cNvPr>
          <p:cNvSpPr txBox="1"/>
          <p:nvPr/>
        </p:nvSpPr>
        <p:spPr>
          <a:xfrm>
            <a:off x="1764246" y="1015141"/>
            <a:ext cx="7863408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5400" b="1" dirty="0"/>
              <a:t>Create an operational hypothesis for the investigation.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C1C6C8E-3E34-EC46-BEE6-0CE857C17A65}"/>
              </a:ext>
            </a:extLst>
          </p:cNvPr>
          <p:cNvSpPr txBox="1"/>
          <p:nvPr/>
        </p:nvSpPr>
        <p:spPr>
          <a:xfrm>
            <a:off x="7567421" y="6128609"/>
            <a:ext cx="462457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/>
              <a:t>3 minutes then chin in!</a:t>
            </a:r>
          </a:p>
        </p:txBody>
      </p:sp>
    </p:spTree>
    <p:extLst>
      <p:ext uri="{BB962C8B-B14F-4D97-AF65-F5344CB8AC3E}">
        <p14:creationId xmlns:p14="http://schemas.microsoft.com/office/powerpoint/2010/main" val="393442070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6D625539-DDA3-CD49-A515-93ED6762E00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70472" y="0"/>
            <a:ext cx="1921527" cy="1472339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DF96FE21-9F4C-F64E-9022-163D12187526}"/>
              </a:ext>
            </a:extLst>
          </p:cNvPr>
          <p:cNvSpPr txBox="1"/>
          <p:nvPr/>
        </p:nvSpPr>
        <p:spPr>
          <a:xfrm rot="16200000">
            <a:off x="-1101438" y="1101439"/>
            <a:ext cx="2572211" cy="369332"/>
          </a:xfrm>
          <a:prstGeom prst="rect">
            <a:avLst/>
          </a:prstGeom>
          <a:solidFill>
            <a:srgbClr val="0070C0"/>
          </a:solidFill>
        </p:spPr>
        <p:txBody>
          <a:bodyPr wrap="square" rtlCol="0">
            <a:spAutoFit/>
          </a:bodyPr>
          <a:lstStyle/>
          <a:p>
            <a:r>
              <a:rPr lang="en-AU" dirty="0">
                <a:solidFill>
                  <a:schemeClr val="bg1"/>
                </a:solidFill>
              </a:rPr>
              <a:t>Activate prior knowledge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45A9135-6D23-9B40-A318-5A5318AD7149}"/>
              </a:ext>
            </a:extLst>
          </p:cNvPr>
          <p:cNvSpPr txBox="1"/>
          <p:nvPr/>
        </p:nvSpPr>
        <p:spPr>
          <a:xfrm>
            <a:off x="1535646" y="702259"/>
            <a:ext cx="7863408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5400" b="1" dirty="0"/>
              <a:t>Check your operational</a:t>
            </a:r>
          </a:p>
          <a:p>
            <a:r>
              <a:rPr lang="en-US" sz="5400" b="1" dirty="0"/>
              <a:t>Hypothesis has all the right components… 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1102B2C-7226-CF46-8B34-7B82B88D5E5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55700" y="3594959"/>
            <a:ext cx="9880600" cy="2247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7513949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6D625539-DDA3-CD49-A515-93ED6762E00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70472" y="0"/>
            <a:ext cx="1921527" cy="1472339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DF96FE21-9F4C-F64E-9022-163D12187526}"/>
              </a:ext>
            </a:extLst>
          </p:cNvPr>
          <p:cNvSpPr txBox="1"/>
          <p:nvPr/>
        </p:nvSpPr>
        <p:spPr>
          <a:xfrm rot="16200000">
            <a:off x="-1101438" y="1101439"/>
            <a:ext cx="2572211" cy="369332"/>
          </a:xfrm>
          <a:prstGeom prst="rect">
            <a:avLst/>
          </a:prstGeom>
          <a:solidFill>
            <a:srgbClr val="0070C0"/>
          </a:solidFill>
        </p:spPr>
        <p:txBody>
          <a:bodyPr wrap="square" rtlCol="0">
            <a:spAutoFit/>
          </a:bodyPr>
          <a:lstStyle/>
          <a:p>
            <a:r>
              <a:rPr lang="en-AU" dirty="0">
                <a:solidFill>
                  <a:schemeClr val="bg1"/>
                </a:solidFill>
              </a:rPr>
              <a:t>Activate prior knowledge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45A9135-6D23-9B40-A318-5A5318AD7149}"/>
              </a:ext>
            </a:extLst>
          </p:cNvPr>
          <p:cNvSpPr txBox="1"/>
          <p:nvPr/>
        </p:nvSpPr>
        <p:spPr>
          <a:xfrm>
            <a:off x="724857" y="1472339"/>
            <a:ext cx="9434378" cy="175432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b="1" dirty="0"/>
              <a:t>TASK: Open up “resource 2” grade descriptors</a:t>
            </a:r>
          </a:p>
          <a:p>
            <a:r>
              <a:rPr lang="en-US" sz="3600" b="1" dirty="0"/>
              <a:t>On your whiteboard: </a:t>
            </a:r>
          </a:p>
          <a:p>
            <a:r>
              <a:rPr lang="en-US" sz="3600" b="1" dirty="0">
                <a:solidFill>
                  <a:srgbClr val="FF0000"/>
                </a:solidFill>
              </a:rPr>
              <a:t>Compare the differences between an A, B, and C</a:t>
            </a:r>
          </a:p>
        </p:txBody>
      </p:sp>
      <p:graphicFrame>
        <p:nvGraphicFramePr>
          <p:cNvPr id="4" name="Table 4">
            <a:extLst>
              <a:ext uri="{FF2B5EF4-FFF2-40B4-BE49-F238E27FC236}">
                <a16:creationId xmlns:a16="http://schemas.microsoft.com/office/drawing/2014/main" id="{FE832653-486C-3B4A-8600-C98C6127763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89674005"/>
              </p:ext>
            </p:extLst>
          </p:nvPr>
        </p:nvGraphicFramePr>
        <p:xfrm>
          <a:off x="1777001" y="3428999"/>
          <a:ext cx="8249868" cy="173026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9956">
                  <a:extLst>
                    <a:ext uri="{9D8B030D-6E8A-4147-A177-3AD203B41FA5}">
                      <a16:colId xmlns:a16="http://schemas.microsoft.com/office/drawing/2014/main" val="4213962502"/>
                    </a:ext>
                  </a:extLst>
                </a:gridCol>
                <a:gridCol w="2749956">
                  <a:extLst>
                    <a:ext uri="{9D8B030D-6E8A-4147-A177-3AD203B41FA5}">
                      <a16:colId xmlns:a16="http://schemas.microsoft.com/office/drawing/2014/main" val="2922765010"/>
                    </a:ext>
                  </a:extLst>
                </a:gridCol>
                <a:gridCol w="2749956">
                  <a:extLst>
                    <a:ext uri="{9D8B030D-6E8A-4147-A177-3AD203B41FA5}">
                      <a16:colId xmlns:a16="http://schemas.microsoft.com/office/drawing/2014/main" val="1715364178"/>
                    </a:ext>
                  </a:extLst>
                </a:gridCol>
              </a:tblGrid>
              <a:tr h="375746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A grade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B grade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C grade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09145718"/>
                  </a:ext>
                </a:extLst>
              </a:tr>
              <a:tr h="1354521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72820702"/>
                  </a:ext>
                </a:extLst>
              </a:tr>
            </a:tbl>
          </a:graphicData>
        </a:graphic>
      </p:graphicFrame>
      <p:sp>
        <p:nvSpPr>
          <p:cNvPr id="8" name="TextBox 7">
            <a:extLst>
              <a:ext uri="{FF2B5EF4-FFF2-40B4-BE49-F238E27FC236}">
                <a16:creationId xmlns:a16="http://schemas.microsoft.com/office/drawing/2014/main" id="{FF48F2C6-2D52-3642-B08F-97C8AC570C3B}"/>
              </a:ext>
            </a:extLst>
          </p:cNvPr>
          <p:cNvSpPr txBox="1"/>
          <p:nvPr/>
        </p:nvSpPr>
        <p:spPr>
          <a:xfrm>
            <a:off x="7567421" y="6128609"/>
            <a:ext cx="462457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/>
              <a:t>3 minutes then chin in!</a:t>
            </a:r>
          </a:p>
        </p:txBody>
      </p:sp>
    </p:spTree>
    <p:extLst>
      <p:ext uri="{BB962C8B-B14F-4D97-AF65-F5344CB8AC3E}">
        <p14:creationId xmlns:p14="http://schemas.microsoft.com/office/powerpoint/2010/main" val="249506734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DF96FE21-9F4C-F64E-9022-163D12187526}"/>
              </a:ext>
            </a:extLst>
          </p:cNvPr>
          <p:cNvSpPr txBox="1"/>
          <p:nvPr/>
        </p:nvSpPr>
        <p:spPr>
          <a:xfrm rot="16200000">
            <a:off x="-1101438" y="1101439"/>
            <a:ext cx="2572211" cy="369332"/>
          </a:xfrm>
          <a:prstGeom prst="rect">
            <a:avLst/>
          </a:prstGeom>
          <a:solidFill>
            <a:srgbClr val="0070C0"/>
          </a:solidFill>
        </p:spPr>
        <p:txBody>
          <a:bodyPr wrap="square" rtlCol="0">
            <a:spAutoFit/>
          </a:bodyPr>
          <a:lstStyle/>
          <a:p>
            <a:r>
              <a:rPr lang="en-AU" dirty="0">
                <a:solidFill>
                  <a:schemeClr val="bg1"/>
                </a:solidFill>
              </a:rPr>
              <a:t>Activate prior knowledge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45A9135-6D23-9B40-A318-5A5318AD7149}"/>
              </a:ext>
            </a:extLst>
          </p:cNvPr>
          <p:cNvSpPr txBox="1"/>
          <p:nvPr/>
        </p:nvSpPr>
        <p:spPr>
          <a:xfrm>
            <a:off x="920046" y="1305616"/>
            <a:ext cx="10719504" cy="2554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 dirty="0"/>
              <a:t>TASK: </a:t>
            </a:r>
          </a:p>
          <a:p>
            <a:r>
              <a:rPr lang="en-US" sz="4000" b="1" dirty="0"/>
              <a:t>In pairs compare the 3 investigation examples </a:t>
            </a:r>
          </a:p>
          <a:p>
            <a:r>
              <a:rPr lang="en-US" sz="4000" b="1" dirty="0">
                <a:solidFill>
                  <a:srgbClr val="FF0000"/>
                </a:solidFill>
              </a:rPr>
              <a:t>Compare and evaluate </a:t>
            </a:r>
            <a:r>
              <a:rPr lang="en-US" sz="4000" b="1" dirty="0"/>
              <a:t>what grade you would give them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F48F2C6-2D52-3642-B08F-97C8AC570C3B}"/>
              </a:ext>
            </a:extLst>
          </p:cNvPr>
          <p:cNvSpPr txBox="1"/>
          <p:nvPr/>
        </p:nvSpPr>
        <p:spPr>
          <a:xfrm>
            <a:off x="7567421" y="6128609"/>
            <a:ext cx="462457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/>
              <a:t>3 minutes then chin in!</a:t>
            </a:r>
          </a:p>
        </p:txBody>
      </p:sp>
    </p:spTree>
    <p:extLst>
      <p:ext uri="{BB962C8B-B14F-4D97-AF65-F5344CB8AC3E}">
        <p14:creationId xmlns:p14="http://schemas.microsoft.com/office/powerpoint/2010/main" val="205030854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6D625539-DDA3-CD49-A515-93ED6762E00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70472" y="0"/>
            <a:ext cx="1921527" cy="1472339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DF96FE21-9F4C-F64E-9022-163D12187526}"/>
              </a:ext>
            </a:extLst>
          </p:cNvPr>
          <p:cNvSpPr txBox="1"/>
          <p:nvPr/>
        </p:nvSpPr>
        <p:spPr>
          <a:xfrm rot="16200000">
            <a:off x="-1101438" y="1101439"/>
            <a:ext cx="2572211" cy="369332"/>
          </a:xfrm>
          <a:prstGeom prst="rect">
            <a:avLst/>
          </a:prstGeom>
          <a:solidFill>
            <a:srgbClr val="0070C0"/>
          </a:solidFill>
        </p:spPr>
        <p:txBody>
          <a:bodyPr wrap="square" rtlCol="0">
            <a:spAutoFit/>
          </a:bodyPr>
          <a:lstStyle/>
          <a:p>
            <a:r>
              <a:rPr lang="en-AU" dirty="0">
                <a:solidFill>
                  <a:schemeClr val="bg1"/>
                </a:solidFill>
              </a:rPr>
              <a:t>Activate prior knowledge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45A9135-6D23-9B40-A318-5A5318AD7149}"/>
              </a:ext>
            </a:extLst>
          </p:cNvPr>
          <p:cNvSpPr txBox="1"/>
          <p:nvPr/>
        </p:nvSpPr>
        <p:spPr>
          <a:xfrm>
            <a:off x="2024946" y="1905461"/>
            <a:ext cx="7042854" cy="27392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b="1" dirty="0"/>
              <a:t>Explain the purpose of an introduction on a research paper</a:t>
            </a:r>
          </a:p>
          <a:p>
            <a:endParaRPr lang="en-US" sz="4000" b="1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F48F2C6-2D52-3642-B08F-97C8AC570C3B}"/>
              </a:ext>
            </a:extLst>
          </p:cNvPr>
          <p:cNvSpPr txBox="1"/>
          <p:nvPr/>
        </p:nvSpPr>
        <p:spPr>
          <a:xfrm>
            <a:off x="7567421" y="6128609"/>
            <a:ext cx="462457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/>
              <a:t>2 minutes then chin in!</a:t>
            </a:r>
          </a:p>
        </p:txBody>
      </p:sp>
    </p:spTree>
    <p:extLst>
      <p:ext uri="{BB962C8B-B14F-4D97-AF65-F5344CB8AC3E}">
        <p14:creationId xmlns:p14="http://schemas.microsoft.com/office/powerpoint/2010/main" val="373440524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B9B256-F997-804A-BE8B-3BAD7B8CDA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51000" y="-58930"/>
            <a:ext cx="10515600" cy="1325563"/>
          </a:xfrm>
        </p:spPr>
        <p:txBody>
          <a:bodyPr/>
          <a:lstStyle/>
          <a:p>
            <a:r>
              <a:rPr lang="en-US" b="1" dirty="0"/>
              <a:t>INTRODUCTION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30585ED-6B3E-0A47-A580-F4086D0E0CF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53096" y="971551"/>
            <a:ext cx="5857254" cy="5486399"/>
          </a:xfrm>
          <a:ln w="76200">
            <a:solidFill>
              <a:srgbClr val="92D050"/>
            </a:solidFill>
          </a:ln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sz="3200" b="1" dirty="0"/>
              <a:t>To include, in order:</a:t>
            </a:r>
          </a:p>
          <a:p>
            <a:pPr marL="514350" indent="-514350">
              <a:buAutoNum type="arabicParenR"/>
            </a:pPr>
            <a:r>
              <a:rPr lang="en-US" dirty="0"/>
              <a:t>Define all the key terms: memory, mnemonic devices and narrative chains</a:t>
            </a:r>
          </a:p>
          <a:p>
            <a:pPr marL="514350" indent="-514350">
              <a:buAutoNum type="arabicParenR"/>
            </a:pPr>
            <a:r>
              <a:rPr lang="en-US" dirty="0"/>
              <a:t>Provide an example of a mnemonic device</a:t>
            </a:r>
          </a:p>
          <a:p>
            <a:pPr marL="514350" indent="-514350">
              <a:buAutoNum type="arabicParenR"/>
            </a:pPr>
            <a:r>
              <a:rPr lang="en-US" dirty="0"/>
              <a:t>Outline relevant previous research</a:t>
            </a:r>
          </a:p>
          <a:p>
            <a:pPr marL="514350" indent="-514350">
              <a:buAutoNum type="arabicParenR"/>
            </a:pPr>
            <a:r>
              <a:rPr lang="en-US" dirty="0"/>
              <a:t>Link current research to past. Why are you now conducting the research?</a:t>
            </a:r>
          </a:p>
          <a:p>
            <a:pPr marL="514350" indent="-514350">
              <a:buAutoNum type="arabicParenR"/>
            </a:pPr>
            <a:r>
              <a:rPr lang="en-US" dirty="0"/>
              <a:t>Aim and operational hypothesis of current research</a:t>
            </a:r>
          </a:p>
          <a:p>
            <a:pPr marL="514350" indent="-514350">
              <a:buAutoNum type="arabicParenR"/>
            </a:pPr>
            <a:r>
              <a:rPr lang="en-US" dirty="0"/>
              <a:t>Variables defined (IV, and DV)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058D844-C85F-AD46-BBF2-A02762321D9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08800" y="-39880"/>
            <a:ext cx="5283200" cy="408940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5530D491-A3AD-D749-ADBE-52673FE830F2}"/>
              </a:ext>
            </a:extLst>
          </p:cNvPr>
          <p:cNvSpPr txBox="1"/>
          <p:nvPr/>
        </p:nvSpPr>
        <p:spPr>
          <a:xfrm rot="16200000">
            <a:off x="-1057277" y="1044059"/>
            <a:ext cx="2457455" cy="369332"/>
          </a:xfrm>
          <a:prstGeom prst="rect">
            <a:avLst/>
          </a:prstGeom>
          <a:solidFill>
            <a:srgbClr val="00B050"/>
          </a:solidFill>
        </p:spPr>
        <p:txBody>
          <a:bodyPr wrap="square" rtlCol="0">
            <a:spAutoFit/>
          </a:bodyPr>
          <a:lstStyle/>
          <a:p>
            <a:r>
              <a:rPr lang="en-AU" dirty="0">
                <a:solidFill>
                  <a:schemeClr val="bg1"/>
                </a:solidFill>
              </a:rPr>
              <a:t>Independent practice 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A49000B-40E4-3344-A23B-AD735EAF3600}"/>
              </a:ext>
            </a:extLst>
          </p:cNvPr>
          <p:cNvSpPr txBox="1"/>
          <p:nvPr/>
        </p:nvSpPr>
        <p:spPr>
          <a:xfrm>
            <a:off x="6851650" y="4476512"/>
            <a:ext cx="5314950" cy="1600438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r>
              <a:rPr lang="en-US" sz="2000" b="1" dirty="0"/>
              <a:t>Sentence starters…</a:t>
            </a:r>
          </a:p>
          <a:p>
            <a:r>
              <a:rPr lang="en-US" sz="2000" dirty="0"/>
              <a:t>Memory is defined as…</a:t>
            </a:r>
          </a:p>
          <a:p>
            <a:r>
              <a:rPr lang="en-US" sz="2000" dirty="0"/>
              <a:t>The current research is looking at how…</a:t>
            </a:r>
          </a:p>
          <a:p>
            <a:r>
              <a:rPr lang="en-US" sz="2000" dirty="0"/>
              <a:t>Past research by X and X (2019) found that…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6166045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57FD56-BEF2-4E49-AE70-6E742C5B65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Refresher: what are mnemonics?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CBE0EE6-B4EA-D246-B987-4C4119D8600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71626"/>
            <a:ext cx="8753550" cy="4351338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US" b="1" dirty="0"/>
              <a:t>What are mnemonic devices? </a:t>
            </a:r>
            <a:r>
              <a:rPr lang="en-US" dirty="0"/>
              <a:t>Any </a:t>
            </a:r>
            <a:r>
              <a:rPr lang="en-AU" dirty="0"/>
              <a:t>learning technique that aids information retention &amp; retrieval of memory. Mnemonics make use of elaborative encoding, retrieval cues, and imagery as specific tools to encode any given information in a way that allows for efficient storage and retrieval.</a:t>
            </a:r>
          </a:p>
          <a:p>
            <a:pPr marL="0" indent="0">
              <a:buNone/>
            </a:pPr>
            <a:endParaRPr lang="en-AU" dirty="0"/>
          </a:p>
          <a:p>
            <a:pPr marL="0" indent="0">
              <a:buNone/>
            </a:pPr>
            <a:r>
              <a:rPr lang="en-AU" b="1" dirty="0"/>
              <a:t>Narrative chain</a:t>
            </a:r>
            <a:r>
              <a:rPr lang="en-AU" dirty="0"/>
              <a:t>: Creating a visual, memorable sentence, </a:t>
            </a:r>
            <a:r>
              <a:rPr lang="en-AU" dirty="0" err="1"/>
              <a:t>strining</a:t>
            </a:r>
            <a:r>
              <a:rPr lang="en-AU" dirty="0"/>
              <a:t> together key words that you need to remember in order.</a:t>
            </a:r>
          </a:p>
          <a:p>
            <a:pPr marL="0" indent="0">
              <a:buNone/>
            </a:pPr>
            <a:r>
              <a:rPr lang="en-AU" i="1" dirty="0"/>
              <a:t>e.g. </a:t>
            </a:r>
            <a:r>
              <a:rPr lang="en-AU" b="1" i="1" dirty="0"/>
              <a:t>Cat, leaf, wind, </a:t>
            </a:r>
            <a:r>
              <a:rPr lang="en-AU" i="1" dirty="0"/>
              <a:t>= A pink cat is chasing a giant leaf blowing in the wind.</a:t>
            </a:r>
            <a:endParaRPr lang="en-US" i="1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4BE72FB-DC01-B746-B919-CC033AA4DAAE}"/>
              </a:ext>
            </a:extLst>
          </p:cNvPr>
          <p:cNvSpPr txBox="1"/>
          <p:nvPr/>
        </p:nvSpPr>
        <p:spPr>
          <a:xfrm rot="16200000">
            <a:off x="-1057277" y="1044059"/>
            <a:ext cx="2457455" cy="369332"/>
          </a:xfrm>
          <a:prstGeom prst="rect">
            <a:avLst/>
          </a:prstGeom>
          <a:solidFill>
            <a:srgbClr val="00B050"/>
          </a:solidFill>
        </p:spPr>
        <p:txBody>
          <a:bodyPr wrap="square" rtlCol="0">
            <a:spAutoFit/>
          </a:bodyPr>
          <a:lstStyle/>
          <a:p>
            <a:r>
              <a:rPr lang="en-AU" dirty="0">
                <a:solidFill>
                  <a:schemeClr val="bg1"/>
                </a:solidFill>
              </a:rPr>
              <a:t>Concept development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5C2BDCE-B5A2-D54B-AB67-2081C25AA9E2}"/>
              </a:ext>
            </a:extLst>
          </p:cNvPr>
          <p:cNvSpPr txBox="1"/>
          <p:nvPr/>
        </p:nvSpPr>
        <p:spPr>
          <a:xfrm>
            <a:off x="3495600" y="6308209"/>
            <a:ext cx="875355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Remember for your assessment this needs to be in your own words with your own example</a:t>
            </a:r>
          </a:p>
        </p:txBody>
      </p:sp>
    </p:spTree>
    <p:extLst>
      <p:ext uri="{BB962C8B-B14F-4D97-AF65-F5344CB8AC3E}">
        <p14:creationId xmlns:p14="http://schemas.microsoft.com/office/powerpoint/2010/main" val="269502653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B9B256-F997-804A-BE8B-3BAD7B8CDA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6800" y="-277815"/>
            <a:ext cx="10515600" cy="1325563"/>
          </a:xfrm>
        </p:spPr>
        <p:txBody>
          <a:bodyPr/>
          <a:lstStyle/>
          <a:p>
            <a:r>
              <a:rPr lang="en-US" b="1" dirty="0"/>
              <a:t>Reading and summarizing previous research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30585ED-6B3E-0A47-A580-F4086D0E0CF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5540" y="952499"/>
            <a:ext cx="5066363" cy="5848349"/>
          </a:xfrm>
          <a:ln w="76200">
            <a:solidFill>
              <a:srgbClr val="92D050"/>
            </a:solidFill>
          </a:ln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dirty="0"/>
              <a:t>Steps:</a:t>
            </a:r>
          </a:p>
          <a:p>
            <a:pPr marL="0" indent="0">
              <a:buNone/>
            </a:pPr>
            <a:r>
              <a:rPr lang="en-US" sz="2400" b="1" dirty="0"/>
              <a:t>Open resource 3: Literature</a:t>
            </a:r>
          </a:p>
          <a:p>
            <a:pPr marL="514350" indent="-514350">
              <a:buAutoNum type="arabicParenR"/>
            </a:pPr>
            <a:r>
              <a:rPr lang="en-US" sz="2400" dirty="0"/>
              <a:t>Pick out the researchers and year </a:t>
            </a:r>
          </a:p>
          <a:p>
            <a:pPr marL="0" indent="0">
              <a:buNone/>
            </a:pPr>
            <a:r>
              <a:rPr lang="en-US" sz="2400" dirty="0"/>
              <a:t>e.g. Davey (2019)</a:t>
            </a:r>
          </a:p>
          <a:p>
            <a:pPr marL="0" indent="0">
              <a:buNone/>
            </a:pPr>
            <a:r>
              <a:rPr lang="en-US" sz="2400" dirty="0"/>
              <a:t>2) </a:t>
            </a:r>
            <a:r>
              <a:rPr lang="en-US" sz="2400" b="1" dirty="0"/>
              <a:t>From the research identify:</a:t>
            </a:r>
          </a:p>
          <a:p>
            <a:pPr marL="0" indent="0">
              <a:buNone/>
            </a:pPr>
            <a:r>
              <a:rPr lang="en-US" sz="2400" dirty="0"/>
              <a:t>Aim, Participants, Procedure, Results and Conclusion</a:t>
            </a:r>
          </a:p>
          <a:p>
            <a:pPr marL="0" indent="0">
              <a:buNone/>
            </a:pPr>
            <a:r>
              <a:rPr lang="en-US" sz="2400" dirty="0"/>
              <a:t>3) Evaluate the research – are there any flaws in the method? </a:t>
            </a:r>
          </a:p>
          <a:p>
            <a:pPr marL="0" indent="0">
              <a:buNone/>
            </a:pPr>
            <a:r>
              <a:rPr lang="en-US" sz="2400" dirty="0"/>
              <a:t>Include a brief outline in your introduction.</a:t>
            </a:r>
          </a:p>
          <a:p>
            <a:pPr marL="0" indent="0">
              <a:buNone/>
            </a:pPr>
            <a:r>
              <a:rPr lang="en-US" sz="2400" dirty="0"/>
              <a:t>Step 3 allows you to link the past research to the current.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530D491-A3AD-D749-ADBE-52673FE830F2}"/>
              </a:ext>
            </a:extLst>
          </p:cNvPr>
          <p:cNvSpPr txBox="1"/>
          <p:nvPr/>
        </p:nvSpPr>
        <p:spPr>
          <a:xfrm rot="16200000">
            <a:off x="-1057277" y="1044059"/>
            <a:ext cx="2457455" cy="369332"/>
          </a:xfrm>
          <a:prstGeom prst="rect">
            <a:avLst/>
          </a:prstGeom>
          <a:solidFill>
            <a:srgbClr val="00B050"/>
          </a:solidFill>
        </p:spPr>
        <p:txBody>
          <a:bodyPr wrap="square" rtlCol="0">
            <a:spAutoFit/>
          </a:bodyPr>
          <a:lstStyle/>
          <a:p>
            <a:r>
              <a:rPr lang="en-AU" dirty="0">
                <a:solidFill>
                  <a:schemeClr val="bg1"/>
                </a:solidFill>
              </a:rPr>
              <a:t>Independent practice 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A2BFDD7-6660-984C-B60C-2161458FAA4A}"/>
              </a:ext>
            </a:extLst>
          </p:cNvPr>
          <p:cNvSpPr txBox="1"/>
          <p:nvPr/>
        </p:nvSpPr>
        <p:spPr>
          <a:xfrm>
            <a:off x="5725935" y="819149"/>
            <a:ext cx="6345838" cy="1938992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r>
              <a:rPr lang="en-US" sz="2400" b="1" dirty="0"/>
              <a:t>Sentence starters..</a:t>
            </a:r>
          </a:p>
          <a:p>
            <a:r>
              <a:rPr lang="en-US" sz="2400" dirty="0"/>
              <a:t>Research conducted by…</a:t>
            </a:r>
          </a:p>
          <a:p>
            <a:r>
              <a:rPr lang="en-US" sz="2400" dirty="0"/>
              <a:t>The efficacy of mnemonic d devices has been test by…</a:t>
            </a:r>
          </a:p>
          <a:p>
            <a:r>
              <a:rPr lang="en-US" sz="2400" dirty="0"/>
              <a:t>Previous research by…     looked at… </a:t>
            </a:r>
          </a:p>
        </p:txBody>
      </p:sp>
      <p:sp>
        <p:nvSpPr>
          <p:cNvPr id="5" name="AutoShape 2">
            <a:extLst>
              <a:ext uri="{FF2B5EF4-FFF2-40B4-BE49-F238E27FC236}">
                <a16:creationId xmlns:a16="http://schemas.microsoft.com/office/drawing/2014/main" id="{B86C9097-0C45-9D46-AEBC-413F1C05669F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EDEC885-6097-2C4F-9E15-E3AD4A924539}"/>
              </a:ext>
            </a:extLst>
          </p:cNvPr>
          <p:cNvSpPr txBox="1"/>
          <p:nvPr/>
        </p:nvSpPr>
        <p:spPr>
          <a:xfrm>
            <a:off x="5786263" y="3000968"/>
            <a:ext cx="6139038" cy="1846659"/>
          </a:xfrm>
          <a:prstGeom prst="rect">
            <a:avLst/>
          </a:prstGeom>
          <a:noFill/>
          <a:ln w="57150"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en-US" sz="2400" dirty="0"/>
              <a:t>You need at least 3 sources to cite from in your introduction.</a:t>
            </a:r>
          </a:p>
          <a:p>
            <a:r>
              <a:rPr lang="en-US" sz="2400" dirty="0"/>
              <a:t>Look on the next slide for potential sources and citing tips.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5509795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C5E768-4826-F24E-97A0-606609AC5C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Introduction – needs at least 3 Journal Articles!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7C4AEA9-E7D6-2F40-A15D-081BF7FFD5F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958975"/>
            <a:ext cx="11010900" cy="4667250"/>
          </a:xfrm>
        </p:spPr>
        <p:txBody>
          <a:bodyPr>
            <a:normAutofit fontScale="85000" lnSpcReduction="20000"/>
          </a:bodyPr>
          <a:lstStyle/>
          <a:p>
            <a:pPr fontAlgn="base"/>
            <a:r>
              <a:rPr lang="en-US" dirty="0"/>
              <a:t>Use </a:t>
            </a:r>
            <a:r>
              <a:rPr lang="en-US" dirty="0" err="1"/>
              <a:t>citeme.com</a:t>
            </a:r>
            <a:r>
              <a:rPr lang="en-US" dirty="0"/>
              <a:t> to put your references into APA formatting​</a:t>
            </a:r>
          </a:p>
          <a:p>
            <a:pPr marL="0" indent="0" fontAlgn="base">
              <a:buNone/>
            </a:pPr>
            <a:r>
              <a:rPr lang="en-US" dirty="0"/>
              <a:t>Articles​</a:t>
            </a:r>
          </a:p>
          <a:p>
            <a:pPr fontAlgn="base"/>
            <a:r>
              <a:rPr lang="en-US" u="sng" dirty="0">
                <a:hlinkClick r:id="rId2"/>
              </a:rPr>
              <a:t>https://psychcentral.com/lib/memory-and-mnemonic-devices/</a:t>
            </a:r>
            <a:r>
              <a:rPr lang="en-US" dirty="0"/>
              <a:t>​</a:t>
            </a:r>
          </a:p>
          <a:p>
            <a:pPr fontAlgn="base"/>
            <a:r>
              <a:rPr lang="en-US" u="sng" dirty="0">
                <a:hlinkClick r:id="rId3"/>
              </a:rPr>
              <a:t>https://www.sciencedirect.com/topics/psychology/mnemonics</a:t>
            </a:r>
            <a:r>
              <a:rPr lang="en-US" dirty="0"/>
              <a:t>​</a:t>
            </a:r>
          </a:p>
          <a:p>
            <a:pPr marL="0" indent="0" fontAlgn="base">
              <a:buNone/>
            </a:pPr>
            <a:r>
              <a:rPr lang="en-US" dirty="0"/>
              <a:t>Journal Articles​</a:t>
            </a:r>
          </a:p>
          <a:p>
            <a:pPr fontAlgn="base"/>
            <a:r>
              <a:rPr lang="en-US" u="sng" dirty="0">
                <a:hlinkClick r:id="rId4"/>
              </a:rPr>
              <a:t>https://niallaocallaghan.files.wordpress.com/2014/10/posterpdf.pdf</a:t>
            </a:r>
            <a:r>
              <a:rPr lang="en-US" dirty="0"/>
              <a:t>​</a:t>
            </a:r>
          </a:p>
          <a:p>
            <a:pPr fontAlgn="base"/>
            <a:r>
              <a:rPr lang="en-US" u="sng" dirty="0">
                <a:hlinkClick r:id="rId5"/>
              </a:rPr>
              <a:t>https://stanford.edu/~gbower/1969/Narrative_stories.pdf</a:t>
            </a:r>
            <a:r>
              <a:rPr lang="en-US" dirty="0"/>
              <a:t>​</a:t>
            </a:r>
          </a:p>
          <a:p>
            <a:pPr fontAlgn="base"/>
            <a:r>
              <a:rPr lang="en-US" u="sng" dirty="0">
                <a:hlinkClick r:id="rId6"/>
              </a:rPr>
              <a:t>https://www.bartleby.com/essay/The-Effectiveness-of-Narrative-Chaining-on-Memory-FKJWZBFCTC</a:t>
            </a:r>
            <a:r>
              <a:rPr lang="en-US" dirty="0"/>
              <a:t>​</a:t>
            </a:r>
          </a:p>
          <a:p>
            <a:pPr fontAlgn="base"/>
            <a:r>
              <a:rPr lang="en-US" u="sng" dirty="0">
                <a:hlinkClick r:id="rId7"/>
              </a:rPr>
              <a:t>https://www.ncbi.nlm.nih.gov/pmc/articles/PMC5439266/</a:t>
            </a:r>
            <a:r>
              <a:rPr lang="en-US" dirty="0"/>
              <a:t>​</a:t>
            </a:r>
          </a:p>
          <a:p>
            <a:pPr fontAlgn="base"/>
            <a:r>
              <a:rPr lang="en-US" u="sng" dirty="0">
                <a:hlinkClick r:id="rId8"/>
              </a:rPr>
              <a:t>https://www.tandfonline.com/doi/full/10.1080/10691898.2017.1294879</a:t>
            </a:r>
            <a:r>
              <a:rPr lang="en-US" dirty="0"/>
              <a:t>​</a:t>
            </a:r>
          </a:p>
          <a:p>
            <a:pPr fontAlgn="base"/>
            <a:r>
              <a:rPr lang="en-US" u="sng" dirty="0">
                <a:hlinkClick r:id="rId9"/>
              </a:rPr>
              <a:t>https://link.springer.com/content/pdf/10.3758/BF03336829.pdf</a:t>
            </a:r>
            <a:endParaRPr lang="en-US" dirty="0"/>
          </a:p>
          <a:p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03277C6-C2EC-4B4B-91D3-0C0599A8C938}"/>
              </a:ext>
            </a:extLst>
          </p:cNvPr>
          <p:cNvSpPr txBox="1"/>
          <p:nvPr/>
        </p:nvSpPr>
        <p:spPr>
          <a:xfrm rot="16200000">
            <a:off x="-1057277" y="1044059"/>
            <a:ext cx="2457455" cy="369332"/>
          </a:xfrm>
          <a:prstGeom prst="rect">
            <a:avLst/>
          </a:prstGeom>
          <a:solidFill>
            <a:srgbClr val="00B050"/>
          </a:solidFill>
        </p:spPr>
        <p:txBody>
          <a:bodyPr wrap="square" rtlCol="0">
            <a:spAutoFit/>
          </a:bodyPr>
          <a:lstStyle/>
          <a:p>
            <a:r>
              <a:rPr lang="en-AU" dirty="0">
                <a:solidFill>
                  <a:schemeClr val="bg1"/>
                </a:solidFill>
              </a:rPr>
              <a:t>Independent practice </a:t>
            </a:r>
          </a:p>
        </p:txBody>
      </p:sp>
    </p:spTree>
    <p:extLst>
      <p:ext uri="{BB962C8B-B14F-4D97-AF65-F5344CB8AC3E}">
        <p14:creationId xmlns:p14="http://schemas.microsoft.com/office/powerpoint/2010/main" val="272698359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A5E40A-5FB4-D74C-8F95-466AA94F7B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5527" y="107759"/>
            <a:ext cx="6508377" cy="1617133"/>
          </a:xfrm>
        </p:spPr>
        <p:txBody>
          <a:bodyPr/>
          <a:lstStyle/>
          <a:p>
            <a:r>
              <a:rPr lang="en-AU" sz="5400" b="1" dirty="0"/>
              <a:t>Homework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9492060-9AC3-0B43-9E1B-8809CB7521F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76536" y="2317560"/>
            <a:ext cx="9838927" cy="4540440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AU" sz="4400" b="1" dirty="0"/>
              <a:t>Before next class you must have: </a:t>
            </a:r>
          </a:p>
          <a:p>
            <a:pPr marL="0" indent="0">
              <a:buNone/>
            </a:pPr>
            <a:endParaRPr lang="en-AU" sz="4400" dirty="0"/>
          </a:p>
          <a:p>
            <a:pPr marL="0" indent="0">
              <a:buNone/>
            </a:pPr>
            <a:r>
              <a:rPr lang="en-AU" sz="4400" dirty="0"/>
              <a:t>Drafted your introduction, including summarising previous research</a:t>
            </a:r>
          </a:p>
          <a:p>
            <a:endParaRPr lang="en-AU" sz="2400" dirty="0"/>
          </a:p>
          <a:p>
            <a:pPr marL="0" indent="0">
              <a:buNone/>
            </a:pPr>
            <a:endParaRPr lang="en-AU" sz="2400" dirty="0"/>
          </a:p>
        </p:txBody>
      </p:sp>
      <p:pic>
        <p:nvPicPr>
          <p:cNvPr id="5" name="Picture 4" descr="062608-glossy-black-icon-people-things-people-student-study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94922" y="-44823"/>
            <a:ext cx="2178424" cy="21784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9630251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D2E555-EA4A-4184-918C-1630F80974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sz="5400" b="1" dirty="0"/>
              <a:t>Exit Ticket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A90E94D-8BB9-4152-80A2-4A18D09037E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39398" y="2362201"/>
            <a:ext cx="8677836" cy="3916363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AU" sz="7200" dirty="0"/>
              <a:t>Ask one get one</a:t>
            </a:r>
          </a:p>
        </p:txBody>
      </p:sp>
      <p:pic>
        <p:nvPicPr>
          <p:cNvPr id="4" name="Picture 3" descr="__-41-512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17234" y="136524"/>
            <a:ext cx="1765167" cy="17651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7512754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Lesson template" id="{BE3FD172-D024-DE49-B586-228D6C825ABD}" vid="{767780C8-878E-A447-AAC4-C73CC567D16E}"/>
    </a:ext>
  </a:extLst>
</a:theme>
</file>

<file path=ppt/theme/theme2.xml><?xml version="1.0" encoding="utf-8"?>
<a:theme xmlns:a="http://schemas.openxmlformats.org/drawingml/2006/main" name="Saba">
  <a:themeElements>
    <a:clrScheme name="Austin">
      <a:dk1>
        <a:sysClr val="windowText" lastClr="000000"/>
      </a:dk1>
      <a:lt1>
        <a:sysClr val="window" lastClr="FFFFFF"/>
      </a:lt1>
      <a:dk2>
        <a:srgbClr val="3E3D2D"/>
      </a:dk2>
      <a:lt2>
        <a:srgbClr val="CAF278"/>
      </a:lt2>
      <a:accent1>
        <a:srgbClr val="94C600"/>
      </a:accent1>
      <a:accent2>
        <a:srgbClr val="71685A"/>
      </a:accent2>
      <a:accent3>
        <a:srgbClr val="FF6700"/>
      </a:accent3>
      <a:accent4>
        <a:srgbClr val="909465"/>
      </a:accent4>
      <a:accent5>
        <a:srgbClr val="956B43"/>
      </a:accent5>
      <a:accent6>
        <a:srgbClr val="FEA022"/>
      </a:accent6>
      <a:hlink>
        <a:srgbClr val="E68200"/>
      </a:hlink>
      <a:folHlink>
        <a:srgbClr val="FFA94A"/>
      </a:folHlink>
    </a:clrScheme>
    <a:fontScheme name="Austin">
      <a:majorFont>
        <a:latin typeface="Century Gothic"/>
        <a:ea typeface=""/>
        <a:cs typeface=""/>
        <a:font script="Jpan" typeface="ＭＳ ゴシック"/>
        <a:font script="Hang" typeface="HY중고딕"/>
        <a:font script="Hans" typeface="微软雅黑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/>
        <a:ea typeface=""/>
        <a:cs typeface=""/>
        <a:font script="Jpan" typeface="ＭＳ ゴシック"/>
        <a:font script="Hang" typeface="HY중고딕"/>
        <a:font script="Hans" typeface="微软雅黑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Plaza">
      <a:fillStyleLst>
        <a:solidFill>
          <a:schemeClr val="phClr"/>
        </a:solidFill>
        <a:gradFill rotWithShape="1">
          <a:gsLst>
            <a:gs pos="0">
              <a:schemeClr val="phClr">
                <a:tint val="100000"/>
                <a:shade val="60000"/>
                <a:satMod val="135000"/>
              </a:schemeClr>
            </a:gs>
            <a:gs pos="100000">
              <a:schemeClr val="phClr">
                <a:tint val="100000"/>
                <a:shade val="100000"/>
                <a:satMod val="135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70000"/>
                <a:satMod val="120000"/>
              </a:schemeClr>
            </a:gs>
            <a:gs pos="35000">
              <a:schemeClr val="phClr">
                <a:shade val="100000"/>
                <a:satMod val="150000"/>
              </a:schemeClr>
            </a:gs>
            <a:gs pos="70000">
              <a:schemeClr val="phClr">
                <a:tint val="100000"/>
                <a:shade val="100000"/>
                <a:satMod val="200000"/>
                <a:greenMod val="100000"/>
              </a:schemeClr>
            </a:gs>
            <a:gs pos="100000">
              <a:schemeClr val="phClr">
                <a:tint val="100000"/>
                <a:shade val="100000"/>
                <a:satMod val="250000"/>
                <a:greenMod val="100000"/>
              </a:schemeClr>
            </a:gs>
          </a:gsLst>
          <a:lin ang="16200000" scaled="1"/>
        </a:gradFill>
      </a:fillStyleLst>
      <a:lnStyleLst>
        <a:ln w="12700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17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190500" dist="63500" dir="5400000">
              <a:srgbClr val="FFFFFF">
                <a:alpha val="65000"/>
              </a:srgbClr>
            </a:innerShdw>
          </a:effectLst>
          <a:scene3d>
            <a:camera prst="orthographicFront">
              <a:rot lat="0" lon="0" rev="0"/>
            </a:camera>
            <a:lightRig rig="twoPt" dir="r">
              <a:rot lat="0" lon="0" rev="6000000"/>
            </a:lightRig>
          </a:scene3d>
          <a:sp3d prstMaterial="matte">
            <a:bevelT w="0" h="0" prst="relaxedInset"/>
          </a:sp3d>
        </a:effectStyle>
        <a:effectStyle>
          <a:effectLst>
            <a:innerShdw blurRad="50800" dist="25400" dir="13500000">
              <a:srgbClr val="FFFFFF">
                <a:alpha val="75000"/>
              </a:srgbClr>
            </a:innerShdw>
            <a:outerShdw blurRad="88900" dist="38100" dir="6600000" sx="101000" sy="101000" rotWithShape="0">
              <a:srgbClr val="000000">
                <a:alpha val="50000"/>
              </a:srgbClr>
            </a:outerShdw>
          </a:effectLst>
          <a:scene3d>
            <a:camera prst="perspectiveFront" fov="3000000"/>
            <a:lightRig rig="morning" dir="tl">
              <a:rot lat="0" lon="0" rev="1800000"/>
            </a:lightRig>
          </a:scene3d>
          <a:sp3d contourW="38100" prstMaterial="softEdge">
            <a:bevelT w="25400" h="38100"/>
            <a:contourClr>
              <a:schemeClr val="phClr">
                <a:tint val="6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 rtlCol="0" anchor="ctr"/>
      <a:lstStyle>
        <a:defPPr algn="ctr">
          <a:defRPr/>
        </a:defPPr>
      </a:lstStyle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Lesson template" id="{BE3FD172-D024-DE49-B586-228D6C825ABD}" vid="{007CADC7-1C8C-EE44-9A84-575C6C189305}"/>
    </a:ext>
  </a:extLst>
</a:theme>
</file>

<file path=ppt/theme/theme3.xml><?xml version="1.0" encoding="utf-8"?>
<a:theme xmlns:a="http://schemas.openxmlformats.org/drawingml/2006/main" name="1_Saba">
  <a:themeElements>
    <a:clrScheme name="Austin">
      <a:dk1>
        <a:sysClr val="windowText" lastClr="000000"/>
      </a:dk1>
      <a:lt1>
        <a:sysClr val="window" lastClr="FFFFFF"/>
      </a:lt1>
      <a:dk2>
        <a:srgbClr val="3E3D2D"/>
      </a:dk2>
      <a:lt2>
        <a:srgbClr val="CAF278"/>
      </a:lt2>
      <a:accent1>
        <a:srgbClr val="94C600"/>
      </a:accent1>
      <a:accent2>
        <a:srgbClr val="71685A"/>
      </a:accent2>
      <a:accent3>
        <a:srgbClr val="FF6700"/>
      </a:accent3>
      <a:accent4>
        <a:srgbClr val="909465"/>
      </a:accent4>
      <a:accent5>
        <a:srgbClr val="956B43"/>
      </a:accent5>
      <a:accent6>
        <a:srgbClr val="FEA022"/>
      </a:accent6>
      <a:hlink>
        <a:srgbClr val="E68200"/>
      </a:hlink>
      <a:folHlink>
        <a:srgbClr val="FFA94A"/>
      </a:folHlink>
    </a:clrScheme>
    <a:fontScheme name="Austin">
      <a:majorFont>
        <a:latin typeface="Century Gothic"/>
        <a:ea typeface=""/>
        <a:cs typeface=""/>
        <a:font script="Jpan" typeface="ＭＳ ゴシック"/>
        <a:font script="Hang" typeface="HY중고딕"/>
        <a:font script="Hans" typeface="微软雅黑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/>
        <a:ea typeface=""/>
        <a:cs typeface=""/>
        <a:font script="Jpan" typeface="ＭＳ ゴシック"/>
        <a:font script="Hang" typeface="HY중고딕"/>
        <a:font script="Hans" typeface="微软雅黑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Plaza">
      <a:fillStyleLst>
        <a:solidFill>
          <a:schemeClr val="phClr"/>
        </a:solidFill>
        <a:gradFill rotWithShape="1">
          <a:gsLst>
            <a:gs pos="0">
              <a:schemeClr val="phClr">
                <a:tint val="100000"/>
                <a:shade val="60000"/>
                <a:satMod val="135000"/>
              </a:schemeClr>
            </a:gs>
            <a:gs pos="100000">
              <a:schemeClr val="phClr">
                <a:tint val="100000"/>
                <a:shade val="100000"/>
                <a:satMod val="135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70000"/>
                <a:satMod val="120000"/>
              </a:schemeClr>
            </a:gs>
            <a:gs pos="35000">
              <a:schemeClr val="phClr">
                <a:shade val="100000"/>
                <a:satMod val="150000"/>
              </a:schemeClr>
            </a:gs>
            <a:gs pos="70000">
              <a:schemeClr val="phClr">
                <a:tint val="100000"/>
                <a:shade val="100000"/>
                <a:satMod val="200000"/>
                <a:greenMod val="100000"/>
              </a:schemeClr>
            </a:gs>
            <a:gs pos="100000">
              <a:schemeClr val="phClr">
                <a:tint val="100000"/>
                <a:shade val="100000"/>
                <a:satMod val="250000"/>
                <a:greenMod val="100000"/>
              </a:schemeClr>
            </a:gs>
          </a:gsLst>
          <a:lin ang="16200000" scaled="1"/>
        </a:gradFill>
      </a:fillStyleLst>
      <a:lnStyleLst>
        <a:ln w="12700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17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190500" dist="63500" dir="5400000">
              <a:srgbClr val="FFFFFF">
                <a:alpha val="65000"/>
              </a:srgbClr>
            </a:innerShdw>
          </a:effectLst>
          <a:scene3d>
            <a:camera prst="orthographicFront">
              <a:rot lat="0" lon="0" rev="0"/>
            </a:camera>
            <a:lightRig rig="twoPt" dir="r">
              <a:rot lat="0" lon="0" rev="6000000"/>
            </a:lightRig>
          </a:scene3d>
          <a:sp3d prstMaterial="matte">
            <a:bevelT w="0" h="0" prst="relaxedInset"/>
          </a:sp3d>
        </a:effectStyle>
        <a:effectStyle>
          <a:effectLst>
            <a:innerShdw blurRad="50800" dist="25400" dir="13500000">
              <a:srgbClr val="FFFFFF">
                <a:alpha val="75000"/>
              </a:srgbClr>
            </a:innerShdw>
            <a:outerShdw blurRad="88900" dist="38100" dir="6600000" sx="101000" sy="101000" rotWithShape="0">
              <a:srgbClr val="000000">
                <a:alpha val="50000"/>
              </a:srgbClr>
            </a:outerShdw>
          </a:effectLst>
          <a:scene3d>
            <a:camera prst="perspectiveFront" fov="3000000"/>
            <a:lightRig rig="morning" dir="tl">
              <a:rot lat="0" lon="0" rev="1800000"/>
            </a:lightRig>
          </a:scene3d>
          <a:sp3d contourW="38100" prstMaterial="softEdge">
            <a:bevelT w="25400" h="38100"/>
            <a:contourClr>
              <a:schemeClr val="phClr">
                <a:tint val="6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 rtlCol="0" anchor="ctr"/>
      <a:lstStyle>
        <a:defPPr algn="ctr">
          <a:defRPr/>
        </a:defPPr>
      </a:lstStyle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Lesson template" id="{BE3FD172-D024-DE49-B586-228D6C825ABD}" vid="{E2FDA488-A169-CE43-BC5C-1C56A94CA573}"/>
    </a:ext>
  </a:extLst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777</TotalTime>
  <Words>1160</Words>
  <Application>Microsoft Macintosh PowerPoint</Application>
  <PresentationFormat>Widescreen</PresentationFormat>
  <Paragraphs>169</Paragraphs>
  <Slides>16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3</vt:i4>
      </vt:variant>
      <vt:variant>
        <vt:lpstr>Slide Titles</vt:lpstr>
      </vt:variant>
      <vt:variant>
        <vt:i4>16</vt:i4>
      </vt:variant>
    </vt:vector>
  </HeadingPairs>
  <TitlesOfParts>
    <vt:vector size="24" baseType="lpstr">
      <vt:lpstr>Arial</vt:lpstr>
      <vt:lpstr>Calibri</vt:lpstr>
      <vt:lpstr>Calibri Light</vt:lpstr>
      <vt:lpstr>Century Gothic</vt:lpstr>
      <vt:lpstr>Wingdings 2</vt:lpstr>
      <vt:lpstr>Office Theme</vt:lpstr>
      <vt:lpstr>Saba</vt:lpstr>
      <vt:lpstr>1_Saba</vt:lpstr>
      <vt:lpstr>PowerPoint Presentation</vt:lpstr>
      <vt:lpstr>Assessment 2: Investigation Do mnemonic devices improve memory?</vt:lpstr>
      <vt:lpstr>PowerPoint Presentation</vt:lpstr>
      <vt:lpstr>PowerPoint Presentation</vt:lpstr>
      <vt:lpstr>Whiteboard reminders. 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INTRODUCTION</vt:lpstr>
      <vt:lpstr>Refresher: what are mnemonics?</vt:lpstr>
      <vt:lpstr>Reading and summarizing previous research</vt:lpstr>
      <vt:lpstr>Introduction – needs at least 3 Journal Articles!</vt:lpstr>
      <vt:lpstr>Homework</vt:lpstr>
      <vt:lpstr>Exit Ticket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DAVEY Sarah [Joseph Banks Secondary College]</dc:creator>
  <cp:lastModifiedBy>DAVEY Sarah [Joseph Banks Secondary College]</cp:lastModifiedBy>
  <cp:revision>12</cp:revision>
  <dcterms:created xsi:type="dcterms:W3CDTF">2021-03-11T11:24:53Z</dcterms:created>
  <dcterms:modified xsi:type="dcterms:W3CDTF">2021-03-12T00:22:50Z</dcterms:modified>
</cp:coreProperties>
</file>