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4D0A2572-AC94-4D86-8F6C-B8CADFC4F9A9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2938C77A-7209-47BC-930B-60247E484E48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Feature Articles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80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a feature article?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Feature articles appear in newspapers, magazines and on the internet.</a:t>
            </a:r>
          </a:p>
          <a:p>
            <a:r>
              <a:rPr lang="en-AU" dirty="0" smtClean="0"/>
              <a:t>They are sometimes described as “Creative Non-Fiction”</a:t>
            </a:r>
          </a:p>
          <a:p>
            <a:r>
              <a:rPr lang="en-AU" dirty="0" smtClean="0"/>
              <a:t>They are designed to do more than inform</a:t>
            </a:r>
          </a:p>
          <a:p>
            <a:r>
              <a:rPr lang="en-AU" dirty="0" smtClean="0"/>
              <a:t>They can be entertaining as well</a:t>
            </a:r>
          </a:p>
          <a:p>
            <a:r>
              <a:rPr lang="en-AU" dirty="0" smtClean="0"/>
              <a:t>Authors have a lot more flexibility that news article writers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799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Types of feature </a:t>
            </a:r>
            <a:r>
              <a:rPr lang="en-AU" dirty="0" err="1" smtClean="0"/>
              <a:t>artcles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Travel writing</a:t>
            </a:r>
          </a:p>
          <a:p>
            <a:r>
              <a:rPr lang="en-AU" dirty="0" smtClean="0"/>
              <a:t>Film/restaurant reviews</a:t>
            </a:r>
          </a:p>
          <a:p>
            <a:r>
              <a:rPr lang="en-AU" dirty="0" smtClean="0"/>
              <a:t>Personal accounts</a:t>
            </a:r>
          </a:p>
          <a:p>
            <a:r>
              <a:rPr lang="en-AU" dirty="0" smtClean="0"/>
              <a:t>Background stories to events in the news</a:t>
            </a:r>
          </a:p>
          <a:p>
            <a:r>
              <a:rPr lang="en-AU" smtClean="0"/>
              <a:t>Opinion pieces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89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News </a:t>
            </a:r>
            <a:r>
              <a:rPr lang="en-AU" dirty="0" err="1" smtClean="0"/>
              <a:t>Vs</a:t>
            </a:r>
            <a:r>
              <a:rPr lang="en-AU" dirty="0" smtClean="0"/>
              <a:t> Features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News articles must be very objective</a:t>
            </a:r>
          </a:p>
          <a:p>
            <a:r>
              <a:rPr lang="en-AU" dirty="0" smtClean="0"/>
              <a:t>The </a:t>
            </a:r>
            <a:r>
              <a:rPr lang="en-AU" dirty="0"/>
              <a:t>author is separate from the story – a neutral observer</a:t>
            </a:r>
          </a:p>
          <a:p>
            <a:r>
              <a:rPr lang="en-AU" dirty="0" smtClean="0"/>
              <a:t>They start with the most important points and work down to the least important</a:t>
            </a:r>
          </a:p>
          <a:p>
            <a:r>
              <a:rPr lang="en-AU" dirty="0" smtClean="0"/>
              <a:t>They answer Who? What? Where? When? Why? How?</a:t>
            </a:r>
          </a:p>
        </p:txBody>
      </p:sp>
    </p:spTree>
    <p:extLst>
      <p:ext uri="{BB962C8B-B14F-4D97-AF65-F5344CB8AC3E}">
        <p14:creationId xmlns:p14="http://schemas.microsoft.com/office/powerpoint/2010/main" val="353122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News </a:t>
            </a:r>
            <a:r>
              <a:rPr lang="en-AU" dirty="0" err="1" smtClean="0"/>
              <a:t>Vs</a:t>
            </a:r>
            <a:r>
              <a:rPr lang="en-AU" dirty="0" smtClean="0"/>
              <a:t> Features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Features are subjective</a:t>
            </a:r>
          </a:p>
          <a:p>
            <a:r>
              <a:rPr lang="en-AU" dirty="0" smtClean="0"/>
              <a:t>The author is often part of the story</a:t>
            </a:r>
          </a:p>
          <a:p>
            <a:r>
              <a:rPr lang="en-AU" dirty="0" smtClean="0"/>
              <a:t>The can be written like stories</a:t>
            </a:r>
          </a:p>
          <a:p>
            <a:r>
              <a:rPr lang="en-AU" dirty="0" smtClean="0"/>
              <a:t>The most important part can be at the end.</a:t>
            </a:r>
          </a:p>
          <a:p>
            <a:r>
              <a:rPr lang="en-AU" dirty="0" smtClean="0"/>
              <a:t>They engage the reader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64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Feature Articles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What is a feature article?&amp;quot;&quot;/&gt;&lt;property id=&quot;20307&quot; value=&quot;257&quot;/&gt;&lt;/object&gt;&lt;object type=&quot;3&quot; unique_id=&quot;10042&quot;&gt;&lt;property id=&quot;20148&quot; value=&quot;5&quot;/&gt;&lt;property id=&quot;20300&quot; value=&quot;Slide 3 - &amp;quot;Types of feature artcles&amp;quot;&quot;/&gt;&lt;property id=&quot;20307&quot; value=&quot;260&quot;/&gt;&lt;/object&gt;&lt;object type=&quot;3&quot; unique_id=&quot;10043&quot;&gt;&lt;property id=&quot;20148&quot; value=&quot;5&quot;/&gt;&lt;property id=&quot;20300&quot; value=&quot;Slide 4 - &amp;quot;News Vs Features&amp;quot;&quot;/&gt;&lt;property id=&quot;20307&quot; value=&quot;258&quot;/&gt;&lt;/object&gt;&lt;object type=&quot;3&quot; unique_id=&quot;10044&quot;&gt;&lt;property id=&quot;20148&quot; value=&quot;5&quot;/&gt;&lt;property id=&quot;20300&quot; value=&quot;Slide 5 - &amp;quot;News Vs Features&amp;quot;&quot;/&gt;&lt;property id=&quot;20307&quot; value=&quot;259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divis Templa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Baldivis Template</Template>
  <TotalTime>36</TotalTime>
  <Words>154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Baldivis Template</vt:lpstr>
      <vt:lpstr>Feature Articles</vt:lpstr>
      <vt:lpstr>What is a feature article?</vt:lpstr>
      <vt:lpstr>Types of feature artcles</vt:lpstr>
      <vt:lpstr>News Vs Features</vt:lpstr>
      <vt:lpstr>News Vs Features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COUNT Peter</dc:creator>
  <cp:lastModifiedBy>LAVAN Denise</cp:lastModifiedBy>
  <cp:revision>5</cp:revision>
  <dcterms:created xsi:type="dcterms:W3CDTF">2015-05-20T23:41:40Z</dcterms:created>
  <dcterms:modified xsi:type="dcterms:W3CDTF">2017-04-25T04:17:38Z</dcterms:modified>
</cp:coreProperties>
</file>