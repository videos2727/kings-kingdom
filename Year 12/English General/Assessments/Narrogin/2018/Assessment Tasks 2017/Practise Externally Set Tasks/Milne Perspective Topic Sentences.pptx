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69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5390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115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814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0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341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82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705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4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195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43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3867-FE64-4CF8-9C5A-1A77EFC9C61B}" type="datetimeFigureOut">
              <a:rPr lang="en-AU" smtClean="0"/>
              <a:t>6/04/2016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819CF-B282-477C-8C82-A0B3348262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678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Topic Sentences</a:t>
            </a:r>
            <a:br>
              <a:rPr lang="en-AU" dirty="0" smtClean="0"/>
            </a:br>
            <a:r>
              <a:rPr lang="en-AU" dirty="0" smtClean="0"/>
              <a:t>Practise 2</a:t>
            </a:r>
            <a:br>
              <a:rPr lang="en-AU" dirty="0" smtClean="0"/>
            </a:br>
            <a:r>
              <a:rPr lang="en-AU" dirty="0" smtClean="0"/>
              <a:t>Senator Christine Milne</a:t>
            </a:r>
            <a:br>
              <a:rPr lang="en-AU" dirty="0" smtClean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 smtClean="0"/>
          </a:p>
          <a:p>
            <a:r>
              <a:rPr lang="en-AU" dirty="0" smtClean="0"/>
              <a:t>Year 11 General English</a:t>
            </a:r>
          </a:p>
          <a:p>
            <a:r>
              <a:rPr lang="en-AU" dirty="0" smtClean="0"/>
              <a:t>Lavan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352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Sam &amp; </a:t>
            </a:r>
            <a:r>
              <a:rPr lang="en-AU" dirty="0" err="1" smtClean="0"/>
              <a:t>Nic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dirty="0" smtClean="0"/>
              <a:t>Milne’s perspective presented in her vision for a future Australia, is that she wants to reduce climate change in Australia by becoming more energy efficient.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683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Sarah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The </a:t>
            </a:r>
            <a:r>
              <a:rPr lang="en-AU" dirty="0" smtClean="0"/>
              <a:t>perspective </a:t>
            </a:r>
            <a:r>
              <a:rPr lang="en-AU" dirty="0" smtClean="0"/>
              <a:t>of Christine Milne, in her magazine </a:t>
            </a:r>
            <a:r>
              <a:rPr lang="en-AU" dirty="0" smtClean="0"/>
              <a:t>extract, </a:t>
            </a:r>
            <a:r>
              <a:rPr lang="en-AU" dirty="0" smtClean="0"/>
              <a:t>is that Australia needs to be transformed into a green </a:t>
            </a:r>
            <a:r>
              <a:rPr lang="en-AU" dirty="0" smtClean="0"/>
              <a:t>planet, </a:t>
            </a:r>
            <a:r>
              <a:rPr lang="en-AU" dirty="0" smtClean="0"/>
              <a:t>creating a sustainable future for Australia.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371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Amy &amp; </a:t>
            </a:r>
            <a:r>
              <a:rPr lang="en-AU" dirty="0" err="1" smtClean="0"/>
              <a:t>Shanelle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Christine Milne’s </a:t>
            </a:r>
            <a:r>
              <a:rPr lang="en-AU" dirty="0" smtClean="0"/>
              <a:t>perspective, </a:t>
            </a:r>
            <a:r>
              <a:rPr lang="en-AU" dirty="0" smtClean="0"/>
              <a:t>presented in her vision for a future </a:t>
            </a:r>
            <a:r>
              <a:rPr lang="en-AU" dirty="0" smtClean="0"/>
              <a:t>Australia, is that </a:t>
            </a:r>
            <a:r>
              <a:rPr lang="en-AU" dirty="0" smtClean="0"/>
              <a:t>she wants Australia to </a:t>
            </a:r>
            <a:r>
              <a:rPr lang="en-AU" dirty="0" smtClean="0"/>
              <a:t>become </a:t>
            </a:r>
            <a:r>
              <a:rPr lang="en-AU" dirty="0" smtClean="0"/>
              <a:t>more environmentally friendly.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005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Tiff &amp; </a:t>
            </a:r>
            <a:r>
              <a:rPr lang="en-AU" dirty="0" err="1" smtClean="0"/>
              <a:t>Saige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The </a:t>
            </a:r>
            <a:r>
              <a:rPr lang="en-AU" dirty="0" smtClean="0"/>
              <a:t>viewer’s </a:t>
            </a:r>
            <a:r>
              <a:rPr lang="en-AU" dirty="0" smtClean="0"/>
              <a:t>belief that Senator Christine Milne’s perspective is creating a sustainable </a:t>
            </a:r>
            <a:r>
              <a:rPr lang="en-AU" dirty="0" smtClean="0"/>
              <a:t>future, </a:t>
            </a:r>
            <a:r>
              <a:rPr lang="en-AU" dirty="0" smtClean="0"/>
              <a:t>involves everyone playing a fair role for creating a better environment for Australia.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4934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Zane &amp; </a:t>
            </a:r>
            <a:r>
              <a:rPr lang="en-AU" dirty="0" err="1" smtClean="0"/>
              <a:t>Tuleah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Senator Christine Milne’s perspective on the future transformation of </a:t>
            </a:r>
            <a:r>
              <a:rPr lang="en-AU" dirty="0" smtClean="0"/>
              <a:t>Australia, </a:t>
            </a:r>
            <a:r>
              <a:rPr lang="en-AU" dirty="0" smtClean="0"/>
              <a:t>as a country, is that it should become an ideologically ‘greener’ </a:t>
            </a:r>
            <a:r>
              <a:rPr lang="en-AU" dirty="0" smtClean="0"/>
              <a:t>country </a:t>
            </a:r>
            <a:r>
              <a:rPr lang="en-AU" dirty="0" smtClean="0"/>
              <a:t>so that it can generate more jobs for future generations.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5419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Sam &amp; Brit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The perspective of Milne in her text, “On a green planet,” is that she wants Australia to be a clean country instead of the way in which it has been today.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257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204</Words>
  <Application>Microsoft Office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Topic Sentences Practise 2 Senator Christine Milne </vt:lpstr>
      <vt:lpstr>Sam &amp; Nic</vt:lpstr>
      <vt:lpstr>Sarah</vt:lpstr>
      <vt:lpstr>Amy &amp; Shanelle</vt:lpstr>
      <vt:lpstr>Tiff &amp; Saige</vt:lpstr>
      <vt:lpstr>Zane &amp; Tuleah</vt:lpstr>
      <vt:lpstr>Sam &amp; Brit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LAVAN Denise</dc:creator>
  <cp:lastModifiedBy>LAVAN Denise</cp:lastModifiedBy>
  <cp:revision>15</cp:revision>
  <dcterms:created xsi:type="dcterms:W3CDTF">2015-11-05T01:33:18Z</dcterms:created>
  <dcterms:modified xsi:type="dcterms:W3CDTF">2016-04-06T08:43:30Z</dcterms:modified>
</cp:coreProperties>
</file>