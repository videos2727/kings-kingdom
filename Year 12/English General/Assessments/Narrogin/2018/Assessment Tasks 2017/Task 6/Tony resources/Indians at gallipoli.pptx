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823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20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294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75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432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95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9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853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764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313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0444-2013-4043-B74A-1C9ABE9FB9DB}" type="datetimeFigureOut">
              <a:rPr lang="en-AU" smtClean="0"/>
              <a:t>1/06/2017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2E72C-EBA3-45B3-A2B7-0D4339966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52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442912"/>
            <a:ext cx="89535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2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340768"/>
            <a:ext cx="6217852" cy="414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3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340768"/>
            <a:ext cx="5987503" cy="39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5" y="1412776"/>
            <a:ext cx="489654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3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5" y="1916832"/>
            <a:ext cx="4644515" cy="30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2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204912"/>
            <a:ext cx="66675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6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MITCHELL Anthony</dc:creator>
  <cp:lastModifiedBy>MITCHELL Anthony</cp:lastModifiedBy>
  <cp:revision>1</cp:revision>
  <dcterms:created xsi:type="dcterms:W3CDTF">2017-06-01T05:18:41Z</dcterms:created>
  <dcterms:modified xsi:type="dcterms:W3CDTF">2017-06-01T05:22:31Z</dcterms:modified>
</cp:coreProperties>
</file>