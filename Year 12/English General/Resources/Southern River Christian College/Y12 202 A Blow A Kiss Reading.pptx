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9085-2463-4996-A79E-36B637EAC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CD5F0-2E73-42B3-A94C-1A88077B9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76E45-11AF-431E-984F-16F9ABC0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CC4D5-5F2F-40B9-A508-CCD3C5C1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3877A-FD8B-403E-A77F-5B615D69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147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A89DC-B6B4-4870-8ABE-EAE0CCBCB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89B09-D910-490A-A478-E23CD9A88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DC3DA-91D8-4CFE-A5B1-543D2E7F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BDD22-C59F-485B-A661-535D9482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224C3-C4A4-41D9-80BE-A1A542E7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561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8074E-5D21-45A4-98FE-39139D5A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78099-16EE-49F6-9634-0E4DFD80B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B599C-4FD7-45B0-95F8-1C320511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0E929-F089-452A-AF65-9D2FD776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6023B-616A-4A98-B59A-7CA04157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721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63A42-8C8B-493F-BBEA-0BA474A1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1087-931B-4C00-A343-4A2305E1D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0DBC3-C231-4660-B88F-101F436B3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4291D-43BE-4FE5-AB16-06981A62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000F9-4A15-4AD8-B1F6-39DAC8C6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D4332-A42A-46DA-959E-845058D9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61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4764-FA97-4700-84B3-A8679E55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6D622-DF2F-4161-B9AA-0AD06D67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466AB-4A37-4FA7-A1D4-A29526D1C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21DFBD-E504-428C-90AB-FC74EFD342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109AC-D8E9-4C69-980F-2695660F3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B4EA1-ADCC-4077-881A-03886228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3B9EF-03C8-4EFE-AB5D-231C8645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E0180B-049D-49D1-A5FD-7419CAF3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94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2D410-2D81-4737-BF1F-666D6B63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7894F9-EAFC-4690-A5F6-D0727348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DF20-F94F-4963-B851-27D27643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70C07-A91A-4809-AE99-DA8FA253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27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479F3F-B469-44F4-8C80-3539F55E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DC00F-7408-42F5-BCD9-0B70BCDB5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343E9-4D0D-4B71-8FE4-7FD1FD42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989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6CD73-B3A1-4F9F-8672-DBE24BF1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ACBB0-DE89-440E-A3B7-09491954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FBD42-129D-4DC2-B613-1DB4F82E1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D106D-74B0-4E84-AEFD-E2A91893D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790C7-52CA-4CB2-AE11-1EA831E5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ABBB2-A2A6-4DFA-BFA9-133E73E0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12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240B-EB04-48D5-986C-9B870AD3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13D08-976C-438B-85EE-621F2F53D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6CC6F-908C-4BB2-A685-30F49FEED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A5127-8C61-4A7D-B99D-D86A71A5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522E1-E36C-4A1F-81FE-65FF1447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05FF8-6EDC-4DEB-94AD-2F44FF27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6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D93C-3426-4394-840F-69D9435B0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2B892-44F4-4A8D-8982-D73889F6D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7A41B-AAF2-4A20-AFF1-59BA9F5E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782E8-6448-403C-BA7C-F0C6A4C4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95A82-EEE3-4EE9-B427-00333676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70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7BD0B-9FBF-45A0-857B-F454DD5EC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72A4E-30DF-4D4B-BC0A-6B8E26249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975E-5300-404B-A309-51329E73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17C1C-2695-4A5A-A56B-F6385FA20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F00C-1CCD-409F-A2F3-D4A4AAAD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6659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79E0C-F2BE-425C-A702-3B8B888C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BBDCC-E470-465F-989C-9037B01B0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823C-7A9B-42B3-8EE0-7FF639856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46A58-AA18-48FE-9120-C4E22A4324D6}" type="datetimeFigureOut">
              <a:rPr lang="en-AU" smtClean="0"/>
              <a:t>11/06/2018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B2E45-2ED5-4C92-824F-13844B4A8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910E7-C43A-4F83-9888-93E4DDCEE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882B9-BA5D-4864-95DD-574564D9CC2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777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2E2AE9-E8AA-4667-B206-AB02C5C4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043" y="503559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Blow, A Kiss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7" name="Y12G 202 A Blow A Kiss">
            <a:hlinkClick r:id="" action="ppaction://media"/>
            <a:extLst>
              <a:ext uri="{FF2B5EF4-FFF2-40B4-BE49-F238E27FC236}">
                <a16:creationId xmlns:a16="http://schemas.microsoft.com/office/drawing/2014/main" id="{B1F6ED3F-07FC-4B57-B514-1EE49046B5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8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809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 Blow, A Kiss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Blow, A Kiss</dc:title>
  <dc:creator>Andre Janse van Rensburg</dc:creator>
  <cp:lastModifiedBy>Andre Janse van Rensburg</cp:lastModifiedBy>
  <cp:revision>1</cp:revision>
  <dcterms:created xsi:type="dcterms:W3CDTF">2018-06-11T03:21:20Z</dcterms:created>
  <dcterms:modified xsi:type="dcterms:W3CDTF">2018-06-11T03:22:22Z</dcterms:modified>
</cp:coreProperties>
</file>