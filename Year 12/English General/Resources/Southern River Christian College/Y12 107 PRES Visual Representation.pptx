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1"/>
  </p:sldMasterIdLst>
  <p:notesMasterIdLst>
    <p:notesMasterId r:id="rId111"/>
  </p:notesMasterIdLst>
  <p:sldIdLst>
    <p:sldId id="402" r:id="rId2"/>
    <p:sldId id="359" r:id="rId3"/>
    <p:sldId id="397" r:id="rId4"/>
    <p:sldId id="398" r:id="rId5"/>
    <p:sldId id="399" r:id="rId6"/>
    <p:sldId id="374" r:id="rId7"/>
    <p:sldId id="375" r:id="rId8"/>
    <p:sldId id="404" r:id="rId9"/>
    <p:sldId id="376" r:id="rId10"/>
    <p:sldId id="400" r:id="rId11"/>
    <p:sldId id="377" r:id="rId12"/>
    <p:sldId id="391" r:id="rId13"/>
    <p:sldId id="392" r:id="rId14"/>
    <p:sldId id="379" r:id="rId15"/>
    <p:sldId id="393" r:id="rId16"/>
    <p:sldId id="394" r:id="rId17"/>
    <p:sldId id="396" r:id="rId18"/>
    <p:sldId id="380" r:id="rId19"/>
    <p:sldId id="381" r:id="rId20"/>
    <p:sldId id="382" r:id="rId21"/>
    <p:sldId id="383" r:id="rId22"/>
    <p:sldId id="384" r:id="rId23"/>
    <p:sldId id="385" r:id="rId24"/>
    <p:sldId id="386" r:id="rId25"/>
    <p:sldId id="387" r:id="rId26"/>
    <p:sldId id="405" r:id="rId27"/>
    <p:sldId id="372" r:id="rId28"/>
    <p:sldId id="365" r:id="rId29"/>
    <p:sldId id="361" r:id="rId30"/>
    <p:sldId id="362" r:id="rId31"/>
    <p:sldId id="363" r:id="rId32"/>
    <p:sldId id="364" r:id="rId33"/>
    <p:sldId id="406" r:id="rId34"/>
    <p:sldId id="401" r:id="rId35"/>
    <p:sldId id="360" r:id="rId36"/>
    <p:sldId id="366" r:id="rId37"/>
    <p:sldId id="367" r:id="rId38"/>
    <p:sldId id="368" r:id="rId39"/>
    <p:sldId id="369" r:id="rId40"/>
    <p:sldId id="411" r:id="rId41"/>
    <p:sldId id="403" r:id="rId42"/>
    <p:sldId id="339" r:id="rId43"/>
    <p:sldId id="306" r:id="rId44"/>
    <p:sldId id="325" r:id="rId45"/>
    <p:sldId id="357" r:id="rId46"/>
    <p:sldId id="308" r:id="rId47"/>
    <p:sldId id="309" r:id="rId48"/>
    <p:sldId id="258" r:id="rId49"/>
    <p:sldId id="292" r:id="rId50"/>
    <p:sldId id="259" r:id="rId51"/>
    <p:sldId id="351" r:id="rId52"/>
    <p:sldId id="293" r:id="rId53"/>
    <p:sldId id="260" r:id="rId54"/>
    <p:sldId id="352" r:id="rId55"/>
    <p:sldId id="283" r:id="rId56"/>
    <p:sldId id="284" r:id="rId57"/>
    <p:sldId id="285" r:id="rId58"/>
    <p:sldId id="286" r:id="rId59"/>
    <p:sldId id="287" r:id="rId60"/>
    <p:sldId id="261" r:id="rId61"/>
    <p:sldId id="353" r:id="rId62"/>
    <p:sldId id="288" r:id="rId63"/>
    <p:sldId id="289" r:id="rId64"/>
    <p:sldId id="262" r:id="rId65"/>
    <p:sldId id="354" r:id="rId66"/>
    <p:sldId id="290" r:id="rId67"/>
    <p:sldId id="291" r:id="rId68"/>
    <p:sldId id="263" r:id="rId69"/>
    <p:sldId id="355" r:id="rId70"/>
    <p:sldId id="294" r:id="rId71"/>
    <p:sldId id="295" r:id="rId72"/>
    <p:sldId id="296" r:id="rId73"/>
    <p:sldId id="264" r:id="rId74"/>
    <p:sldId id="265" r:id="rId75"/>
    <p:sldId id="267" r:id="rId76"/>
    <p:sldId id="302" r:id="rId77"/>
    <p:sldId id="268" r:id="rId78"/>
    <p:sldId id="269" r:id="rId79"/>
    <p:sldId id="326" r:id="rId80"/>
    <p:sldId id="327" r:id="rId81"/>
    <p:sldId id="328" r:id="rId82"/>
    <p:sldId id="273" r:id="rId83"/>
    <p:sldId id="274" r:id="rId84"/>
    <p:sldId id="275" r:id="rId85"/>
    <p:sldId id="276" r:id="rId86"/>
    <p:sldId id="277" r:id="rId87"/>
    <p:sldId id="278" r:id="rId88"/>
    <p:sldId id="298" r:id="rId89"/>
    <p:sldId id="279" r:id="rId90"/>
    <p:sldId id="280" r:id="rId91"/>
    <p:sldId id="281" r:id="rId92"/>
    <p:sldId id="300" r:id="rId93"/>
    <p:sldId id="337" r:id="rId94"/>
    <p:sldId id="356" r:id="rId95"/>
    <p:sldId id="336" r:id="rId96"/>
    <p:sldId id="358" r:id="rId97"/>
    <p:sldId id="412" r:id="rId98"/>
    <p:sldId id="407" r:id="rId99"/>
    <p:sldId id="414" r:id="rId100"/>
    <p:sldId id="373" r:id="rId101"/>
    <p:sldId id="370" r:id="rId102"/>
    <p:sldId id="371" r:id="rId103"/>
    <p:sldId id="408" r:id="rId104"/>
    <p:sldId id="409" r:id="rId105"/>
    <p:sldId id="413" r:id="rId106"/>
    <p:sldId id="415" r:id="rId107"/>
    <p:sldId id="416" r:id="rId108"/>
    <p:sldId id="417" r:id="rId109"/>
    <p:sldId id="418"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225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Janse van Rensburg" userId="c242d890-f940-49be-a646-5509d964c911" providerId="ADAL" clId="{B51A87C7-65BD-4189-A496-DEFB92DD302B}"/>
    <pc:docChg chg="custSel addSld delSld modSld sldOrd modMainMaster">
      <pc:chgData name="Andre Janse van Rensburg" userId="c242d890-f940-49be-a646-5509d964c911" providerId="ADAL" clId="{B51A87C7-65BD-4189-A496-DEFB92DD302B}" dt="2018-03-19T05:20:49.505" v="762" actId="2696"/>
      <pc:docMkLst>
        <pc:docMk/>
      </pc:docMkLst>
      <pc:sldChg chg="delSp">
        <pc:chgData name="Andre Janse van Rensburg" userId="c242d890-f940-49be-a646-5509d964c911" providerId="ADAL" clId="{B51A87C7-65BD-4189-A496-DEFB92DD302B}" dt="2018-03-14T05:21:23.436" v="199" actId="478"/>
        <pc:sldMkLst>
          <pc:docMk/>
          <pc:sldMk cId="433401420" sldId="287"/>
        </pc:sldMkLst>
        <pc:picChg chg="del">
          <ac:chgData name="Andre Janse van Rensburg" userId="c242d890-f940-49be-a646-5509d964c911" providerId="ADAL" clId="{B51A87C7-65BD-4189-A496-DEFB92DD302B}" dt="2018-03-14T05:21:23.436" v="199" actId="478"/>
          <ac:picMkLst>
            <pc:docMk/>
            <pc:sldMk cId="433401420" sldId="287"/>
            <ac:picMk id="4" creationId="{00000000-0000-0000-0000-000000000000}"/>
          </ac:picMkLst>
        </pc:picChg>
      </pc:sldChg>
      <pc:sldChg chg="modSp">
        <pc:chgData name="Andre Janse van Rensburg" userId="c242d890-f940-49be-a646-5509d964c911" providerId="ADAL" clId="{B51A87C7-65BD-4189-A496-DEFB92DD302B}" dt="2018-03-14T05:20:29.544" v="198" actId="5793"/>
        <pc:sldMkLst>
          <pc:docMk/>
          <pc:sldMk cId="2074000744" sldId="306"/>
        </pc:sldMkLst>
        <pc:spChg chg="mod">
          <ac:chgData name="Andre Janse van Rensburg" userId="c242d890-f940-49be-a646-5509d964c911" providerId="ADAL" clId="{B51A87C7-65BD-4189-A496-DEFB92DD302B}" dt="2018-03-14T05:20:29.544" v="198" actId="5793"/>
          <ac:spMkLst>
            <pc:docMk/>
            <pc:sldMk cId="2074000744" sldId="306"/>
            <ac:spMk id="3" creationId="{00000000-0000-0000-0000-000000000000}"/>
          </ac:spMkLst>
        </pc:spChg>
      </pc:sldChg>
      <pc:sldChg chg="del">
        <pc:chgData name="Andre Janse van Rensburg" userId="c242d890-f940-49be-a646-5509d964c911" providerId="ADAL" clId="{B51A87C7-65BD-4189-A496-DEFB92DD302B}" dt="2018-03-19T05:17:26.140" v="614" actId="2696"/>
        <pc:sldMkLst>
          <pc:docMk/>
          <pc:sldMk cId="3921785146" sldId="310"/>
        </pc:sldMkLst>
      </pc:sldChg>
      <pc:sldChg chg="del">
        <pc:chgData name="Andre Janse van Rensburg" userId="c242d890-f940-49be-a646-5509d964c911" providerId="ADAL" clId="{B51A87C7-65BD-4189-A496-DEFB92DD302B}" dt="2018-03-19T05:17:40.845" v="618" actId="2696"/>
        <pc:sldMkLst>
          <pc:docMk/>
          <pc:sldMk cId="1058443501" sldId="329"/>
        </pc:sldMkLst>
      </pc:sldChg>
      <pc:sldChg chg="del">
        <pc:chgData name="Andre Janse van Rensburg" userId="c242d890-f940-49be-a646-5509d964c911" providerId="ADAL" clId="{B51A87C7-65BD-4189-A496-DEFB92DD302B}" dt="2018-03-19T05:17:27.734" v="615" actId="2696"/>
        <pc:sldMkLst>
          <pc:docMk/>
          <pc:sldMk cId="3662038710" sldId="330"/>
        </pc:sldMkLst>
      </pc:sldChg>
      <pc:sldChg chg="del">
        <pc:chgData name="Andre Janse van Rensburg" userId="c242d890-f940-49be-a646-5509d964c911" providerId="ADAL" clId="{B51A87C7-65BD-4189-A496-DEFB92DD302B}" dt="2018-03-19T05:17:24.843" v="613" actId="2696"/>
        <pc:sldMkLst>
          <pc:docMk/>
          <pc:sldMk cId="25524239" sldId="331"/>
        </pc:sldMkLst>
      </pc:sldChg>
      <pc:sldChg chg="del">
        <pc:chgData name="Andre Janse van Rensburg" userId="c242d890-f940-49be-a646-5509d964c911" providerId="ADAL" clId="{B51A87C7-65BD-4189-A496-DEFB92DD302B}" dt="2018-03-19T05:17:39.204" v="617" actId="2696"/>
        <pc:sldMkLst>
          <pc:docMk/>
          <pc:sldMk cId="614477086" sldId="332"/>
        </pc:sldMkLst>
      </pc:sldChg>
      <pc:sldChg chg="del">
        <pc:chgData name="Andre Janse van Rensburg" userId="c242d890-f940-49be-a646-5509d964c911" providerId="ADAL" clId="{B51A87C7-65BD-4189-A496-DEFB92DD302B}" dt="2018-03-19T05:17:31.500" v="616" actId="2696"/>
        <pc:sldMkLst>
          <pc:docMk/>
          <pc:sldMk cId="135133490" sldId="333"/>
        </pc:sldMkLst>
      </pc:sldChg>
      <pc:sldChg chg="addSp modSp">
        <pc:chgData name="Andre Janse van Rensburg" userId="c242d890-f940-49be-a646-5509d964c911" providerId="ADAL" clId="{B51A87C7-65BD-4189-A496-DEFB92DD302B}" dt="2018-03-19T05:16:17.461" v="612" actId="12"/>
        <pc:sldMkLst>
          <pc:docMk/>
          <pc:sldMk cId="4067043064" sldId="339"/>
        </pc:sldMkLst>
        <pc:spChg chg="mod">
          <ac:chgData name="Andre Janse van Rensburg" userId="c242d890-f940-49be-a646-5509d964c911" providerId="ADAL" clId="{B51A87C7-65BD-4189-A496-DEFB92DD302B}" dt="2018-03-14T05:18:55.645" v="98" actId="20577"/>
          <ac:spMkLst>
            <pc:docMk/>
            <pc:sldMk cId="4067043064" sldId="339"/>
            <ac:spMk id="2" creationId="{00000000-0000-0000-0000-000000000000}"/>
          </ac:spMkLst>
        </pc:spChg>
        <pc:spChg chg="add mod">
          <ac:chgData name="Andre Janse van Rensburg" userId="c242d890-f940-49be-a646-5509d964c911" providerId="ADAL" clId="{B51A87C7-65BD-4189-A496-DEFB92DD302B}" dt="2018-03-19T05:16:17.461" v="612" actId="12"/>
          <ac:spMkLst>
            <pc:docMk/>
            <pc:sldMk cId="4067043064" sldId="339"/>
            <ac:spMk id="3" creationId="{EF67E737-1744-4DF4-94C2-9FB86D23F155}"/>
          </ac:spMkLst>
        </pc:spChg>
      </pc:sldChg>
      <pc:sldChg chg="modSp">
        <pc:chgData name="Andre Janse van Rensburg" userId="c242d890-f940-49be-a646-5509d964c911" providerId="ADAL" clId="{B51A87C7-65BD-4189-A496-DEFB92DD302B}" dt="2018-03-14T05:48:30.299" v="201" actId="27636"/>
        <pc:sldMkLst>
          <pc:docMk/>
          <pc:sldMk cId="4182416121" sldId="358"/>
        </pc:sldMkLst>
        <pc:spChg chg="mod">
          <ac:chgData name="Andre Janse van Rensburg" userId="c242d890-f940-49be-a646-5509d964c911" providerId="ADAL" clId="{B51A87C7-65BD-4189-A496-DEFB92DD302B}" dt="2018-03-14T05:48:30.299" v="201" actId="27636"/>
          <ac:spMkLst>
            <pc:docMk/>
            <pc:sldMk cId="4182416121" sldId="358"/>
            <ac:spMk id="6" creationId="{00000000-0000-0000-0000-000000000000}"/>
          </ac:spMkLst>
        </pc:spChg>
      </pc:sldChg>
      <pc:sldChg chg="modSp">
        <pc:chgData name="Andre Janse van Rensburg" userId="c242d890-f940-49be-a646-5509d964c911" providerId="ADAL" clId="{B51A87C7-65BD-4189-A496-DEFB92DD302B}" dt="2018-03-01T03:47:37.418" v="23" actId="403"/>
        <pc:sldMkLst>
          <pc:docMk/>
          <pc:sldMk cId="396952366" sldId="359"/>
        </pc:sldMkLst>
        <pc:spChg chg="mod">
          <ac:chgData name="Andre Janse van Rensburg" userId="c242d890-f940-49be-a646-5509d964c911" providerId="ADAL" clId="{B51A87C7-65BD-4189-A496-DEFB92DD302B}" dt="2018-03-01T03:47:37.418" v="23" actId="403"/>
          <ac:spMkLst>
            <pc:docMk/>
            <pc:sldMk cId="396952366" sldId="359"/>
            <ac:spMk id="4" creationId="{00000000-0000-0000-0000-000000000000}"/>
          </ac:spMkLst>
        </pc:spChg>
      </pc:sldChg>
      <pc:sldChg chg="ord">
        <pc:chgData name="Andre Janse van Rensburg" userId="c242d890-f940-49be-a646-5509d964c911" providerId="ADAL" clId="{B51A87C7-65BD-4189-A496-DEFB92DD302B}" dt="2018-03-01T03:49:58.645" v="76" actId="403"/>
        <pc:sldMkLst>
          <pc:docMk/>
          <pc:sldMk cId="3485605768" sldId="387"/>
        </pc:sldMkLst>
      </pc:sldChg>
      <pc:sldChg chg="modSp">
        <pc:chgData name="Andre Janse van Rensburg" userId="c242d890-f940-49be-a646-5509d964c911" providerId="ADAL" clId="{B51A87C7-65BD-4189-A496-DEFB92DD302B}" dt="2018-03-01T03:47:46.619" v="25" actId="403"/>
        <pc:sldMkLst>
          <pc:docMk/>
          <pc:sldMk cId="1294509948" sldId="397"/>
        </pc:sldMkLst>
        <pc:spChg chg="mod">
          <ac:chgData name="Andre Janse van Rensburg" userId="c242d890-f940-49be-a646-5509d964c911" providerId="ADAL" clId="{B51A87C7-65BD-4189-A496-DEFB92DD302B}" dt="2018-03-01T03:47:46.619" v="25" actId="403"/>
          <ac:spMkLst>
            <pc:docMk/>
            <pc:sldMk cId="1294509948" sldId="397"/>
            <ac:spMk id="3" creationId="{00000000-0000-0000-0000-000000000000}"/>
          </ac:spMkLst>
        </pc:spChg>
      </pc:sldChg>
      <pc:sldChg chg="modSp">
        <pc:chgData name="Andre Janse van Rensburg" userId="c242d890-f940-49be-a646-5509d964c911" providerId="ADAL" clId="{B51A87C7-65BD-4189-A496-DEFB92DD302B}" dt="2018-03-01T03:47:59.731" v="28" actId="1076"/>
        <pc:sldMkLst>
          <pc:docMk/>
          <pc:sldMk cId="2224978854" sldId="398"/>
        </pc:sldMkLst>
        <pc:spChg chg="mod">
          <ac:chgData name="Andre Janse van Rensburg" userId="c242d890-f940-49be-a646-5509d964c911" providerId="ADAL" clId="{B51A87C7-65BD-4189-A496-DEFB92DD302B}" dt="2018-03-01T03:47:59.731" v="28" actId="1076"/>
          <ac:spMkLst>
            <pc:docMk/>
            <pc:sldMk cId="2224978854" sldId="398"/>
            <ac:spMk id="3" creationId="{00000000-0000-0000-0000-000000000000}"/>
          </ac:spMkLst>
        </pc:spChg>
      </pc:sldChg>
      <pc:sldChg chg="modSp">
        <pc:chgData name="Andre Janse van Rensburg" userId="c242d890-f940-49be-a646-5509d964c911" providerId="ADAL" clId="{B51A87C7-65BD-4189-A496-DEFB92DD302B}" dt="2018-03-01T03:48:08.622" v="31" actId="403"/>
        <pc:sldMkLst>
          <pc:docMk/>
          <pc:sldMk cId="3888699245" sldId="399"/>
        </pc:sldMkLst>
        <pc:spChg chg="mod">
          <ac:chgData name="Andre Janse van Rensburg" userId="c242d890-f940-49be-a646-5509d964c911" providerId="ADAL" clId="{B51A87C7-65BD-4189-A496-DEFB92DD302B}" dt="2018-03-01T03:48:08.622" v="31" actId="403"/>
          <ac:spMkLst>
            <pc:docMk/>
            <pc:sldMk cId="3888699245" sldId="399"/>
            <ac:spMk id="3" creationId="{00000000-0000-0000-0000-000000000000}"/>
          </ac:spMkLst>
        </pc:spChg>
      </pc:sldChg>
      <pc:sldChg chg="addSp modSp">
        <pc:chgData name="Andre Janse van Rensburg" userId="c242d890-f940-49be-a646-5509d964c911" providerId="ADAL" clId="{B51A87C7-65BD-4189-A496-DEFB92DD302B}" dt="2018-03-07T01:21:00.073" v="96" actId="403"/>
        <pc:sldMkLst>
          <pc:docMk/>
          <pc:sldMk cId="3419195856" sldId="402"/>
        </pc:sldMkLst>
        <pc:spChg chg="add mod">
          <ac:chgData name="Andre Janse van Rensburg" userId="c242d890-f940-49be-a646-5509d964c911" providerId="ADAL" clId="{B51A87C7-65BD-4189-A496-DEFB92DD302B}" dt="2018-03-01T03:49:31.972" v="72" actId="20577"/>
          <ac:spMkLst>
            <pc:docMk/>
            <pc:sldMk cId="3419195856" sldId="402"/>
            <ac:spMk id="2" creationId="{DFBA811E-0EE2-47BA-A69A-68D55A165A4C}"/>
          </ac:spMkLst>
        </pc:spChg>
        <pc:spChg chg="add mod">
          <ac:chgData name="Andre Janse van Rensburg" userId="c242d890-f940-49be-a646-5509d964c911" providerId="ADAL" clId="{B51A87C7-65BD-4189-A496-DEFB92DD302B}" dt="2018-03-07T01:21:00.073" v="96" actId="403"/>
          <ac:spMkLst>
            <pc:docMk/>
            <pc:sldMk cId="3419195856" sldId="402"/>
            <ac:spMk id="3" creationId="{8E383676-D7D1-44CB-9D55-8AB621C7F188}"/>
          </ac:spMkLst>
        </pc:spChg>
      </pc:sldChg>
      <pc:sldChg chg="addSp modSp add">
        <pc:chgData name="Andre Janse van Rensburg" userId="c242d890-f940-49be-a646-5509d964c911" providerId="ADAL" clId="{B51A87C7-65BD-4189-A496-DEFB92DD302B}" dt="2018-03-01T03:49:19.097" v="62" actId="403"/>
        <pc:sldMkLst>
          <pc:docMk/>
          <pc:sldMk cId="4074981130" sldId="405"/>
        </pc:sldMkLst>
        <pc:spChg chg="add mod">
          <ac:chgData name="Andre Janse van Rensburg" userId="c242d890-f940-49be-a646-5509d964c911" providerId="ADAL" clId="{B51A87C7-65BD-4189-A496-DEFB92DD302B}" dt="2018-03-01T03:49:02.009" v="41" actId="20577"/>
          <ac:spMkLst>
            <pc:docMk/>
            <pc:sldMk cId="4074981130" sldId="405"/>
            <ac:spMk id="2" creationId="{7A88C344-40CF-4405-9EE6-D940277FC4FF}"/>
          </ac:spMkLst>
        </pc:spChg>
        <pc:spChg chg="add mod">
          <ac:chgData name="Andre Janse van Rensburg" userId="c242d890-f940-49be-a646-5509d964c911" providerId="ADAL" clId="{B51A87C7-65BD-4189-A496-DEFB92DD302B}" dt="2018-03-01T03:49:19.097" v="62" actId="403"/>
          <ac:spMkLst>
            <pc:docMk/>
            <pc:sldMk cId="4074981130" sldId="405"/>
            <ac:spMk id="3" creationId="{DC11E5D0-ACDD-4FD1-8FA9-F73416C4E3E0}"/>
          </ac:spMkLst>
        </pc:spChg>
      </pc:sldChg>
      <pc:sldChg chg="addSp modSp add">
        <pc:chgData name="Andre Janse van Rensburg" userId="c242d890-f940-49be-a646-5509d964c911" providerId="ADAL" clId="{B51A87C7-65BD-4189-A496-DEFB92DD302B}" dt="2018-03-01T03:50:57.121" v="90" actId="403"/>
        <pc:sldMkLst>
          <pc:docMk/>
          <pc:sldMk cId="4076089594" sldId="406"/>
        </pc:sldMkLst>
        <pc:spChg chg="mod">
          <ac:chgData name="Andre Janse van Rensburg" userId="c242d890-f940-49be-a646-5509d964c911" providerId="ADAL" clId="{B51A87C7-65BD-4189-A496-DEFB92DD302B}" dt="2018-03-01T03:50:34.951" v="85" actId="20577"/>
          <ac:spMkLst>
            <pc:docMk/>
            <pc:sldMk cId="4076089594" sldId="406"/>
            <ac:spMk id="2" creationId="{2A8712D7-ED2D-48A6-8A20-48A65992FFA5}"/>
          </ac:spMkLst>
        </pc:spChg>
        <pc:spChg chg="add mod">
          <ac:chgData name="Andre Janse van Rensburg" userId="c242d890-f940-49be-a646-5509d964c911" providerId="ADAL" clId="{B51A87C7-65BD-4189-A496-DEFB92DD302B}" dt="2018-03-01T03:50:57.121" v="90" actId="403"/>
          <ac:spMkLst>
            <pc:docMk/>
            <pc:sldMk cId="4076089594" sldId="406"/>
            <ac:spMk id="3" creationId="{AA89F45D-2BD6-48EA-913D-B2ECA094D928}"/>
          </ac:spMkLst>
        </pc:spChg>
      </pc:sldChg>
      <pc:sldChg chg="modSp add">
        <pc:chgData name="Andre Janse van Rensburg" userId="c242d890-f940-49be-a646-5509d964c911" providerId="ADAL" clId="{B51A87C7-65BD-4189-A496-DEFB92DD302B}" dt="2018-03-19T05:19:51.405" v="759" actId="20577"/>
        <pc:sldMkLst>
          <pc:docMk/>
          <pc:sldMk cId="3515320516" sldId="407"/>
        </pc:sldMkLst>
        <pc:spChg chg="mod">
          <ac:chgData name="Andre Janse van Rensburg" userId="c242d890-f940-49be-a646-5509d964c911" providerId="ADAL" clId="{B51A87C7-65BD-4189-A496-DEFB92DD302B}" dt="2018-03-14T05:48:53.465" v="222" actId="20577"/>
          <ac:spMkLst>
            <pc:docMk/>
            <pc:sldMk cId="3515320516" sldId="407"/>
            <ac:spMk id="2" creationId="{CBAD91B5-86FA-4FB9-90F8-76C000100068}"/>
          </ac:spMkLst>
        </pc:spChg>
        <pc:spChg chg="mod">
          <ac:chgData name="Andre Janse van Rensburg" userId="c242d890-f940-49be-a646-5509d964c911" providerId="ADAL" clId="{B51A87C7-65BD-4189-A496-DEFB92DD302B}" dt="2018-03-19T05:19:51.405" v="759" actId="20577"/>
          <ac:spMkLst>
            <pc:docMk/>
            <pc:sldMk cId="3515320516" sldId="407"/>
            <ac:spMk id="3" creationId="{8008BCC2-744F-446F-93A2-003322AE7357}"/>
          </ac:spMkLst>
        </pc:spChg>
      </pc:sldChg>
      <pc:sldChg chg="addSp modSp add">
        <pc:chgData name="Andre Janse van Rensburg" userId="c242d890-f940-49be-a646-5509d964c911" providerId="ADAL" clId="{B51A87C7-65BD-4189-A496-DEFB92DD302B}" dt="2018-03-14T05:52:39.003" v="279" actId="12789"/>
        <pc:sldMkLst>
          <pc:docMk/>
          <pc:sldMk cId="1360120362" sldId="408"/>
        </pc:sldMkLst>
        <pc:picChg chg="add mod">
          <ac:chgData name="Andre Janse van Rensburg" userId="c242d890-f940-49be-a646-5509d964c911" providerId="ADAL" clId="{B51A87C7-65BD-4189-A496-DEFB92DD302B}" dt="2018-03-14T05:52:39.003" v="279" actId="12789"/>
          <ac:picMkLst>
            <pc:docMk/>
            <pc:sldMk cId="1360120362" sldId="408"/>
            <ac:picMk id="1026" creationId="{A5654FA2-A3B9-409A-8845-5EA589999EBF}"/>
          </ac:picMkLst>
        </pc:picChg>
      </pc:sldChg>
      <pc:sldChg chg="addSp modSp add">
        <pc:chgData name="Andre Janse van Rensburg" userId="c242d890-f940-49be-a646-5509d964c911" providerId="ADAL" clId="{B51A87C7-65BD-4189-A496-DEFB92DD302B}" dt="2018-03-14T05:54:29.152" v="284" actId="12789"/>
        <pc:sldMkLst>
          <pc:docMk/>
          <pc:sldMk cId="36552070" sldId="409"/>
        </pc:sldMkLst>
        <pc:picChg chg="add mod">
          <ac:chgData name="Andre Janse van Rensburg" userId="c242d890-f940-49be-a646-5509d964c911" providerId="ADAL" clId="{B51A87C7-65BD-4189-A496-DEFB92DD302B}" dt="2018-03-14T05:54:29.152" v="284" actId="12789"/>
          <ac:picMkLst>
            <pc:docMk/>
            <pc:sldMk cId="36552070" sldId="409"/>
            <ac:picMk id="2" creationId="{C7738D53-4FB8-4DC3-97ED-5BA67F07F0C3}"/>
          </ac:picMkLst>
        </pc:picChg>
      </pc:sldChg>
      <pc:sldChg chg="addSp modSp add del">
        <pc:chgData name="Andre Janse van Rensburg" userId="c242d890-f940-49be-a646-5509d964c911" providerId="ADAL" clId="{B51A87C7-65BD-4189-A496-DEFB92DD302B}" dt="2018-03-19T05:14:20.714" v="589" actId="2696"/>
        <pc:sldMkLst>
          <pc:docMk/>
          <pc:sldMk cId="2697536578" sldId="410"/>
        </pc:sldMkLst>
        <pc:spChg chg="add mod">
          <ac:chgData name="Andre Janse van Rensburg" userId="c242d890-f940-49be-a646-5509d964c911" providerId="ADAL" clId="{B51A87C7-65BD-4189-A496-DEFB92DD302B}" dt="2018-03-19T04:39:44.506" v="294" actId="20577"/>
          <ac:spMkLst>
            <pc:docMk/>
            <pc:sldMk cId="2697536578" sldId="410"/>
            <ac:spMk id="2" creationId="{810BE54C-649D-4271-ADF9-ED930A9C6AA4}"/>
          </ac:spMkLst>
        </pc:spChg>
        <pc:spChg chg="add mod">
          <ac:chgData name="Andre Janse van Rensburg" userId="c242d890-f940-49be-a646-5509d964c911" providerId="ADAL" clId="{B51A87C7-65BD-4189-A496-DEFB92DD302B}" dt="2018-03-19T04:41:13.574" v="388" actId="20577"/>
          <ac:spMkLst>
            <pc:docMk/>
            <pc:sldMk cId="2697536578" sldId="410"/>
            <ac:spMk id="3" creationId="{D43E00F7-75EC-4AF3-BB70-24B5DAD23873}"/>
          </ac:spMkLst>
        </pc:spChg>
      </pc:sldChg>
      <pc:sldChg chg="modSp add ord">
        <pc:chgData name="Andre Janse van Rensburg" userId="c242d890-f940-49be-a646-5509d964c911" providerId="ADAL" clId="{B51A87C7-65BD-4189-A496-DEFB92DD302B}" dt="2018-03-19T05:15:08.672" v="594" actId="20577"/>
        <pc:sldMkLst>
          <pc:docMk/>
          <pc:sldMk cId="3259158844" sldId="411"/>
        </pc:sldMkLst>
        <pc:spChg chg="mod">
          <ac:chgData name="Andre Janse van Rensburg" userId="c242d890-f940-49be-a646-5509d964c911" providerId="ADAL" clId="{B51A87C7-65BD-4189-A496-DEFB92DD302B}" dt="2018-03-19T05:15:08.672" v="594" actId="20577"/>
          <ac:spMkLst>
            <pc:docMk/>
            <pc:sldMk cId="3259158844" sldId="411"/>
            <ac:spMk id="2" creationId="{4F0DE0E4-3476-412B-9F42-06314E91DEDD}"/>
          </ac:spMkLst>
        </pc:spChg>
        <pc:spChg chg="mod">
          <ac:chgData name="Andre Janse van Rensburg" userId="c242d890-f940-49be-a646-5509d964c911" providerId="ADAL" clId="{B51A87C7-65BD-4189-A496-DEFB92DD302B}" dt="2018-03-19T04:42:36.079" v="555" actId="20577"/>
          <ac:spMkLst>
            <pc:docMk/>
            <pc:sldMk cId="3259158844" sldId="411"/>
            <ac:spMk id="3" creationId="{E4029281-E6A9-43FB-9549-B04BC8E7BED9}"/>
          </ac:spMkLst>
        </pc:spChg>
      </pc:sldChg>
      <pc:sldChg chg="delSp add">
        <pc:chgData name="Andre Janse van Rensburg" userId="c242d890-f940-49be-a646-5509d964c911" providerId="ADAL" clId="{B51A87C7-65BD-4189-A496-DEFB92DD302B}" dt="2018-03-19T05:18:32.506" v="620"/>
        <pc:sldMkLst>
          <pc:docMk/>
          <pc:sldMk cId="394745108" sldId="412"/>
        </pc:sldMkLst>
        <pc:spChg chg="del">
          <ac:chgData name="Andre Janse van Rensburg" userId="c242d890-f940-49be-a646-5509d964c911" providerId="ADAL" clId="{B51A87C7-65BD-4189-A496-DEFB92DD302B}" dt="2018-03-19T05:18:32.506" v="620"/>
          <ac:spMkLst>
            <pc:docMk/>
            <pc:sldMk cId="394745108" sldId="412"/>
            <ac:spMk id="2" creationId="{21200FE6-9BFE-467D-B486-5020C1BCC996}"/>
          </ac:spMkLst>
        </pc:spChg>
        <pc:spChg chg="del">
          <ac:chgData name="Andre Janse van Rensburg" userId="c242d890-f940-49be-a646-5509d964c911" providerId="ADAL" clId="{B51A87C7-65BD-4189-A496-DEFB92DD302B}" dt="2018-03-19T05:18:32.506" v="620"/>
          <ac:spMkLst>
            <pc:docMk/>
            <pc:sldMk cId="394745108" sldId="412"/>
            <ac:spMk id="3" creationId="{FA5B55ED-809D-4601-9AFD-788C07496422}"/>
          </ac:spMkLst>
        </pc:spChg>
      </pc:sldChg>
      <pc:sldChg chg="modSp add del">
        <pc:chgData name="Andre Janse van Rensburg" userId="c242d890-f940-49be-a646-5509d964c911" providerId="ADAL" clId="{B51A87C7-65BD-4189-A496-DEFB92DD302B}" dt="2018-03-19T05:16:11.398" v="611" actId="2696"/>
        <pc:sldMkLst>
          <pc:docMk/>
          <pc:sldMk cId="1065714595" sldId="412"/>
        </pc:sldMkLst>
        <pc:spChg chg="mod">
          <ac:chgData name="Andre Janse van Rensburg" userId="c242d890-f940-49be-a646-5509d964c911" providerId="ADAL" clId="{B51A87C7-65BD-4189-A496-DEFB92DD302B}" dt="2018-03-19T05:15:17.423" v="596" actId="20577"/>
          <ac:spMkLst>
            <pc:docMk/>
            <pc:sldMk cId="1065714595" sldId="412"/>
            <ac:spMk id="2" creationId="{C2551786-7C2E-488A-B0D3-33A15D03BDB3}"/>
          </ac:spMkLst>
        </pc:spChg>
        <pc:spChg chg="mod">
          <ac:chgData name="Andre Janse van Rensburg" userId="c242d890-f940-49be-a646-5509d964c911" providerId="ADAL" clId="{B51A87C7-65BD-4189-A496-DEFB92DD302B}" dt="2018-03-19T05:15:49.599" v="600"/>
          <ac:spMkLst>
            <pc:docMk/>
            <pc:sldMk cId="1065714595" sldId="412"/>
            <ac:spMk id="3" creationId="{91999A3A-F38D-4BF1-A3E9-92DA8CE2EAF0}"/>
          </ac:spMkLst>
        </pc:spChg>
      </pc:sldChg>
      <pc:sldChg chg="addSp modSp add del">
        <pc:chgData name="Andre Janse van Rensburg" userId="c242d890-f940-49be-a646-5509d964c911" providerId="ADAL" clId="{B51A87C7-65BD-4189-A496-DEFB92DD302B}" dt="2018-03-19T05:20:49.505" v="762" actId="2696"/>
        <pc:sldMkLst>
          <pc:docMk/>
          <pc:sldMk cId="1163187278" sldId="413"/>
        </pc:sldMkLst>
        <pc:spChg chg="add mod">
          <ac:chgData name="Andre Janse van Rensburg" userId="c242d890-f940-49be-a646-5509d964c911" providerId="ADAL" clId="{B51A87C7-65BD-4189-A496-DEFB92DD302B}" dt="2018-03-19T05:20:33.785" v="761"/>
          <ac:spMkLst>
            <pc:docMk/>
            <pc:sldMk cId="1163187278" sldId="413"/>
            <ac:spMk id="2" creationId="{0552D1F9-0905-4B76-8DDF-C811AD67D286}"/>
          </ac:spMkLst>
        </pc:spChg>
        <pc:spChg chg="add mod">
          <ac:chgData name="Andre Janse van Rensburg" userId="c242d890-f940-49be-a646-5509d964c911" providerId="ADAL" clId="{B51A87C7-65BD-4189-A496-DEFB92DD302B}" dt="2018-03-19T05:20:33.785" v="761"/>
          <ac:spMkLst>
            <pc:docMk/>
            <pc:sldMk cId="1163187278" sldId="413"/>
            <ac:spMk id="3" creationId="{12FABC9F-A9C2-47F4-B44F-6C7921014A75}"/>
          </ac:spMkLst>
        </pc:spChg>
      </pc:sldChg>
      <pc:sldMasterChg chg="modSldLayout">
        <pc:chgData name="Andre Janse van Rensburg" userId="c242d890-f940-49be-a646-5509d964c911" providerId="ADAL" clId="{B51A87C7-65BD-4189-A496-DEFB92DD302B}" dt="2018-03-01T03:47:25.777" v="21" actId="403"/>
        <pc:sldMasterMkLst>
          <pc:docMk/>
          <pc:sldMasterMk cId="0" sldId="2147483771"/>
        </pc:sldMasterMkLst>
        <pc:sldLayoutChg chg="modSp">
          <pc:chgData name="Andre Janse van Rensburg" userId="c242d890-f940-49be-a646-5509d964c911" providerId="ADAL" clId="{B51A87C7-65BD-4189-A496-DEFB92DD302B}" dt="2018-03-01T03:47:25.777" v="21" actId="403"/>
          <pc:sldLayoutMkLst>
            <pc:docMk/>
            <pc:sldMasterMk cId="0" sldId="2147483771"/>
            <pc:sldLayoutMk cId="0" sldId="2147483773"/>
          </pc:sldLayoutMkLst>
          <pc:spChg chg="mod">
            <ac:chgData name="Andre Janse van Rensburg" userId="c242d890-f940-49be-a646-5509d964c911" providerId="ADAL" clId="{B51A87C7-65BD-4189-A496-DEFB92DD302B}" dt="2018-03-01T03:47:25.777" v="21" actId="403"/>
            <ac:spMkLst>
              <pc:docMk/>
              <pc:sldMasterMk cId="0" sldId="2147483771"/>
              <pc:sldLayoutMk cId="0" sldId="214748377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3CBC0C-EC7E-C140-A4AE-0BC35E7840DB}" type="datetimeFigureOut">
              <a:rPr lang="en-US" smtClean="0"/>
              <a:t>3/29/2018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11C74B-E7E0-634B-8D8B-0127205DC5B6}" type="slidenum">
              <a:rPr lang="en-US" smtClean="0"/>
              <a:t>‹#›</a:t>
            </a:fld>
            <a:endParaRPr lang="en-US"/>
          </a:p>
        </p:txBody>
      </p:sp>
    </p:spTree>
    <p:extLst>
      <p:ext uri="{BB962C8B-B14F-4D97-AF65-F5344CB8AC3E}">
        <p14:creationId xmlns:p14="http://schemas.microsoft.com/office/powerpoint/2010/main" val="21228500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From a feature in an online </a:t>
            </a:r>
            <a:r>
              <a:rPr lang="en-AU" sz="1200" kern="1200" dirty="0" err="1">
                <a:solidFill>
                  <a:schemeClr val="tx1"/>
                </a:solidFill>
                <a:effectLst/>
                <a:latin typeface="+mn-lt"/>
                <a:ea typeface="+mn-ea"/>
                <a:cs typeface="+mn-cs"/>
              </a:rPr>
              <a:t>bolog</a:t>
            </a:r>
            <a:r>
              <a:rPr lang="en-AU" sz="1200" kern="1200" dirty="0">
                <a:solidFill>
                  <a:schemeClr val="tx1"/>
                </a:solidFill>
                <a:effectLst/>
                <a:latin typeface="+mn-lt"/>
                <a:ea typeface="+mn-ea"/>
                <a:cs typeface="+mn-cs"/>
              </a:rPr>
              <a:t> by ‘The Badger’  Tim Perkin</a:t>
            </a:r>
          </a:p>
          <a:p>
            <a:r>
              <a:rPr lang="en-AU" sz="1200" kern="1200" dirty="0">
                <a:solidFill>
                  <a:schemeClr val="tx1"/>
                </a:solidFill>
                <a:effectLst/>
                <a:latin typeface="+mn-lt"/>
                <a:ea typeface="+mn-ea"/>
                <a:cs typeface="+mn-cs"/>
              </a:rPr>
              <a:t>“The coexist society.  For all faiths or none”  Feb 2016</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As a response to the global religious tensions…new society for interfaith dialogue.</a:t>
            </a:r>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7</a:t>
            </a:fld>
            <a:endParaRPr lang="en-US"/>
          </a:p>
        </p:txBody>
      </p:sp>
    </p:spTree>
    <p:extLst>
      <p:ext uri="{BB962C8B-B14F-4D97-AF65-F5344CB8AC3E}">
        <p14:creationId xmlns:p14="http://schemas.microsoft.com/office/powerpoint/2010/main" val="3262190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Earthrise was taken on the first mission to the moon, Apollo 8. Taken by William Anders in 1968, it was the first time that planet earth had been seen outside of our atmosphere.</a:t>
            </a:r>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9</a:t>
            </a:fld>
            <a:endParaRPr lang="en-US"/>
          </a:p>
        </p:txBody>
      </p:sp>
    </p:spTree>
    <p:extLst>
      <p:ext uri="{BB962C8B-B14F-4D97-AF65-F5344CB8AC3E}">
        <p14:creationId xmlns:p14="http://schemas.microsoft.com/office/powerpoint/2010/main" val="2761625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This photo by Nick </a:t>
            </a:r>
            <a:r>
              <a:rPr lang="en-AU" sz="1200" kern="1200" dirty="0" err="1">
                <a:solidFill>
                  <a:schemeClr val="tx1"/>
                </a:solidFill>
                <a:effectLst/>
                <a:latin typeface="+mn-lt"/>
                <a:ea typeface="+mn-ea"/>
                <a:cs typeface="+mn-cs"/>
              </a:rPr>
              <a:t>Ut</a:t>
            </a:r>
            <a:r>
              <a:rPr lang="en-AU" sz="1200" kern="1200" dirty="0">
                <a:solidFill>
                  <a:schemeClr val="tx1"/>
                </a:solidFill>
                <a:effectLst/>
                <a:latin typeface="+mn-lt"/>
                <a:ea typeface="+mn-ea"/>
                <a:cs typeface="+mn-cs"/>
              </a:rPr>
              <a:t> shows </a:t>
            </a:r>
            <a:r>
              <a:rPr lang="en-AU" sz="1200" kern="1200" dirty="0" err="1">
                <a:solidFill>
                  <a:schemeClr val="tx1"/>
                </a:solidFill>
                <a:effectLst/>
                <a:latin typeface="+mn-lt"/>
                <a:ea typeface="+mn-ea"/>
                <a:cs typeface="+mn-cs"/>
              </a:rPr>
              <a:t>Phan</a:t>
            </a:r>
            <a:r>
              <a:rPr lang="en-AU" sz="1200" kern="1200" dirty="0">
                <a:solidFill>
                  <a:schemeClr val="tx1"/>
                </a:solidFill>
                <a:effectLst/>
                <a:latin typeface="+mn-lt"/>
                <a:ea typeface="+mn-ea"/>
                <a:cs typeface="+mn-cs"/>
              </a:rPr>
              <a:t> </a:t>
            </a:r>
            <a:r>
              <a:rPr lang="en-AU" sz="1200" kern="1200" dirty="0" err="1">
                <a:solidFill>
                  <a:schemeClr val="tx1"/>
                </a:solidFill>
                <a:effectLst/>
                <a:latin typeface="+mn-lt"/>
                <a:ea typeface="+mn-ea"/>
                <a:cs typeface="+mn-cs"/>
              </a:rPr>
              <a:t>Thị</a:t>
            </a:r>
            <a:r>
              <a:rPr lang="en-AU" sz="1200" kern="1200" dirty="0">
                <a:solidFill>
                  <a:schemeClr val="tx1"/>
                </a:solidFill>
                <a:effectLst/>
                <a:latin typeface="+mn-lt"/>
                <a:ea typeface="+mn-ea"/>
                <a:cs typeface="+mn-cs"/>
              </a:rPr>
              <a:t> Kim </a:t>
            </a:r>
            <a:r>
              <a:rPr lang="en-AU" sz="1200" kern="1200" dirty="0" err="1">
                <a:solidFill>
                  <a:schemeClr val="tx1"/>
                </a:solidFill>
                <a:effectLst/>
                <a:latin typeface="+mn-lt"/>
                <a:ea typeface="+mn-ea"/>
                <a:cs typeface="+mn-cs"/>
              </a:rPr>
              <a:t>Phúc</a:t>
            </a:r>
            <a:r>
              <a:rPr lang="en-AU" sz="1200" kern="1200" dirty="0">
                <a:solidFill>
                  <a:schemeClr val="tx1"/>
                </a:solidFill>
                <a:effectLst/>
                <a:latin typeface="+mn-lt"/>
                <a:ea typeface="+mn-ea"/>
                <a:cs typeface="+mn-cs"/>
              </a:rPr>
              <a:t> running along a road in </a:t>
            </a:r>
            <a:r>
              <a:rPr lang="en-AU" sz="1200" kern="1200" dirty="0" err="1">
                <a:solidFill>
                  <a:schemeClr val="tx1"/>
                </a:solidFill>
                <a:effectLst/>
                <a:latin typeface="+mn-lt"/>
                <a:ea typeface="+mn-ea"/>
                <a:cs typeface="+mn-cs"/>
              </a:rPr>
              <a:t>Trang</a:t>
            </a:r>
            <a:r>
              <a:rPr lang="en-AU" sz="1200" kern="1200" dirty="0">
                <a:solidFill>
                  <a:schemeClr val="tx1"/>
                </a:solidFill>
                <a:effectLst/>
                <a:latin typeface="+mn-lt"/>
                <a:ea typeface="+mn-ea"/>
                <a:cs typeface="+mn-cs"/>
              </a:rPr>
              <a:t> Bang after being burned by a South Vietnamese napalm attack is just one of the images that came to symbolise the Vietnam War and resulted in the eventual US withdrawal.</a:t>
            </a:r>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11</a:t>
            </a:fld>
            <a:endParaRPr lang="en-US"/>
          </a:p>
        </p:txBody>
      </p:sp>
    </p:spTree>
    <p:extLst>
      <p:ext uri="{BB962C8B-B14F-4D97-AF65-F5344CB8AC3E}">
        <p14:creationId xmlns:p14="http://schemas.microsoft.com/office/powerpoint/2010/main" val="2719280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Taken by Annie </a:t>
            </a:r>
            <a:r>
              <a:rPr lang="en-AU" sz="1200" kern="1200" dirty="0" err="1">
                <a:solidFill>
                  <a:schemeClr val="tx1"/>
                </a:solidFill>
                <a:effectLst/>
                <a:latin typeface="+mn-lt"/>
                <a:ea typeface="+mn-ea"/>
                <a:cs typeface="+mn-cs"/>
              </a:rPr>
              <a:t>Leibovitz</a:t>
            </a:r>
            <a:r>
              <a:rPr lang="en-AU" sz="1200" kern="1200" dirty="0">
                <a:solidFill>
                  <a:schemeClr val="tx1"/>
                </a:solidFill>
                <a:effectLst/>
                <a:latin typeface="+mn-lt"/>
                <a:ea typeface="+mn-ea"/>
                <a:cs typeface="+mn-cs"/>
              </a:rPr>
              <a:t>, one of the most influential photographers of our time., this photo set the standards for celeb baby bumps and has been copied a hundred times over - but usually with less visual impact.</a:t>
            </a:r>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14</a:t>
            </a:fld>
            <a:endParaRPr lang="en-US"/>
          </a:p>
        </p:txBody>
      </p:sp>
    </p:spTree>
    <p:extLst>
      <p:ext uri="{BB962C8B-B14F-4D97-AF65-F5344CB8AC3E}">
        <p14:creationId xmlns:p14="http://schemas.microsoft.com/office/powerpoint/2010/main" val="2186742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u="sng" kern="1200" dirty="0">
                <a:solidFill>
                  <a:schemeClr val="tx1"/>
                </a:solidFill>
                <a:effectLst/>
                <a:latin typeface="+mn-lt"/>
                <a:ea typeface="+mn-ea"/>
                <a:cs typeface="+mn-cs"/>
              </a:rPr>
              <a:t>Rooted in Rights</a:t>
            </a:r>
          </a:p>
          <a:p>
            <a:r>
              <a:rPr lang="en-AU" sz="1200" kern="1200" dirty="0">
                <a:solidFill>
                  <a:schemeClr val="tx1"/>
                </a:solidFill>
                <a:effectLst/>
                <a:latin typeface="+mn-lt"/>
                <a:ea typeface="+mn-ea"/>
                <a:cs typeface="+mn-cs"/>
              </a:rPr>
              <a:t>Disability Support Page </a:t>
            </a:r>
          </a:p>
          <a:p>
            <a:r>
              <a:rPr lang="en-AU" sz="1200" kern="1200" dirty="0">
                <a:solidFill>
                  <a:schemeClr val="tx1"/>
                </a:solidFill>
                <a:effectLst/>
                <a:latin typeface="+mn-lt"/>
                <a:ea typeface="+mn-ea"/>
                <a:cs typeface="+mn-cs"/>
              </a:rPr>
              <a:t>Cartoon from a feature article </a:t>
            </a:r>
          </a:p>
          <a:p>
            <a:r>
              <a:rPr lang="en-AU" sz="1200" kern="1200" dirty="0">
                <a:solidFill>
                  <a:schemeClr val="tx1"/>
                </a:solidFill>
                <a:effectLst/>
                <a:latin typeface="+mn-lt"/>
                <a:ea typeface="+mn-ea"/>
                <a:cs typeface="+mn-cs"/>
              </a:rPr>
              <a:t>Commentary:  “Big Society – Beg Society”</a:t>
            </a:r>
          </a:p>
        </p:txBody>
      </p:sp>
      <p:sp>
        <p:nvSpPr>
          <p:cNvPr id="4" name="Slide Number Placeholder 3"/>
          <p:cNvSpPr>
            <a:spLocks noGrp="1"/>
          </p:cNvSpPr>
          <p:nvPr>
            <p:ph type="sldNum" sz="quarter" idx="10"/>
          </p:nvPr>
        </p:nvSpPr>
        <p:spPr/>
        <p:txBody>
          <a:bodyPr/>
          <a:lstStyle/>
          <a:p>
            <a:fld id="{7F11C74B-E7E0-634B-8D8B-0127205DC5B6}" type="slidenum">
              <a:rPr lang="en-US" smtClean="0"/>
              <a:t>19</a:t>
            </a:fld>
            <a:endParaRPr lang="en-US"/>
          </a:p>
        </p:txBody>
      </p:sp>
    </p:spTree>
    <p:extLst>
      <p:ext uri="{BB962C8B-B14F-4D97-AF65-F5344CB8AC3E}">
        <p14:creationId xmlns:p14="http://schemas.microsoft.com/office/powerpoint/2010/main" val="415773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Artist John </a:t>
            </a:r>
            <a:r>
              <a:rPr lang="en-US" dirty="0" err="1"/>
              <a:t>Holcroft</a:t>
            </a:r>
            <a:endParaRPr lang="en-US" dirty="0"/>
          </a:p>
          <a:p>
            <a:r>
              <a:rPr lang="en-US" dirty="0"/>
              <a:t>From an online article about him: “Artist</a:t>
            </a:r>
            <a:r>
              <a:rPr lang="en-US" baseline="0" dirty="0"/>
              <a:t> Perfectly Captures the Flaws of Our Society In a Series of Witty Illustrations”</a:t>
            </a:r>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20</a:t>
            </a:fld>
            <a:endParaRPr lang="en-US"/>
          </a:p>
        </p:txBody>
      </p:sp>
    </p:spTree>
    <p:extLst>
      <p:ext uri="{BB962C8B-B14F-4D97-AF65-F5344CB8AC3E}">
        <p14:creationId xmlns:p14="http://schemas.microsoft.com/office/powerpoint/2010/main" val="3528041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Artist John </a:t>
            </a:r>
            <a:r>
              <a:rPr lang="en-US" dirty="0" err="1"/>
              <a:t>Holcroft</a:t>
            </a:r>
            <a:endParaRPr lang="en-US" dirty="0"/>
          </a:p>
          <a:p>
            <a:r>
              <a:rPr lang="en-US" dirty="0"/>
              <a:t>From an online article about him: “Artist</a:t>
            </a:r>
            <a:r>
              <a:rPr lang="en-US" baseline="0" dirty="0"/>
              <a:t> Perfectly Captures the Flaws of Our Society In a Series of Witty Illustrations”</a:t>
            </a:r>
            <a:endParaRPr lang="en-US" dirty="0"/>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21</a:t>
            </a:fld>
            <a:endParaRPr lang="en-US"/>
          </a:p>
        </p:txBody>
      </p:sp>
    </p:spTree>
    <p:extLst>
      <p:ext uri="{BB962C8B-B14F-4D97-AF65-F5344CB8AC3E}">
        <p14:creationId xmlns:p14="http://schemas.microsoft.com/office/powerpoint/2010/main" val="203876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Artist John </a:t>
            </a:r>
            <a:r>
              <a:rPr lang="en-US" dirty="0" err="1"/>
              <a:t>Holcroft</a:t>
            </a:r>
            <a:endParaRPr lang="en-US" dirty="0"/>
          </a:p>
          <a:p>
            <a:r>
              <a:rPr lang="en-US" dirty="0"/>
              <a:t>From an online article about him: “Artist</a:t>
            </a:r>
            <a:r>
              <a:rPr lang="en-US" baseline="0" dirty="0"/>
              <a:t> Perfectly Captures the Flaws of Our Society In a Series of Witty Illustrations”</a:t>
            </a:r>
            <a:endParaRPr lang="en-US" dirty="0"/>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22</a:t>
            </a:fld>
            <a:endParaRPr lang="en-US"/>
          </a:p>
        </p:txBody>
      </p:sp>
    </p:spTree>
    <p:extLst>
      <p:ext uri="{BB962C8B-B14F-4D97-AF65-F5344CB8AC3E}">
        <p14:creationId xmlns:p14="http://schemas.microsoft.com/office/powerpoint/2010/main" val="2266476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Digital Synopsis, Advertising</a:t>
            </a:r>
          </a:p>
          <a:p>
            <a:r>
              <a:rPr lang="en-AU" sz="1200" kern="1200" dirty="0">
                <a:solidFill>
                  <a:schemeClr val="tx1"/>
                </a:solidFill>
                <a:effectLst/>
                <a:latin typeface="+mn-lt"/>
                <a:ea typeface="+mn-ea"/>
                <a:cs typeface="+mn-cs"/>
              </a:rPr>
              <a:t>“How smartphones have taken over our lives”  online article</a:t>
            </a:r>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23</a:t>
            </a:fld>
            <a:endParaRPr lang="en-US"/>
          </a:p>
        </p:txBody>
      </p:sp>
    </p:spTree>
    <p:extLst>
      <p:ext uri="{BB962C8B-B14F-4D97-AF65-F5344CB8AC3E}">
        <p14:creationId xmlns:p14="http://schemas.microsoft.com/office/powerpoint/2010/main" val="2686535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Illustration by Daniel </a:t>
            </a:r>
            <a:r>
              <a:rPr lang="en-AU" sz="1200" kern="1200" dirty="0" err="1">
                <a:solidFill>
                  <a:schemeClr val="tx1"/>
                </a:solidFill>
                <a:effectLst/>
                <a:latin typeface="+mn-lt"/>
                <a:ea typeface="+mn-ea"/>
                <a:cs typeface="+mn-cs"/>
              </a:rPr>
              <a:t>Zender</a:t>
            </a:r>
            <a:r>
              <a:rPr lang="en-AU" sz="1200" kern="1200" dirty="0">
                <a:solidFill>
                  <a:schemeClr val="tx1"/>
                </a:solidFill>
                <a:effectLst/>
                <a:latin typeface="+mn-lt"/>
                <a:ea typeface="+mn-ea"/>
                <a:cs typeface="+mn-cs"/>
              </a:rPr>
              <a:t> for an online article “Abuse of Power” on bullying for ‘Teaching Tolerance’ on online mag</a:t>
            </a:r>
          </a:p>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24</a:t>
            </a:fld>
            <a:endParaRPr lang="en-US"/>
          </a:p>
        </p:txBody>
      </p:sp>
    </p:spTree>
    <p:extLst>
      <p:ext uri="{BB962C8B-B14F-4D97-AF65-F5344CB8AC3E}">
        <p14:creationId xmlns:p14="http://schemas.microsoft.com/office/powerpoint/2010/main" val="1601720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57</a:t>
            </a:fld>
            <a:endParaRPr lang="en-US"/>
          </a:p>
        </p:txBody>
      </p:sp>
    </p:spTree>
    <p:extLst>
      <p:ext uri="{BB962C8B-B14F-4D97-AF65-F5344CB8AC3E}">
        <p14:creationId xmlns:p14="http://schemas.microsoft.com/office/powerpoint/2010/main" val="320540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11C74B-E7E0-634B-8D8B-0127205DC5B6}" type="slidenum">
              <a:rPr lang="en-US" smtClean="0"/>
              <a:t>58</a:t>
            </a:fld>
            <a:endParaRPr lang="en-US"/>
          </a:p>
        </p:txBody>
      </p:sp>
    </p:spTree>
    <p:extLst>
      <p:ext uri="{BB962C8B-B14F-4D97-AF65-F5344CB8AC3E}">
        <p14:creationId xmlns:p14="http://schemas.microsoft.com/office/powerpoint/2010/main" val="320540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11C74B-E7E0-634B-8D8B-0127205DC5B6}" type="slidenum">
              <a:rPr lang="en-US" smtClean="0"/>
              <a:t>59</a:t>
            </a:fld>
            <a:endParaRPr lang="en-US"/>
          </a:p>
        </p:txBody>
      </p:sp>
    </p:spTree>
    <p:extLst>
      <p:ext uri="{BB962C8B-B14F-4D97-AF65-F5344CB8AC3E}">
        <p14:creationId xmlns:p14="http://schemas.microsoft.com/office/powerpoint/2010/main" val="320540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83</a:t>
            </a:fld>
            <a:endParaRPr lang="en-US"/>
          </a:p>
        </p:txBody>
      </p:sp>
    </p:spTree>
    <p:extLst>
      <p:ext uri="{BB962C8B-B14F-4D97-AF65-F5344CB8AC3E}">
        <p14:creationId xmlns:p14="http://schemas.microsoft.com/office/powerpoint/2010/main" val="1603202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85</a:t>
            </a:fld>
            <a:endParaRPr lang="en-US"/>
          </a:p>
        </p:txBody>
      </p:sp>
    </p:spTree>
    <p:extLst>
      <p:ext uri="{BB962C8B-B14F-4D97-AF65-F5344CB8AC3E}">
        <p14:creationId xmlns:p14="http://schemas.microsoft.com/office/powerpoint/2010/main" val="1147244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92</a:t>
            </a:fld>
            <a:endParaRPr lang="en-US"/>
          </a:p>
        </p:txBody>
      </p:sp>
    </p:spTree>
    <p:extLst>
      <p:ext uri="{BB962C8B-B14F-4D97-AF65-F5344CB8AC3E}">
        <p14:creationId xmlns:p14="http://schemas.microsoft.com/office/powerpoint/2010/main" val="3682834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93</a:t>
            </a:fld>
            <a:endParaRPr lang="en-US"/>
          </a:p>
        </p:txBody>
      </p:sp>
    </p:spTree>
    <p:extLst>
      <p:ext uri="{BB962C8B-B14F-4D97-AF65-F5344CB8AC3E}">
        <p14:creationId xmlns:p14="http://schemas.microsoft.com/office/powerpoint/2010/main" val="1182422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94</a:t>
            </a:fld>
            <a:endParaRPr lang="en-US"/>
          </a:p>
        </p:txBody>
      </p:sp>
    </p:spTree>
    <p:extLst>
      <p:ext uri="{BB962C8B-B14F-4D97-AF65-F5344CB8AC3E}">
        <p14:creationId xmlns:p14="http://schemas.microsoft.com/office/powerpoint/2010/main" val="1182422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11C74B-E7E0-634B-8D8B-0127205DC5B6}" type="slidenum">
              <a:rPr lang="en-US" smtClean="0"/>
              <a:t>95</a:t>
            </a:fld>
            <a:endParaRPr lang="en-US"/>
          </a:p>
        </p:txBody>
      </p:sp>
    </p:spTree>
    <p:extLst>
      <p:ext uri="{BB962C8B-B14F-4D97-AF65-F5344CB8AC3E}">
        <p14:creationId xmlns:p14="http://schemas.microsoft.com/office/powerpoint/2010/main" val="11824226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Overlay-TitleSlide.png"/>
          <p:cNvPicPr>
            <a:picLocks noChangeAspect="1"/>
          </p:cNvPicPr>
          <p:nvPr/>
        </p:nvPicPr>
        <p:blipFill>
          <a:blip r:embed="rId2"/>
          <a:stretch>
            <a:fillRect/>
          </a:stretch>
        </p:blipFill>
        <p:spPr>
          <a:xfrm>
            <a:off x="158367" y="187452"/>
            <a:ext cx="8827266" cy="6483096"/>
          </a:xfrm>
          <a:prstGeom prst="rect">
            <a:avLst/>
          </a:prstGeom>
        </p:spPr>
      </p:pic>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a:p>
        </p:txBody>
      </p:sp>
      <p:sp>
        <p:nvSpPr>
          <p:cNvPr id="2" name="Title 1"/>
          <p:cNvSpPr>
            <a:spLocks noGrp="1"/>
          </p:cNvSpPr>
          <p:nvPr>
            <p:ph type="ctrTitle"/>
          </p:nvPr>
        </p:nvSpPr>
        <p:spPr>
          <a:xfrm>
            <a:off x="1600200" y="2492375"/>
            <a:ext cx="6762749" cy="1470025"/>
          </a:xfrm>
        </p:spPr>
        <p:txBody>
          <a:bodyPr/>
          <a:lstStyle>
            <a:lvl1pPr algn="r">
              <a:defRPr sz="4400"/>
            </a:lvl1pPr>
          </a:lstStyle>
          <a:p>
            <a:r>
              <a:rPr lang="en-AU"/>
              <a:t>Click to edit Master title style</a:t>
            </a:r>
            <a:endParaRPr/>
          </a:p>
        </p:txBody>
      </p:sp>
      <p:sp>
        <p:nvSpPr>
          <p:cNvPr id="3" name="Subtitle 2"/>
          <p:cNvSpPr>
            <a:spLocks noGrp="1"/>
          </p:cNvSpPr>
          <p:nvPr>
            <p:ph type="subTitle" idx="1"/>
          </p:nvPr>
        </p:nvSpPr>
        <p:spPr>
          <a:xfrm>
            <a:off x="1600201" y="3966882"/>
            <a:ext cx="6762749" cy="1752600"/>
          </a:xfrm>
        </p:spPr>
        <p:txBody>
          <a:bodyPr>
            <a:normAutofit/>
          </a:bodyPr>
          <a:lstStyle>
            <a:lvl1pPr marL="0" indent="0" algn="r">
              <a:spcBef>
                <a:spcPts val="60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D140825E-4A15-4D39-8176-1F07E904CB30}" type="datetimeFigureOut">
              <a:rPr lang="en-US" smtClean="0"/>
              <a:t>3/29/2018</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idx="1"/>
          </p:nvPr>
        </p:nvSpPr>
        <p:spPr/>
        <p:txBody>
          <a:bodyPr>
            <a:normAutofit/>
          </a:bodyPr>
          <a:lstStyle>
            <a:lvl1pPr>
              <a:defRPr sz="2400"/>
            </a:lvl1pPr>
            <a:lvl2pPr>
              <a:defRPr sz="2400"/>
            </a:lvl2pPr>
            <a:lvl3pPr>
              <a:defRPr sz="2000"/>
            </a:lvl3pPr>
            <a:lvl4pPr>
              <a:defRPr sz="2000"/>
            </a:lvl4pPr>
            <a:lvl5pPr>
              <a:defRPr sz="2000"/>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dirty="0"/>
          </a:p>
        </p:txBody>
      </p:sp>
      <p:sp>
        <p:nvSpPr>
          <p:cNvPr id="4" name="Date Placeholder 3"/>
          <p:cNvSpPr>
            <a:spLocks noGrp="1"/>
          </p:cNvSpPr>
          <p:nvPr>
            <p:ph type="dt" sz="half" idx="10"/>
          </p:nvPr>
        </p:nvSpPr>
        <p:spPr/>
        <p:txBody>
          <a:bodyPr/>
          <a:lstStyle/>
          <a:p>
            <a:fld id="{D140825E-4A15-4D39-8176-1F07E904CB30}" type="datetimeFigureOut">
              <a:rPr lang="en-US" smtClean="0"/>
              <a:t>3/29/2018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Overlay-SectionHeader.png"/>
          <p:cNvPicPr>
            <a:picLocks noChangeAspect="1"/>
          </p:cNvPicPr>
          <p:nvPr/>
        </p:nvPicPr>
        <p:blipFill>
          <a:blip r:embed="rId2"/>
          <a:stretch>
            <a:fillRect/>
          </a:stretch>
        </p:blipFill>
        <p:spPr>
          <a:xfrm>
            <a:off x="158367" y="187452"/>
            <a:ext cx="8827266" cy="6483096"/>
          </a:xfrm>
          <a:prstGeom prst="rect">
            <a:avLst/>
          </a:prstGeom>
        </p:spPr>
      </p:pic>
      <p:sp>
        <p:nvSpPr>
          <p:cNvPr id="2" name="Title 1"/>
          <p:cNvSpPr>
            <a:spLocks noGrp="1"/>
          </p:cNvSpPr>
          <p:nvPr>
            <p:ph type="title"/>
          </p:nvPr>
        </p:nvSpPr>
        <p:spPr>
          <a:xfrm>
            <a:off x="779463" y="2591360"/>
            <a:ext cx="7583487" cy="1362075"/>
          </a:xfrm>
        </p:spPr>
        <p:txBody>
          <a:bodyPr anchor="b" anchorCtr="0">
            <a:noAutofit/>
          </a:bodyPr>
          <a:lstStyle>
            <a:lvl1pPr algn="l">
              <a:defRPr sz="4400" b="1" cap="none" baseline="0">
                <a:solidFill>
                  <a:schemeClr val="bg1"/>
                </a:solidFill>
              </a:defRPr>
            </a:lvl1pPr>
          </a:lstStyle>
          <a:p>
            <a:r>
              <a:rPr lang="en-AU"/>
              <a:t>Click to edit Master title style</a:t>
            </a:r>
            <a:endParaRPr/>
          </a:p>
        </p:txBody>
      </p:sp>
      <p:sp>
        <p:nvSpPr>
          <p:cNvPr id="3" name="Text Placeholder 2"/>
          <p:cNvSpPr>
            <a:spLocks noGrp="1"/>
          </p:cNvSpPr>
          <p:nvPr>
            <p:ph type="body" idx="1"/>
          </p:nvPr>
        </p:nvSpPr>
        <p:spPr>
          <a:xfrm>
            <a:off x="779463" y="3950354"/>
            <a:ext cx="7583487" cy="1500187"/>
          </a:xfrm>
        </p:spPr>
        <p:txBody>
          <a:bodyPr anchor="t" anchorCtr="0"/>
          <a:lstStyle>
            <a:lvl1pPr marL="0" indent="0" algn="l">
              <a:spcBef>
                <a:spcPts val="600"/>
              </a:spcBef>
              <a:buNone/>
              <a:defRPr sz="20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D140825E-4A15-4D39-8176-1F07E904CB30}" type="datetimeFigureOut">
              <a:rPr lang="en-US" smtClean="0"/>
              <a:t>3/29/2018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sz="half" idx="1"/>
          </p:nvPr>
        </p:nvSpPr>
        <p:spPr>
          <a:xfrm>
            <a:off x="779462" y="1828800"/>
            <a:ext cx="3657600" cy="42195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Content Placeholder 3"/>
          <p:cNvSpPr>
            <a:spLocks noGrp="1"/>
          </p:cNvSpPr>
          <p:nvPr>
            <p:ph sz="half" idx="2"/>
          </p:nvPr>
        </p:nvSpPr>
        <p:spPr>
          <a:xfrm>
            <a:off x="4688541" y="1828800"/>
            <a:ext cx="3657600" cy="42195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Date Placeholder 4"/>
          <p:cNvSpPr>
            <a:spLocks noGrp="1"/>
          </p:cNvSpPr>
          <p:nvPr>
            <p:ph type="dt" sz="half" idx="10"/>
          </p:nvPr>
        </p:nvSpPr>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4" name="Picture 13"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a:xfrm>
            <a:off x="779463" y="381000"/>
            <a:ext cx="7583487" cy="1044388"/>
          </a:xfrm>
        </p:spPr>
        <p:txBody>
          <a:bodyPr/>
          <a:lstStyle>
            <a:lvl1pPr>
              <a:defRPr/>
            </a:lvl1pPr>
          </a:lstStyle>
          <a:p>
            <a:r>
              <a:rPr lang="en-AU"/>
              <a:t>Click to edit Master title style</a:t>
            </a:r>
            <a:endParaRPr/>
          </a:p>
        </p:txBody>
      </p:sp>
      <p:sp>
        <p:nvSpPr>
          <p:cNvPr id="3" name="Text Placeholder 2"/>
          <p:cNvSpPr>
            <a:spLocks noGrp="1"/>
          </p:cNvSpPr>
          <p:nvPr>
            <p:ph type="body" idx="1"/>
          </p:nvPr>
        </p:nvSpPr>
        <p:spPr>
          <a:xfrm>
            <a:off x="779463" y="1438835"/>
            <a:ext cx="3657600" cy="789828"/>
          </a:xfrm>
        </p:spPr>
        <p:txBody>
          <a:bodyPr anchor="b">
            <a:noAutofit/>
          </a:bodyPr>
          <a:lstStyle>
            <a:lvl1pPr marL="0" indent="0" algn="ctr">
              <a:lnSpc>
                <a:spcPts val="3000"/>
              </a:lnSpc>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779463" y="2362199"/>
            <a:ext cx="3657600" cy="368617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Text Placeholder 4"/>
          <p:cNvSpPr>
            <a:spLocks noGrp="1"/>
          </p:cNvSpPr>
          <p:nvPr>
            <p:ph type="body" sz="quarter" idx="3"/>
          </p:nvPr>
        </p:nvSpPr>
        <p:spPr>
          <a:xfrm>
            <a:off x="4705350" y="1438835"/>
            <a:ext cx="3657600" cy="789828"/>
          </a:xfrm>
        </p:spPr>
        <p:txBody>
          <a:bodyPr anchor="b">
            <a:noAutofit/>
          </a:bodyPr>
          <a:lstStyle>
            <a:lvl1pPr marL="0" indent="0" algn="ctr">
              <a:lnSpc>
                <a:spcPts val="3000"/>
              </a:lnSpc>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705350" y="2362199"/>
            <a:ext cx="3657600" cy="368617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7" name="Date Placeholder 6"/>
          <p:cNvSpPr>
            <a:spLocks noGrp="1"/>
          </p:cNvSpPr>
          <p:nvPr>
            <p:ph type="dt" sz="half" idx="10"/>
          </p:nvPr>
        </p:nvSpPr>
        <p:spPr/>
        <p:txBody>
          <a:bodyPr/>
          <a:lstStyle/>
          <a:p>
            <a:fld id="{D140825E-4A15-4D39-8176-1F07E904CB30}" type="datetimeFigureOut">
              <a:rPr lang="en-US" smtClean="0"/>
              <a:t>3/29/2018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E4AAA4-6363-4581-962D-1ACCC2D600C5}" type="slidenum">
              <a:rPr lang="en-US" smtClean="0"/>
              <a:t>‹#›</a:t>
            </a:fld>
            <a:endParaRPr lang="en-US"/>
          </a:p>
        </p:txBody>
      </p:sp>
      <p:cxnSp>
        <p:nvCxnSpPr>
          <p:cNvPr id="12" name="Straight Connector 11"/>
          <p:cNvCxnSpPr/>
          <p:nvPr/>
        </p:nvCxnSpPr>
        <p:spPr>
          <a:xfrm>
            <a:off x="874059" y="2286000"/>
            <a:ext cx="3563003"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815840" y="2286000"/>
            <a:ext cx="356616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74059" y="2286000"/>
            <a:ext cx="3563003"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815840" y="2286000"/>
            <a:ext cx="356616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pic>
        <p:nvPicPr>
          <p:cNvPr id="9" name="Picture 8"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sz="half" idx="1"/>
          </p:nvPr>
        </p:nvSpPr>
        <p:spPr>
          <a:xfrm>
            <a:off x="779462" y="1828801"/>
            <a:ext cx="7585076"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Date Placeholder 4"/>
          <p:cNvSpPr>
            <a:spLocks noGrp="1"/>
          </p:cNvSpPr>
          <p:nvPr>
            <p:ph type="dt" sz="half" idx="10"/>
          </p:nvPr>
        </p:nvSpPr>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
        <p:nvSpPr>
          <p:cNvPr id="10" name="Content Placeholder 2"/>
          <p:cNvSpPr>
            <a:spLocks noGrp="1"/>
          </p:cNvSpPr>
          <p:nvPr>
            <p:ph sz="half" idx="13"/>
          </p:nvPr>
        </p:nvSpPr>
        <p:spPr>
          <a:xfrm>
            <a:off x="779462" y="3991816"/>
            <a:ext cx="7585076"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pic>
        <p:nvPicPr>
          <p:cNvPr id="9" name="Picture 8"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sz="half" idx="1"/>
          </p:nvPr>
        </p:nvSpPr>
        <p:spPr>
          <a:xfrm>
            <a:off x="4710953" y="1828801"/>
            <a:ext cx="3657600"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Date Placeholder 4"/>
          <p:cNvSpPr>
            <a:spLocks noGrp="1"/>
          </p:cNvSpPr>
          <p:nvPr>
            <p:ph type="dt" sz="half" idx="10"/>
          </p:nvPr>
        </p:nvSpPr>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
        <p:nvSpPr>
          <p:cNvPr id="10" name="Content Placeholder 2"/>
          <p:cNvSpPr>
            <a:spLocks noGrp="1"/>
          </p:cNvSpPr>
          <p:nvPr>
            <p:ph sz="half" idx="13"/>
          </p:nvPr>
        </p:nvSpPr>
        <p:spPr>
          <a:xfrm>
            <a:off x="4710953" y="3991816"/>
            <a:ext cx="3657600"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11" name="Content Placeholder 2"/>
          <p:cNvSpPr>
            <a:spLocks noGrp="1"/>
          </p:cNvSpPr>
          <p:nvPr>
            <p:ph sz="half" idx="14"/>
          </p:nvPr>
        </p:nvSpPr>
        <p:spPr>
          <a:xfrm>
            <a:off x="779462" y="1828800"/>
            <a:ext cx="3657600" cy="42195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pic>
        <p:nvPicPr>
          <p:cNvPr id="9" name="Picture 8"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5" name="Date Placeholder 4"/>
          <p:cNvSpPr>
            <a:spLocks noGrp="1"/>
          </p:cNvSpPr>
          <p:nvPr>
            <p:ph type="dt" sz="half" idx="10"/>
          </p:nvPr>
        </p:nvSpPr>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
        <p:nvSpPr>
          <p:cNvPr id="12" name="Content Placeholder 2"/>
          <p:cNvSpPr>
            <a:spLocks noGrp="1"/>
          </p:cNvSpPr>
          <p:nvPr>
            <p:ph sz="half" idx="14"/>
          </p:nvPr>
        </p:nvSpPr>
        <p:spPr>
          <a:xfrm>
            <a:off x="779463" y="1828801"/>
            <a:ext cx="3657600"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13" name="Content Placeholder 2"/>
          <p:cNvSpPr>
            <a:spLocks noGrp="1"/>
          </p:cNvSpPr>
          <p:nvPr>
            <p:ph sz="half" idx="15"/>
          </p:nvPr>
        </p:nvSpPr>
        <p:spPr>
          <a:xfrm>
            <a:off x="779463" y="3991816"/>
            <a:ext cx="3657600"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14" name="Content Placeholder 2"/>
          <p:cNvSpPr>
            <a:spLocks noGrp="1"/>
          </p:cNvSpPr>
          <p:nvPr>
            <p:ph sz="half" idx="1"/>
          </p:nvPr>
        </p:nvSpPr>
        <p:spPr>
          <a:xfrm>
            <a:off x="4710953" y="1828801"/>
            <a:ext cx="3657600"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15" name="Content Placeholder 2"/>
          <p:cNvSpPr>
            <a:spLocks noGrp="1"/>
          </p:cNvSpPr>
          <p:nvPr>
            <p:ph sz="half" idx="13"/>
          </p:nvPr>
        </p:nvSpPr>
        <p:spPr>
          <a:xfrm>
            <a:off x="4710953" y="3991816"/>
            <a:ext cx="3657600" cy="20574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Date Placeholder 2"/>
          <p:cNvSpPr>
            <a:spLocks noGrp="1"/>
          </p:cNvSpPr>
          <p:nvPr>
            <p:ph type="dt" sz="half" idx="10"/>
          </p:nvPr>
        </p:nvSpPr>
        <p:spPr/>
        <p:txBody>
          <a:bodyPr/>
          <a:lstStyle/>
          <a:p>
            <a:fld id="{D140825E-4A15-4D39-8176-1F07E904CB30}" type="datetimeFigureOut">
              <a:rPr lang="en-US" smtClean="0"/>
              <a:t>3/29/2018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Date Placeholder 1"/>
          <p:cNvSpPr>
            <a:spLocks noGrp="1"/>
          </p:cNvSpPr>
          <p:nvPr>
            <p:ph type="dt" sz="half" idx="10"/>
          </p:nvPr>
        </p:nvSpPr>
        <p:spPr/>
        <p:txBody>
          <a:bodyPr/>
          <a:lstStyle/>
          <a:p>
            <a:fld id="{D140825E-4A15-4D39-8176-1F07E904CB30}" type="datetimeFigureOut">
              <a:rPr lang="en-US" smtClean="0"/>
              <a:t>3/29/2018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Overlay-ContentCaption.png"/>
          <p:cNvPicPr>
            <a:picLocks noChangeAspect="1"/>
          </p:cNvPicPr>
          <p:nvPr/>
        </p:nvPicPr>
        <p:blipFill>
          <a:blip r:embed="rId2"/>
          <a:stretch>
            <a:fillRect/>
          </a:stretch>
        </p:blipFill>
        <p:spPr>
          <a:xfrm>
            <a:off x="158367" y="187452"/>
            <a:ext cx="8827266" cy="6483096"/>
          </a:xfrm>
          <a:prstGeom prst="rect">
            <a:avLst/>
          </a:prstGeom>
        </p:spPr>
      </p:pic>
      <p:sp>
        <p:nvSpPr>
          <p:cNvPr id="2" name="Title 1"/>
          <p:cNvSpPr>
            <a:spLocks noGrp="1"/>
          </p:cNvSpPr>
          <p:nvPr>
            <p:ph type="title"/>
          </p:nvPr>
        </p:nvSpPr>
        <p:spPr>
          <a:xfrm>
            <a:off x="779464" y="590550"/>
            <a:ext cx="3657600" cy="1162050"/>
          </a:xfrm>
        </p:spPr>
        <p:txBody>
          <a:bodyPr anchor="b"/>
          <a:lstStyle>
            <a:lvl1pPr algn="ctr">
              <a:defRPr sz="3600" b="0"/>
            </a:lvl1pPr>
          </a:lstStyle>
          <a:p>
            <a:r>
              <a:rPr lang="en-AU"/>
              <a:t>Click to edit Master title style</a:t>
            </a:r>
            <a:endParaRPr/>
          </a:p>
        </p:txBody>
      </p:sp>
      <p:sp>
        <p:nvSpPr>
          <p:cNvPr id="3" name="Content Placeholder 2"/>
          <p:cNvSpPr>
            <a:spLocks noGrp="1"/>
          </p:cNvSpPr>
          <p:nvPr>
            <p:ph idx="1"/>
          </p:nvPr>
        </p:nvSpPr>
        <p:spPr>
          <a:xfrm>
            <a:off x="4693023" y="739588"/>
            <a:ext cx="3657600" cy="5308787"/>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Text Placeholder 3"/>
          <p:cNvSpPr>
            <a:spLocks noGrp="1"/>
          </p:cNvSpPr>
          <p:nvPr>
            <p:ph type="body" sz="half" idx="2"/>
          </p:nvPr>
        </p:nvSpPr>
        <p:spPr>
          <a:xfrm>
            <a:off x="779464" y="1816100"/>
            <a:ext cx="3657600" cy="3822700"/>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Overlay-PictureCaption.png"/>
          <p:cNvPicPr>
            <a:picLocks noChangeAspect="1"/>
          </p:cNvPicPr>
          <p:nvPr/>
        </p:nvPicPr>
        <p:blipFill>
          <a:blip r:embed="rId2"/>
          <a:stretch>
            <a:fillRect/>
          </a:stretch>
        </p:blipFill>
        <p:spPr>
          <a:xfrm>
            <a:off x="448977" y="187452"/>
            <a:ext cx="8536656" cy="6483096"/>
          </a:xfrm>
          <a:prstGeom prst="rect">
            <a:avLst/>
          </a:prstGeom>
        </p:spPr>
      </p:pic>
      <p:sp>
        <p:nvSpPr>
          <p:cNvPr id="2" name="Title 1"/>
          <p:cNvSpPr>
            <a:spLocks noGrp="1"/>
          </p:cNvSpPr>
          <p:nvPr>
            <p:ph type="title"/>
          </p:nvPr>
        </p:nvSpPr>
        <p:spPr>
          <a:xfrm>
            <a:off x="3886200" y="533400"/>
            <a:ext cx="4476750" cy="1252538"/>
          </a:xfrm>
        </p:spPr>
        <p:txBody>
          <a:bodyPr anchor="b"/>
          <a:lstStyle>
            <a:lvl1pPr algn="l">
              <a:defRPr sz="3600" b="0"/>
            </a:lvl1pPr>
          </a:lstStyle>
          <a:p>
            <a:r>
              <a:rPr lang="en-AU"/>
              <a:t>Click to edit Master title style</a:t>
            </a:r>
            <a:endParaRPr/>
          </a:p>
        </p:txBody>
      </p:sp>
      <p:sp>
        <p:nvSpPr>
          <p:cNvPr id="4" name="Text Placeholder 3"/>
          <p:cNvSpPr>
            <a:spLocks noGrp="1"/>
          </p:cNvSpPr>
          <p:nvPr>
            <p:ph type="body" sz="half" idx="2"/>
          </p:nvPr>
        </p:nvSpPr>
        <p:spPr>
          <a:xfrm>
            <a:off x="3886124" y="1828800"/>
            <a:ext cx="4474539" cy="3810000"/>
          </a:xfr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a:xfrm>
            <a:off x="3886124" y="6288741"/>
            <a:ext cx="1887537" cy="365125"/>
          </a:xfrm>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a:xfrm>
            <a:off x="5867399" y="6288741"/>
            <a:ext cx="2675965" cy="365125"/>
          </a:xfrm>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
        <p:nvSpPr>
          <p:cNvPr id="3" name="Picture Placeholder 2"/>
          <p:cNvSpPr>
            <a:spLocks noGrp="1"/>
          </p:cNvSpPr>
          <p:nvPr>
            <p:ph type="pic" idx="1"/>
          </p:nvPr>
        </p:nvSpPr>
        <p:spPr>
          <a:xfrm flipH="1">
            <a:off x="188253" y="179292"/>
            <a:ext cx="3281087" cy="6483096"/>
          </a:xfrm>
          <a:prstGeom prst="round1Rect">
            <a:avLst>
              <a:gd name="adj" fmla="val 17325"/>
            </a:avLst>
          </a:prstGeom>
          <a:blipFill dpi="0" rotWithShape="0">
            <a:blip r:embed="rId3"/>
            <a:srcRect/>
            <a:stretch>
              <a:fillRect/>
            </a:stretch>
          </a:blipFill>
          <a:ln w="28575">
            <a:solidFill>
              <a:schemeClr val="bg1"/>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pic>
        <p:nvPicPr>
          <p:cNvPr id="10" name="Picture 9" descr="Overlay-PictureCaption-Extras.png"/>
          <p:cNvPicPr>
            <a:picLocks noChangeAspect="1"/>
          </p:cNvPicPr>
          <p:nvPr/>
        </p:nvPicPr>
        <p:blipFill>
          <a:blip r:embed="rId2"/>
          <a:stretch>
            <a:fillRect/>
          </a:stretch>
        </p:blipFill>
        <p:spPr>
          <a:xfrm>
            <a:off x="158367" y="187452"/>
            <a:ext cx="8827266" cy="6483096"/>
          </a:xfrm>
          <a:prstGeom prst="rect">
            <a:avLst/>
          </a:prstGeom>
        </p:spPr>
      </p:pic>
      <p:sp>
        <p:nvSpPr>
          <p:cNvPr id="2" name="Title 1"/>
          <p:cNvSpPr>
            <a:spLocks noGrp="1"/>
          </p:cNvSpPr>
          <p:nvPr>
            <p:ph type="title"/>
          </p:nvPr>
        </p:nvSpPr>
        <p:spPr>
          <a:xfrm>
            <a:off x="4710953" y="533400"/>
            <a:ext cx="3657600" cy="1252538"/>
          </a:xfrm>
        </p:spPr>
        <p:txBody>
          <a:bodyPr anchor="b"/>
          <a:lstStyle>
            <a:lvl1pPr algn="l">
              <a:defRPr sz="3600" b="0"/>
            </a:lvl1pPr>
          </a:lstStyle>
          <a:p>
            <a:r>
              <a:rPr lang="en-AU"/>
              <a:t>Click to edit Master title style</a:t>
            </a:r>
            <a:endParaRPr/>
          </a:p>
        </p:txBody>
      </p:sp>
      <p:sp>
        <p:nvSpPr>
          <p:cNvPr id="3" name="Picture Placeholder 2"/>
          <p:cNvSpPr>
            <a:spLocks noGrp="1"/>
          </p:cNvSpPr>
          <p:nvPr>
            <p:ph type="pic" idx="1"/>
          </p:nvPr>
        </p:nvSpPr>
        <p:spPr>
          <a:xfrm flipH="1">
            <a:off x="596153" y="1600199"/>
            <a:ext cx="3657600" cy="3657601"/>
          </a:xfrm>
          <a:prstGeom prst="ellipse">
            <a:avLst/>
          </a:prstGeom>
          <a:blipFill dpi="0" rotWithShape="0">
            <a:blip r:embed="rId3" cstate="print"/>
            <a:srcRect/>
            <a:stretch>
              <a:fillRect/>
            </a:stretch>
          </a:blipFill>
          <a:ln w="28575">
            <a:solidFill>
              <a:schemeClr val="bg1"/>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
        <p:nvSpPr>
          <p:cNvPr id="4" name="Text Placeholder 3"/>
          <p:cNvSpPr>
            <a:spLocks noGrp="1"/>
          </p:cNvSpPr>
          <p:nvPr>
            <p:ph type="body" sz="half" idx="2"/>
          </p:nvPr>
        </p:nvSpPr>
        <p:spPr>
          <a:xfrm>
            <a:off x="4710412" y="1828800"/>
            <a:ext cx="3657600" cy="3810000"/>
          </a:xfr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a:xfrm>
            <a:off x="381000" y="6288741"/>
            <a:ext cx="1865125" cy="365125"/>
          </a:xfrm>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a:xfrm>
            <a:off x="3325813" y="6288741"/>
            <a:ext cx="5217551" cy="365125"/>
          </a:xfrm>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10" name="Picture 9" descr="Overlay-PictureCaption-Extras.png"/>
          <p:cNvPicPr>
            <a:picLocks noChangeAspect="1"/>
          </p:cNvPicPr>
          <p:nvPr/>
        </p:nvPicPr>
        <p:blipFill>
          <a:blip r:embed="rId2"/>
          <a:stretch>
            <a:fillRect/>
          </a:stretch>
        </p:blipFill>
        <p:spPr>
          <a:xfrm>
            <a:off x="158367" y="187452"/>
            <a:ext cx="8827266" cy="6483096"/>
          </a:xfrm>
          <a:prstGeom prst="rect">
            <a:avLst/>
          </a:prstGeom>
        </p:spPr>
      </p:pic>
      <p:sp>
        <p:nvSpPr>
          <p:cNvPr id="2" name="Title 1"/>
          <p:cNvSpPr>
            <a:spLocks noGrp="1"/>
          </p:cNvSpPr>
          <p:nvPr>
            <p:ph type="title"/>
          </p:nvPr>
        </p:nvSpPr>
        <p:spPr>
          <a:xfrm>
            <a:off x="808038" y="3778624"/>
            <a:ext cx="7560515" cy="1102658"/>
          </a:xfrm>
        </p:spPr>
        <p:txBody>
          <a:bodyPr anchor="b"/>
          <a:lstStyle>
            <a:lvl1pPr algn="l">
              <a:defRPr sz="3600" b="0"/>
            </a:lvl1pPr>
          </a:lstStyle>
          <a:p>
            <a:r>
              <a:rPr lang="en-AU"/>
              <a:t>Click to edit Master title style</a:t>
            </a:r>
            <a:endParaRPr/>
          </a:p>
        </p:txBody>
      </p:sp>
      <p:sp>
        <p:nvSpPr>
          <p:cNvPr id="3" name="Picture Placeholder 2"/>
          <p:cNvSpPr>
            <a:spLocks noGrp="1"/>
          </p:cNvSpPr>
          <p:nvPr>
            <p:ph type="pic" idx="1"/>
          </p:nvPr>
        </p:nvSpPr>
        <p:spPr>
          <a:xfrm flipH="1">
            <a:off x="871584" y="762000"/>
            <a:ext cx="7427726" cy="2989730"/>
          </a:xfrm>
          <a:prstGeom prst="roundRect">
            <a:avLst>
              <a:gd name="adj" fmla="val 7476"/>
            </a:avLst>
          </a:prstGeom>
          <a:blipFill dpi="0" rotWithShape="0">
            <a:blip r:embed="rId3"/>
            <a:srcRect/>
            <a:stretch>
              <a:fillRect/>
            </a:stretch>
          </a:blipFill>
          <a:ln w="28575">
            <a:solidFill>
              <a:schemeClr val="bg1"/>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
        <p:nvSpPr>
          <p:cNvPr id="4" name="Text Placeholder 3"/>
          <p:cNvSpPr>
            <a:spLocks noGrp="1"/>
          </p:cNvSpPr>
          <p:nvPr>
            <p:ph type="body" sz="half" idx="2"/>
          </p:nvPr>
        </p:nvSpPr>
        <p:spPr>
          <a:xfrm>
            <a:off x="808034" y="4827493"/>
            <a:ext cx="7559977" cy="1220881"/>
          </a:xfrm>
        </p:spPr>
        <p:txBody>
          <a:bodyPr>
            <a:normAutofit/>
          </a:bodyPr>
          <a:lstStyle>
            <a:lvl1pPr marL="0" indent="0">
              <a:spcBef>
                <a:spcPts val="3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a:xfrm>
            <a:off x="381000" y="6288741"/>
            <a:ext cx="1865125" cy="365125"/>
          </a:xfrm>
        </p:spPr>
        <p:txBody>
          <a:bodyPr/>
          <a:lstStyle/>
          <a:p>
            <a:fld id="{D140825E-4A15-4D39-8176-1F07E904CB30}" type="datetimeFigureOut">
              <a:rPr lang="en-US" smtClean="0"/>
              <a:t>3/29/2018</a:t>
            </a:fld>
            <a:endParaRPr lang="en-US"/>
          </a:p>
        </p:txBody>
      </p:sp>
      <p:sp>
        <p:nvSpPr>
          <p:cNvPr id="6" name="Footer Placeholder 5"/>
          <p:cNvSpPr>
            <a:spLocks noGrp="1"/>
          </p:cNvSpPr>
          <p:nvPr>
            <p:ph type="ftr" sz="quarter" idx="11"/>
          </p:nvPr>
        </p:nvSpPr>
        <p:spPr>
          <a:xfrm>
            <a:off x="3325813" y="6288741"/>
            <a:ext cx="5217551" cy="365125"/>
          </a:xfrm>
        </p:spPr>
        <p:txBody>
          <a:bodyPr/>
          <a:lstStyle/>
          <a:p>
            <a:endParaRPr lang="en-US"/>
          </a:p>
        </p:txBody>
      </p:sp>
      <p:sp>
        <p:nvSpPr>
          <p:cNvPr id="7" name="Slide Number Placeholder 6"/>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D140825E-4A15-4D39-8176-1F07E904CB30}" type="datetimeFigureOut">
              <a:rPr lang="en-US" smtClean="0"/>
              <a:t>3/29/2018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descr="Overlay-ContentSlides.png"/>
          <p:cNvPicPr>
            <a:picLocks noChangeAspect="1"/>
          </p:cNvPicPr>
          <p:nvPr/>
        </p:nvPicPr>
        <p:blipFill>
          <a:blip r:embed="rId2"/>
          <a:stretch>
            <a:fillRect/>
          </a:stretch>
        </p:blipFill>
        <p:spPr>
          <a:xfrm>
            <a:off x="150887" y="186645"/>
            <a:ext cx="8827266" cy="6483096"/>
          </a:xfrm>
          <a:prstGeom prst="rect">
            <a:avLst/>
          </a:prstGeom>
        </p:spPr>
      </p:pic>
      <p:sp>
        <p:nvSpPr>
          <p:cNvPr id="2" name="Vertical Title 1"/>
          <p:cNvSpPr>
            <a:spLocks noGrp="1"/>
          </p:cNvSpPr>
          <p:nvPr>
            <p:ph type="title" orient="vert"/>
          </p:nvPr>
        </p:nvSpPr>
        <p:spPr>
          <a:xfrm>
            <a:off x="7328646" y="779463"/>
            <a:ext cx="1358153" cy="5268912"/>
          </a:xfrm>
        </p:spPr>
        <p:txBody>
          <a:bodyPr vert="eaVert"/>
          <a:lstStyle/>
          <a:p>
            <a:r>
              <a:rPr lang="en-AU"/>
              <a:t>Click to edit Master title style</a:t>
            </a:r>
            <a:endParaRPr/>
          </a:p>
        </p:txBody>
      </p:sp>
      <p:sp>
        <p:nvSpPr>
          <p:cNvPr id="3" name="Vertical Text Placeholder 2"/>
          <p:cNvSpPr>
            <a:spLocks noGrp="1"/>
          </p:cNvSpPr>
          <p:nvPr>
            <p:ph type="body" orient="vert" idx="1"/>
          </p:nvPr>
        </p:nvSpPr>
        <p:spPr>
          <a:xfrm>
            <a:off x="779462" y="779464"/>
            <a:ext cx="6170613" cy="5268911"/>
          </a:xfrm>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D140825E-4A15-4D39-8176-1F07E904CB30}" type="datetimeFigureOut">
              <a:rPr lang="en-US" smtClean="0"/>
              <a:t>3/29/2018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E4AAA4-6363-4581-962D-1ACCC2D600C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ound Diagonal Corner Rectangle 7"/>
          <p:cNvSpPr/>
          <p:nvPr/>
        </p:nvSpPr>
        <p:spPr>
          <a:xfrm>
            <a:off x="189707" y="189707"/>
            <a:ext cx="8764587" cy="6478587"/>
          </a:xfrm>
          <a:prstGeom prst="round2DiagRect">
            <a:avLst>
              <a:gd name="adj1" fmla="val 9416"/>
              <a:gd name="adj2" fmla="val 0"/>
            </a:avLst>
          </a:prstGeom>
          <a:gradFill>
            <a:gsLst>
              <a:gs pos="17000">
                <a:schemeClr val="bg2"/>
              </a:gs>
              <a:gs pos="100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779463" y="381000"/>
            <a:ext cx="7583487" cy="1044388"/>
          </a:xfrm>
          <a:prstGeom prst="rect">
            <a:avLst/>
          </a:prstGeom>
        </p:spPr>
        <p:txBody>
          <a:bodyPr vert="horz" lIns="91440" tIns="45720" rIns="91440" bIns="45720" rtlCol="0" anchor="b" anchorCtr="0">
            <a:noAutofit/>
          </a:bodyPr>
          <a:lstStyle/>
          <a:p>
            <a:r>
              <a:rPr lang="en-AU"/>
              <a:t>Click to edit Master title style</a:t>
            </a:r>
            <a:endParaRPr/>
          </a:p>
        </p:txBody>
      </p:sp>
      <p:sp>
        <p:nvSpPr>
          <p:cNvPr id="3" name="Text Placeholder 2"/>
          <p:cNvSpPr>
            <a:spLocks noGrp="1"/>
          </p:cNvSpPr>
          <p:nvPr>
            <p:ph type="body" idx="1"/>
          </p:nvPr>
        </p:nvSpPr>
        <p:spPr>
          <a:xfrm>
            <a:off x="779463" y="1828800"/>
            <a:ext cx="7583487" cy="4208930"/>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2"/>
          </p:nvPr>
        </p:nvSpPr>
        <p:spPr>
          <a:xfrm>
            <a:off x="381000" y="6288741"/>
            <a:ext cx="1887537" cy="365125"/>
          </a:xfrm>
          <a:prstGeom prst="rect">
            <a:avLst/>
          </a:prstGeom>
        </p:spPr>
        <p:txBody>
          <a:bodyPr vert="horz" lIns="91440" tIns="45720" rIns="91440" bIns="45720" rtlCol="0" anchor="ctr"/>
          <a:lstStyle>
            <a:lvl1pPr algn="l">
              <a:defRPr sz="1200">
                <a:solidFill>
                  <a:schemeClr val="bg2"/>
                </a:solidFill>
              </a:defRPr>
            </a:lvl1pPr>
          </a:lstStyle>
          <a:p>
            <a:fld id="{D140825E-4A15-4D39-8176-1F07E904CB30}" type="datetimeFigureOut">
              <a:rPr lang="en-US" smtClean="0"/>
              <a:t>3/29/2018</a:t>
            </a:fld>
            <a:endParaRPr lang="en-US"/>
          </a:p>
        </p:txBody>
      </p:sp>
      <p:sp>
        <p:nvSpPr>
          <p:cNvPr id="5" name="Footer Placeholder 4"/>
          <p:cNvSpPr>
            <a:spLocks noGrp="1"/>
          </p:cNvSpPr>
          <p:nvPr>
            <p:ph type="ftr" sz="quarter" idx="3"/>
          </p:nvPr>
        </p:nvSpPr>
        <p:spPr>
          <a:xfrm>
            <a:off x="3304615" y="6288741"/>
            <a:ext cx="5238750" cy="365125"/>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6" name="Slide Number Placeholder 5"/>
          <p:cNvSpPr>
            <a:spLocks noGrp="1"/>
          </p:cNvSpPr>
          <p:nvPr>
            <p:ph type="sldNum" sz="quarter" idx="4"/>
          </p:nvPr>
        </p:nvSpPr>
        <p:spPr>
          <a:xfrm>
            <a:off x="8404411" y="219635"/>
            <a:ext cx="493059" cy="365125"/>
          </a:xfrm>
          <a:prstGeom prst="rect">
            <a:avLst/>
          </a:prstGeom>
        </p:spPr>
        <p:txBody>
          <a:bodyPr vert="horz" lIns="91440" tIns="45720" rIns="91440" bIns="45720" rtlCol="0" anchor="ctr"/>
          <a:lstStyle>
            <a:lvl1pPr algn="r">
              <a:defRPr sz="1200">
                <a:solidFill>
                  <a:schemeClr val="tx2"/>
                </a:solidFill>
              </a:defRPr>
            </a:lvl1pPr>
          </a:lstStyle>
          <a:p>
            <a:fld id="{93E4AAA4-6363-4581-962D-1ACCC2D600C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Lst>
  <p:txStyles>
    <p:titleStyle>
      <a:lvl1pPr algn="l" defTabSz="914400" rtl="0" eaLnBrk="1" latinLnBrk="0" hangingPunct="1">
        <a:spcBef>
          <a:spcPct val="0"/>
        </a:spcBef>
        <a:buNone/>
        <a:defRPr sz="3800" kern="1200">
          <a:solidFill>
            <a:schemeClr val="bg1"/>
          </a:solidFill>
          <a:latin typeface="+mj-lt"/>
          <a:ea typeface="+mj-ea"/>
          <a:cs typeface="+mj-cs"/>
        </a:defRPr>
      </a:lvl1pPr>
    </p:titleStyle>
    <p:bodyStyle>
      <a:lvl1pPr marL="282575" indent="-282575" algn="l" defTabSz="914400" rtl="0" eaLnBrk="1" latinLnBrk="0" hangingPunct="1">
        <a:spcBef>
          <a:spcPts val="2000"/>
        </a:spcBef>
        <a:buFont typeface="Wingdings 2" pitchFamily="18" charset="2"/>
        <a:buChar char=""/>
        <a:defRPr sz="2200" kern="1200">
          <a:solidFill>
            <a:schemeClr val="bg1"/>
          </a:solidFill>
          <a:latin typeface="+mn-lt"/>
          <a:ea typeface="+mn-ea"/>
          <a:cs typeface="+mn-cs"/>
        </a:defRPr>
      </a:lvl1pPr>
      <a:lvl2pPr marL="577850" indent="-295275" algn="l" defTabSz="914400" rtl="0" eaLnBrk="1" latinLnBrk="0" hangingPunct="1">
        <a:spcBef>
          <a:spcPts val="600"/>
        </a:spcBef>
        <a:buFont typeface="Wingdings 2" pitchFamily="18" charset="2"/>
        <a:buChar char=""/>
        <a:defRPr sz="2000" kern="1200">
          <a:solidFill>
            <a:schemeClr val="bg1"/>
          </a:solidFill>
          <a:latin typeface="+mn-lt"/>
          <a:ea typeface="+mn-ea"/>
          <a:cs typeface="+mn-cs"/>
        </a:defRPr>
      </a:lvl2pPr>
      <a:lvl3pPr marL="860425" indent="-282575" algn="l" defTabSz="914400" rtl="0" eaLnBrk="1" latinLnBrk="0" hangingPunct="1">
        <a:spcBef>
          <a:spcPts val="600"/>
        </a:spcBef>
        <a:buFont typeface="Wingdings 2" pitchFamily="18" charset="2"/>
        <a:buChar char=""/>
        <a:defRPr sz="1800" kern="1200">
          <a:solidFill>
            <a:schemeClr val="bg1"/>
          </a:solidFill>
          <a:latin typeface="+mn-lt"/>
          <a:ea typeface="+mn-ea"/>
          <a:cs typeface="+mn-cs"/>
        </a:defRPr>
      </a:lvl3pPr>
      <a:lvl4pPr marL="1143000" indent="-282575" algn="l" defTabSz="914400" rtl="0" eaLnBrk="1" latinLnBrk="0" hangingPunct="1">
        <a:spcBef>
          <a:spcPts val="600"/>
        </a:spcBef>
        <a:buFont typeface="Wingdings 2" pitchFamily="18" charset="2"/>
        <a:buChar char=""/>
        <a:defRPr sz="1800" kern="1200">
          <a:solidFill>
            <a:schemeClr val="bg1"/>
          </a:solidFill>
          <a:latin typeface="+mn-lt"/>
          <a:ea typeface="+mn-ea"/>
          <a:cs typeface="+mn-cs"/>
        </a:defRPr>
      </a:lvl4pPr>
      <a:lvl5pPr marL="1425575" indent="-282575" algn="l" defTabSz="914400" rtl="0" eaLnBrk="1" latinLnBrk="0" hangingPunct="1">
        <a:spcBef>
          <a:spcPts val="600"/>
        </a:spcBef>
        <a:buFont typeface="Wingdings 2" pitchFamily="18" charset="2"/>
        <a:buChar char=""/>
        <a:defRPr sz="1800" kern="1200">
          <a:solidFill>
            <a:schemeClr val="bg1"/>
          </a:solidFill>
          <a:latin typeface="+mn-lt"/>
          <a:ea typeface="+mn-ea"/>
          <a:cs typeface="+mn-cs"/>
        </a:defRPr>
      </a:lvl5pPr>
      <a:lvl6pPr marL="1711325" indent="-288925" algn="l" defTabSz="914400" rtl="0" eaLnBrk="1" latinLnBrk="0" hangingPunct="1">
        <a:spcBef>
          <a:spcPct val="20000"/>
        </a:spcBef>
        <a:buFont typeface="Wingdings 2" pitchFamily="18" charset="2"/>
        <a:buChar char=""/>
        <a:defRPr lang="en-US" sz="1800" kern="1200" dirty="0" smtClean="0">
          <a:solidFill>
            <a:schemeClr val="bg1"/>
          </a:solidFill>
          <a:latin typeface="+mn-lt"/>
          <a:ea typeface="+mn-ea"/>
          <a:cs typeface="+mn-cs"/>
        </a:defRPr>
      </a:lvl6pPr>
      <a:lvl7pPr marL="2000250" indent="-288925" algn="l" defTabSz="914400" rtl="0" eaLnBrk="1" latinLnBrk="0" hangingPunct="1">
        <a:spcBef>
          <a:spcPct val="20000"/>
        </a:spcBef>
        <a:buFont typeface="Wingdings 2" pitchFamily="18" charset="2"/>
        <a:buChar char=""/>
        <a:defRPr lang="en-US" sz="1800" kern="1200" dirty="0" smtClean="0">
          <a:solidFill>
            <a:schemeClr val="bg1"/>
          </a:solidFill>
          <a:latin typeface="+mn-lt"/>
          <a:ea typeface="+mn-ea"/>
          <a:cs typeface="+mn-cs"/>
        </a:defRPr>
      </a:lvl7pPr>
      <a:lvl8pPr marL="2290763" indent="-288925" algn="l" defTabSz="914400" rtl="0" eaLnBrk="1" latinLnBrk="0" hangingPunct="1">
        <a:spcBef>
          <a:spcPct val="20000"/>
        </a:spcBef>
        <a:buFont typeface="Wingdings 2" pitchFamily="18" charset="2"/>
        <a:buChar char=""/>
        <a:defRPr lang="en-US" sz="1800" kern="1200" dirty="0" smtClean="0">
          <a:solidFill>
            <a:schemeClr val="bg1"/>
          </a:solidFill>
          <a:latin typeface="+mn-lt"/>
          <a:ea typeface="+mn-ea"/>
          <a:cs typeface="+mn-cs"/>
        </a:defRPr>
      </a:lvl8pPr>
      <a:lvl9pPr marL="2571750" indent="-288925" algn="l" defTabSz="914400" rtl="0" eaLnBrk="1" latinLnBrk="0" hangingPunct="1">
        <a:spcBef>
          <a:spcPct val="20000"/>
        </a:spcBef>
        <a:buFont typeface="Wingdings 2" pitchFamily="18" charset="2"/>
        <a:buChar char=""/>
        <a:defRPr lang="en-US" sz="1800" kern="1200" dirty="0">
          <a:solidFill>
            <a:schemeClr val="bg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6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 Id="rId5" Type="http://schemas.openxmlformats.org/officeDocument/2006/relationships/image" Target="../media/image56.jpeg"/><Relationship Id="rId4" Type="http://schemas.openxmlformats.org/officeDocument/2006/relationships/image" Target="../media/image55.jpeg"/></Relationships>
</file>

<file path=ppt/slides/_rels/slide6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6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4.jpeg"/><Relationship Id="rId4" Type="http://schemas.openxmlformats.org/officeDocument/2006/relationships/image" Target="../media/image73.png"/></Relationships>
</file>

<file path=ppt/slides/_rels/slide8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jpeg"/><Relationship Id="rId1" Type="http://schemas.openxmlformats.org/officeDocument/2006/relationships/slideLayout" Target="../slideLayouts/slideLayout2.xml"/><Relationship Id="rId5" Type="http://schemas.openxmlformats.org/officeDocument/2006/relationships/image" Target="../media/image78.jpeg"/><Relationship Id="rId4" Type="http://schemas.openxmlformats.org/officeDocument/2006/relationships/image" Target="../media/image77.jpeg"/></Relationships>
</file>

<file path=ppt/slides/_rels/slide85.xml.rels><?xml version="1.0" encoding="UTF-8" standalone="yes"?>
<Relationships xmlns="http://schemas.openxmlformats.org/package/2006/relationships"><Relationship Id="rId8" Type="http://schemas.openxmlformats.org/officeDocument/2006/relationships/image" Target="../media/image84.jpeg"/><Relationship Id="rId3" Type="http://schemas.openxmlformats.org/officeDocument/2006/relationships/image" Target="../media/image79.png"/><Relationship Id="rId7" Type="http://schemas.openxmlformats.org/officeDocument/2006/relationships/image" Target="../media/image83.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jpeg"/><Relationship Id="rId4" Type="http://schemas.openxmlformats.org/officeDocument/2006/relationships/image" Target="../media/image80.jpeg"/></Relationships>
</file>

<file path=ppt/slides/_rels/slide86.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jpeg"/><Relationship Id="rId2" Type="http://schemas.openxmlformats.org/officeDocument/2006/relationships/image" Target="../media/image85.jpe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jpeg"/></Relationships>
</file>

<file path=ppt/slides/_rels/slide8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jpeg"/><Relationship Id="rId4" Type="http://schemas.openxmlformats.org/officeDocument/2006/relationships/image" Target="../media/image93.jpeg"/></Relationships>
</file>

<file path=ppt/slides/_rels/slide8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9.jpeg"/><Relationship Id="rId4" Type="http://schemas.openxmlformats.org/officeDocument/2006/relationships/image" Target="../media/image98.png"/></Relationships>
</file>

<file path=ppt/slides/_rels/slide8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jpeg"/></Relationships>
</file>

<file path=ppt/slides/_rels/slide92.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6.jpe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image" Target="../media/image108.jpeg"/><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BA811E-0EE2-47BA-A69A-68D55A165A4C}"/>
              </a:ext>
            </a:extLst>
          </p:cNvPr>
          <p:cNvSpPr>
            <a:spLocks noGrp="1"/>
          </p:cNvSpPr>
          <p:nvPr>
            <p:ph type="title"/>
          </p:nvPr>
        </p:nvSpPr>
        <p:spPr/>
        <p:txBody>
          <a:bodyPr/>
          <a:lstStyle/>
          <a:p>
            <a:r>
              <a:rPr lang="en-US" dirty="0"/>
              <a:t>Lesson 1</a:t>
            </a:r>
            <a:endParaRPr lang="en-AU" dirty="0"/>
          </a:p>
        </p:txBody>
      </p:sp>
      <p:sp>
        <p:nvSpPr>
          <p:cNvPr id="3" name="Content Placeholder 2">
            <a:extLst>
              <a:ext uri="{FF2B5EF4-FFF2-40B4-BE49-F238E27FC236}">
                <a16:creationId xmlns="" xmlns:a16="http://schemas.microsoft.com/office/drawing/2014/main" id="{8E383676-D7D1-44CB-9D55-8AB621C7F188}"/>
              </a:ext>
            </a:extLst>
          </p:cNvPr>
          <p:cNvSpPr>
            <a:spLocks noGrp="1"/>
          </p:cNvSpPr>
          <p:nvPr>
            <p:ph idx="1"/>
          </p:nvPr>
        </p:nvSpPr>
        <p:spPr/>
        <p:txBody>
          <a:bodyPr/>
          <a:lstStyle/>
          <a:p>
            <a:pPr marL="0" indent="0">
              <a:buNone/>
            </a:pPr>
            <a:r>
              <a:rPr lang="en-US" sz="4400" dirty="0"/>
              <a:t>Learning Intention</a:t>
            </a:r>
          </a:p>
          <a:p>
            <a:endParaRPr lang="en-US" dirty="0"/>
          </a:p>
          <a:p>
            <a:r>
              <a:rPr lang="en-AU" dirty="0"/>
              <a:t>To introduce the power of images</a:t>
            </a:r>
          </a:p>
        </p:txBody>
      </p:sp>
    </p:spTree>
    <p:extLst>
      <p:ext uri="{BB962C8B-B14F-4D97-AF65-F5344CB8AC3E}">
        <p14:creationId xmlns:p14="http://schemas.microsoft.com/office/powerpoint/2010/main" val="3419195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461327"/>
            <a:ext cx="6762749" cy="2214045"/>
          </a:xfrm>
        </p:spPr>
        <p:txBody>
          <a:bodyPr/>
          <a:lstStyle/>
          <a:p>
            <a:pPr algn="ctr"/>
            <a:r>
              <a:rPr lang="en-US" sz="5400" dirty="0"/>
              <a:t>THE POWER OF VISUAL LANGUAGE</a:t>
            </a:r>
            <a:r>
              <a:rPr lang="en-AU" sz="4000" dirty="0"/>
              <a:t/>
            </a:r>
            <a:br>
              <a:rPr lang="en-AU" sz="4000" dirty="0"/>
            </a:br>
            <a:endParaRPr lang="en-US" sz="4000" dirty="0"/>
          </a:p>
        </p:txBody>
      </p:sp>
      <p:sp>
        <p:nvSpPr>
          <p:cNvPr id="4" name="TextBox 3"/>
          <p:cNvSpPr txBox="1"/>
          <p:nvPr/>
        </p:nvSpPr>
        <p:spPr>
          <a:xfrm>
            <a:off x="927100" y="3098800"/>
            <a:ext cx="3721100" cy="2308324"/>
          </a:xfrm>
          <a:prstGeom prst="rect">
            <a:avLst/>
          </a:prstGeom>
          <a:noFill/>
        </p:spPr>
        <p:txBody>
          <a:bodyPr wrap="square" rtlCol="0">
            <a:spAutoFit/>
          </a:bodyPr>
          <a:lstStyle/>
          <a:p>
            <a:r>
              <a:rPr lang="en-US" sz="2400" dirty="0"/>
              <a:t>Every day the images and texts that surround you influence how you think and feel about issues, power &amp; relationships in society</a:t>
            </a:r>
            <a:r>
              <a:rPr lang="en-US" dirty="0"/>
              <a:t>.</a:t>
            </a:r>
          </a:p>
        </p:txBody>
      </p:sp>
      <p:pic>
        <p:nvPicPr>
          <p:cNvPr id="5" name="Picture 4" descr="Screen Shot 2016-03-06 at 2.24.09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168899" y="2329536"/>
            <a:ext cx="2606329" cy="3939186"/>
          </a:xfrm>
          <a:prstGeom prst="rect">
            <a:avLst/>
          </a:prstGeom>
        </p:spPr>
      </p:pic>
    </p:spTree>
    <p:extLst>
      <p:ext uri="{BB962C8B-B14F-4D97-AF65-F5344CB8AC3E}">
        <p14:creationId xmlns:p14="http://schemas.microsoft.com/office/powerpoint/2010/main" val="39695236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770819"/>
            <a:ext cx="6762749" cy="1470025"/>
          </a:xfrm>
        </p:spPr>
        <p:txBody>
          <a:bodyPr/>
          <a:lstStyle/>
          <a:p>
            <a:pPr algn="ctr"/>
            <a:r>
              <a:rPr lang="en-US" sz="6600" u="sng" dirty="0"/>
              <a:t>Visual Images</a:t>
            </a:r>
            <a:r>
              <a:rPr lang="en-AU" dirty="0"/>
              <a:t/>
            </a:r>
            <a:br>
              <a:rPr lang="en-AU" dirty="0"/>
            </a:br>
            <a:endParaRPr lang="en-US" dirty="0"/>
          </a:p>
        </p:txBody>
      </p:sp>
      <p:sp>
        <p:nvSpPr>
          <p:cNvPr id="3" name="TextBox 2"/>
          <p:cNvSpPr txBox="1"/>
          <p:nvPr/>
        </p:nvSpPr>
        <p:spPr>
          <a:xfrm>
            <a:off x="1562100" y="2484735"/>
            <a:ext cx="5918200" cy="2215991"/>
          </a:xfrm>
          <a:prstGeom prst="rect">
            <a:avLst/>
          </a:prstGeom>
          <a:noFill/>
        </p:spPr>
        <p:txBody>
          <a:bodyPr wrap="square" rtlCol="0">
            <a:spAutoFit/>
          </a:bodyPr>
          <a:lstStyle/>
          <a:p>
            <a:r>
              <a:rPr lang="en-US" sz="2400" dirty="0"/>
              <a:t>Images can be very powerful in positioning people to respond to issues and they are often used to comment on issues that are of concern in society.   </a:t>
            </a:r>
          </a:p>
          <a:p>
            <a:endParaRPr lang="en-US" sz="2400" dirty="0"/>
          </a:p>
          <a:p>
            <a:endParaRPr lang="en-US" dirty="0"/>
          </a:p>
        </p:txBody>
      </p:sp>
    </p:spTree>
    <p:extLst>
      <p:ext uri="{BB962C8B-B14F-4D97-AF65-F5344CB8AC3E}">
        <p14:creationId xmlns:p14="http://schemas.microsoft.com/office/powerpoint/2010/main" val="129450994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770819"/>
            <a:ext cx="6762749" cy="1470025"/>
          </a:xfrm>
        </p:spPr>
        <p:txBody>
          <a:bodyPr/>
          <a:lstStyle/>
          <a:p>
            <a:pPr algn="ctr"/>
            <a:r>
              <a:rPr lang="en-US" sz="6600" u="sng" dirty="0"/>
              <a:t>Visual Images</a:t>
            </a:r>
            <a:r>
              <a:rPr lang="en-AU" dirty="0"/>
              <a:t/>
            </a:r>
            <a:br>
              <a:rPr lang="en-AU" dirty="0"/>
            </a:br>
            <a:endParaRPr lang="en-US" dirty="0"/>
          </a:p>
        </p:txBody>
      </p:sp>
      <p:sp>
        <p:nvSpPr>
          <p:cNvPr id="3" name="TextBox 2"/>
          <p:cNvSpPr txBox="1"/>
          <p:nvPr/>
        </p:nvSpPr>
        <p:spPr>
          <a:xfrm>
            <a:off x="1716845" y="1945039"/>
            <a:ext cx="5918200" cy="4893647"/>
          </a:xfrm>
          <a:prstGeom prst="rect">
            <a:avLst/>
          </a:prstGeom>
          <a:noFill/>
        </p:spPr>
        <p:txBody>
          <a:bodyPr wrap="square" rtlCol="0">
            <a:spAutoFit/>
          </a:bodyPr>
          <a:lstStyle/>
          <a:p>
            <a:r>
              <a:rPr lang="en-US" sz="2400" dirty="0"/>
              <a:t>Visual language takes many forms:</a:t>
            </a:r>
          </a:p>
          <a:p>
            <a:endParaRPr lang="en-US" sz="2400" dirty="0"/>
          </a:p>
          <a:p>
            <a:pPr marL="285750" indent="-285750">
              <a:buFont typeface="Wingdings" charset="2"/>
              <a:buChar char="²"/>
            </a:pPr>
            <a:r>
              <a:rPr lang="en-US" sz="2400" dirty="0"/>
              <a:t>Graffiti</a:t>
            </a:r>
          </a:p>
          <a:p>
            <a:pPr marL="285750" indent="-285750">
              <a:buFont typeface="Wingdings" charset="2"/>
              <a:buChar char="²"/>
            </a:pPr>
            <a:r>
              <a:rPr lang="en-US" sz="2400" dirty="0"/>
              <a:t>Political &amp; social cartoons</a:t>
            </a:r>
          </a:p>
          <a:p>
            <a:pPr marL="285750" indent="-285750">
              <a:buFont typeface="Wingdings" charset="2"/>
              <a:buChar char="²"/>
            </a:pPr>
            <a:r>
              <a:rPr lang="en-US" sz="2400" dirty="0"/>
              <a:t>Posters</a:t>
            </a:r>
          </a:p>
          <a:p>
            <a:pPr marL="285750" indent="-285750">
              <a:buFont typeface="Wingdings" charset="2"/>
              <a:buChar char="²"/>
            </a:pPr>
            <a:r>
              <a:rPr lang="en-US" sz="2400" dirty="0"/>
              <a:t>Advertisements</a:t>
            </a:r>
          </a:p>
          <a:p>
            <a:pPr marL="285750" indent="-285750">
              <a:buFont typeface="Wingdings" charset="2"/>
              <a:buChar char="²"/>
            </a:pPr>
            <a:r>
              <a:rPr lang="en-US" sz="2400" dirty="0"/>
              <a:t>News images</a:t>
            </a:r>
          </a:p>
          <a:p>
            <a:pPr marL="285750" indent="-285750">
              <a:buFont typeface="Wingdings" charset="2"/>
              <a:buChar char="²"/>
            </a:pPr>
            <a:r>
              <a:rPr lang="en-US" sz="2400" dirty="0"/>
              <a:t>Picture books</a:t>
            </a:r>
          </a:p>
          <a:p>
            <a:pPr marL="285750" indent="-285750">
              <a:buFont typeface="Wingdings" charset="2"/>
              <a:buChar char="²"/>
            </a:pPr>
            <a:r>
              <a:rPr lang="en-US" sz="2400" dirty="0"/>
              <a:t>Graphic novels</a:t>
            </a:r>
          </a:p>
          <a:p>
            <a:pPr marL="285750" indent="-285750">
              <a:buFont typeface="Wingdings" charset="2"/>
              <a:buChar char="²"/>
            </a:pPr>
            <a:r>
              <a:rPr lang="en-US" sz="2400" dirty="0"/>
              <a:t>Memes</a:t>
            </a:r>
          </a:p>
          <a:p>
            <a:pPr marL="285750" indent="-285750">
              <a:buFont typeface="Wingdings" charset="2"/>
              <a:buChar char="²"/>
            </a:pPr>
            <a:r>
              <a:rPr lang="en-US" sz="2400" dirty="0"/>
              <a:t>Photographs</a:t>
            </a:r>
          </a:p>
          <a:p>
            <a:pPr marL="285750" indent="-285750">
              <a:buFont typeface="Wingdings" charset="2"/>
              <a:buChar char="²"/>
            </a:pPr>
            <a:r>
              <a:rPr lang="en-US" sz="2400" dirty="0"/>
              <a:t>…</a:t>
            </a:r>
          </a:p>
          <a:p>
            <a:endParaRPr lang="en-US" sz="2400" dirty="0"/>
          </a:p>
        </p:txBody>
      </p:sp>
    </p:spTree>
    <p:extLst>
      <p:ext uri="{BB962C8B-B14F-4D97-AF65-F5344CB8AC3E}">
        <p14:creationId xmlns:p14="http://schemas.microsoft.com/office/powerpoint/2010/main" val="222497885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770819"/>
            <a:ext cx="6762749" cy="1470025"/>
          </a:xfrm>
        </p:spPr>
        <p:txBody>
          <a:bodyPr/>
          <a:lstStyle/>
          <a:p>
            <a:pPr algn="ctr"/>
            <a:r>
              <a:rPr lang="en-US" sz="6600" u="sng" dirty="0"/>
              <a:t>Visual Images</a:t>
            </a:r>
            <a:r>
              <a:rPr lang="en-AU" dirty="0"/>
              <a:t/>
            </a:r>
            <a:br>
              <a:rPr lang="en-AU" dirty="0"/>
            </a:br>
            <a:endParaRPr lang="en-US" dirty="0"/>
          </a:p>
        </p:txBody>
      </p:sp>
      <p:sp>
        <p:nvSpPr>
          <p:cNvPr id="3" name="TextBox 2"/>
          <p:cNvSpPr txBox="1"/>
          <p:nvPr/>
        </p:nvSpPr>
        <p:spPr>
          <a:xfrm>
            <a:off x="1562100" y="2484735"/>
            <a:ext cx="5918200" cy="2677656"/>
          </a:xfrm>
          <a:prstGeom prst="rect">
            <a:avLst/>
          </a:prstGeom>
          <a:noFill/>
        </p:spPr>
        <p:txBody>
          <a:bodyPr wrap="square" rtlCol="0">
            <a:spAutoFit/>
          </a:bodyPr>
          <a:lstStyle/>
          <a:p>
            <a:r>
              <a:rPr lang="en-US" sz="2800" dirty="0"/>
              <a:t>Following are examples which make a comment about society or position us to respond to issues:</a:t>
            </a:r>
          </a:p>
          <a:p>
            <a:endParaRPr lang="en-US" sz="2800" dirty="0"/>
          </a:p>
          <a:p>
            <a:r>
              <a:rPr lang="en-US" sz="2800" dirty="0"/>
              <a:t>What ideas do you think they are presenting?</a:t>
            </a:r>
          </a:p>
        </p:txBody>
      </p:sp>
    </p:spTree>
    <p:extLst>
      <p:ext uri="{BB962C8B-B14F-4D97-AF65-F5344CB8AC3E}">
        <p14:creationId xmlns:p14="http://schemas.microsoft.com/office/powerpoint/2010/main" val="388869924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6-03-04 at 4.03.0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200" y="615949"/>
            <a:ext cx="8121650" cy="5419125"/>
          </a:xfrm>
          <a:prstGeom prst="rect">
            <a:avLst/>
          </a:prstGeom>
        </p:spPr>
      </p:pic>
    </p:spTree>
    <p:extLst>
      <p:ext uri="{BB962C8B-B14F-4D97-AF65-F5344CB8AC3E}">
        <p14:creationId xmlns:p14="http://schemas.microsoft.com/office/powerpoint/2010/main" val="150819808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43.3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679" y="619517"/>
            <a:ext cx="7583821" cy="5070083"/>
          </a:xfrm>
          <a:prstGeom prst="rect">
            <a:avLst/>
          </a:prstGeom>
        </p:spPr>
      </p:pic>
    </p:spTree>
    <p:extLst>
      <p:ext uri="{BB962C8B-B14F-4D97-AF65-F5344CB8AC3E}">
        <p14:creationId xmlns:p14="http://schemas.microsoft.com/office/powerpoint/2010/main" val="2453257026"/>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6 at 3.28.4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9000" y="143624"/>
            <a:ext cx="5216994" cy="6714376"/>
          </a:xfrm>
          <a:prstGeom prst="rect">
            <a:avLst/>
          </a:prstGeom>
        </p:spPr>
      </p:pic>
    </p:spTree>
    <p:extLst>
      <p:ext uri="{BB962C8B-B14F-4D97-AF65-F5344CB8AC3E}">
        <p14:creationId xmlns:p14="http://schemas.microsoft.com/office/powerpoint/2010/main" val="351286061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xmlns:p14="http://schemas.microsoft.com/office/powerpoint/2010/mai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57.5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999" y="233238"/>
            <a:ext cx="6389811" cy="6434262"/>
          </a:xfrm>
          <a:prstGeom prst="rect">
            <a:avLst/>
          </a:prstGeom>
        </p:spPr>
      </p:pic>
    </p:spTree>
    <p:extLst>
      <p:ext uri="{BB962C8B-B14F-4D97-AF65-F5344CB8AC3E}">
        <p14:creationId xmlns:p14="http://schemas.microsoft.com/office/powerpoint/2010/main" val="4298518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000" y="770819"/>
            <a:ext cx="8839200" cy="1470025"/>
          </a:xfrm>
        </p:spPr>
        <p:txBody>
          <a:bodyPr/>
          <a:lstStyle/>
          <a:p>
            <a:pPr algn="ctr"/>
            <a:r>
              <a:rPr lang="en-US" sz="6600" u="sng" dirty="0"/>
              <a:t>WARNING – GRAPHIC CONTENT</a:t>
            </a:r>
            <a:endParaRPr lang="en-US" dirty="0"/>
          </a:p>
        </p:txBody>
      </p:sp>
      <p:sp>
        <p:nvSpPr>
          <p:cNvPr id="3" name="TextBox 2"/>
          <p:cNvSpPr txBox="1"/>
          <p:nvPr/>
        </p:nvSpPr>
        <p:spPr>
          <a:xfrm>
            <a:off x="1562100" y="2484735"/>
            <a:ext cx="5918200" cy="1200329"/>
          </a:xfrm>
          <a:prstGeom prst="rect">
            <a:avLst/>
          </a:prstGeom>
          <a:noFill/>
        </p:spPr>
        <p:txBody>
          <a:bodyPr wrap="square" rtlCol="0">
            <a:spAutoFit/>
          </a:bodyPr>
          <a:lstStyle/>
          <a:p>
            <a:endParaRPr lang="en-US" dirty="0"/>
          </a:p>
          <a:p>
            <a:endParaRPr lang="en-US" dirty="0"/>
          </a:p>
          <a:p>
            <a:endParaRPr lang="en-US" dirty="0"/>
          </a:p>
          <a:p>
            <a:r>
              <a:rPr lang="en-US" dirty="0"/>
              <a:t>Following is an image of children </a:t>
            </a:r>
            <a:r>
              <a:rPr lang="en-US" dirty="0" err="1"/>
              <a:t>brutalised</a:t>
            </a:r>
            <a:r>
              <a:rPr lang="en-US" dirty="0"/>
              <a:t> by war.</a:t>
            </a:r>
          </a:p>
        </p:txBody>
      </p:sp>
    </p:spTree>
    <p:extLst>
      <p:ext uri="{BB962C8B-B14F-4D97-AF65-F5344CB8AC3E}">
        <p14:creationId xmlns:p14="http://schemas.microsoft.com/office/powerpoint/2010/main" val="410748986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56.54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700" y="304800"/>
            <a:ext cx="7975600" cy="6197600"/>
          </a:xfrm>
          <a:prstGeom prst="rect">
            <a:avLst/>
          </a:prstGeom>
        </p:spPr>
      </p:pic>
    </p:spTree>
    <p:extLst>
      <p:ext uri="{BB962C8B-B14F-4D97-AF65-F5344CB8AC3E}">
        <p14:creationId xmlns:p14="http://schemas.microsoft.com/office/powerpoint/2010/main" val="242759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4.35.02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800" y="730249"/>
            <a:ext cx="8153400" cy="5511591"/>
          </a:xfrm>
          <a:prstGeom prst="rect">
            <a:avLst/>
          </a:prstGeom>
        </p:spPr>
      </p:pic>
    </p:spTree>
    <p:extLst>
      <p:ext uri="{BB962C8B-B14F-4D97-AF65-F5344CB8AC3E}">
        <p14:creationId xmlns:p14="http://schemas.microsoft.com/office/powerpoint/2010/main" val="301113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4.31.51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299" y="261244"/>
            <a:ext cx="2930451" cy="6342755"/>
          </a:xfrm>
          <a:prstGeom prst="rect">
            <a:avLst/>
          </a:prstGeom>
        </p:spPr>
      </p:pic>
    </p:spTree>
    <p:extLst>
      <p:ext uri="{BB962C8B-B14F-4D97-AF65-F5344CB8AC3E}">
        <p14:creationId xmlns:p14="http://schemas.microsoft.com/office/powerpoint/2010/main" val="1020327176"/>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59.54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4374" y="330200"/>
            <a:ext cx="4408526" cy="6096000"/>
          </a:xfrm>
          <a:prstGeom prst="rect">
            <a:avLst/>
          </a:prstGeom>
        </p:spPr>
      </p:pic>
    </p:spTree>
    <p:extLst>
      <p:ext uri="{BB962C8B-B14F-4D97-AF65-F5344CB8AC3E}">
        <p14:creationId xmlns:p14="http://schemas.microsoft.com/office/powerpoint/2010/main" val="25468846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4.38.2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750" y="241299"/>
            <a:ext cx="6868016" cy="6273801"/>
          </a:xfrm>
          <a:prstGeom prst="rect">
            <a:avLst/>
          </a:prstGeom>
        </p:spPr>
      </p:pic>
    </p:spTree>
    <p:extLst>
      <p:ext uri="{BB962C8B-B14F-4D97-AF65-F5344CB8AC3E}">
        <p14:creationId xmlns:p14="http://schemas.microsoft.com/office/powerpoint/2010/main" val="96723393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nti stigma ad"/>
          <p:cNvPicPr>
            <a:picLocks noGrp="1"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176463" y="261144"/>
            <a:ext cx="4605337" cy="64243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43619813"/>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nti prostitution ad"/>
          <p:cNvPicPr>
            <a:picLocks noGrp="1"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00300" y="186531"/>
            <a:ext cx="4519439" cy="639207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699298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41.1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40" y="1066800"/>
            <a:ext cx="6822690" cy="4749800"/>
          </a:xfrm>
          <a:prstGeom prst="rect">
            <a:avLst/>
          </a:prstGeom>
        </p:spPr>
      </p:pic>
    </p:spTree>
    <p:extLst>
      <p:ext uri="{BB962C8B-B14F-4D97-AF65-F5344CB8AC3E}">
        <p14:creationId xmlns:p14="http://schemas.microsoft.com/office/powerpoint/2010/main" val="3578128673"/>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40.19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900" y="228600"/>
            <a:ext cx="8293100" cy="6392024"/>
          </a:xfrm>
          <a:prstGeom prst="rect">
            <a:avLst/>
          </a:prstGeom>
        </p:spPr>
      </p:pic>
    </p:spTree>
    <p:extLst>
      <p:ext uri="{BB962C8B-B14F-4D97-AF65-F5344CB8AC3E}">
        <p14:creationId xmlns:p14="http://schemas.microsoft.com/office/powerpoint/2010/main" val="36254605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xmlns:p14="http://schemas.microsoft.com/office/powerpoint/2010/mai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31.47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0661" y="304800"/>
            <a:ext cx="6265855" cy="6286500"/>
          </a:xfrm>
          <a:prstGeom prst="rect">
            <a:avLst/>
          </a:prstGeom>
        </p:spPr>
      </p:pic>
    </p:spTree>
    <p:extLst>
      <p:ext uri="{BB962C8B-B14F-4D97-AF65-F5344CB8AC3E}">
        <p14:creationId xmlns:p14="http://schemas.microsoft.com/office/powerpoint/2010/main" val="666846802"/>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37.27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787157" y="177800"/>
            <a:ext cx="5896343" cy="6490620"/>
          </a:xfrm>
          <a:prstGeom prst="rect">
            <a:avLst/>
          </a:prstGeom>
        </p:spPr>
      </p:pic>
    </p:spTree>
    <p:extLst>
      <p:ext uri="{BB962C8B-B14F-4D97-AF65-F5344CB8AC3E}">
        <p14:creationId xmlns:p14="http://schemas.microsoft.com/office/powerpoint/2010/main" val="3067671066"/>
      </p:ext>
    </p:extLst>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37.4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50" y="266700"/>
            <a:ext cx="7131050" cy="6338711"/>
          </a:xfrm>
          <a:prstGeom prst="rect">
            <a:avLst/>
          </a:prstGeom>
        </p:spPr>
      </p:pic>
    </p:spTree>
    <p:extLst>
      <p:ext uri="{BB962C8B-B14F-4D97-AF65-F5344CB8AC3E}">
        <p14:creationId xmlns:p14="http://schemas.microsoft.com/office/powerpoint/2010/main" val="1029004688"/>
      </p:ext>
    </p:extLst>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3.51.21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001196" y="266700"/>
            <a:ext cx="5275903" cy="6347289"/>
          </a:xfrm>
          <a:prstGeom prst="rect">
            <a:avLst/>
          </a:prstGeom>
        </p:spPr>
      </p:pic>
    </p:spTree>
    <p:extLst>
      <p:ext uri="{BB962C8B-B14F-4D97-AF65-F5344CB8AC3E}">
        <p14:creationId xmlns:p14="http://schemas.microsoft.com/office/powerpoint/2010/main" val="33554101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xmlns:p14="http://schemas.microsoft.com/office/powerpoint/2010/main" spd="slow">
        <p:blinds dir="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3-04 at 4.07.59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0" y="390337"/>
            <a:ext cx="8026400" cy="6030569"/>
          </a:xfrm>
          <a:prstGeom prst="rect">
            <a:avLst/>
          </a:prstGeom>
        </p:spPr>
      </p:pic>
    </p:spTree>
    <p:extLst>
      <p:ext uri="{BB962C8B-B14F-4D97-AF65-F5344CB8AC3E}">
        <p14:creationId xmlns:p14="http://schemas.microsoft.com/office/powerpoint/2010/main" val="2797624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rms_of_Australia"/>
          <p:cNvPicPr>
            <a:picLocks noGrp="1"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91419" y="573881"/>
            <a:ext cx="6796881" cy="529724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348560576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88C344-40CF-4405-9EE6-D940277FC4FF}"/>
              </a:ext>
            </a:extLst>
          </p:cNvPr>
          <p:cNvSpPr>
            <a:spLocks noGrp="1"/>
          </p:cNvSpPr>
          <p:nvPr>
            <p:ph type="title"/>
          </p:nvPr>
        </p:nvSpPr>
        <p:spPr/>
        <p:txBody>
          <a:bodyPr/>
          <a:lstStyle/>
          <a:p>
            <a:r>
              <a:rPr lang="en-US" dirty="0"/>
              <a:t>Lesson 2</a:t>
            </a:r>
            <a:endParaRPr lang="en-AU" dirty="0"/>
          </a:p>
        </p:txBody>
      </p:sp>
      <p:sp>
        <p:nvSpPr>
          <p:cNvPr id="3" name="Content Placeholder 2">
            <a:extLst>
              <a:ext uri="{FF2B5EF4-FFF2-40B4-BE49-F238E27FC236}">
                <a16:creationId xmlns="" xmlns:a16="http://schemas.microsoft.com/office/drawing/2014/main" id="{DC11E5D0-ACDD-4FD1-8FA9-F73416C4E3E0}"/>
              </a:ext>
            </a:extLst>
          </p:cNvPr>
          <p:cNvSpPr>
            <a:spLocks noGrp="1"/>
          </p:cNvSpPr>
          <p:nvPr>
            <p:ph idx="1"/>
          </p:nvPr>
        </p:nvSpPr>
        <p:spPr/>
        <p:txBody>
          <a:bodyPr/>
          <a:lstStyle/>
          <a:p>
            <a:r>
              <a:rPr lang="en-US" dirty="0"/>
              <a:t>Learning Intention</a:t>
            </a:r>
          </a:p>
          <a:p>
            <a:endParaRPr lang="en-US" dirty="0"/>
          </a:p>
          <a:p>
            <a:r>
              <a:rPr lang="en-AU" dirty="0"/>
              <a:t>To examine the power of images</a:t>
            </a:r>
          </a:p>
        </p:txBody>
      </p:sp>
    </p:spTree>
    <p:extLst>
      <p:ext uri="{BB962C8B-B14F-4D97-AF65-F5344CB8AC3E}">
        <p14:creationId xmlns:p14="http://schemas.microsoft.com/office/powerpoint/2010/main" val="4074981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700" y="770819"/>
            <a:ext cx="8890000" cy="1470025"/>
          </a:xfrm>
        </p:spPr>
        <p:txBody>
          <a:bodyPr/>
          <a:lstStyle/>
          <a:p>
            <a:pPr algn="ctr"/>
            <a:r>
              <a:rPr lang="en-US" sz="6600" u="sng" dirty="0"/>
              <a:t>Visual Images &amp; Power</a:t>
            </a:r>
            <a:r>
              <a:rPr lang="en-AU" dirty="0"/>
              <a:t/>
            </a:r>
            <a:br>
              <a:rPr lang="en-AU" dirty="0"/>
            </a:br>
            <a:endParaRPr lang="en-US" dirty="0"/>
          </a:p>
        </p:txBody>
      </p:sp>
      <p:sp>
        <p:nvSpPr>
          <p:cNvPr id="3" name="TextBox 2"/>
          <p:cNvSpPr txBox="1"/>
          <p:nvPr/>
        </p:nvSpPr>
        <p:spPr>
          <a:xfrm>
            <a:off x="2171700" y="2946400"/>
            <a:ext cx="5308600" cy="646331"/>
          </a:xfrm>
          <a:prstGeom prst="rect">
            <a:avLst/>
          </a:prstGeom>
          <a:noFill/>
        </p:spPr>
        <p:txBody>
          <a:bodyPr wrap="square" rtlCol="0">
            <a:spAutoFit/>
          </a:bodyPr>
          <a:lstStyle/>
          <a:p>
            <a:r>
              <a:rPr lang="en-US" dirty="0"/>
              <a:t>The following 5 images will be used for the activities about visual images and power:</a:t>
            </a:r>
          </a:p>
        </p:txBody>
      </p:sp>
    </p:spTree>
    <p:extLst>
      <p:ext uri="{BB962C8B-B14F-4D97-AF65-F5344CB8AC3E}">
        <p14:creationId xmlns:p14="http://schemas.microsoft.com/office/powerpoint/2010/main" val="1853673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1 Hitler </a:t>
            </a:r>
          </a:p>
        </p:txBody>
      </p:sp>
      <p:pic>
        <p:nvPicPr>
          <p:cNvPr id="7" name="lightboxImage" descr="Macintosh HD:Users:localadmin:Desktop:English 2016:01_visual_impact copy:media:01_aw05.jpg"/>
          <p:cNvPicPr/>
          <p:nvPr/>
        </p:nvPicPr>
        <p:blipFill>
          <a:blip r:embed="rId2">
            <a:extLst>
              <a:ext uri="{28A0092B-C50C-407E-A947-70E740481C1C}">
                <a14:useLocalDpi xmlns:a14="http://schemas.microsoft.com/office/drawing/2010/main" val="0"/>
              </a:ext>
            </a:extLst>
          </a:blip>
          <a:srcRect/>
          <a:stretch>
            <a:fillRect/>
          </a:stretch>
        </p:blipFill>
        <p:spPr bwMode="auto">
          <a:xfrm>
            <a:off x="3602525" y="479444"/>
            <a:ext cx="4043121" cy="60259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9799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2  He’s Coming South</a:t>
            </a:r>
          </a:p>
        </p:txBody>
      </p:sp>
      <p:pic>
        <p:nvPicPr>
          <p:cNvPr id="5" name="lightboxImage" descr="Macintosh HD:Users:localadmin:Desktop:English 2016:01_visual_impact copy:media:01_aw07.jpg"/>
          <p:cNvPicPr/>
          <p:nvPr/>
        </p:nvPicPr>
        <p:blipFill>
          <a:blip r:embed="rId2">
            <a:extLst>
              <a:ext uri="{28A0092B-C50C-407E-A947-70E740481C1C}">
                <a14:useLocalDpi xmlns:a14="http://schemas.microsoft.com/office/drawing/2010/main" val="0"/>
              </a:ext>
            </a:extLst>
          </a:blip>
          <a:srcRect/>
          <a:stretch>
            <a:fillRect/>
          </a:stretch>
        </p:blipFill>
        <p:spPr bwMode="auto">
          <a:xfrm>
            <a:off x="3663111" y="381000"/>
            <a:ext cx="4941481" cy="62146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3023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3  Rickshaw 2</a:t>
            </a:r>
          </a:p>
        </p:txBody>
      </p:sp>
      <p:pic>
        <p:nvPicPr>
          <p:cNvPr id="4" name="lightboxImage" descr="Macintosh HD:Users:localadmin:Desktop:English 2016:01_visual_impact copy:media:01_aw03.jpg"/>
          <p:cNvPicPr/>
          <p:nvPr/>
        </p:nvPicPr>
        <p:blipFill>
          <a:blip r:embed="rId2">
            <a:extLst>
              <a:ext uri="{28A0092B-C50C-407E-A947-70E740481C1C}">
                <a14:useLocalDpi xmlns:a14="http://schemas.microsoft.com/office/drawing/2010/main" val="0"/>
              </a:ext>
            </a:extLst>
          </a:blip>
          <a:srcRect/>
          <a:stretch>
            <a:fillRect/>
          </a:stretch>
        </p:blipFill>
        <p:spPr bwMode="auto">
          <a:xfrm>
            <a:off x="2254819" y="751562"/>
            <a:ext cx="6544155" cy="5507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0199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4  Dust</a:t>
            </a:r>
          </a:p>
        </p:txBody>
      </p:sp>
      <p:pic>
        <p:nvPicPr>
          <p:cNvPr id="5" name="lightboxImage" descr="Macintosh HD:Users:localadmin:Desktop:English 2016:01_visual_impact copy:media:01_aw02.jpg"/>
          <p:cNvPicPr/>
          <p:nvPr/>
        </p:nvPicPr>
        <p:blipFill>
          <a:blip r:embed="rId2">
            <a:extLst>
              <a:ext uri="{28A0092B-C50C-407E-A947-70E740481C1C}">
                <a14:useLocalDpi xmlns:a14="http://schemas.microsoft.com/office/drawing/2010/main" val="0"/>
              </a:ext>
            </a:extLst>
          </a:blip>
          <a:srcRect/>
          <a:stretch>
            <a:fillRect/>
          </a:stretch>
        </p:blipFill>
        <p:spPr bwMode="auto">
          <a:xfrm>
            <a:off x="1697593" y="627201"/>
            <a:ext cx="7101381" cy="5657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1511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5  Home and Away</a:t>
            </a:r>
          </a:p>
        </p:txBody>
      </p:sp>
      <p:pic>
        <p:nvPicPr>
          <p:cNvPr id="4" name="lightboxImage" descr="Macintosh HD:Users:localadmin:Desktop:English 2016:01_visual_impact copy:media:01_aw01.jpg"/>
          <p:cNvPicPr/>
          <p:nvPr/>
        </p:nvPicPr>
        <p:blipFill>
          <a:blip r:embed="rId2">
            <a:extLst>
              <a:ext uri="{28A0092B-C50C-407E-A947-70E740481C1C}">
                <a14:useLocalDpi xmlns:a14="http://schemas.microsoft.com/office/drawing/2010/main" val="0"/>
              </a:ext>
            </a:extLst>
          </a:blip>
          <a:srcRect/>
          <a:stretch>
            <a:fillRect/>
          </a:stretch>
        </p:blipFill>
        <p:spPr bwMode="auto">
          <a:xfrm>
            <a:off x="1148698" y="1529052"/>
            <a:ext cx="7421592" cy="49240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4447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8712D7-ED2D-48A6-8A20-48A65992FFA5}"/>
              </a:ext>
            </a:extLst>
          </p:cNvPr>
          <p:cNvSpPr>
            <a:spLocks noGrp="1"/>
          </p:cNvSpPr>
          <p:nvPr>
            <p:ph type="title"/>
          </p:nvPr>
        </p:nvSpPr>
        <p:spPr/>
        <p:txBody>
          <a:bodyPr/>
          <a:lstStyle/>
          <a:p>
            <a:r>
              <a:rPr lang="en-US" dirty="0"/>
              <a:t>Lesson 3</a:t>
            </a:r>
            <a:endParaRPr lang="en-AU" dirty="0"/>
          </a:p>
        </p:txBody>
      </p:sp>
      <p:sp>
        <p:nvSpPr>
          <p:cNvPr id="3" name="Content Placeholder 2">
            <a:extLst>
              <a:ext uri="{FF2B5EF4-FFF2-40B4-BE49-F238E27FC236}">
                <a16:creationId xmlns="" xmlns:a16="http://schemas.microsoft.com/office/drawing/2014/main" id="{AA89F45D-2BD6-48EA-913D-B2ECA094D928}"/>
              </a:ext>
            </a:extLst>
          </p:cNvPr>
          <p:cNvSpPr>
            <a:spLocks noGrp="1"/>
          </p:cNvSpPr>
          <p:nvPr>
            <p:ph idx="1"/>
          </p:nvPr>
        </p:nvSpPr>
        <p:spPr/>
        <p:txBody>
          <a:bodyPr/>
          <a:lstStyle/>
          <a:p>
            <a:r>
              <a:rPr lang="en-US" dirty="0"/>
              <a:t>Learning Intention</a:t>
            </a:r>
          </a:p>
          <a:p>
            <a:endParaRPr lang="en-US" dirty="0"/>
          </a:p>
          <a:p>
            <a:r>
              <a:rPr lang="en-AU" dirty="0"/>
              <a:t>To examine the importance of context in reading visual communication</a:t>
            </a:r>
          </a:p>
        </p:txBody>
      </p:sp>
    </p:spTree>
    <p:extLst>
      <p:ext uri="{BB962C8B-B14F-4D97-AF65-F5344CB8AC3E}">
        <p14:creationId xmlns:p14="http://schemas.microsoft.com/office/powerpoint/2010/main" val="4076089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700" y="770819"/>
            <a:ext cx="8890000" cy="1470025"/>
          </a:xfrm>
        </p:spPr>
        <p:txBody>
          <a:bodyPr/>
          <a:lstStyle/>
          <a:p>
            <a:pPr algn="ctr"/>
            <a:r>
              <a:rPr lang="en-US" sz="6600" u="sng" dirty="0"/>
              <a:t>Context</a:t>
            </a:r>
            <a:r>
              <a:rPr lang="en-AU" dirty="0"/>
              <a:t/>
            </a:r>
            <a:br>
              <a:rPr lang="en-AU" dirty="0"/>
            </a:br>
            <a:endParaRPr lang="en-US" dirty="0"/>
          </a:p>
        </p:txBody>
      </p:sp>
    </p:spTree>
    <p:extLst>
      <p:ext uri="{BB962C8B-B14F-4D97-AF65-F5344CB8AC3E}">
        <p14:creationId xmlns:p14="http://schemas.microsoft.com/office/powerpoint/2010/main" val="2569738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1 Hitler </a:t>
            </a:r>
          </a:p>
        </p:txBody>
      </p:sp>
      <p:pic>
        <p:nvPicPr>
          <p:cNvPr id="7" name="lightboxImage" descr="Macintosh HD:Users:localadmin:Desktop:English 2016:01_visual_impact copy:media:01_aw05.jpg"/>
          <p:cNvPicPr/>
          <p:nvPr/>
        </p:nvPicPr>
        <p:blipFill>
          <a:blip r:embed="rId2">
            <a:extLst>
              <a:ext uri="{28A0092B-C50C-407E-A947-70E740481C1C}">
                <a14:useLocalDpi xmlns:a14="http://schemas.microsoft.com/office/drawing/2010/main" val="0"/>
              </a:ext>
            </a:extLst>
          </a:blip>
          <a:srcRect/>
          <a:stretch>
            <a:fillRect/>
          </a:stretch>
        </p:blipFill>
        <p:spPr bwMode="auto">
          <a:xfrm>
            <a:off x="3602525" y="479444"/>
            <a:ext cx="4043121" cy="60259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p:cNvSpPr/>
          <p:nvPr/>
        </p:nvSpPr>
        <p:spPr>
          <a:xfrm>
            <a:off x="238521" y="2274837"/>
            <a:ext cx="3364004" cy="3416320"/>
          </a:xfrm>
          <a:prstGeom prst="rect">
            <a:avLst/>
          </a:prstGeom>
        </p:spPr>
        <p:txBody>
          <a:bodyPr wrap="square">
            <a:spAutoFit/>
          </a:bodyPr>
          <a:lstStyle/>
          <a:p>
            <a:r>
              <a:rPr lang="en-US" dirty="0">
                <a:solidFill>
                  <a:schemeClr val="bg1"/>
                </a:solidFill>
              </a:rPr>
              <a:t>This photograph of Adolf Hitler addressing a Nazi rally was taken in the 1930s. During World War II, Hitler was the chancellor and fuehrer (leader) of the Third Reich in Germany. The Nazi Party, led by Hitler, represented the German national socialists who supported the invasion of </a:t>
            </a:r>
            <a:r>
              <a:rPr lang="en-US" dirty="0" err="1">
                <a:solidFill>
                  <a:schemeClr val="bg1"/>
                </a:solidFill>
              </a:rPr>
              <a:t>neighbouring</a:t>
            </a:r>
            <a:r>
              <a:rPr lang="en-US" dirty="0">
                <a:solidFill>
                  <a:schemeClr val="bg1"/>
                </a:solidFill>
              </a:rPr>
              <a:t> countries in World War II.</a:t>
            </a:r>
            <a:endParaRPr lang="en-AU" dirty="0">
              <a:solidFill>
                <a:schemeClr val="bg1"/>
              </a:solidFill>
            </a:endParaRPr>
          </a:p>
        </p:txBody>
      </p:sp>
    </p:spTree>
    <p:extLst>
      <p:ext uri="{BB962C8B-B14F-4D97-AF65-F5344CB8AC3E}">
        <p14:creationId xmlns:p14="http://schemas.microsoft.com/office/powerpoint/2010/main" val="1476749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2  He’s Coming South</a:t>
            </a:r>
          </a:p>
        </p:txBody>
      </p:sp>
      <p:pic>
        <p:nvPicPr>
          <p:cNvPr id="5" name="lightboxImage" descr="Macintosh HD:Users:localadmin:Desktop:English 2016:01_visual_impact copy:media:01_aw07.jpg"/>
          <p:cNvPicPr/>
          <p:nvPr/>
        </p:nvPicPr>
        <p:blipFill>
          <a:blip r:embed="rId2">
            <a:extLst>
              <a:ext uri="{28A0092B-C50C-407E-A947-70E740481C1C}">
                <a14:useLocalDpi xmlns:a14="http://schemas.microsoft.com/office/drawing/2010/main" val="0"/>
              </a:ext>
            </a:extLst>
          </a:blip>
          <a:srcRect/>
          <a:stretch>
            <a:fillRect/>
          </a:stretch>
        </p:blipFill>
        <p:spPr bwMode="auto">
          <a:xfrm>
            <a:off x="3663111" y="381000"/>
            <a:ext cx="4941481" cy="62146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342192" y="2097466"/>
            <a:ext cx="3320919" cy="3416320"/>
          </a:xfrm>
          <a:prstGeom prst="rect">
            <a:avLst/>
          </a:prstGeom>
        </p:spPr>
        <p:txBody>
          <a:bodyPr wrap="square">
            <a:spAutoFit/>
          </a:bodyPr>
          <a:lstStyle/>
          <a:p>
            <a:r>
              <a:rPr lang="en-US" dirty="0">
                <a:solidFill>
                  <a:srgbClr val="FFFFFF"/>
                </a:solidFill>
              </a:rPr>
              <a:t>This image is of a World War II propaganda poster. It was produced in Australia in 1942 and portrays the fear of the Japanese invasion at the time. Propaganda posters were common during this period and they were a deliberate attempt to convince the public to support the war and also to recruit men into the armed forces.</a:t>
            </a:r>
            <a:endParaRPr lang="en-AU" dirty="0">
              <a:solidFill>
                <a:srgbClr val="FFFFFF"/>
              </a:solidFill>
            </a:endParaRPr>
          </a:p>
        </p:txBody>
      </p:sp>
    </p:spTree>
    <p:extLst>
      <p:ext uri="{BB962C8B-B14F-4D97-AF65-F5344CB8AC3E}">
        <p14:creationId xmlns:p14="http://schemas.microsoft.com/office/powerpoint/2010/main" val="341625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3  Rickshaw 2</a:t>
            </a:r>
          </a:p>
        </p:txBody>
      </p:sp>
      <p:pic>
        <p:nvPicPr>
          <p:cNvPr id="4" name="lightboxImage" descr="Macintosh HD:Users:localadmin:Desktop:English 2016:01_visual_impact copy:media:01_aw03.jpg"/>
          <p:cNvPicPr/>
          <p:nvPr/>
        </p:nvPicPr>
        <p:blipFill>
          <a:blip r:embed="rId2">
            <a:extLst>
              <a:ext uri="{28A0092B-C50C-407E-A947-70E740481C1C}">
                <a14:useLocalDpi xmlns:a14="http://schemas.microsoft.com/office/drawing/2010/main" val="0"/>
              </a:ext>
            </a:extLst>
          </a:blip>
          <a:srcRect/>
          <a:stretch>
            <a:fillRect/>
          </a:stretch>
        </p:blipFill>
        <p:spPr bwMode="auto">
          <a:xfrm>
            <a:off x="3356310" y="751562"/>
            <a:ext cx="5442664" cy="50017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extBox 1"/>
          <p:cNvSpPr txBox="1"/>
          <p:nvPr/>
        </p:nvSpPr>
        <p:spPr>
          <a:xfrm>
            <a:off x="920068" y="2487928"/>
            <a:ext cx="4347089" cy="2832704"/>
          </a:xfrm>
          <a:prstGeom prst="rect">
            <a:avLst/>
          </a:prstGeom>
          <a:noFill/>
        </p:spPr>
        <p:txBody>
          <a:bodyPr wrap="square" rtlCol="0">
            <a:spAutoFit/>
          </a:bodyPr>
          <a:lstStyle/>
          <a:p>
            <a:endParaRPr lang="en-US" dirty="0"/>
          </a:p>
        </p:txBody>
      </p:sp>
      <p:sp>
        <p:nvSpPr>
          <p:cNvPr id="3" name="Rectangle 2"/>
          <p:cNvSpPr/>
          <p:nvPr/>
        </p:nvSpPr>
        <p:spPr>
          <a:xfrm>
            <a:off x="187158" y="1781506"/>
            <a:ext cx="3039564" cy="2862323"/>
          </a:xfrm>
          <a:prstGeom prst="rect">
            <a:avLst/>
          </a:prstGeom>
        </p:spPr>
        <p:txBody>
          <a:bodyPr wrap="square">
            <a:spAutoFit/>
          </a:bodyPr>
          <a:lstStyle/>
          <a:p>
            <a:r>
              <a:rPr lang="en-US" dirty="0">
                <a:solidFill>
                  <a:srgbClr val="FFFFFF"/>
                </a:solidFill>
              </a:rPr>
              <a:t>This image was created by graffiti artist </a:t>
            </a:r>
            <a:r>
              <a:rPr lang="en-US" dirty="0" err="1">
                <a:solidFill>
                  <a:srgbClr val="FFFFFF"/>
                </a:solidFill>
              </a:rPr>
              <a:t>Banksy</a:t>
            </a:r>
            <a:r>
              <a:rPr lang="en-US" dirty="0">
                <a:solidFill>
                  <a:srgbClr val="FFFFFF"/>
                </a:solidFill>
              </a:rPr>
              <a:t>. He is well known for commenting on issues in society, particularly on authoritarian groups and freedom rights. This image was part of an exhibition in 2009 at the Bristol Museum and Art Gallery.</a:t>
            </a:r>
            <a:endParaRPr lang="en-AU" dirty="0">
              <a:solidFill>
                <a:srgbClr val="FFFFFF"/>
              </a:solidFill>
            </a:endParaRPr>
          </a:p>
        </p:txBody>
      </p:sp>
    </p:spTree>
    <p:extLst>
      <p:ext uri="{BB962C8B-B14F-4D97-AF65-F5344CB8AC3E}">
        <p14:creationId xmlns:p14="http://schemas.microsoft.com/office/powerpoint/2010/main" val="3915039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4  Dust</a:t>
            </a:r>
          </a:p>
        </p:txBody>
      </p:sp>
      <p:pic>
        <p:nvPicPr>
          <p:cNvPr id="5" name="lightboxImage" descr="Macintosh HD:Users:localadmin:Desktop:English 2016:01_visual_impact copy:media:01_aw02.jpg"/>
          <p:cNvPicPr/>
          <p:nvPr/>
        </p:nvPicPr>
        <p:blipFill>
          <a:blip r:embed="rId2">
            <a:extLst>
              <a:ext uri="{28A0092B-C50C-407E-A947-70E740481C1C}">
                <a14:useLocalDpi xmlns:a14="http://schemas.microsoft.com/office/drawing/2010/main" val="0"/>
              </a:ext>
            </a:extLst>
          </a:blip>
          <a:srcRect/>
          <a:stretch>
            <a:fillRect/>
          </a:stretch>
        </p:blipFill>
        <p:spPr bwMode="auto">
          <a:xfrm>
            <a:off x="3667318" y="1066348"/>
            <a:ext cx="5131655" cy="45948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251480" y="1967885"/>
            <a:ext cx="3415838" cy="3693319"/>
          </a:xfrm>
          <a:prstGeom prst="rect">
            <a:avLst/>
          </a:prstGeom>
        </p:spPr>
        <p:txBody>
          <a:bodyPr wrap="square">
            <a:spAutoFit/>
          </a:bodyPr>
          <a:lstStyle/>
          <a:p>
            <a:r>
              <a:rPr lang="en-US" dirty="0">
                <a:solidFill>
                  <a:srgbClr val="FFFFFF"/>
                </a:solidFill>
              </a:rPr>
              <a:t>This image was created for the picture book </a:t>
            </a:r>
            <a:r>
              <a:rPr lang="en-US" i="1" dirty="0">
                <a:solidFill>
                  <a:srgbClr val="FFFFFF"/>
                </a:solidFill>
              </a:rPr>
              <a:t>Dust</a:t>
            </a:r>
            <a:r>
              <a:rPr lang="en-US" dirty="0">
                <a:solidFill>
                  <a:srgbClr val="FFFFFF"/>
                </a:solidFill>
              </a:rPr>
              <a:t>, produced in 2007. The book, inspired by the reported starvation of children in Niger in 2005, was produced to raise money for the children's rights </a:t>
            </a:r>
            <a:r>
              <a:rPr lang="en-US" dirty="0" err="1">
                <a:solidFill>
                  <a:srgbClr val="FFFFFF"/>
                </a:solidFill>
              </a:rPr>
              <a:t>organisation</a:t>
            </a:r>
            <a:r>
              <a:rPr lang="en-US" dirty="0">
                <a:solidFill>
                  <a:srgbClr val="FFFFFF"/>
                </a:solidFill>
              </a:rPr>
              <a:t> Save the Children. This image occurs near the end of the book and the words 'the world has shut its ears and moved on' accompany the image.</a:t>
            </a:r>
            <a:endParaRPr lang="en-AU" dirty="0">
              <a:solidFill>
                <a:srgbClr val="FFFFFF"/>
              </a:solidFill>
            </a:endParaRPr>
          </a:p>
        </p:txBody>
      </p:sp>
    </p:spTree>
    <p:extLst>
      <p:ext uri="{BB962C8B-B14F-4D97-AF65-F5344CB8AC3E}">
        <p14:creationId xmlns:p14="http://schemas.microsoft.com/office/powerpoint/2010/main" val="208312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1600" dirty="0"/>
              <a:t>5  Home and Away</a:t>
            </a:r>
          </a:p>
        </p:txBody>
      </p:sp>
      <p:pic>
        <p:nvPicPr>
          <p:cNvPr id="4" name="lightboxImage" descr="Macintosh HD:Users:localadmin:Desktop:English 2016:01_visual_impact copy:media:01_aw01.jpg"/>
          <p:cNvPicPr/>
          <p:nvPr/>
        </p:nvPicPr>
        <p:blipFill>
          <a:blip r:embed="rId2">
            <a:extLst>
              <a:ext uri="{28A0092B-C50C-407E-A947-70E740481C1C}">
                <a14:useLocalDpi xmlns:a14="http://schemas.microsoft.com/office/drawing/2010/main" val="0"/>
              </a:ext>
            </a:extLst>
          </a:blip>
          <a:srcRect/>
          <a:stretch>
            <a:fillRect/>
          </a:stretch>
        </p:blipFill>
        <p:spPr bwMode="auto">
          <a:xfrm>
            <a:off x="3524772" y="1529051"/>
            <a:ext cx="5222367" cy="37448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362843" y="2327513"/>
            <a:ext cx="3161929" cy="2585323"/>
          </a:xfrm>
          <a:prstGeom prst="rect">
            <a:avLst/>
          </a:prstGeom>
        </p:spPr>
        <p:txBody>
          <a:bodyPr wrap="square">
            <a:spAutoFit/>
          </a:bodyPr>
          <a:lstStyle/>
          <a:p>
            <a:r>
              <a:rPr lang="en-US" dirty="0">
                <a:solidFill>
                  <a:srgbClr val="FFFFFF"/>
                </a:solidFill>
              </a:rPr>
              <a:t>This image was produced in 2008 in the picture book </a:t>
            </a:r>
            <a:r>
              <a:rPr lang="en-US" i="1" dirty="0">
                <a:solidFill>
                  <a:srgbClr val="FFFFFF"/>
                </a:solidFill>
              </a:rPr>
              <a:t>Home and Away</a:t>
            </a:r>
            <a:r>
              <a:rPr lang="en-US" dirty="0">
                <a:solidFill>
                  <a:srgbClr val="FFFFFF"/>
                </a:solidFill>
              </a:rPr>
              <a:t>. At the time, the refugee population was increasing and Australians were debating solutions to this controversial population growth.</a:t>
            </a:r>
            <a:endParaRPr lang="en-AU" dirty="0">
              <a:solidFill>
                <a:srgbClr val="FFFFFF"/>
              </a:solidFill>
            </a:endParaRPr>
          </a:p>
        </p:txBody>
      </p:sp>
    </p:spTree>
    <p:extLst>
      <p:ext uri="{BB962C8B-B14F-4D97-AF65-F5344CB8AC3E}">
        <p14:creationId xmlns:p14="http://schemas.microsoft.com/office/powerpoint/2010/main" val="17147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0DE0E4-3476-412B-9F42-06314E91DEDD}"/>
              </a:ext>
            </a:extLst>
          </p:cNvPr>
          <p:cNvSpPr>
            <a:spLocks noGrp="1"/>
          </p:cNvSpPr>
          <p:nvPr>
            <p:ph type="title"/>
          </p:nvPr>
        </p:nvSpPr>
        <p:spPr/>
        <p:txBody>
          <a:bodyPr/>
          <a:lstStyle/>
          <a:p>
            <a:r>
              <a:rPr lang="en-US" dirty="0"/>
              <a:t>Lesson 3 Activities</a:t>
            </a:r>
            <a:endParaRPr lang="en-AU" dirty="0"/>
          </a:p>
        </p:txBody>
      </p:sp>
      <p:sp>
        <p:nvSpPr>
          <p:cNvPr id="3" name="Content Placeholder 2">
            <a:extLst>
              <a:ext uri="{FF2B5EF4-FFF2-40B4-BE49-F238E27FC236}">
                <a16:creationId xmlns="" xmlns:a16="http://schemas.microsoft.com/office/drawing/2014/main" id="{E4029281-E6A9-43FB-9549-B04BC8E7BED9}"/>
              </a:ext>
            </a:extLst>
          </p:cNvPr>
          <p:cNvSpPr>
            <a:spLocks noGrp="1"/>
          </p:cNvSpPr>
          <p:nvPr>
            <p:ph idx="1"/>
          </p:nvPr>
        </p:nvSpPr>
        <p:spPr/>
        <p:txBody>
          <a:bodyPr/>
          <a:lstStyle/>
          <a:p>
            <a:r>
              <a:rPr lang="en-US" dirty="0"/>
              <a:t>How have your responses to the images changed now that you have the historical context?</a:t>
            </a:r>
          </a:p>
          <a:p>
            <a:r>
              <a:rPr lang="en-US" dirty="0"/>
              <a:t>Discuss each image</a:t>
            </a:r>
          </a:p>
          <a:p>
            <a:r>
              <a:rPr lang="en-US" dirty="0"/>
              <a:t>Complete the table on page 4</a:t>
            </a:r>
            <a:endParaRPr lang="en-AU" dirty="0"/>
          </a:p>
        </p:txBody>
      </p:sp>
    </p:spTree>
    <p:extLst>
      <p:ext uri="{BB962C8B-B14F-4D97-AF65-F5344CB8AC3E}">
        <p14:creationId xmlns:p14="http://schemas.microsoft.com/office/powerpoint/2010/main" val="3259158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64260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u="sng" dirty="0"/>
              <a:t>REPRESENTATION</a:t>
            </a:r>
            <a:endParaRPr lang="en-US" dirty="0"/>
          </a:p>
        </p:txBody>
      </p:sp>
      <p:sp>
        <p:nvSpPr>
          <p:cNvPr id="3" name="Content Placeholder 2">
            <a:extLst>
              <a:ext uri="{FF2B5EF4-FFF2-40B4-BE49-F238E27FC236}">
                <a16:creationId xmlns="" xmlns:a16="http://schemas.microsoft.com/office/drawing/2014/main" id="{EF67E737-1744-4DF4-94C2-9FB86D23F155}"/>
              </a:ext>
            </a:extLst>
          </p:cNvPr>
          <p:cNvSpPr>
            <a:spLocks noGrp="1"/>
          </p:cNvSpPr>
          <p:nvPr>
            <p:ph idx="1"/>
          </p:nvPr>
        </p:nvSpPr>
        <p:spPr/>
        <p:txBody>
          <a:bodyPr/>
          <a:lstStyle/>
          <a:p>
            <a:pPr marL="0" indent="0">
              <a:buNone/>
            </a:pPr>
            <a:r>
              <a:rPr lang="en-US" dirty="0"/>
              <a:t>Lesson 4</a:t>
            </a:r>
          </a:p>
          <a:p>
            <a:r>
              <a:rPr lang="en-US" dirty="0"/>
              <a:t>Learning Intentions</a:t>
            </a:r>
          </a:p>
          <a:p>
            <a:pPr lvl="1"/>
            <a:r>
              <a:rPr lang="en-AU" dirty="0"/>
              <a:t>To identify visual clues that construct representation</a:t>
            </a:r>
          </a:p>
          <a:p>
            <a:pPr>
              <a:lnSpc>
                <a:spcPct val="150000"/>
              </a:lnSpc>
            </a:pPr>
            <a:r>
              <a:rPr lang="en-US" dirty="0"/>
              <a:t>S</a:t>
            </a:r>
            <a:r>
              <a:rPr lang="en-AU" dirty="0" err="1"/>
              <a:t>uccess</a:t>
            </a:r>
            <a:r>
              <a:rPr lang="en-AU" dirty="0"/>
              <a:t> Criteria</a:t>
            </a:r>
          </a:p>
          <a:p>
            <a:pPr lvl="1">
              <a:lnSpc>
                <a:spcPct val="150000"/>
              </a:lnSpc>
            </a:pPr>
            <a:r>
              <a:rPr lang="en-US" dirty="0"/>
              <a:t>Written Response to two images</a:t>
            </a:r>
            <a:endParaRPr lang="en-AU" dirty="0"/>
          </a:p>
          <a:p>
            <a:pPr lvl="1"/>
            <a:endParaRPr lang="en-AU" dirty="0"/>
          </a:p>
        </p:txBody>
      </p:sp>
    </p:spTree>
    <p:extLst>
      <p:ext uri="{BB962C8B-B14F-4D97-AF65-F5344CB8AC3E}">
        <p14:creationId xmlns:p14="http://schemas.microsoft.com/office/powerpoint/2010/main" val="406704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770819"/>
            <a:ext cx="6762749" cy="1470025"/>
          </a:xfrm>
        </p:spPr>
        <p:txBody>
          <a:bodyPr/>
          <a:lstStyle/>
          <a:p>
            <a:pPr algn="ctr"/>
            <a:r>
              <a:rPr lang="en-US" sz="6600" u="sng" dirty="0"/>
              <a:t>REPRESENTATION</a:t>
            </a:r>
            <a:r>
              <a:rPr lang="en-AU" dirty="0"/>
              <a:t/>
            </a:r>
            <a:br>
              <a:rPr lang="en-AU" dirty="0"/>
            </a:br>
            <a:endParaRPr lang="en-US" dirty="0"/>
          </a:p>
        </p:txBody>
      </p:sp>
      <p:sp>
        <p:nvSpPr>
          <p:cNvPr id="3" name="Subtitle 2"/>
          <p:cNvSpPr>
            <a:spLocks noGrp="1"/>
          </p:cNvSpPr>
          <p:nvPr>
            <p:ph type="subTitle" idx="1"/>
          </p:nvPr>
        </p:nvSpPr>
        <p:spPr>
          <a:xfrm>
            <a:off x="689333" y="2864557"/>
            <a:ext cx="7765333" cy="1752600"/>
          </a:xfrm>
        </p:spPr>
        <p:txBody>
          <a:bodyPr>
            <a:normAutofit/>
          </a:bodyPr>
          <a:lstStyle/>
          <a:p>
            <a:pPr algn="ctr"/>
            <a:r>
              <a:rPr lang="en-US" sz="2800" dirty="0"/>
              <a:t>The way a subject is constructed and presented by a text</a:t>
            </a:r>
            <a:r>
              <a:rPr lang="en-AU" sz="2800" dirty="0"/>
              <a:t> </a:t>
            </a:r>
            <a:endParaRPr lang="en-US" sz="2800" dirty="0"/>
          </a:p>
        </p:txBody>
      </p:sp>
    </p:spTree>
    <p:extLst>
      <p:ext uri="{BB962C8B-B14F-4D97-AF65-F5344CB8AC3E}">
        <p14:creationId xmlns:p14="http://schemas.microsoft.com/office/powerpoint/2010/main" val="2074000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770819"/>
            <a:ext cx="6762749" cy="1470025"/>
          </a:xfrm>
        </p:spPr>
        <p:txBody>
          <a:bodyPr/>
          <a:lstStyle/>
          <a:p>
            <a:pPr algn="ctr"/>
            <a:r>
              <a:rPr lang="en-US" sz="6600" u="sng" dirty="0"/>
              <a:t>REPRESENTATION</a:t>
            </a:r>
            <a:r>
              <a:rPr lang="en-AU" dirty="0"/>
              <a:t/>
            </a:r>
            <a:br>
              <a:rPr lang="en-AU" dirty="0"/>
            </a:br>
            <a:endParaRPr lang="en-US" dirty="0"/>
          </a:p>
        </p:txBody>
      </p:sp>
      <p:sp>
        <p:nvSpPr>
          <p:cNvPr id="3" name="Subtitle 2"/>
          <p:cNvSpPr>
            <a:spLocks noGrp="1"/>
          </p:cNvSpPr>
          <p:nvPr>
            <p:ph type="subTitle" idx="1"/>
          </p:nvPr>
        </p:nvSpPr>
        <p:spPr>
          <a:xfrm>
            <a:off x="597617" y="5500512"/>
            <a:ext cx="7765333" cy="1752600"/>
          </a:xfrm>
        </p:spPr>
        <p:txBody>
          <a:bodyPr>
            <a:normAutofit/>
          </a:bodyPr>
          <a:lstStyle/>
          <a:p>
            <a:pPr algn="ctr"/>
            <a:r>
              <a:rPr lang="en-US" sz="2800" dirty="0"/>
              <a:t>the way a subject is constructed and presented by a text</a:t>
            </a:r>
            <a:r>
              <a:rPr lang="en-AU" sz="2800" dirty="0"/>
              <a:t> </a:t>
            </a:r>
            <a:endParaRPr lang="en-US" sz="2800" dirty="0"/>
          </a:p>
        </p:txBody>
      </p:sp>
      <p:pic>
        <p:nvPicPr>
          <p:cNvPr id="5" name="Picture 4" descr="Screen Shot 2013-12-30 at 6.30.46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64147" y="1798351"/>
            <a:ext cx="4504150" cy="3417211"/>
          </a:xfrm>
          <a:prstGeom prst="rect">
            <a:avLst/>
          </a:prstGeom>
        </p:spPr>
      </p:pic>
    </p:spTree>
    <p:extLst>
      <p:ext uri="{BB962C8B-B14F-4D97-AF65-F5344CB8AC3E}">
        <p14:creationId xmlns:p14="http://schemas.microsoft.com/office/powerpoint/2010/main" val="3686925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644" y="770819"/>
            <a:ext cx="6762749" cy="1470025"/>
          </a:xfrm>
        </p:spPr>
        <p:txBody>
          <a:bodyPr/>
          <a:lstStyle/>
          <a:p>
            <a:pPr algn="ctr"/>
            <a:r>
              <a:rPr lang="en-US" sz="6600" u="sng" dirty="0"/>
              <a:t>REPRESENTATION</a:t>
            </a:r>
            <a:r>
              <a:rPr lang="en-AU" dirty="0"/>
              <a:t/>
            </a:r>
            <a:br>
              <a:rPr lang="en-AU" dirty="0"/>
            </a:br>
            <a:endParaRPr lang="en-US" dirty="0"/>
          </a:p>
        </p:txBody>
      </p:sp>
      <p:sp>
        <p:nvSpPr>
          <p:cNvPr id="3" name="Subtitle 2"/>
          <p:cNvSpPr>
            <a:spLocks noGrp="1"/>
          </p:cNvSpPr>
          <p:nvPr>
            <p:ph type="subTitle" idx="1"/>
          </p:nvPr>
        </p:nvSpPr>
        <p:spPr>
          <a:xfrm>
            <a:off x="597617" y="5500512"/>
            <a:ext cx="7765333" cy="1752600"/>
          </a:xfrm>
        </p:spPr>
        <p:txBody>
          <a:bodyPr>
            <a:normAutofit/>
          </a:bodyPr>
          <a:lstStyle/>
          <a:p>
            <a:pPr algn="ctr"/>
            <a:r>
              <a:rPr lang="en-US" sz="2800" dirty="0">
                <a:latin typeface="Lucida Handwriting"/>
                <a:cs typeface="Lucida Handwriting"/>
              </a:rPr>
              <a:t>How does this representation  affect thinking about the subject?</a:t>
            </a:r>
          </a:p>
          <a:p>
            <a:pPr algn="ctr"/>
            <a:endParaRPr lang="en-US" sz="2800" dirty="0"/>
          </a:p>
        </p:txBody>
      </p:sp>
      <p:pic>
        <p:nvPicPr>
          <p:cNvPr id="5" name="Picture 4" descr="Screen Shot 2013-12-30 at 6.30.46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64147" y="1798351"/>
            <a:ext cx="4504150" cy="3417211"/>
          </a:xfrm>
          <a:prstGeom prst="rect">
            <a:avLst/>
          </a:prstGeom>
        </p:spPr>
      </p:pic>
    </p:spTree>
    <p:extLst>
      <p:ext uri="{BB962C8B-B14F-4D97-AF65-F5344CB8AC3E}">
        <p14:creationId xmlns:p14="http://schemas.microsoft.com/office/powerpoint/2010/main" val="1826553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779463" y="474134"/>
            <a:ext cx="7942003" cy="4208930"/>
          </a:xfrm>
        </p:spPr>
        <p:txBody>
          <a:bodyPr>
            <a:normAutofit/>
          </a:bodyPr>
          <a:lstStyle/>
          <a:p>
            <a:pPr algn="ctr"/>
            <a:r>
              <a:rPr lang="en-US" sz="3600" i="1" dirty="0"/>
              <a:t>Why is the study of representation important?</a:t>
            </a:r>
            <a:r>
              <a:rPr lang="en-US" sz="3600" dirty="0"/>
              <a:t> </a:t>
            </a:r>
          </a:p>
        </p:txBody>
      </p:sp>
      <p:pic>
        <p:nvPicPr>
          <p:cNvPr id="2" name="Picture 1" descr="Screen Shot 2013-12-19 at 5.40.0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463" y="3771900"/>
            <a:ext cx="2288212" cy="2493433"/>
          </a:xfrm>
          <a:prstGeom prst="rect">
            <a:avLst/>
          </a:prstGeom>
        </p:spPr>
      </p:pic>
    </p:spTree>
    <p:extLst>
      <p:ext uri="{BB962C8B-B14F-4D97-AF65-F5344CB8AC3E}">
        <p14:creationId xmlns:p14="http://schemas.microsoft.com/office/powerpoint/2010/main" val="32683875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779463" y="474134"/>
            <a:ext cx="7942003" cy="4208930"/>
          </a:xfrm>
        </p:spPr>
        <p:txBody>
          <a:bodyPr>
            <a:normAutofit/>
          </a:bodyPr>
          <a:lstStyle/>
          <a:p>
            <a:pPr algn="ctr"/>
            <a:r>
              <a:rPr lang="en-US" sz="3600" i="1" dirty="0"/>
              <a:t>Why is the study of representation important?</a:t>
            </a:r>
            <a:r>
              <a:rPr lang="en-US" sz="3600" dirty="0"/>
              <a:t> </a:t>
            </a:r>
          </a:p>
          <a:p>
            <a:r>
              <a:rPr lang="en-US" sz="3600" dirty="0"/>
              <a:t>The way that we think about a subject can be influenced by the way it is presented to us.</a:t>
            </a:r>
          </a:p>
        </p:txBody>
      </p:sp>
      <p:pic>
        <p:nvPicPr>
          <p:cNvPr id="2" name="Picture 1" descr="Screen Shot 2013-12-19 at 5.40.0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463" y="3771900"/>
            <a:ext cx="2288212" cy="2493433"/>
          </a:xfrm>
          <a:prstGeom prst="rect">
            <a:avLst/>
          </a:prstGeom>
        </p:spPr>
      </p:pic>
    </p:spTree>
    <p:extLst>
      <p:ext uri="{BB962C8B-B14F-4D97-AF65-F5344CB8AC3E}">
        <p14:creationId xmlns:p14="http://schemas.microsoft.com/office/powerpoint/2010/main" val="37766334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pic>
        <p:nvPicPr>
          <p:cNvPr id="4" name="Content Placeholder 3" descr="Screen Shot 2013-12-19 at 6.10.53 PM.png"/>
          <p:cNvPicPr>
            <a:picLocks noGrp="1" noChangeAspect="1"/>
          </p:cNvPicPr>
          <p:nvPr>
            <p:ph idx="1"/>
          </p:nvPr>
        </p:nvPicPr>
        <p:blipFill>
          <a:blip r:embed="rId2">
            <a:extLst>
              <a:ext uri="{28A0092B-C50C-407E-A947-70E740481C1C}">
                <a14:useLocalDpi xmlns:a14="http://schemas.microsoft.com/office/drawing/2010/main" val="0"/>
              </a:ext>
            </a:extLst>
          </a:blip>
          <a:srcRect l="16680" r="16680"/>
          <a:stretch>
            <a:fillRect/>
          </a:stretch>
        </p:blipFill>
        <p:spPr/>
      </p:pic>
    </p:spTree>
    <p:extLst>
      <p:ext uri="{BB962C8B-B14F-4D97-AF65-F5344CB8AC3E}">
        <p14:creationId xmlns:p14="http://schemas.microsoft.com/office/powerpoint/2010/main" val="804596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pic>
        <p:nvPicPr>
          <p:cNvPr id="4" name="Content Placeholder 3" descr="Screen Shot 2013-12-19 at 6.10.53 PM.png"/>
          <p:cNvPicPr>
            <a:picLocks noGrp="1" noChangeAspect="1"/>
          </p:cNvPicPr>
          <p:nvPr>
            <p:ph idx="1"/>
          </p:nvPr>
        </p:nvPicPr>
        <p:blipFill>
          <a:blip r:embed="rId2">
            <a:extLst>
              <a:ext uri="{28A0092B-C50C-407E-A947-70E740481C1C}">
                <a14:useLocalDpi xmlns:a14="http://schemas.microsoft.com/office/drawing/2010/main" val="0"/>
              </a:ext>
            </a:extLst>
          </a:blip>
          <a:srcRect l="16680" r="16680"/>
          <a:stretch>
            <a:fillRect/>
          </a:stretch>
        </p:blipFill>
        <p:spPr/>
      </p:pic>
      <p:sp>
        <p:nvSpPr>
          <p:cNvPr id="5" name="TextBox 4"/>
          <p:cNvSpPr txBox="1"/>
          <p:nvPr/>
        </p:nvSpPr>
        <p:spPr>
          <a:xfrm>
            <a:off x="493952" y="5560676"/>
            <a:ext cx="8044367" cy="954107"/>
          </a:xfrm>
          <a:prstGeom prst="rect">
            <a:avLst/>
          </a:prstGeom>
          <a:noFill/>
        </p:spPr>
        <p:txBody>
          <a:bodyPr wrap="square" rtlCol="0">
            <a:spAutoFit/>
          </a:bodyPr>
          <a:lstStyle/>
          <a:p>
            <a:pPr algn="ctr"/>
            <a:r>
              <a:rPr lang="en-US" sz="2800" dirty="0">
                <a:solidFill>
                  <a:schemeClr val="bg1"/>
                </a:solidFill>
                <a:latin typeface="Lucida Handwriting"/>
                <a:cs typeface="Lucida Handwriting"/>
              </a:rPr>
              <a:t>How do the following images affect thinking about the subjects?</a:t>
            </a:r>
          </a:p>
        </p:txBody>
      </p:sp>
    </p:spTree>
    <p:extLst>
      <p:ext uri="{BB962C8B-B14F-4D97-AF65-F5344CB8AC3E}">
        <p14:creationId xmlns:p14="http://schemas.microsoft.com/office/powerpoint/2010/main" val="5642325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Individuals</a:t>
            </a:r>
          </a:p>
        </p:txBody>
      </p:sp>
      <p:pic>
        <p:nvPicPr>
          <p:cNvPr id="5" name="Picture 4" descr="Screen Shot 2013-12-19 at 5.39.3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6889" y="3321263"/>
            <a:ext cx="5523794" cy="306469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6098856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b="1" dirty="0">
                <a:ln w="12700">
                  <a:solidFill>
                    <a:schemeClr val="tx2">
                      <a:satMod val="155000"/>
                    </a:schemeClr>
                  </a:solidFill>
                  <a:prstDash val="solid"/>
                </a:ln>
                <a:solidFill>
                  <a:srgbClr val="E113FF"/>
                </a:solidFill>
              </a:rPr>
              <a:t>Individuals</a:t>
            </a:r>
          </a:p>
        </p:txBody>
      </p:sp>
      <p:pic>
        <p:nvPicPr>
          <p:cNvPr id="5" name="Picture 4" descr="Screen Shot 2013-12-19 at 5.39.3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6889" y="3321263"/>
            <a:ext cx="5523794" cy="306469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501611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chemeClr val="accent6">
                    <a:lumMod val="40000"/>
                    <a:lumOff val="60000"/>
                  </a:schemeClr>
                </a:solidFill>
              </a:rPr>
              <a:t>Individuals</a:t>
            </a:r>
          </a:p>
        </p:txBody>
      </p:sp>
      <p:pic>
        <p:nvPicPr>
          <p:cNvPr id="4" name="Picture 3" descr="Screen Shot 2013-12-19 at 5.38.2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551" y="2463355"/>
            <a:ext cx="6052775" cy="4071867"/>
          </a:xfrm>
          <a:prstGeom prst="rect">
            <a:avLst/>
          </a:prstGeom>
        </p:spPr>
      </p:pic>
    </p:spTree>
    <p:extLst>
      <p:ext uri="{BB962C8B-B14F-4D97-AF65-F5344CB8AC3E}">
        <p14:creationId xmlns:p14="http://schemas.microsoft.com/office/powerpoint/2010/main" val="14964820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Groups</a:t>
            </a:r>
          </a:p>
        </p:txBody>
      </p:sp>
      <p:pic>
        <p:nvPicPr>
          <p:cNvPr id="4" name="Picture 3" descr="Screen Shot 2013-12-21 at 6.47.31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8827" y="2464418"/>
            <a:ext cx="3797300" cy="37846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775513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FF00"/>
                </a:solidFill>
              </a:rPr>
              <a:t>Groups</a:t>
            </a:r>
          </a:p>
        </p:txBody>
      </p:sp>
      <p:pic>
        <p:nvPicPr>
          <p:cNvPr id="4" name="Picture 3" descr="Screen Shot 2013-12-21 at 6.47.31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8827" y="2464418"/>
            <a:ext cx="3797300" cy="37846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4660808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FF00"/>
                </a:solidFill>
              </a:rPr>
              <a:t>Groups</a:t>
            </a:r>
            <a:r>
              <a:rPr lang="en-US" sz="3200" dirty="0"/>
              <a:t> – </a:t>
            </a:r>
            <a:r>
              <a:rPr lang="en-US" sz="3200" dirty="0" err="1"/>
              <a:t>eg</a:t>
            </a:r>
            <a:r>
              <a:rPr lang="en-US" sz="3200" dirty="0"/>
              <a:t> children</a:t>
            </a:r>
          </a:p>
        </p:txBody>
      </p:sp>
      <p:pic>
        <p:nvPicPr>
          <p:cNvPr id="4" name="Picture 3" descr="Screen Shot 2013-12-19 at 5.50.2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985" y="2621636"/>
            <a:ext cx="5957607" cy="3963632"/>
          </a:xfrm>
          <a:prstGeom prst="rect">
            <a:avLst/>
          </a:prstGeom>
        </p:spPr>
      </p:pic>
    </p:spTree>
    <p:extLst>
      <p:ext uri="{BB962C8B-B14F-4D97-AF65-F5344CB8AC3E}">
        <p14:creationId xmlns:p14="http://schemas.microsoft.com/office/powerpoint/2010/main" val="2718893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FF00"/>
                </a:solidFill>
              </a:rPr>
              <a:t>Groups</a:t>
            </a:r>
            <a:r>
              <a:rPr lang="en-US" sz="3200" dirty="0"/>
              <a:t> – </a:t>
            </a:r>
            <a:r>
              <a:rPr lang="en-US" sz="3200" dirty="0" err="1"/>
              <a:t>eg</a:t>
            </a:r>
            <a:r>
              <a:rPr lang="en-US" sz="3200" dirty="0"/>
              <a:t> older people</a:t>
            </a:r>
          </a:p>
        </p:txBody>
      </p:sp>
      <p:pic>
        <p:nvPicPr>
          <p:cNvPr id="5" name="Picture 4" descr="Screen Shot 2013-12-19 at 5.52.0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463" y="2892530"/>
            <a:ext cx="7264969" cy="3145200"/>
          </a:xfrm>
          <a:prstGeom prst="rect">
            <a:avLst/>
          </a:prstGeom>
        </p:spPr>
      </p:pic>
    </p:spTree>
    <p:extLst>
      <p:ext uri="{BB962C8B-B14F-4D97-AF65-F5344CB8AC3E}">
        <p14:creationId xmlns:p14="http://schemas.microsoft.com/office/powerpoint/2010/main" val="33343818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404516"/>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FF00"/>
                </a:solidFill>
              </a:rPr>
              <a:t>Groups</a:t>
            </a:r>
            <a:r>
              <a:rPr lang="en-US" sz="3200" dirty="0"/>
              <a:t> – </a:t>
            </a:r>
            <a:r>
              <a:rPr lang="en-US" sz="3200" dirty="0" err="1"/>
              <a:t>eg</a:t>
            </a:r>
            <a:r>
              <a:rPr lang="en-US" sz="3200" dirty="0"/>
              <a:t> occupations</a:t>
            </a:r>
          </a:p>
        </p:txBody>
      </p:sp>
      <p:pic>
        <p:nvPicPr>
          <p:cNvPr id="4" name="Picture 3" descr="Screen Shot 2013-12-19 at 6.04.58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3622407"/>
            <a:ext cx="9211152" cy="3235593"/>
          </a:xfrm>
          <a:prstGeom prst="rect">
            <a:avLst/>
          </a:prstGeom>
        </p:spPr>
      </p:pic>
    </p:spTree>
    <p:extLst>
      <p:ext uri="{BB962C8B-B14F-4D97-AF65-F5344CB8AC3E}">
        <p14:creationId xmlns:p14="http://schemas.microsoft.com/office/powerpoint/2010/main" val="97894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FF00"/>
                </a:solidFill>
              </a:rPr>
              <a:t>Groups</a:t>
            </a:r>
            <a:r>
              <a:rPr lang="en-US" sz="3200" dirty="0"/>
              <a:t> – </a:t>
            </a:r>
            <a:r>
              <a:rPr lang="en-US" sz="3200" dirty="0" err="1"/>
              <a:t>eg</a:t>
            </a:r>
            <a:r>
              <a:rPr lang="en-US" sz="3200" dirty="0"/>
              <a:t> subcultures</a:t>
            </a:r>
          </a:p>
        </p:txBody>
      </p:sp>
      <p:pic>
        <p:nvPicPr>
          <p:cNvPr id="6" name="Picture 5" descr="Screen Shot 2013-12-19 at 6.02.56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79463" y="2477738"/>
            <a:ext cx="2953276" cy="4083053"/>
          </a:xfrm>
          <a:prstGeom prst="rect">
            <a:avLst/>
          </a:prstGeom>
        </p:spPr>
      </p:pic>
      <p:pic>
        <p:nvPicPr>
          <p:cNvPr id="7" name="Picture 6" descr="Screen Shot 2013-12-19 at 6.01.07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033610" y="2477738"/>
            <a:ext cx="3499454" cy="4121579"/>
          </a:xfrm>
          <a:prstGeom prst="rect">
            <a:avLst/>
          </a:prstGeom>
        </p:spPr>
      </p:pic>
    </p:spTree>
    <p:extLst>
      <p:ext uri="{BB962C8B-B14F-4D97-AF65-F5344CB8AC3E}">
        <p14:creationId xmlns:p14="http://schemas.microsoft.com/office/powerpoint/2010/main" val="6311141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FF00"/>
                </a:solidFill>
              </a:rPr>
              <a:t>Gro</a:t>
            </a:r>
            <a:r>
              <a:rPr lang="en-US" sz="3200" dirty="0"/>
              <a:t>ups – </a:t>
            </a:r>
            <a:r>
              <a:rPr lang="en-US" sz="3200" dirty="0" err="1"/>
              <a:t>eg</a:t>
            </a:r>
            <a:r>
              <a:rPr lang="en-US" sz="3200" dirty="0"/>
              <a:t> subcultures</a:t>
            </a:r>
          </a:p>
        </p:txBody>
      </p:sp>
      <p:pic>
        <p:nvPicPr>
          <p:cNvPr id="6" name="Picture 5" descr="Screen Shot 2013-12-19 at 6.02.56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79463" y="2477738"/>
            <a:ext cx="2953276" cy="4083053"/>
          </a:xfrm>
          <a:prstGeom prst="rect">
            <a:avLst/>
          </a:prstGeom>
        </p:spPr>
      </p:pic>
      <p:pic>
        <p:nvPicPr>
          <p:cNvPr id="7" name="Picture 6" descr="Screen Shot 2013-12-19 at 6.01.07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033610" y="2477738"/>
            <a:ext cx="3499454" cy="4121579"/>
          </a:xfrm>
          <a:prstGeom prst="rect">
            <a:avLst/>
          </a:prstGeom>
        </p:spPr>
      </p:pic>
    </p:spTree>
    <p:extLst>
      <p:ext uri="{BB962C8B-B14F-4D97-AF65-F5344CB8AC3E}">
        <p14:creationId xmlns:p14="http://schemas.microsoft.com/office/powerpoint/2010/main" val="4334014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err="1"/>
              <a:t>Organisations</a:t>
            </a:r>
            <a:endParaRPr lang="en-US" sz="3200" dirty="0"/>
          </a:p>
        </p:txBody>
      </p:sp>
      <p:pic>
        <p:nvPicPr>
          <p:cNvPr id="4" name="Picture 3" descr="Screen Shot 2013-12-21 at 6.49.4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166" y="2525032"/>
            <a:ext cx="3795183" cy="37360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019061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err="1">
                <a:solidFill>
                  <a:schemeClr val="accent3">
                    <a:lumMod val="60000"/>
                    <a:lumOff val="40000"/>
                  </a:schemeClr>
                </a:solidFill>
              </a:rPr>
              <a:t>Organisations</a:t>
            </a:r>
            <a:endParaRPr lang="en-US" sz="3200" dirty="0">
              <a:solidFill>
                <a:schemeClr val="accent3">
                  <a:lumMod val="60000"/>
                  <a:lumOff val="40000"/>
                </a:schemeClr>
              </a:solidFill>
            </a:endParaRPr>
          </a:p>
        </p:txBody>
      </p:sp>
      <p:pic>
        <p:nvPicPr>
          <p:cNvPr id="4" name="Picture 3" descr="Screen Shot 2013-12-21 at 6.49.4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166" y="2525032"/>
            <a:ext cx="3795183" cy="37360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25439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err="1">
                <a:solidFill>
                  <a:srgbClr val="9DF131"/>
                </a:solidFill>
              </a:rPr>
              <a:t>Organisations</a:t>
            </a:r>
            <a:r>
              <a:rPr lang="en-US" sz="3200" dirty="0"/>
              <a:t> – </a:t>
            </a:r>
            <a:r>
              <a:rPr lang="en-US" sz="3200" dirty="0" err="1"/>
              <a:t>eg</a:t>
            </a:r>
            <a:r>
              <a:rPr lang="en-US" sz="3200" dirty="0"/>
              <a:t> schools</a:t>
            </a:r>
          </a:p>
        </p:txBody>
      </p:sp>
      <p:pic>
        <p:nvPicPr>
          <p:cNvPr id="6" name="Picture 5" descr="Screen Shot 2013-12-19 at 6.39.21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64651" y="4571875"/>
            <a:ext cx="3692882" cy="2094232"/>
          </a:xfrm>
          <a:prstGeom prst="rect">
            <a:avLst/>
          </a:prstGeom>
        </p:spPr>
      </p:pic>
      <p:pic>
        <p:nvPicPr>
          <p:cNvPr id="7" name="Picture 6" descr="Screen Shot 2013-12-19 at 6.39.40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072" y="2604553"/>
            <a:ext cx="4883085" cy="2754816"/>
          </a:xfrm>
          <a:prstGeom prst="rect">
            <a:avLst/>
          </a:prstGeom>
        </p:spPr>
      </p:pic>
      <p:pic>
        <p:nvPicPr>
          <p:cNvPr id="8" name="Picture 7" descr="Screen Shot 2013-12-19 at 6.40.19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864103" y="4773850"/>
            <a:ext cx="2808107" cy="1564009"/>
          </a:xfrm>
          <a:prstGeom prst="rect">
            <a:avLst/>
          </a:prstGeom>
        </p:spPr>
      </p:pic>
    </p:spTree>
    <p:extLst>
      <p:ext uri="{BB962C8B-B14F-4D97-AF65-F5344CB8AC3E}">
        <p14:creationId xmlns:p14="http://schemas.microsoft.com/office/powerpoint/2010/main" val="40261107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err="1">
                <a:solidFill>
                  <a:srgbClr val="9DF131"/>
                </a:solidFill>
              </a:rPr>
              <a:t>Organisations</a:t>
            </a:r>
            <a:r>
              <a:rPr lang="en-US" sz="3200" dirty="0"/>
              <a:t> – </a:t>
            </a:r>
            <a:r>
              <a:rPr lang="en-US" sz="3200" dirty="0" err="1"/>
              <a:t>eg</a:t>
            </a:r>
            <a:r>
              <a:rPr lang="en-US" sz="3200" dirty="0"/>
              <a:t> sporting clubs</a:t>
            </a:r>
          </a:p>
        </p:txBody>
      </p:sp>
      <p:pic>
        <p:nvPicPr>
          <p:cNvPr id="10" name="Picture 9" descr="Screen Shot 2013-12-19 at 6.42.30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84369" y="2704398"/>
            <a:ext cx="5572353" cy="3733112"/>
          </a:xfrm>
          <a:prstGeom prst="rect">
            <a:avLst/>
          </a:prstGeom>
        </p:spPr>
      </p:pic>
      <p:pic>
        <p:nvPicPr>
          <p:cNvPr id="11" name="Picture 10" descr="Screen Shot 2013-12-19 at 6.41.34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795786" y="2469233"/>
            <a:ext cx="3966450" cy="2704397"/>
          </a:xfrm>
          <a:prstGeom prst="rect">
            <a:avLst/>
          </a:prstGeom>
        </p:spPr>
      </p:pic>
      <p:pic>
        <p:nvPicPr>
          <p:cNvPr id="12" name="Picture 11" descr="Screen Shot 2013-12-19 at 6.45.00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456007" y="4671257"/>
            <a:ext cx="2047710" cy="1977902"/>
          </a:xfrm>
          <a:prstGeom prst="rect">
            <a:avLst/>
          </a:prstGeom>
        </p:spPr>
      </p:pic>
    </p:spTree>
    <p:extLst>
      <p:ext uri="{BB962C8B-B14F-4D97-AF65-F5344CB8AC3E}">
        <p14:creationId xmlns:p14="http://schemas.microsoft.com/office/powerpoint/2010/main" val="28188463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Abstract concepts</a:t>
            </a:r>
          </a:p>
        </p:txBody>
      </p:sp>
      <p:pic>
        <p:nvPicPr>
          <p:cNvPr id="4" name="Picture 3" descr="Screen Shot 2013-02-14 at 8.55.49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3911" y="2746162"/>
            <a:ext cx="4603179" cy="344001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8362276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6600"/>
                </a:solidFill>
              </a:rPr>
              <a:t>Abstract concepts</a:t>
            </a:r>
          </a:p>
        </p:txBody>
      </p:sp>
      <p:pic>
        <p:nvPicPr>
          <p:cNvPr id="4" name="Picture 3" descr="Screen Shot 2013-02-14 at 8.55.49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3911" y="2746162"/>
            <a:ext cx="4603179" cy="344001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0954026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6600"/>
                </a:solidFill>
              </a:rPr>
              <a:t>Abstract concepts </a:t>
            </a:r>
            <a:r>
              <a:rPr lang="en-US" sz="3200" dirty="0"/>
              <a:t>- </a:t>
            </a:r>
            <a:r>
              <a:rPr lang="en-US" sz="3200" dirty="0" err="1"/>
              <a:t>eg</a:t>
            </a:r>
            <a:r>
              <a:rPr lang="en-US" sz="3200" dirty="0"/>
              <a:t> freedom</a:t>
            </a:r>
          </a:p>
        </p:txBody>
      </p:sp>
      <p:pic>
        <p:nvPicPr>
          <p:cNvPr id="4" name="Picture 3" descr="Screen Shot 2013-12-19 at 6.06.48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05781" y="2545484"/>
            <a:ext cx="3494368" cy="2322432"/>
          </a:xfrm>
          <a:prstGeom prst="rect">
            <a:avLst/>
          </a:prstGeom>
        </p:spPr>
      </p:pic>
      <p:pic>
        <p:nvPicPr>
          <p:cNvPr id="5" name="Picture 4" descr="Screen Shot 2013-12-19 at 6.07.04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159881" y="2545484"/>
            <a:ext cx="3188210" cy="1954483"/>
          </a:xfrm>
          <a:prstGeom prst="rect">
            <a:avLst/>
          </a:prstGeom>
        </p:spPr>
      </p:pic>
      <p:pic>
        <p:nvPicPr>
          <p:cNvPr id="6" name="Picture 5" descr="Screen Shot 2013-12-19 at 6.07.30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638177" y="4510902"/>
            <a:ext cx="2301347" cy="1979654"/>
          </a:xfrm>
          <a:prstGeom prst="rect">
            <a:avLst/>
          </a:prstGeom>
        </p:spPr>
      </p:pic>
      <p:pic>
        <p:nvPicPr>
          <p:cNvPr id="7" name="Picture 6" descr="Screen Shot 2013-12-19 at 6.08.28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425400" y="3433409"/>
            <a:ext cx="2459863" cy="3057146"/>
          </a:xfrm>
          <a:prstGeom prst="rect">
            <a:avLst/>
          </a:prstGeom>
        </p:spPr>
      </p:pic>
    </p:spTree>
    <p:extLst>
      <p:ext uri="{BB962C8B-B14F-4D97-AF65-F5344CB8AC3E}">
        <p14:creationId xmlns:p14="http://schemas.microsoft.com/office/powerpoint/2010/main" val="6156500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FF6600"/>
                </a:solidFill>
              </a:rPr>
              <a:t>Abstract concepts </a:t>
            </a:r>
            <a:r>
              <a:rPr lang="en-US" sz="3200" dirty="0"/>
              <a:t>- </a:t>
            </a:r>
            <a:r>
              <a:rPr lang="en-US" sz="3200" dirty="0" err="1"/>
              <a:t>eg</a:t>
            </a:r>
            <a:r>
              <a:rPr lang="en-US" sz="3200" dirty="0"/>
              <a:t> science</a:t>
            </a:r>
          </a:p>
        </p:txBody>
      </p:sp>
      <p:pic>
        <p:nvPicPr>
          <p:cNvPr id="9" name="Picture 8" descr="Screen Shot 2013-12-19 at 6.11.41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855" y="2481601"/>
            <a:ext cx="5771225" cy="3556129"/>
          </a:xfrm>
          <a:prstGeom prst="rect">
            <a:avLst/>
          </a:prstGeom>
        </p:spPr>
      </p:pic>
      <p:pic>
        <p:nvPicPr>
          <p:cNvPr id="10" name="Picture 9" descr="Screen Shot 2013-12-19 at 6.13.21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801020" y="2316985"/>
            <a:ext cx="3084244" cy="1680654"/>
          </a:xfrm>
          <a:prstGeom prst="rect">
            <a:avLst/>
          </a:prstGeom>
        </p:spPr>
      </p:pic>
      <p:pic>
        <p:nvPicPr>
          <p:cNvPr id="11" name="Picture 10" descr="Screen Shot 2013-12-19 at 6.10.21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889541" y="3997639"/>
            <a:ext cx="3995722" cy="2665246"/>
          </a:xfrm>
          <a:prstGeom prst="rect">
            <a:avLst/>
          </a:prstGeom>
        </p:spPr>
      </p:pic>
    </p:spTree>
    <p:extLst>
      <p:ext uri="{BB962C8B-B14F-4D97-AF65-F5344CB8AC3E}">
        <p14:creationId xmlns:p14="http://schemas.microsoft.com/office/powerpoint/2010/main" val="28155474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Aspects of life</a:t>
            </a:r>
          </a:p>
        </p:txBody>
      </p:sp>
      <p:pic>
        <p:nvPicPr>
          <p:cNvPr id="4" name="Picture 3" descr="Screen Shot 2013-12-21 at 6.50.34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9454" y="2685125"/>
            <a:ext cx="7195324" cy="36474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7741401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chemeClr val="tx1"/>
                </a:solidFill>
              </a:rPr>
              <a:t>Aspects of life</a:t>
            </a:r>
          </a:p>
        </p:txBody>
      </p:sp>
      <p:pic>
        <p:nvPicPr>
          <p:cNvPr id="4" name="Picture 3" descr="Screen Shot 2013-12-21 at 6.50.34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9454" y="2685125"/>
            <a:ext cx="7195324" cy="36474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0494473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000000"/>
                </a:solidFill>
              </a:rPr>
              <a:t>Aspects of life </a:t>
            </a:r>
            <a:r>
              <a:rPr lang="en-US" sz="3200" dirty="0"/>
              <a:t>– </a:t>
            </a:r>
            <a:r>
              <a:rPr lang="en-US" sz="3200" dirty="0" err="1"/>
              <a:t>eg</a:t>
            </a:r>
            <a:r>
              <a:rPr lang="en-US" sz="3200" dirty="0"/>
              <a:t> Marriage</a:t>
            </a:r>
          </a:p>
        </p:txBody>
      </p:sp>
      <p:pic>
        <p:nvPicPr>
          <p:cNvPr id="4" name="Picture 3" descr="Screen Shot 2013-12-19 at 6.14.29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728499" y="2578891"/>
            <a:ext cx="3605230" cy="3973394"/>
          </a:xfrm>
          <a:prstGeom prst="rect">
            <a:avLst/>
          </a:prstGeom>
        </p:spPr>
      </p:pic>
    </p:spTree>
    <p:extLst>
      <p:ext uri="{BB962C8B-B14F-4D97-AF65-F5344CB8AC3E}">
        <p14:creationId xmlns:p14="http://schemas.microsoft.com/office/powerpoint/2010/main" val="40351407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000000"/>
                </a:solidFill>
              </a:rPr>
              <a:t>Aspects of life </a:t>
            </a:r>
            <a:r>
              <a:rPr lang="en-US" sz="3200" dirty="0"/>
              <a:t>– </a:t>
            </a:r>
            <a:r>
              <a:rPr lang="en-US" sz="3200" dirty="0" err="1"/>
              <a:t>eg</a:t>
            </a:r>
            <a:r>
              <a:rPr lang="en-US" sz="3200" dirty="0"/>
              <a:t> Death</a:t>
            </a:r>
          </a:p>
        </p:txBody>
      </p:sp>
      <p:pic>
        <p:nvPicPr>
          <p:cNvPr id="5" name="Picture 4" descr="Screen Shot 2013-12-19 at 6.15.4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6771" y="2563299"/>
            <a:ext cx="5939775" cy="3736703"/>
          </a:xfrm>
          <a:prstGeom prst="rect">
            <a:avLst/>
          </a:prstGeom>
        </p:spPr>
      </p:pic>
    </p:spTree>
    <p:extLst>
      <p:ext uri="{BB962C8B-B14F-4D97-AF65-F5344CB8AC3E}">
        <p14:creationId xmlns:p14="http://schemas.microsoft.com/office/powerpoint/2010/main" val="33551303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We can study the representation of almost anything:</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solidFill>
                  <a:srgbClr val="000000"/>
                </a:solidFill>
              </a:rPr>
              <a:t>Aspects of life </a:t>
            </a:r>
            <a:r>
              <a:rPr lang="en-US" sz="3200" dirty="0"/>
              <a:t>– </a:t>
            </a:r>
            <a:r>
              <a:rPr lang="en-US" sz="3200" dirty="0" err="1"/>
              <a:t>eg</a:t>
            </a:r>
            <a:r>
              <a:rPr lang="en-US" sz="3200" dirty="0"/>
              <a:t> Motherhood</a:t>
            </a:r>
          </a:p>
        </p:txBody>
      </p:sp>
      <p:pic>
        <p:nvPicPr>
          <p:cNvPr id="4" name="Picture 3" descr="Screen Shot 2013-12-19 at 6.16.31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4978" y="2368250"/>
            <a:ext cx="3617334" cy="4489749"/>
          </a:xfrm>
          <a:prstGeom prst="rect">
            <a:avLst/>
          </a:prstGeom>
        </p:spPr>
      </p:pic>
    </p:spTree>
    <p:extLst>
      <p:ext uri="{BB962C8B-B14F-4D97-AF65-F5344CB8AC3E}">
        <p14:creationId xmlns:p14="http://schemas.microsoft.com/office/powerpoint/2010/main" val="5546430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3" y="592667"/>
            <a:ext cx="7583487" cy="5445063"/>
          </a:xfrm>
        </p:spPr>
        <p:txBody>
          <a:bodyPr>
            <a:normAutofit/>
          </a:bodyPr>
          <a:lstStyle/>
          <a:p>
            <a:r>
              <a:rPr lang="en-US" sz="3200" i="1" dirty="0"/>
              <a:t>‘Reading for representation’ </a:t>
            </a:r>
            <a:r>
              <a:rPr lang="en-US" sz="3200" dirty="0"/>
              <a:t>means </a:t>
            </a:r>
            <a:r>
              <a:rPr lang="en-US" sz="3200" i="1" dirty="0"/>
              <a:t>reading </a:t>
            </a:r>
            <a:r>
              <a:rPr lang="en-US" sz="3200" i="1" u="sng" dirty="0"/>
              <a:t>critically</a:t>
            </a:r>
            <a:r>
              <a:rPr lang="en-US" sz="3200" i="1" dirty="0"/>
              <a:t>.</a:t>
            </a:r>
          </a:p>
          <a:p>
            <a:r>
              <a:rPr lang="en-US" sz="3200" dirty="0"/>
              <a:t>There are many possible ways of thinking about a subject.</a:t>
            </a:r>
          </a:p>
        </p:txBody>
      </p:sp>
      <p:pic>
        <p:nvPicPr>
          <p:cNvPr id="6" name="Picture 5" descr="Screen Shot 2013-12-19 at 5.40.52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8830" y="2939037"/>
            <a:ext cx="5458703" cy="3608518"/>
          </a:xfrm>
          <a:prstGeom prst="rect">
            <a:avLst/>
          </a:prstGeom>
        </p:spPr>
      </p:pic>
    </p:spTree>
    <p:extLst>
      <p:ext uri="{BB962C8B-B14F-4D97-AF65-F5344CB8AC3E}">
        <p14:creationId xmlns:p14="http://schemas.microsoft.com/office/powerpoint/2010/main" val="1386718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REPRESENTATIONS OF YOU </a:t>
            </a:r>
          </a:p>
        </p:txBody>
      </p:sp>
      <p:sp>
        <p:nvSpPr>
          <p:cNvPr id="5" name="Subtitle 4"/>
          <p:cNvSpPr>
            <a:spLocks noGrp="1"/>
          </p:cNvSpPr>
          <p:nvPr>
            <p:ph type="subTitle" idx="1"/>
          </p:nvPr>
        </p:nvSpPr>
        <p:spPr/>
        <p:txBody>
          <a:bodyPr>
            <a:normAutofit fontScale="92500" lnSpcReduction="10000"/>
          </a:bodyPr>
          <a:lstStyle/>
          <a:p>
            <a:pPr algn="ctr"/>
            <a:endParaRPr lang="en-US" sz="6000" dirty="0"/>
          </a:p>
          <a:p>
            <a:pPr algn="ctr"/>
            <a:r>
              <a:rPr lang="en-US" sz="6000" dirty="0"/>
              <a:t>photographs</a:t>
            </a:r>
            <a:r>
              <a:rPr lang="en-AU" dirty="0"/>
              <a:t> </a:t>
            </a:r>
            <a:endParaRPr lang="en-US" dirty="0"/>
          </a:p>
        </p:txBody>
      </p:sp>
      <p:pic>
        <p:nvPicPr>
          <p:cNvPr id="2" name="Picture 1" descr="Screen Shot 2013-12-20 at 3.30.55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87222" y="508001"/>
            <a:ext cx="5260771" cy="2613924"/>
          </a:xfrm>
          <a:prstGeom prst="rect">
            <a:avLst/>
          </a:prstGeom>
        </p:spPr>
      </p:pic>
    </p:spTree>
    <p:extLst>
      <p:ext uri="{BB962C8B-B14F-4D97-AF65-F5344CB8AC3E}">
        <p14:creationId xmlns:p14="http://schemas.microsoft.com/office/powerpoint/2010/main" val="21123824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3" y="248355"/>
            <a:ext cx="7583487" cy="4208930"/>
          </a:xfrm>
        </p:spPr>
        <p:txBody>
          <a:bodyPr>
            <a:normAutofit/>
          </a:bodyPr>
          <a:lstStyle/>
          <a:p>
            <a:r>
              <a:rPr lang="en-US" sz="3200" dirty="0"/>
              <a:t>The photograph is not you</a:t>
            </a:r>
          </a:p>
          <a:p>
            <a:pPr marL="0" indent="0">
              <a:buNone/>
            </a:pPr>
            <a:r>
              <a:rPr lang="en-US" sz="3200" dirty="0"/>
              <a:t>  </a:t>
            </a:r>
          </a:p>
        </p:txBody>
      </p:sp>
      <p:pic>
        <p:nvPicPr>
          <p:cNvPr id="4" name="Picture 3" descr="Screen Shot 2013-12-20 at 3.24.4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778" y="1812769"/>
            <a:ext cx="5672666" cy="4361396"/>
          </a:xfrm>
          <a:prstGeom prst="rect">
            <a:avLst/>
          </a:prstGeom>
        </p:spPr>
      </p:pic>
    </p:spTree>
    <p:extLst>
      <p:ext uri="{BB962C8B-B14F-4D97-AF65-F5344CB8AC3E}">
        <p14:creationId xmlns:p14="http://schemas.microsoft.com/office/powerpoint/2010/main" val="25613599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3" y="248355"/>
            <a:ext cx="7583487" cy="4208930"/>
          </a:xfrm>
        </p:spPr>
        <p:txBody>
          <a:bodyPr>
            <a:normAutofit/>
          </a:bodyPr>
          <a:lstStyle/>
          <a:p>
            <a:r>
              <a:rPr lang="en-US" sz="3200" dirty="0"/>
              <a:t>The photograph is not you</a:t>
            </a:r>
          </a:p>
          <a:p>
            <a:pPr marL="0" indent="0">
              <a:buNone/>
            </a:pPr>
            <a:r>
              <a:rPr lang="en-US" sz="3200" dirty="0"/>
              <a:t>   - it is a </a:t>
            </a:r>
            <a:r>
              <a:rPr lang="en-US" sz="3200" i="1" dirty="0"/>
              <a:t>r</a:t>
            </a:r>
            <a:r>
              <a:rPr lang="en-US" sz="3200" b="1" i="1" dirty="0"/>
              <a:t>epresentation</a:t>
            </a:r>
            <a:r>
              <a:rPr lang="en-US" sz="3200" i="1" dirty="0"/>
              <a:t> </a:t>
            </a:r>
            <a:r>
              <a:rPr lang="en-US" sz="3200" dirty="0"/>
              <a:t>of you.</a:t>
            </a:r>
          </a:p>
        </p:txBody>
      </p:sp>
      <p:pic>
        <p:nvPicPr>
          <p:cNvPr id="4" name="Picture 3" descr="Screen Shot 2013-12-20 at 3.24.4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778" y="1812769"/>
            <a:ext cx="5672666" cy="4361396"/>
          </a:xfrm>
          <a:prstGeom prst="rect">
            <a:avLst/>
          </a:prstGeom>
        </p:spPr>
      </p:pic>
    </p:spTree>
    <p:extLst>
      <p:ext uri="{BB962C8B-B14F-4D97-AF65-F5344CB8AC3E}">
        <p14:creationId xmlns:p14="http://schemas.microsoft.com/office/powerpoint/2010/main" val="38259854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2275969" y="4755443"/>
            <a:ext cx="4474539" cy="3810000"/>
          </a:xfrm>
        </p:spPr>
        <p:txBody>
          <a:bodyPr>
            <a:normAutofit/>
          </a:bodyPr>
          <a:lstStyle/>
          <a:p>
            <a:pPr algn="ctr"/>
            <a:r>
              <a:rPr lang="en-US" sz="3200" dirty="0"/>
              <a:t>Some photos may represent you as happy and friendly. </a:t>
            </a:r>
          </a:p>
        </p:txBody>
      </p:sp>
      <p:pic>
        <p:nvPicPr>
          <p:cNvPr id="3" name="Picture 2" descr="Screen Shot 2013-12-20 at 3.44.3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9555" y="352777"/>
            <a:ext cx="4487333" cy="4402666"/>
          </a:xfrm>
          <a:prstGeom prst="rect">
            <a:avLst/>
          </a:prstGeom>
        </p:spPr>
      </p:pic>
    </p:spTree>
    <p:extLst>
      <p:ext uri="{BB962C8B-B14F-4D97-AF65-F5344CB8AC3E}">
        <p14:creationId xmlns:p14="http://schemas.microsoft.com/office/powerpoint/2010/main" val="16282474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2137053" y="4953000"/>
            <a:ext cx="4474539" cy="3810000"/>
          </a:xfrm>
        </p:spPr>
        <p:txBody>
          <a:bodyPr>
            <a:normAutofit/>
          </a:bodyPr>
          <a:lstStyle/>
          <a:p>
            <a:pPr algn="ctr"/>
            <a:r>
              <a:rPr lang="en-US" sz="3200" dirty="0"/>
              <a:t>Some as gloomy and unfriendly. </a:t>
            </a:r>
          </a:p>
        </p:txBody>
      </p:sp>
      <p:pic>
        <p:nvPicPr>
          <p:cNvPr id="2" name="Picture 1" descr="Screen Shot 2013-12-20 at 3.42.2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1" y="394880"/>
            <a:ext cx="4304595" cy="4432613"/>
          </a:xfrm>
          <a:prstGeom prst="rect">
            <a:avLst/>
          </a:prstGeom>
        </p:spPr>
      </p:pic>
    </p:spTree>
    <p:extLst>
      <p:ext uri="{BB962C8B-B14F-4D97-AF65-F5344CB8AC3E}">
        <p14:creationId xmlns:p14="http://schemas.microsoft.com/office/powerpoint/2010/main" val="19967270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825500" y="5143500"/>
            <a:ext cx="7535163" cy="3810000"/>
          </a:xfrm>
        </p:spPr>
        <p:txBody>
          <a:bodyPr>
            <a:normAutofit/>
          </a:bodyPr>
          <a:lstStyle/>
          <a:p>
            <a:r>
              <a:rPr lang="en-US" sz="3200" dirty="0"/>
              <a:t>People seeing one set</a:t>
            </a:r>
          </a:p>
        </p:txBody>
      </p:sp>
      <p:pic>
        <p:nvPicPr>
          <p:cNvPr id="2" name="Picture 1" descr="Screen Shot 2013-12-20 at 3.20.38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12923" y="649111"/>
            <a:ext cx="4545807" cy="3416299"/>
          </a:xfrm>
          <a:prstGeom prst="rect">
            <a:avLst/>
          </a:prstGeom>
        </p:spPr>
      </p:pic>
    </p:spTree>
    <p:extLst>
      <p:ext uri="{BB962C8B-B14F-4D97-AF65-F5344CB8AC3E}">
        <p14:creationId xmlns:p14="http://schemas.microsoft.com/office/powerpoint/2010/main" val="37264409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825500" y="5143500"/>
            <a:ext cx="7535163" cy="3810000"/>
          </a:xfrm>
        </p:spPr>
        <p:txBody>
          <a:bodyPr>
            <a:normAutofit/>
          </a:bodyPr>
          <a:lstStyle/>
          <a:p>
            <a:r>
              <a:rPr lang="en-US" sz="3200" dirty="0"/>
              <a:t>People seeing one set or other</a:t>
            </a:r>
          </a:p>
        </p:txBody>
      </p:sp>
      <p:pic>
        <p:nvPicPr>
          <p:cNvPr id="2" name="Picture 1" descr="Screen Shot 2013-12-20 at 3.20.38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12923" y="649111"/>
            <a:ext cx="4545807" cy="3416299"/>
          </a:xfrm>
          <a:prstGeom prst="rect">
            <a:avLst/>
          </a:prstGeom>
        </p:spPr>
      </p:pic>
      <p:pic>
        <p:nvPicPr>
          <p:cNvPr id="3" name="Picture 2" descr="Screen Shot 2013-12-20 at 3.23.3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6005" y="1513518"/>
            <a:ext cx="4837995" cy="3313975"/>
          </a:xfrm>
          <a:prstGeom prst="rect">
            <a:avLst/>
          </a:prstGeom>
        </p:spPr>
      </p:pic>
    </p:spTree>
    <p:extLst>
      <p:ext uri="{BB962C8B-B14F-4D97-AF65-F5344CB8AC3E}">
        <p14:creationId xmlns:p14="http://schemas.microsoft.com/office/powerpoint/2010/main" val="22308120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825500" y="5143500"/>
            <a:ext cx="7535163" cy="3810000"/>
          </a:xfrm>
        </p:spPr>
        <p:txBody>
          <a:bodyPr>
            <a:normAutofit/>
          </a:bodyPr>
          <a:lstStyle/>
          <a:p>
            <a:pPr algn="ctr"/>
            <a:r>
              <a:rPr lang="en-US" sz="3200" dirty="0"/>
              <a:t>People seeing one set or other will form different impressions of you.</a:t>
            </a:r>
            <a:r>
              <a:rPr lang="en-AU" sz="3200" dirty="0"/>
              <a:t> </a:t>
            </a:r>
            <a:endParaRPr lang="en-US" sz="3200" dirty="0"/>
          </a:p>
        </p:txBody>
      </p:sp>
      <p:pic>
        <p:nvPicPr>
          <p:cNvPr id="2" name="Picture 1" descr="Screen Shot 2013-12-20 at 3.20.38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12923" y="649111"/>
            <a:ext cx="4545807" cy="3416299"/>
          </a:xfrm>
          <a:prstGeom prst="rect">
            <a:avLst/>
          </a:prstGeom>
        </p:spPr>
      </p:pic>
      <p:pic>
        <p:nvPicPr>
          <p:cNvPr id="3" name="Picture 2" descr="Screen Shot 2013-12-20 at 3.23.3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6005" y="1513518"/>
            <a:ext cx="4837995" cy="3313975"/>
          </a:xfrm>
          <a:prstGeom prst="rect">
            <a:avLst/>
          </a:prstGeom>
        </p:spPr>
      </p:pic>
    </p:spTree>
    <p:extLst>
      <p:ext uri="{BB962C8B-B14F-4D97-AF65-F5344CB8AC3E}">
        <p14:creationId xmlns:p14="http://schemas.microsoft.com/office/powerpoint/2010/main" val="26271768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38624" y="2733555"/>
            <a:ext cx="7524325" cy="1470025"/>
          </a:xfrm>
        </p:spPr>
        <p:txBody>
          <a:bodyPr/>
          <a:lstStyle/>
          <a:p>
            <a:pPr algn="l"/>
            <a:r>
              <a:rPr lang="en-US" sz="7200" dirty="0"/>
              <a:t>PEOPLE</a:t>
            </a:r>
          </a:p>
        </p:txBody>
      </p:sp>
      <p:sp>
        <p:nvSpPr>
          <p:cNvPr id="5" name="Subtitle 4"/>
          <p:cNvSpPr>
            <a:spLocks noGrp="1"/>
          </p:cNvSpPr>
          <p:nvPr>
            <p:ph type="subTitle" idx="1"/>
          </p:nvPr>
        </p:nvSpPr>
        <p:spPr/>
        <p:txBody>
          <a:bodyPr>
            <a:normAutofit fontScale="85000" lnSpcReduction="20000"/>
          </a:bodyPr>
          <a:lstStyle/>
          <a:p>
            <a:pPr algn="ctr"/>
            <a:endParaRPr lang="en-US" sz="6000" dirty="0"/>
          </a:p>
          <a:p>
            <a:pPr algn="ctr"/>
            <a:r>
              <a:rPr lang="en-AU" sz="4400" dirty="0"/>
              <a:t>How do people represent themselves? </a:t>
            </a:r>
            <a:endParaRPr lang="en-US" sz="4400" dirty="0"/>
          </a:p>
        </p:txBody>
      </p:sp>
      <p:pic>
        <p:nvPicPr>
          <p:cNvPr id="3" name="Picture 2" descr="Screen Shot 2013-12-20 at 4.54.34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rot="449221">
            <a:off x="4712927" y="833512"/>
            <a:ext cx="3966321" cy="31249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578889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People create an image </a:t>
            </a:r>
            <a:br>
              <a:rPr lang="en-US" dirty="0"/>
            </a:br>
            <a:r>
              <a:rPr lang="en-US" dirty="0"/>
              <a:t>of themselves through:</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Appearance</a:t>
            </a:r>
          </a:p>
        </p:txBody>
      </p:sp>
      <p:pic>
        <p:nvPicPr>
          <p:cNvPr id="4" name="Picture 3" descr="Screen Shot 2013-12-20 at 5.05.43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254757" y="674282"/>
            <a:ext cx="2108193" cy="3170524"/>
          </a:xfrm>
          <a:prstGeom prst="rect">
            <a:avLst/>
          </a:prstGeom>
        </p:spPr>
      </p:pic>
      <p:pic>
        <p:nvPicPr>
          <p:cNvPr id="5" name="Picture 4" descr="Screen Shot 2013-12-20 at 5.07.02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195" y="2616134"/>
            <a:ext cx="5659562" cy="3744602"/>
          </a:xfrm>
          <a:prstGeom prst="rect">
            <a:avLst/>
          </a:prstGeom>
        </p:spPr>
      </p:pic>
      <p:pic>
        <p:nvPicPr>
          <p:cNvPr id="6" name="Picture 5" descr="Screen Shot 2013-12-20 at 5.07.55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774843" y="4156593"/>
            <a:ext cx="2857804" cy="2216256"/>
          </a:xfrm>
          <a:prstGeom prst="rect">
            <a:avLst/>
          </a:prstGeom>
        </p:spPr>
      </p:pic>
    </p:spTree>
    <p:extLst>
      <p:ext uri="{BB962C8B-B14F-4D97-AF65-F5344CB8AC3E}">
        <p14:creationId xmlns:p14="http://schemas.microsoft.com/office/powerpoint/2010/main" val="18480639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People create an image </a:t>
            </a:r>
            <a:br>
              <a:rPr lang="en-US" dirty="0"/>
            </a:br>
            <a:r>
              <a:rPr lang="en-US" dirty="0"/>
              <a:t>of themselves through:</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Body language</a:t>
            </a:r>
          </a:p>
        </p:txBody>
      </p:sp>
      <p:pic>
        <p:nvPicPr>
          <p:cNvPr id="4" name="Picture 3" descr="Screen Shot 2013-12-19 at 5.47.49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032499" y="1121831"/>
            <a:ext cx="2730501" cy="1996851"/>
          </a:xfrm>
          <a:prstGeom prst="rect">
            <a:avLst/>
          </a:prstGeom>
        </p:spPr>
      </p:pic>
      <p:pic>
        <p:nvPicPr>
          <p:cNvPr id="7" name="Picture 6" descr="Screen Shot 2013-12-20 at 5.48.11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182619" y="2495549"/>
            <a:ext cx="2071132" cy="2544233"/>
          </a:xfrm>
          <a:prstGeom prst="rect">
            <a:avLst/>
          </a:prstGeom>
        </p:spPr>
      </p:pic>
      <p:pic>
        <p:nvPicPr>
          <p:cNvPr id="10" name="Picture 9" descr="Screen Shot 2013-12-20 at 5.58.32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021667" y="3661209"/>
            <a:ext cx="4741333" cy="2757145"/>
          </a:xfrm>
          <a:prstGeom prst="rect">
            <a:avLst/>
          </a:prstGeom>
        </p:spPr>
      </p:pic>
      <p:pic>
        <p:nvPicPr>
          <p:cNvPr id="11" name="Picture 10" descr="Screen Shot 2013-12-20 at 5.51.44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32834" y="4028155"/>
            <a:ext cx="2182619" cy="2023253"/>
          </a:xfrm>
          <a:prstGeom prst="rect">
            <a:avLst/>
          </a:prstGeom>
        </p:spPr>
      </p:pic>
    </p:spTree>
    <p:extLst>
      <p:ext uri="{BB962C8B-B14F-4D97-AF65-F5344CB8AC3E}">
        <p14:creationId xmlns:p14="http://schemas.microsoft.com/office/powerpoint/2010/main" val="25138432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People create an image </a:t>
            </a:r>
            <a:br>
              <a:rPr lang="en-US" dirty="0"/>
            </a:br>
            <a:r>
              <a:rPr lang="en-US" dirty="0"/>
              <a:t>of themselves through:</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Clothing </a:t>
            </a:r>
          </a:p>
        </p:txBody>
      </p:sp>
      <p:pic>
        <p:nvPicPr>
          <p:cNvPr id="4" name="Picture 3" descr="Screen Shot 2013-12-19 at 5.23.57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rot="21116197">
            <a:off x="2625664" y="2465844"/>
            <a:ext cx="1472493" cy="1659572"/>
          </a:xfrm>
          <a:prstGeom prst="rect">
            <a:avLst/>
          </a:prstGeom>
        </p:spPr>
      </p:pic>
      <p:pic>
        <p:nvPicPr>
          <p:cNvPr id="5" name="Picture 4" descr="Screen Shot 2013-12-20 at 5.04.28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782420" y="2188740"/>
            <a:ext cx="4880505" cy="4256552"/>
          </a:xfrm>
          <a:prstGeom prst="rect">
            <a:avLst/>
          </a:prstGeom>
        </p:spPr>
      </p:pic>
      <p:pic>
        <p:nvPicPr>
          <p:cNvPr id="6" name="Picture 5" descr="Screen Shot 2013-12-20 at 5.19.11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408395" y="4101007"/>
            <a:ext cx="1798877" cy="2398502"/>
          </a:xfrm>
          <a:prstGeom prst="rect">
            <a:avLst/>
          </a:prstGeom>
        </p:spPr>
      </p:pic>
      <p:pic>
        <p:nvPicPr>
          <p:cNvPr id="7" name="Picture 6" descr="Screen Shot 2013-12-20 at 5.20.15 PM.pn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6431120" y="350962"/>
            <a:ext cx="1931830" cy="1477838"/>
          </a:xfrm>
          <a:prstGeom prst="rect">
            <a:avLst/>
          </a:prstGeom>
        </p:spPr>
      </p:pic>
      <p:pic>
        <p:nvPicPr>
          <p:cNvPr id="8" name="Picture 7" descr="Screen Shot 2013-12-20 at 6.05.35 PM.pn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rot="470787">
            <a:off x="523632" y="4994208"/>
            <a:ext cx="1788582" cy="1465454"/>
          </a:xfrm>
          <a:prstGeom prst="rect">
            <a:avLst/>
          </a:prstGeom>
        </p:spPr>
      </p:pic>
      <p:pic>
        <p:nvPicPr>
          <p:cNvPr id="9" name="Picture 8" descr="Screen Shot 2013-12-20 at 5.42.42 PM.png"/>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431973" y="2370775"/>
            <a:ext cx="1677298" cy="2508205"/>
          </a:xfrm>
          <a:prstGeom prst="rect">
            <a:avLst/>
          </a:prstGeom>
        </p:spPr>
      </p:pic>
    </p:spTree>
    <p:extLst>
      <p:ext uri="{BB962C8B-B14F-4D97-AF65-F5344CB8AC3E}">
        <p14:creationId xmlns:p14="http://schemas.microsoft.com/office/powerpoint/2010/main" val="42008983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People create an image of themselves through:</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Speech </a:t>
            </a:r>
          </a:p>
        </p:txBody>
      </p:sp>
      <p:pic>
        <p:nvPicPr>
          <p:cNvPr id="4" name="Picture 3" descr="Screen Shot 2013-12-20 at 5.00.11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59371" y="3717255"/>
            <a:ext cx="4208869" cy="2769353"/>
          </a:xfrm>
          <a:prstGeom prst="rect">
            <a:avLst/>
          </a:prstGeom>
        </p:spPr>
      </p:pic>
      <p:pic>
        <p:nvPicPr>
          <p:cNvPr id="5" name="Picture 4" descr="Screen Shot 2013-12-20 at 4.53.49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5621" y="2021246"/>
            <a:ext cx="2357329" cy="2020568"/>
          </a:xfrm>
          <a:prstGeom prst="rect">
            <a:avLst/>
          </a:prstGeom>
        </p:spPr>
      </p:pic>
      <p:pic>
        <p:nvPicPr>
          <p:cNvPr id="6" name="Picture 5" descr="Screen Shot 2013-12-20 at 5.00.51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flipH="1">
            <a:off x="317459" y="2453632"/>
            <a:ext cx="3406074" cy="2474297"/>
          </a:xfrm>
          <a:prstGeom prst="rect">
            <a:avLst/>
          </a:prstGeom>
        </p:spPr>
      </p:pic>
      <p:pic>
        <p:nvPicPr>
          <p:cNvPr id="7" name="Picture 6" descr="Screen Shot 2013-12-20 at 4.58.11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rot="20896661">
            <a:off x="2149362" y="4125423"/>
            <a:ext cx="3459296" cy="2341353"/>
          </a:xfrm>
          <a:prstGeom prst="rect">
            <a:avLst/>
          </a:prstGeom>
        </p:spPr>
      </p:pic>
      <p:pic>
        <p:nvPicPr>
          <p:cNvPr id="8" name="Picture 7" descr="Screen Shot 2013-12-20 at 4.52.51 PM.pn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3418876" y="1955069"/>
            <a:ext cx="2268880" cy="1669126"/>
          </a:xfrm>
          <a:prstGeom prst="rect">
            <a:avLst/>
          </a:prstGeom>
        </p:spPr>
      </p:pic>
      <p:pic>
        <p:nvPicPr>
          <p:cNvPr id="9" name="Picture 8" descr="Screen Shot 2013-12-20 at 5.37.25 PM.pn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rot="670856">
            <a:off x="6704709" y="381626"/>
            <a:ext cx="2227859" cy="1693693"/>
          </a:xfrm>
          <a:prstGeom prst="rect">
            <a:avLst/>
          </a:prstGeom>
        </p:spPr>
      </p:pic>
    </p:spTree>
    <p:extLst>
      <p:ext uri="{BB962C8B-B14F-4D97-AF65-F5344CB8AC3E}">
        <p14:creationId xmlns:p14="http://schemas.microsoft.com/office/powerpoint/2010/main" val="16428947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People create an image of themselves through:</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err="1"/>
              <a:t>Behaviour</a:t>
            </a:r>
            <a:r>
              <a:rPr lang="en-US" sz="3200" dirty="0"/>
              <a:t> </a:t>
            </a:r>
          </a:p>
        </p:txBody>
      </p:sp>
      <p:pic>
        <p:nvPicPr>
          <p:cNvPr id="4" name="Picture 3" descr="Screen Shot 2013-12-19 at 5.42.27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rot="20957074">
            <a:off x="6449770" y="830193"/>
            <a:ext cx="2420338" cy="1429527"/>
          </a:xfrm>
          <a:prstGeom prst="rect">
            <a:avLst/>
          </a:prstGeom>
        </p:spPr>
      </p:pic>
      <p:pic>
        <p:nvPicPr>
          <p:cNvPr id="5" name="Picture 4" descr="Screen Shot 2013-12-20 at 6.04.55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00233" y="2472266"/>
            <a:ext cx="2892403" cy="2051661"/>
          </a:xfrm>
          <a:prstGeom prst="rect">
            <a:avLst/>
          </a:prstGeom>
        </p:spPr>
      </p:pic>
      <p:pic>
        <p:nvPicPr>
          <p:cNvPr id="6" name="Picture 5" descr="Screen Shot 2013-12-20 at 6.01.54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729583" y="4084755"/>
            <a:ext cx="3067830" cy="2404975"/>
          </a:xfrm>
          <a:prstGeom prst="rect">
            <a:avLst/>
          </a:prstGeom>
        </p:spPr>
      </p:pic>
      <p:pic>
        <p:nvPicPr>
          <p:cNvPr id="7" name="Picture 6" descr="Screen Shot 2013-12-20 at 5.50.25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13796" y="4231900"/>
            <a:ext cx="1415787" cy="2096934"/>
          </a:xfrm>
          <a:prstGeom prst="rect">
            <a:avLst/>
          </a:prstGeom>
        </p:spPr>
      </p:pic>
      <p:pic>
        <p:nvPicPr>
          <p:cNvPr id="8" name="Picture 7" descr="Screen Shot 2013-12-20 at 5.43.54 P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66333">
            <a:off x="4634455" y="2194925"/>
            <a:ext cx="4188134" cy="4279180"/>
          </a:xfrm>
          <a:prstGeom prst="rect">
            <a:avLst/>
          </a:prstGeom>
        </p:spPr>
      </p:pic>
    </p:spTree>
    <p:extLst>
      <p:ext uri="{BB962C8B-B14F-4D97-AF65-F5344CB8AC3E}">
        <p14:creationId xmlns:p14="http://schemas.microsoft.com/office/powerpoint/2010/main" val="11843715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380999"/>
            <a:ext cx="7583487" cy="1878545"/>
          </a:xfrm>
        </p:spPr>
        <p:txBody>
          <a:bodyPr>
            <a:normAutofit/>
          </a:bodyPr>
          <a:lstStyle/>
          <a:p>
            <a:r>
              <a:rPr lang="en-US" dirty="0"/>
              <a:t>People create an image of themselves through:</a:t>
            </a:r>
            <a:r>
              <a:rPr lang="en-AU" dirty="0"/>
              <a:t/>
            </a:r>
            <a:br>
              <a:rPr lang="en-AU" dirty="0"/>
            </a:br>
            <a:endParaRPr lang="en-US" dirty="0"/>
          </a:p>
        </p:txBody>
      </p:sp>
      <p:sp>
        <p:nvSpPr>
          <p:cNvPr id="3" name="Content Placeholder 2"/>
          <p:cNvSpPr>
            <a:spLocks noGrp="1"/>
          </p:cNvSpPr>
          <p:nvPr>
            <p:ph idx="1"/>
          </p:nvPr>
        </p:nvSpPr>
        <p:spPr/>
        <p:txBody>
          <a:bodyPr>
            <a:normAutofit/>
          </a:bodyPr>
          <a:lstStyle/>
          <a:p>
            <a:r>
              <a:rPr lang="en-US" sz="3200" dirty="0"/>
              <a:t>Objects and Places around them </a:t>
            </a:r>
          </a:p>
        </p:txBody>
      </p:sp>
      <p:pic>
        <p:nvPicPr>
          <p:cNvPr id="6" name="Picture 5" descr="Screen Shot 2013-12-20 at 6.31.1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10" y="3090333"/>
            <a:ext cx="5056332" cy="3413665"/>
          </a:xfrm>
          <a:prstGeom prst="rect">
            <a:avLst/>
          </a:prstGeom>
        </p:spPr>
      </p:pic>
      <p:pic>
        <p:nvPicPr>
          <p:cNvPr id="7" name="Picture 6" descr="Screen Shot 2013-12-20 at 6.51.34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090833" y="380999"/>
            <a:ext cx="1608666" cy="1455729"/>
          </a:xfrm>
          <a:prstGeom prst="rect">
            <a:avLst/>
          </a:prstGeom>
        </p:spPr>
      </p:pic>
      <p:pic>
        <p:nvPicPr>
          <p:cNvPr id="8" name="Picture 7" descr="Screen Shot 2013-12-20 at 6.52.30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rot="1337537">
            <a:off x="5391150" y="3081343"/>
            <a:ext cx="3399364" cy="1332871"/>
          </a:xfrm>
          <a:prstGeom prst="rect">
            <a:avLst/>
          </a:prstGeom>
        </p:spPr>
      </p:pic>
      <p:pic>
        <p:nvPicPr>
          <p:cNvPr id="9" name="Picture 8" descr="Screen Shot 2013-12-20 at 6.55.45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667548" y="4354481"/>
            <a:ext cx="1711937" cy="2149517"/>
          </a:xfrm>
          <a:prstGeom prst="rect">
            <a:avLst/>
          </a:prstGeom>
        </p:spPr>
      </p:pic>
    </p:spTree>
    <p:extLst>
      <p:ext uri="{BB962C8B-B14F-4D97-AF65-F5344CB8AC3E}">
        <p14:creationId xmlns:p14="http://schemas.microsoft.com/office/powerpoint/2010/main" val="5004793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808034" y="5166160"/>
            <a:ext cx="7559977" cy="1220881"/>
          </a:xfrm>
        </p:spPr>
        <p:txBody>
          <a:bodyPr>
            <a:normAutofit/>
          </a:bodyPr>
          <a:lstStyle/>
          <a:p>
            <a:pPr algn="ctr"/>
            <a:r>
              <a:rPr lang="en-US" sz="3200" dirty="0"/>
              <a:t>Sometimes people take great care to create an impression. </a:t>
            </a:r>
          </a:p>
        </p:txBody>
      </p:sp>
      <p:pic>
        <p:nvPicPr>
          <p:cNvPr id="2" name="Picture 1" descr="Screen Shot 2013-12-20 at 3.03.1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3007" y="790616"/>
            <a:ext cx="5476068" cy="3687219"/>
          </a:xfrm>
          <a:prstGeom prst="rect">
            <a:avLst/>
          </a:prstGeom>
        </p:spPr>
      </p:pic>
    </p:spTree>
    <p:extLst>
      <p:ext uri="{BB962C8B-B14F-4D97-AF65-F5344CB8AC3E}">
        <p14:creationId xmlns:p14="http://schemas.microsoft.com/office/powerpoint/2010/main" val="35686461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808034" y="5305778"/>
            <a:ext cx="7559977" cy="1270000"/>
          </a:xfrm>
        </p:spPr>
        <p:txBody>
          <a:bodyPr>
            <a:normAutofit/>
          </a:bodyPr>
          <a:lstStyle/>
          <a:p>
            <a:pPr algn="ctr"/>
            <a:endParaRPr lang="en-US" sz="3200" dirty="0"/>
          </a:p>
          <a:p>
            <a:pPr algn="ctr"/>
            <a:r>
              <a:rPr lang="en-US" sz="3200" dirty="0"/>
              <a:t>Other times people may be unaware. </a:t>
            </a:r>
          </a:p>
        </p:txBody>
      </p:sp>
      <p:pic>
        <p:nvPicPr>
          <p:cNvPr id="2" name="Picture 1" descr="Screen Shot 2013-12-20 at 2.55.3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8445" y="310542"/>
            <a:ext cx="4422422" cy="5588608"/>
          </a:xfrm>
          <a:prstGeom prst="rect">
            <a:avLst/>
          </a:prstGeom>
        </p:spPr>
      </p:pic>
    </p:spTree>
    <p:extLst>
      <p:ext uri="{BB962C8B-B14F-4D97-AF65-F5344CB8AC3E}">
        <p14:creationId xmlns:p14="http://schemas.microsoft.com/office/powerpoint/2010/main" val="32657801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779463" y="395110"/>
            <a:ext cx="7583487" cy="5642619"/>
          </a:xfrm>
        </p:spPr>
        <p:txBody>
          <a:bodyPr/>
          <a:lstStyle/>
          <a:p>
            <a:r>
              <a:rPr lang="en-US" sz="2800" dirty="0"/>
              <a:t>Individuals can be </a:t>
            </a:r>
            <a:r>
              <a:rPr lang="en-US" sz="2800" b="1" i="1" dirty="0"/>
              <a:t>represented by others </a:t>
            </a:r>
            <a:r>
              <a:rPr lang="en-US" sz="2800" dirty="0"/>
              <a:t>– </a:t>
            </a:r>
          </a:p>
          <a:p>
            <a:pPr marL="0" indent="0">
              <a:buNone/>
            </a:pPr>
            <a:r>
              <a:rPr lang="en-US" sz="2800" dirty="0"/>
              <a:t>by how they are portrayed and by what is said about them.</a:t>
            </a:r>
            <a:endParaRPr lang="en-AU" sz="2800" dirty="0"/>
          </a:p>
          <a:p>
            <a:endParaRPr lang="en-US" dirty="0"/>
          </a:p>
        </p:txBody>
      </p:sp>
      <p:pic>
        <p:nvPicPr>
          <p:cNvPr id="2" name="Picture 1" descr="Screen Shot 2013-12-20 at 3.15.52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1476" y="1636888"/>
            <a:ext cx="3101474" cy="4910667"/>
          </a:xfrm>
          <a:prstGeom prst="rect">
            <a:avLst/>
          </a:prstGeom>
        </p:spPr>
      </p:pic>
      <p:pic>
        <p:nvPicPr>
          <p:cNvPr id="3" name="Picture 2" descr="Screen Shot 2013-12-19 at 5.19.33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922958" y="2012477"/>
            <a:ext cx="3338518" cy="2721313"/>
          </a:xfrm>
          <a:prstGeom prst="rect">
            <a:avLst/>
          </a:prstGeom>
        </p:spPr>
      </p:pic>
      <p:pic>
        <p:nvPicPr>
          <p:cNvPr id="4" name="Picture 3" descr="Screen Shot 2013-12-20 at 3.28.15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90692" y="4273851"/>
            <a:ext cx="3264532" cy="2003457"/>
          </a:xfrm>
          <a:prstGeom prst="rect">
            <a:avLst/>
          </a:prstGeom>
        </p:spPr>
      </p:pic>
    </p:spTree>
    <p:extLst>
      <p:ext uri="{BB962C8B-B14F-4D97-AF65-F5344CB8AC3E}">
        <p14:creationId xmlns:p14="http://schemas.microsoft.com/office/powerpoint/2010/main" val="20602287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3" y="395111"/>
            <a:ext cx="7583487" cy="5642619"/>
          </a:xfrm>
        </p:spPr>
        <p:txBody>
          <a:bodyPr>
            <a:normAutofit/>
          </a:bodyPr>
          <a:lstStyle/>
          <a:p>
            <a:r>
              <a:rPr lang="en-US" sz="2800" dirty="0"/>
              <a:t>People can communicate membership of a group through appearance.</a:t>
            </a:r>
            <a:endParaRPr lang="en-AU" sz="2800" dirty="0"/>
          </a:p>
          <a:p>
            <a:endParaRPr lang="en-US" sz="3600" dirty="0"/>
          </a:p>
        </p:txBody>
      </p:sp>
      <p:pic>
        <p:nvPicPr>
          <p:cNvPr id="2" name="Picture 1" descr="Screen Shot 2013-12-19 at 5.57.13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900369" y="1415709"/>
            <a:ext cx="5109052" cy="2177382"/>
          </a:xfrm>
          <a:prstGeom prst="rect">
            <a:avLst/>
          </a:prstGeom>
        </p:spPr>
      </p:pic>
      <p:pic>
        <p:nvPicPr>
          <p:cNvPr id="4" name="Picture 3" descr="Screen Shot 2013-12-19 at 5.57.49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474178" y="3781224"/>
            <a:ext cx="4017768" cy="2635996"/>
          </a:xfrm>
          <a:prstGeom prst="rect">
            <a:avLst/>
          </a:prstGeom>
        </p:spPr>
      </p:pic>
    </p:spTree>
    <p:extLst>
      <p:ext uri="{BB962C8B-B14F-4D97-AF65-F5344CB8AC3E}">
        <p14:creationId xmlns:p14="http://schemas.microsoft.com/office/powerpoint/2010/main" val="21669536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73884" y="298851"/>
            <a:ext cx="8515311" cy="2335764"/>
          </a:xfrm>
        </p:spPr>
        <p:txBody>
          <a:bodyPr/>
          <a:lstStyle/>
          <a:p>
            <a:pPr algn="ctr"/>
            <a:r>
              <a:rPr lang="en-US" sz="7200" dirty="0"/>
              <a:t>COMPETING &amp; CONFLICTING IDEAS</a:t>
            </a:r>
          </a:p>
        </p:txBody>
      </p:sp>
    </p:spTree>
    <p:extLst>
      <p:ext uri="{BB962C8B-B14F-4D97-AF65-F5344CB8AC3E}">
        <p14:creationId xmlns:p14="http://schemas.microsoft.com/office/powerpoint/2010/main" val="28021197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73884" y="298851"/>
            <a:ext cx="8515311" cy="2335764"/>
          </a:xfrm>
        </p:spPr>
        <p:txBody>
          <a:bodyPr/>
          <a:lstStyle/>
          <a:p>
            <a:pPr algn="ctr"/>
            <a:r>
              <a:rPr lang="en-US" sz="7200" dirty="0"/>
              <a:t>COMPETING &amp; CONFLICTING IDEAS</a:t>
            </a:r>
          </a:p>
        </p:txBody>
      </p:sp>
      <p:sp>
        <p:nvSpPr>
          <p:cNvPr id="5" name="Subtitle 4"/>
          <p:cNvSpPr>
            <a:spLocks noGrp="1"/>
          </p:cNvSpPr>
          <p:nvPr>
            <p:ph type="subTitle" idx="1"/>
          </p:nvPr>
        </p:nvSpPr>
        <p:spPr>
          <a:xfrm>
            <a:off x="1045741" y="3586208"/>
            <a:ext cx="7068224" cy="2133274"/>
          </a:xfrm>
        </p:spPr>
        <p:txBody>
          <a:bodyPr>
            <a:normAutofit fontScale="85000" lnSpcReduction="20000"/>
          </a:bodyPr>
          <a:lstStyle/>
          <a:p>
            <a:pPr algn="ctr"/>
            <a:r>
              <a:rPr lang="en-US" sz="6000" dirty="0"/>
              <a:t>Most texts </a:t>
            </a:r>
            <a:r>
              <a:rPr lang="en-US" sz="6000" i="1" dirty="0"/>
              <a:t>privilege</a:t>
            </a:r>
            <a:r>
              <a:rPr lang="en-US" sz="6000" dirty="0"/>
              <a:t> certain ideas and </a:t>
            </a:r>
            <a:r>
              <a:rPr lang="en-US" sz="6000" i="1" dirty="0" err="1"/>
              <a:t>marginalise</a:t>
            </a:r>
            <a:r>
              <a:rPr lang="en-US" sz="6000" dirty="0"/>
              <a:t> others. </a:t>
            </a:r>
          </a:p>
        </p:txBody>
      </p:sp>
    </p:spTree>
    <p:extLst>
      <p:ext uri="{BB962C8B-B14F-4D97-AF65-F5344CB8AC3E}">
        <p14:creationId xmlns:p14="http://schemas.microsoft.com/office/powerpoint/2010/main" val="24890603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73884" y="298851"/>
            <a:ext cx="8515311" cy="2335764"/>
          </a:xfrm>
        </p:spPr>
        <p:txBody>
          <a:bodyPr/>
          <a:lstStyle/>
          <a:p>
            <a:pPr algn="ctr"/>
            <a:r>
              <a:rPr lang="en-US" sz="7200" dirty="0"/>
              <a:t>COMPETING &amp; CONFLICTING IDEAS</a:t>
            </a:r>
          </a:p>
        </p:txBody>
      </p:sp>
      <p:sp>
        <p:nvSpPr>
          <p:cNvPr id="5" name="Subtitle 4"/>
          <p:cNvSpPr>
            <a:spLocks noGrp="1"/>
          </p:cNvSpPr>
          <p:nvPr>
            <p:ph type="subTitle" idx="1"/>
          </p:nvPr>
        </p:nvSpPr>
        <p:spPr>
          <a:xfrm>
            <a:off x="273884" y="3411877"/>
            <a:ext cx="8515311" cy="3120991"/>
          </a:xfrm>
        </p:spPr>
        <p:txBody>
          <a:bodyPr>
            <a:normAutofit fontScale="77500" lnSpcReduction="20000"/>
          </a:bodyPr>
          <a:lstStyle/>
          <a:p>
            <a:pPr algn="ctr"/>
            <a:r>
              <a:rPr lang="en-US" sz="6000" dirty="0"/>
              <a:t>Ask about each text: </a:t>
            </a:r>
          </a:p>
          <a:p>
            <a:pPr algn="ctr"/>
            <a:r>
              <a:rPr lang="en-US" sz="6000" dirty="0"/>
              <a:t>how much does this representation </a:t>
            </a:r>
            <a:r>
              <a:rPr lang="en-US" sz="6000" i="1" dirty="0"/>
              <a:t>support</a:t>
            </a:r>
            <a:r>
              <a:rPr lang="en-US" sz="6000" dirty="0"/>
              <a:t> or </a:t>
            </a:r>
            <a:r>
              <a:rPr lang="en-US" sz="6000" i="1" dirty="0"/>
              <a:t>challenge</a:t>
            </a:r>
            <a:r>
              <a:rPr lang="en-US" sz="6000" dirty="0"/>
              <a:t> dominant ways of thinking?</a:t>
            </a:r>
            <a:endParaRPr lang="en-AU" sz="6000" dirty="0"/>
          </a:p>
          <a:p>
            <a:pPr algn="ctr"/>
            <a:endParaRPr lang="en-US" sz="6000" dirty="0"/>
          </a:p>
        </p:txBody>
      </p:sp>
    </p:spTree>
    <p:extLst>
      <p:ext uri="{BB962C8B-B14F-4D97-AF65-F5344CB8AC3E}">
        <p14:creationId xmlns:p14="http://schemas.microsoft.com/office/powerpoint/2010/main" val="14462375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Representations of the Elderly</a:t>
            </a:r>
          </a:p>
        </p:txBody>
      </p:sp>
      <p:sp>
        <p:nvSpPr>
          <p:cNvPr id="6" name="Content Placeholder 5"/>
          <p:cNvSpPr>
            <a:spLocks noGrp="1"/>
          </p:cNvSpPr>
          <p:nvPr>
            <p:ph idx="1"/>
          </p:nvPr>
        </p:nvSpPr>
        <p:spPr>
          <a:xfrm>
            <a:off x="90712" y="5053602"/>
            <a:ext cx="9053288" cy="1671579"/>
          </a:xfrm>
        </p:spPr>
        <p:txBody>
          <a:bodyPr>
            <a:normAutofit fontScale="62500" lnSpcReduction="20000"/>
          </a:bodyPr>
          <a:lstStyle/>
          <a:p>
            <a:r>
              <a:rPr lang="en-AU" sz="1400" dirty="0"/>
              <a:t>1  an elderly man wearing glasses and an academic gown, holding several large books.</a:t>
            </a:r>
          </a:p>
          <a:p>
            <a:r>
              <a:rPr lang="en-AU" sz="1400" dirty="0"/>
              <a:t>2  a conservatively dressed elderly man standing with arms crossed and an angry expression on his face.</a:t>
            </a:r>
          </a:p>
          <a:p>
            <a:r>
              <a:rPr lang="en-AU" sz="1400" dirty="0"/>
              <a:t>3  a flamboyantly dressed elderly woman, staring into the camera, a strange, puzzled expression on her face.</a:t>
            </a:r>
          </a:p>
          <a:p>
            <a:r>
              <a:rPr lang="en-AU" sz="1400" dirty="0"/>
              <a:t>4  an elderly woman, thin and dressed in pyjamas, sitting up in a hospital bed and being fed by a nurse.</a:t>
            </a:r>
          </a:p>
          <a:p>
            <a:r>
              <a:rPr lang="en-AU" sz="1400" dirty="0"/>
              <a:t>5  an elderly woman, sitting in a rocking chair, reading to a small child whom she cuddles on her lap.</a:t>
            </a:r>
          </a:p>
          <a:p>
            <a:endParaRPr lang="en-US" sz="1000" dirty="0"/>
          </a:p>
        </p:txBody>
      </p:sp>
      <p:pic>
        <p:nvPicPr>
          <p:cNvPr id="5" name="Picture 4" descr="ive images of different representations of the elderly"/>
          <p:cNvPicPr/>
          <p:nvPr/>
        </p:nvPicPr>
        <p:blipFill>
          <a:blip r:embed="rId2">
            <a:extLst>
              <a:ext uri="{28A0092B-C50C-407E-A947-70E740481C1C}">
                <a14:useLocalDpi xmlns:a14="http://schemas.microsoft.com/office/drawing/2010/main" val="0"/>
              </a:ext>
            </a:extLst>
          </a:blip>
          <a:srcRect/>
          <a:stretch>
            <a:fillRect/>
          </a:stretch>
        </p:blipFill>
        <p:spPr bwMode="auto">
          <a:xfrm>
            <a:off x="90712" y="1943694"/>
            <a:ext cx="9053288" cy="2708213"/>
          </a:xfrm>
          <a:prstGeom prst="rect">
            <a:avLst/>
          </a:prstGeom>
          <a:noFill/>
          <a:ln>
            <a:noFill/>
          </a:ln>
        </p:spPr>
      </p:pic>
    </p:spTree>
    <p:extLst>
      <p:ext uri="{BB962C8B-B14F-4D97-AF65-F5344CB8AC3E}">
        <p14:creationId xmlns:p14="http://schemas.microsoft.com/office/powerpoint/2010/main" val="41824161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4510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AD91B5-86FA-4FB9-90F8-76C000100068}"/>
              </a:ext>
            </a:extLst>
          </p:cNvPr>
          <p:cNvSpPr>
            <a:spLocks noGrp="1"/>
          </p:cNvSpPr>
          <p:nvPr>
            <p:ph type="title"/>
          </p:nvPr>
        </p:nvSpPr>
        <p:spPr/>
        <p:txBody>
          <a:bodyPr/>
          <a:lstStyle/>
          <a:p>
            <a:r>
              <a:rPr lang="en-US" dirty="0"/>
              <a:t>Codes and Conventions</a:t>
            </a:r>
            <a:endParaRPr lang="en-AU" dirty="0"/>
          </a:p>
        </p:txBody>
      </p:sp>
      <p:sp>
        <p:nvSpPr>
          <p:cNvPr id="3" name="Content Placeholder 2">
            <a:extLst>
              <a:ext uri="{FF2B5EF4-FFF2-40B4-BE49-F238E27FC236}">
                <a16:creationId xmlns="" xmlns:a16="http://schemas.microsoft.com/office/drawing/2014/main" id="{8008BCC2-744F-446F-93A2-003322AE7357}"/>
              </a:ext>
            </a:extLst>
          </p:cNvPr>
          <p:cNvSpPr>
            <a:spLocks noGrp="1"/>
          </p:cNvSpPr>
          <p:nvPr>
            <p:ph idx="1"/>
          </p:nvPr>
        </p:nvSpPr>
        <p:spPr/>
        <p:txBody>
          <a:bodyPr>
            <a:normAutofit lnSpcReduction="10000"/>
          </a:bodyPr>
          <a:lstStyle/>
          <a:p>
            <a:r>
              <a:rPr lang="en-US" dirty="0"/>
              <a:t>Lesson 5</a:t>
            </a:r>
          </a:p>
          <a:p>
            <a:r>
              <a:rPr lang="en-US" dirty="0"/>
              <a:t>Learning Intentions</a:t>
            </a:r>
          </a:p>
          <a:p>
            <a:pPr lvl="1"/>
            <a:r>
              <a:rPr lang="en-AU" dirty="0"/>
              <a:t>To revise codes and conventions of image analysis</a:t>
            </a:r>
          </a:p>
          <a:p>
            <a:pPr lvl="1"/>
            <a:r>
              <a:rPr lang="en-AU" dirty="0"/>
              <a:t>To study a model analysis</a:t>
            </a:r>
          </a:p>
          <a:p>
            <a:pPr lvl="1"/>
            <a:r>
              <a:rPr lang="en-AU" dirty="0"/>
              <a:t>To find an image for analysis</a:t>
            </a:r>
            <a:endParaRPr lang="en-US" dirty="0"/>
          </a:p>
          <a:p>
            <a:r>
              <a:rPr lang="en-US" dirty="0"/>
              <a:t>Success Criteria</a:t>
            </a:r>
          </a:p>
          <a:p>
            <a:pPr lvl="1"/>
            <a:r>
              <a:rPr lang="en-US" dirty="0"/>
              <a:t>Re-examined codes and conventions</a:t>
            </a:r>
          </a:p>
          <a:p>
            <a:pPr lvl="1"/>
            <a:r>
              <a:rPr lang="en-US" dirty="0"/>
              <a:t>Looked at a model analysis</a:t>
            </a:r>
          </a:p>
          <a:p>
            <a:pPr lvl="1"/>
            <a:r>
              <a:rPr lang="en-US" dirty="0"/>
              <a:t>Found an image for analysis</a:t>
            </a:r>
            <a:endParaRPr lang="en-AU" dirty="0"/>
          </a:p>
        </p:txBody>
      </p:sp>
    </p:spTree>
    <p:extLst>
      <p:ext uri="{BB962C8B-B14F-4D97-AF65-F5344CB8AC3E}">
        <p14:creationId xmlns:p14="http://schemas.microsoft.com/office/powerpoint/2010/main" val="351532051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Actions</a:t>
            </a:r>
            <a:endParaRPr lang="en-AU" dirty="0"/>
          </a:p>
        </p:txBody>
      </p:sp>
      <p:sp>
        <p:nvSpPr>
          <p:cNvPr id="3" name="Content Placeholder 2"/>
          <p:cNvSpPr>
            <a:spLocks noGrp="1"/>
          </p:cNvSpPr>
          <p:nvPr>
            <p:ph idx="1"/>
          </p:nvPr>
        </p:nvSpPr>
        <p:spPr/>
        <p:txBody>
          <a:bodyPr>
            <a:normAutofit lnSpcReduction="10000"/>
          </a:bodyPr>
          <a:lstStyle/>
          <a:p>
            <a:r>
              <a:rPr lang="en-US" dirty="0" smtClean="0"/>
              <a:t>Feature Article</a:t>
            </a:r>
          </a:p>
          <a:p>
            <a:pPr lvl="1"/>
            <a:r>
              <a:rPr lang="en-US" dirty="0" smtClean="0"/>
              <a:t>Read comments</a:t>
            </a:r>
          </a:p>
          <a:p>
            <a:pPr lvl="1"/>
            <a:r>
              <a:rPr lang="en-US" dirty="0" smtClean="0"/>
              <a:t>Respond to five questions in page 2</a:t>
            </a:r>
          </a:p>
          <a:p>
            <a:r>
              <a:rPr lang="en-US" dirty="0" smtClean="0"/>
              <a:t>Study period work</a:t>
            </a:r>
          </a:p>
          <a:p>
            <a:pPr lvl="1"/>
            <a:r>
              <a:rPr lang="en-US" dirty="0" smtClean="0"/>
              <a:t>Submit “Representation in Texts”</a:t>
            </a:r>
          </a:p>
          <a:p>
            <a:r>
              <a:rPr lang="en-US" dirty="0" smtClean="0"/>
              <a:t>Visual Images</a:t>
            </a:r>
          </a:p>
          <a:p>
            <a:pPr lvl="1"/>
            <a:r>
              <a:rPr lang="en-US" dirty="0" smtClean="0"/>
              <a:t>Revise Codes and Conventions</a:t>
            </a:r>
          </a:p>
          <a:p>
            <a:pPr lvl="1"/>
            <a:r>
              <a:rPr lang="en-US" dirty="0" smtClean="0"/>
              <a:t>2x teacher led</a:t>
            </a:r>
          </a:p>
          <a:p>
            <a:pPr lvl="1"/>
            <a:r>
              <a:rPr lang="en-US" smtClean="0"/>
              <a:t>1x group</a:t>
            </a:r>
            <a:endParaRPr lang="en-US" dirty="0" smtClean="0"/>
          </a:p>
          <a:p>
            <a:endParaRPr lang="en-AU" dirty="0"/>
          </a:p>
        </p:txBody>
      </p:sp>
    </p:spTree>
    <p:extLst>
      <p:ext uri="{BB962C8B-B14F-4D97-AF65-F5344CB8AC3E}">
        <p14:creationId xmlns:p14="http://schemas.microsoft.com/office/powerpoint/2010/main" val="25633843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1688796" y="706568"/>
            <a:ext cx="5776717" cy="646331"/>
          </a:xfrm>
          <a:prstGeom prst="rect">
            <a:avLst/>
          </a:prstGeom>
        </p:spPr>
        <p:txBody>
          <a:bodyPr wrap="none">
            <a:spAutoFit/>
          </a:bodyPr>
          <a:lstStyle/>
          <a:p>
            <a:pPr algn="ctr"/>
            <a:r>
              <a:rPr lang="en-US" sz="3600" dirty="0">
                <a:solidFill>
                  <a:srgbClr val="FF0000"/>
                </a:solidFill>
              </a:rPr>
              <a:t>CODES &amp; CONVENTIONS</a:t>
            </a:r>
          </a:p>
        </p:txBody>
      </p:sp>
      <p:pic>
        <p:nvPicPr>
          <p:cNvPr id="20" name="Picture 19" descr="mage of a powerful person emphasising his strength and success"/>
          <p:cNvPicPr/>
          <p:nvPr/>
        </p:nvPicPr>
        <p:blipFill>
          <a:blip r:embed="rId2">
            <a:extLst>
              <a:ext uri="{28A0092B-C50C-407E-A947-70E740481C1C}">
                <a14:useLocalDpi xmlns:a14="http://schemas.microsoft.com/office/drawing/2010/main" val="0"/>
              </a:ext>
            </a:extLst>
          </a:blip>
          <a:srcRect/>
          <a:stretch>
            <a:fillRect/>
          </a:stretch>
        </p:blipFill>
        <p:spPr bwMode="auto">
          <a:xfrm>
            <a:off x="5001713" y="3224530"/>
            <a:ext cx="2463800" cy="3284855"/>
          </a:xfrm>
          <a:prstGeom prst="rect">
            <a:avLst/>
          </a:prstGeom>
          <a:noFill/>
          <a:ln>
            <a:noFill/>
          </a:ln>
        </p:spPr>
      </p:pic>
      <p:pic>
        <p:nvPicPr>
          <p:cNvPr id="21" name="Picture 20" descr="hot of a marginalised person emphasising his powerlessness and weakness"/>
          <p:cNvPicPr/>
          <p:nvPr/>
        </p:nvPicPr>
        <p:blipFill>
          <a:blip r:embed="rId3">
            <a:extLst>
              <a:ext uri="{28A0092B-C50C-407E-A947-70E740481C1C}">
                <a14:useLocalDpi xmlns:a14="http://schemas.microsoft.com/office/drawing/2010/main" val="0"/>
              </a:ext>
            </a:extLst>
          </a:blip>
          <a:srcRect/>
          <a:stretch>
            <a:fillRect/>
          </a:stretch>
        </p:blipFill>
        <p:spPr bwMode="auto">
          <a:xfrm>
            <a:off x="1688796" y="3244215"/>
            <a:ext cx="2171700" cy="3265170"/>
          </a:xfrm>
          <a:prstGeom prst="rect">
            <a:avLst/>
          </a:prstGeom>
          <a:noFill/>
          <a:ln>
            <a:noFill/>
          </a:ln>
        </p:spPr>
      </p:pic>
      <p:sp>
        <p:nvSpPr>
          <p:cNvPr id="13" name="Rectangle 12"/>
          <p:cNvSpPr/>
          <p:nvPr/>
        </p:nvSpPr>
        <p:spPr>
          <a:xfrm>
            <a:off x="711200" y="1766887"/>
            <a:ext cx="7581900" cy="1200329"/>
          </a:xfrm>
          <a:prstGeom prst="rect">
            <a:avLst/>
          </a:prstGeom>
        </p:spPr>
        <p:txBody>
          <a:bodyPr wrap="square">
            <a:spAutoFit/>
          </a:bodyPr>
          <a:lstStyle/>
          <a:p>
            <a:r>
              <a:rPr lang="en-AU" dirty="0"/>
              <a:t>Examine the images below.</a:t>
            </a:r>
          </a:p>
          <a:p>
            <a:endParaRPr lang="en-AU" dirty="0"/>
          </a:p>
          <a:p>
            <a:r>
              <a:rPr lang="en-AU" dirty="0"/>
              <a:t>How do these images make you feel about the characters portrayed? </a:t>
            </a:r>
          </a:p>
          <a:p>
            <a:r>
              <a:rPr lang="en-AU" dirty="0"/>
              <a:t>Why do you think they make you feel this way?</a:t>
            </a:r>
          </a:p>
        </p:txBody>
      </p:sp>
    </p:spTree>
    <p:extLst>
      <p:ext uri="{BB962C8B-B14F-4D97-AF65-F5344CB8AC3E}">
        <p14:creationId xmlns:p14="http://schemas.microsoft.com/office/powerpoint/2010/main" val="64716576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ot of a marginalised person emphasising his powerlessness and weakness"/>
          <p:cNvPicPr/>
          <p:nvPr/>
        </p:nvPicPr>
        <p:blipFill>
          <a:blip r:embed="rId2">
            <a:extLst>
              <a:ext uri="{28A0092B-C50C-407E-A947-70E740481C1C}">
                <a14:useLocalDpi xmlns:a14="http://schemas.microsoft.com/office/drawing/2010/main" val="0"/>
              </a:ext>
            </a:extLst>
          </a:blip>
          <a:srcRect/>
          <a:stretch>
            <a:fillRect/>
          </a:stretch>
        </p:blipFill>
        <p:spPr bwMode="auto">
          <a:xfrm>
            <a:off x="3019383" y="1352854"/>
            <a:ext cx="2898766" cy="3571171"/>
          </a:xfrm>
          <a:prstGeom prst="rect">
            <a:avLst/>
          </a:prstGeom>
          <a:noFill/>
          <a:ln>
            <a:noFill/>
          </a:ln>
        </p:spPr>
      </p:pic>
      <p:grpSp>
        <p:nvGrpSpPr>
          <p:cNvPr id="3" name="Group 2"/>
          <p:cNvGrpSpPr>
            <a:grpSpLocks/>
          </p:cNvGrpSpPr>
          <p:nvPr/>
        </p:nvGrpSpPr>
        <p:grpSpPr bwMode="auto">
          <a:xfrm>
            <a:off x="241119" y="860492"/>
            <a:ext cx="8304530" cy="5884545"/>
            <a:chOff x="-2521" y="5647"/>
            <a:chExt cx="13078" cy="9267"/>
          </a:xfrm>
        </p:grpSpPr>
        <p:sp>
          <p:nvSpPr>
            <p:cNvPr id="4" name="Text Box 18"/>
            <p:cNvSpPr txBox="1">
              <a:spLocks noChangeArrowheads="1"/>
            </p:cNvSpPr>
            <p:nvPr/>
          </p:nvSpPr>
          <p:spPr bwMode="auto">
            <a:xfrm>
              <a:off x="3114" y="5647"/>
              <a:ext cx="4309" cy="6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none" lIns="91440" tIns="45720" rIns="91440" bIns="45720" anchor="t" anchorCtr="0" upright="1">
              <a:spAutoFit/>
            </a:bodyPr>
            <a:lstStyle/>
            <a:p>
              <a:pPr>
                <a:spcAft>
                  <a:spcPts val="0"/>
                </a:spcAft>
              </a:pPr>
              <a:endParaRPr lang="en-US" sz="1200">
                <a:effectLst/>
                <a:latin typeface="Cambria"/>
                <a:ea typeface="ＭＳ 明朝"/>
                <a:cs typeface="Times New Roman"/>
              </a:endParaRPr>
            </a:p>
          </p:txBody>
        </p:sp>
        <p:sp>
          <p:nvSpPr>
            <p:cNvPr id="5" name="Text Box 19"/>
            <p:cNvSpPr txBox="1">
              <a:spLocks noChangeArrowheads="1"/>
            </p:cNvSpPr>
            <p:nvPr/>
          </p:nvSpPr>
          <p:spPr bwMode="auto">
            <a:xfrm>
              <a:off x="-2387" y="11383"/>
              <a:ext cx="3960" cy="15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Body language</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Shoulders down, hunched up, sitting on the ground below everyone else, leaning against a hard wall, passive, staring</a:t>
              </a:r>
            </a:p>
            <a:p>
              <a:pPr>
                <a:spcAft>
                  <a:spcPts val="0"/>
                </a:spcAft>
              </a:pPr>
              <a:r>
                <a:rPr lang="en-AU" sz="1100" dirty="0">
                  <a:effectLst/>
                  <a:latin typeface="Arial"/>
                  <a:ea typeface="ＭＳ 明朝"/>
                  <a:cs typeface="Times New Roman"/>
                </a:rPr>
                <a:t>But clean and chin up.</a:t>
              </a:r>
              <a:endParaRPr lang="en-AU" sz="1200" dirty="0">
                <a:effectLst/>
                <a:latin typeface="Cambria"/>
                <a:ea typeface="ＭＳ 明朝"/>
                <a:cs typeface="Times New Roman"/>
              </a:endParaRPr>
            </a:p>
          </p:txBody>
        </p:sp>
        <p:cxnSp>
          <p:nvCxnSpPr>
            <p:cNvPr id="6" name="Line 20"/>
            <p:cNvCxnSpPr/>
            <p:nvPr/>
          </p:nvCxnSpPr>
          <p:spPr bwMode="auto">
            <a:xfrm flipV="1">
              <a:off x="800" y="8223"/>
              <a:ext cx="4392" cy="1798"/>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7" name="Line 21"/>
            <p:cNvCxnSpPr/>
            <p:nvPr/>
          </p:nvCxnSpPr>
          <p:spPr bwMode="auto">
            <a:xfrm flipH="1" flipV="1">
              <a:off x="4116" y="8724"/>
              <a:ext cx="2958" cy="3527"/>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sp>
          <p:nvSpPr>
            <p:cNvPr id="8" name="Text Box 22"/>
            <p:cNvSpPr txBox="1">
              <a:spLocks noChangeArrowheads="1"/>
            </p:cNvSpPr>
            <p:nvPr/>
          </p:nvSpPr>
          <p:spPr bwMode="auto">
            <a:xfrm>
              <a:off x="-2106" y="6053"/>
              <a:ext cx="2906" cy="267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latin typeface="Arial"/>
                  <a:ea typeface="ＭＳ 明朝"/>
                  <a:cs typeface="Times New Roman"/>
                </a:rPr>
                <a:t>Composition</a:t>
              </a:r>
              <a:endParaRPr lang="en-AU" sz="1200" dirty="0">
                <a:effectLst/>
                <a:latin typeface="Cambria"/>
                <a:ea typeface="ＭＳ 明朝"/>
                <a:cs typeface="Times New Roman"/>
              </a:endParaRPr>
            </a:p>
            <a:p>
              <a:pPr>
                <a:spcAft>
                  <a:spcPts val="0"/>
                </a:spcAft>
              </a:pPr>
              <a:r>
                <a:rPr lang="en-AU" sz="1200" dirty="0">
                  <a:latin typeface="Cambria"/>
                  <a:ea typeface="ＭＳ 明朝"/>
                  <a:cs typeface="Times New Roman"/>
                </a:rPr>
                <a:t>A hand is included putting something down.  Shows he is begging, his place in society</a:t>
              </a:r>
              <a:endParaRPr lang="en-AU" sz="1200" dirty="0">
                <a:effectLst/>
                <a:latin typeface="Cambria"/>
                <a:ea typeface="ＭＳ 明朝"/>
                <a:cs typeface="Times New Roman"/>
              </a:endParaRPr>
            </a:p>
          </p:txBody>
        </p:sp>
        <p:sp>
          <p:nvSpPr>
            <p:cNvPr id="9" name="Text Box 23"/>
            <p:cNvSpPr txBox="1">
              <a:spLocks noChangeArrowheads="1"/>
            </p:cNvSpPr>
            <p:nvPr/>
          </p:nvSpPr>
          <p:spPr bwMode="auto">
            <a:xfrm>
              <a:off x="-2521" y="8682"/>
              <a:ext cx="3412" cy="2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Clothing</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P</a:t>
              </a:r>
              <a:r>
                <a:rPr lang="en-US" sz="1100" dirty="0" err="1">
                  <a:latin typeface="Arial"/>
                  <a:ea typeface="ＭＳ 明朝"/>
                  <a:cs typeface="Times New Roman"/>
                </a:rPr>
                <a:t>uffy</a:t>
              </a:r>
              <a:r>
                <a:rPr lang="en-US" sz="1100" dirty="0">
                  <a:latin typeface="Arial"/>
                  <a:ea typeface="ＭＳ 明朝"/>
                  <a:cs typeface="Times New Roman"/>
                </a:rPr>
                <a:t> parka, gloves and blanket, hood, looks rugged up against the cold. Utilitarian, doesn’t look disgusting but obviously doing it hard.</a:t>
              </a:r>
            </a:p>
            <a:p>
              <a:pPr>
                <a:spcAft>
                  <a:spcPts val="0"/>
                </a:spcAft>
              </a:pPr>
              <a:endParaRPr lang="en-AU" sz="1200" dirty="0">
                <a:effectLst/>
                <a:latin typeface="Cambria"/>
                <a:ea typeface="ＭＳ 明朝"/>
                <a:cs typeface="Times New Roman"/>
              </a:endParaRPr>
            </a:p>
          </p:txBody>
        </p:sp>
        <p:sp>
          <p:nvSpPr>
            <p:cNvPr id="10" name="Text Box 24"/>
            <p:cNvSpPr txBox="1">
              <a:spLocks noChangeArrowheads="1"/>
            </p:cNvSpPr>
            <p:nvPr/>
          </p:nvSpPr>
          <p:spPr bwMode="auto">
            <a:xfrm>
              <a:off x="6957" y="12351"/>
              <a:ext cx="3060" cy="10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Positioning</a:t>
              </a:r>
              <a:r>
                <a:rPr lang="en-US" sz="1200" dirty="0">
                  <a:solidFill>
                    <a:srgbClr val="008000"/>
                  </a:solidFill>
                  <a:effectLst/>
                  <a:latin typeface="Arial"/>
                  <a:ea typeface="ＭＳ 明朝"/>
                  <a:cs typeface="Times New Roman"/>
                </a:rPr>
                <a:t> </a:t>
              </a:r>
              <a:endParaRPr lang="en-US" sz="1100" dirty="0">
                <a:latin typeface="Arial"/>
                <a:ea typeface="ＭＳ 明朝"/>
                <a:cs typeface="Times New Roman"/>
              </a:endParaRPr>
            </a:p>
            <a:p>
              <a:pPr>
                <a:spcAft>
                  <a:spcPts val="0"/>
                </a:spcAft>
              </a:pPr>
              <a:r>
                <a:rPr lang="en-AU" sz="1200" dirty="0">
                  <a:latin typeface="Cambria"/>
                  <a:ea typeface="ＭＳ 明朝"/>
                  <a:cs typeface="Times New Roman"/>
                </a:rPr>
                <a:t>The man is positioned at a distance with an expanse of hard concrete in front of him in a harsh city setting. </a:t>
              </a:r>
              <a:endParaRPr lang="en-AU" sz="1200" dirty="0">
                <a:effectLst/>
                <a:latin typeface="Cambria"/>
                <a:ea typeface="ＭＳ 明朝"/>
                <a:cs typeface="Times New Roman"/>
              </a:endParaRPr>
            </a:p>
          </p:txBody>
        </p:sp>
        <p:sp>
          <p:nvSpPr>
            <p:cNvPr id="11" name="Text Box 25"/>
            <p:cNvSpPr txBox="1">
              <a:spLocks noChangeArrowheads="1"/>
            </p:cNvSpPr>
            <p:nvPr/>
          </p:nvSpPr>
          <p:spPr bwMode="auto">
            <a:xfrm>
              <a:off x="1674" y="13428"/>
              <a:ext cx="2880" cy="14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err="1">
                  <a:solidFill>
                    <a:srgbClr val="FF0000"/>
                  </a:solidFill>
                  <a:effectLst/>
                  <a:latin typeface="Arial"/>
                  <a:ea typeface="ＭＳ 明朝"/>
                  <a:cs typeface="Times New Roman"/>
                </a:rPr>
                <a:t>Colour</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G</a:t>
              </a:r>
              <a:r>
                <a:rPr lang="en-US" sz="1100" dirty="0" err="1">
                  <a:latin typeface="Arial"/>
                  <a:ea typeface="ＭＳ 明朝"/>
                  <a:cs typeface="Times New Roman"/>
                </a:rPr>
                <a:t>reys</a:t>
              </a:r>
              <a:r>
                <a:rPr lang="en-US" sz="1100" dirty="0">
                  <a:latin typeface="Arial"/>
                  <a:ea typeface="ＭＳ 明朝"/>
                  <a:cs typeface="Times New Roman"/>
                </a:rPr>
                <a:t>, dark </a:t>
              </a:r>
              <a:r>
                <a:rPr lang="en-US" sz="1100" dirty="0" err="1">
                  <a:latin typeface="Arial"/>
                  <a:ea typeface="ＭＳ 明朝"/>
                  <a:cs typeface="Times New Roman"/>
                </a:rPr>
                <a:t>colours</a:t>
              </a:r>
              <a:r>
                <a:rPr lang="en-US" sz="1100" dirty="0">
                  <a:latin typeface="Arial"/>
                  <a:ea typeface="ＭＳ 明朝"/>
                  <a:cs typeface="Times New Roman"/>
                </a:rPr>
                <a:t>, flesh </a:t>
              </a:r>
              <a:r>
                <a:rPr lang="en-US" sz="1100" dirty="0" err="1">
                  <a:latin typeface="Arial"/>
                  <a:ea typeface="ＭＳ 明朝"/>
                  <a:cs typeface="Times New Roman"/>
                </a:rPr>
                <a:t>colours</a:t>
              </a:r>
              <a:r>
                <a:rPr lang="en-US" sz="1100" dirty="0">
                  <a:latin typeface="Arial"/>
                  <a:ea typeface="ＭＳ 明朝"/>
                  <a:cs typeface="Times New Roman"/>
                </a:rPr>
                <a:t>. Small contrasts in the </a:t>
              </a:r>
              <a:r>
                <a:rPr lang="en-US" sz="1100" dirty="0" err="1">
                  <a:latin typeface="Arial"/>
                  <a:ea typeface="ＭＳ 明朝"/>
                  <a:cs typeface="Times New Roman"/>
                </a:rPr>
                <a:t>backgorund</a:t>
              </a:r>
              <a:r>
                <a:rPr lang="en-US" sz="1100" dirty="0">
                  <a:latin typeface="Arial"/>
                  <a:ea typeface="ＭＳ 明朝"/>
                  <a:cs typeface="Times New Roman"/>
                </a:rPr>
                <a:t>.</a:t>
              </a:r>
              <a:r>
                <a:rPr lang="en-US" sz="1100" dirty="0">
                  <a:effectLst/>
                  <a:latin typeface="Arial"/>
                  <a:ea typeface="ＭＳ 明朝"/>
                  <a:cs typeface="Times New Roman"/>
                </a:rPr>
                <a:t> </a:t>
              </a:r>
              <a:endParaRPr lang="en-AU" sz="1200" dirty="0">
                <a:effectLst/>
                <a:latin typeface="Cambria"/>
                <a:ea typeface="ＭＳ 明朝"/>
                <a:cs typeface="Times New Roman"/>
              </a:endParaRPr>
            </a:p>
            <a:p>
              <a:pPr>
                <a:spcAft>
                  <a:spcPts val="0"/>
                </a:spcAft>
              </a:pPr>
              <a:r>
                <a:rPr lang="en-US" sz="1100" dirty="0">
                  <a:effectLst/>
                  <a:latin typeface="Cambria"/>
                  <a:ea typeface="ＭＳ 明朝"/>
                  <a:cs typeface="Times New Roman"/>
                </a:rPr>
                <a:t> </a:t>
              </a:r>
              <a:endParaRPr lang="en-AU" sz="1200" dirty="0">
                <a:effectLst/>
                <a:latin typeface="Cambria"/>
                <a:ea typeface="ＭＳ 明朝"/>
                <a:cs typeface="Times New Roman"/>
              </a:endParaRPr>
            </a:p>
          </p:txBody>
        </p:sp>
        <p:cxnSp>
          <p:nvCxnSpPr>
            <p:cNvPr id="12" name="Line 26"/>
            <p:cNvCxnSpPr>
              <a:stCxn id="13" idx="1"/>
            </p:cNvCxnSpPr>
            <p:nvPr/>
          </p:nvCxnSpPr>
          <p:spPr bwMode="auto">
            <a:xfrm flipH="1">
              <a:off x="5349" y="6886"/>
              <a:ext cx="2074" cy="439"/>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sp>
          <p:nvSpPr>
            <p:cNvPr id="13" name="Text Box 27"/>
            <p:cNvSpPr txBox="1">
              <a:spLocks noChangeArrowheads="1"/>
            </p:cNvSpPr>
            <p:nvPr/>
          </p:nvSpPr>
          <p:spPr bwMode="auto">
            <a:xfrm>
              <a:off x="7423" y="6053"/>
              <a:ext cx="2700" cy="16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100" b="1" dirty="0">
                  <a:solidFill>
                    <a:srgbClr val="FF0000"/>
                  </a:solidFill>
                  <a:latin typeface="Arial"/>
                  <a:ea typeface="ＭＳ 明朝"/>
                  <a:cs typeface="Times New Roman"/>
                </a:rPr>
                <a:t>Facial Expression</a:t>
              </a:r>
              <a:r>
                <a:rPr lang="en-US" sz="1100" dirty="0">
                  <a:solidFill>
                    <a:srgbClr val="008000"/>
                  </a:solidFill>
                  <a:effectLst/>
                  <a:latin typeface="Arial"/>
                  <a:ea typeface="ＭＳ 明朝"/>
                  <a:cs typeface="Times New Roman"/>
                </a:rPr>
                <a:t> </a:t>
              </a:r>
            </a:p>
            <a:p>
              <a:pPr>
                <a:spcAft>
                  <a:spcPts val="0"/>
                </a:spcAft>
              </a:pPr>
              <a:r>
                <a:rPr lang="en-US" sz="1100" dirty="0">
                  <a:effectLst/>
                  <a:latin typeface="Arial"/>
                  <a:ea typeface="ＭＳ 明朝"/>
                  <a:cs typeface="Times New Roman"/>
                </a:rPr>
                <a:t>He is </a:t>
              </a:r>
              <a:r>
                <a:rPr lang="en-US" sz="1100" dirty="0">
                  <a:latin typeface="Arial"/>
                  <a:ea typeface="ＭＳ 明朝"/>
                  <a:cs typeface="Times New Roman"/>
                </a:rPr>
                <a:t>gazi</a:t>
              </a:r>
              <a:r>
                <a:rPr lang="en-US" sz="1100" dirty="0">
                  <a:effectLst/>
                  <a:latin typeface="Arial"/>
                  <a:ea typeface="ＭＳ 明朝"/>
                  <a:cs typeface="Times New Roman"/>
                </a:rPr>
                <a:t>ng into the distance and downward, with a blank expression.</a:t>
              </a:r>
              <a:endParaRPr lang="en-AU" sz="1200" dirty="0">
                <a:effectLst/>
                <a:latin typeface="Cambria"/>
                <a:ea typeface="ＭＳ 明朝"/>
                <a:cs typeface="Times New Roman"/>
              </a:endParaRPr>
            </a:p>
          </p:txBody>
        </p:sp>
        <p:sp>
          <p:nvSpPr>
            <p:cNvPr id="14" name="Text Box 28"/>
            <p:cNvSpPr txBox="1">
              <a:spLocks noChangeArrowheads="1"/>
            </p:cNvSpPr>
            <p:nvPr/>
          </p:nvSpPr>
          <p:spPr bwMode="auto">
            <a:xfrm>
              <a:off x="6957" y="7838"/>
              <a:ext cx="3600" cy="14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Camera Angles</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The almost eye level shot brings us to the man’s ‘level’.  The long shot makes him look alone.</a:t>
              </a:r>
              <a:endParaRPr lang="en-AU" sz="1200" dirty="0">
                <a:effectLst/>
                <a:latin typeface="Cambria"/>
                <a:ea typeface="ＭＳ 明朝"/>
                <a:cs typeface="Times New Roman"/>
              </a:endParaRPr>
            </a:p>
          </p:txBody>
        </p:sp>
        <p:cxnSp>
          <p:nvCxnSpPr>
            <p:cNvPr id="15" name="Line 29"/>
            <p:cNvCxnSpPr/>
            <p:nvPr/>
          </p:nvCxnSpPr>
          <p:spPr bwMode="auto">
            <a:xfrm>
              <a:off x="414" y="6930"/>
              <a:ext cx="2359" cy="1651"/>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16" name="Line 30"/>
            <p:cNvCxnSpPr/>
            <p:nvPr/>
          </p:nvCxnSpPr>
          <p:spPr bwMode="auto">
            <a:xfrm flipH="1" flipV="1">
              <a:off x="5192" y="7325"/>
              <a:ext cx="1765" cy="898"/>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17" name="Line 31"/>
            <p:cNvCxnSpPr/>
            <p:nvPr/>
          </p:nvCxnSpPr>
          <p:spPr bwMode="auto">
            <a:xfrm flipH="1">
              <a:off x="3915" y="8724"/>
              <a:ext cx="3042" cy="3067"/>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18" name="Line 32"/>
            <p:cNvCxnSpPr/>
            <p:nvPr/>
          </p:nvCxnSpPr>
          <p:spPr bwMode="auto">
            <a:xfrm flipV="1">
              <a:off x="414" y="8223"/>
              <a:ext cx="4778" cy="3568"/>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grpSp>
      <p:sp>
        <p:nvSpPr>
          <p:cNvPr id="21" name="Rectangle 20"/>
          <p:cNvSpPr/>
          <p:nvPr/>
        </p:nvSpPr>
        <p:spPr>
          <a:xfrm>
            <a:off x="1378011" y="423567"/>
            <a:ext cx="5776717" cy="646331"/>
          </a:xfrm>
          <a:prstGeom prst="rect">
            <a:avLst/>
          </a:prstGeom>
        </p:spPr>
        <p:txBody>
          <a:bodyPr wrap="none">
            <a:spAutoFit/>
          </a:bodyPr>
          <a:lstStyle/>
          <a:p>
            <a:r>
              <a:rPr lang="en-US" sz="3600" dirty="0">
                <a:solidFill>
                  <a:srgbClr val="FF0000"/>
                </a:solidFill>
              </a:rPr>
              <a:t>CODES &amp; CONVENTIONS</a:t>
            </a:r>
          </a:p>
        </p:txBody>
      </p:sp>
    </p:spTree>
    <p:extLst>
      <p:ext uri="{BB962C8B-B14F-4D97-AF65-F5344CB8AC3E}">
        <p14:creationId xmlns:p14="http://schemas.microsoft.com/office/powerpoint/2010/main" val="148305175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ge of a powerful person emphasising his strength and success"/>
          <p:cNvPicPr/>
          <p:nvPr/>
        </p:nvPicPr>
        <p:blipFill>
          <a:blip r:embed="rId2">
            <a:extLst>
              <a:ext uri="{28A0092B-C50C-407E-A947-70E740481C1C}">
                <a14:useLocalDpi xmlns:a14="http://schemas.microsoft.com/office/drawing/2010/main" val="0"/>
              </a:ext>
            </a:extLst>
          </a:blip>
          <a:srcRect/>
          <a:stretch>
            <a:fillRect/>
          </a:stretch>
        </p:blipFill>
        <p:spPr bwMode="auto">
          <a:xfrm>
            <a:off x="3232899" y="1892300"/>
            <a:ext cx="2449412" cy="3266749"/>
          </a:xfrm>
          <a:prstGeom prst="rect">
            <a:avLst/>
          </a:prstGeom>
          <a:noFill/>
          <a:ln>
            <a:noFill/>
          </a:ln>
        </p:spPr>
      </p:pic>
      <p:grpSp>
        <p:nvGrpSpPr>
          <p:cNvPr id="3" name="Group 2"/>
          <p:cNvGrpSpPr>
            <a:grpSpLocks/>
          </p:cNvGrpSpPr>
          <p:nvPr/>
        </p:nvGrpSpPr>
        <p:grpSpPr bwMode="auto">
          <a:xfrm>
            <a:off x="704546" y="891234"/>
            <a:ext cx="8007350" cy="5439410"/>
            <a:chOff x="-416" y="5647"/>
            <a:chExt cx="12610" cy="8566"/>
          </a:xfrm>
        </p:grpSpPr>
        <p:sp>
          <p:nvSpPr>
            <p:cNvPr id="4" name="Text Box 18"/>
            <p:cNvSpPr txBox="1">
              <a:spLocks noChangeArrowheads="1"/>
            </p:cNvSpPr>
            <p:nvPr/>
          </p:nvSpPr>
          <p:spPr bwMode="auto">
            <a:xfrm>
              <a:off x="3114" y="5647"/>
              <a:ext cx="4309" cy="6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none" lIns="91440" tIns="45720" rIns="91440" bIns="45720" anchor="t" anchorCtr="0" upright="1">
              <a:spAutoFit/>
            </a:bodyPr>
            <a:lstStyle/>
            <a:p>
              <a:pPr>
                <a:spcAft>
                  <a:spcPts val="0"/>
                </a:spcAft>
              </a:pPr>
              <a:endParaRPr lang="en-US" sz="1200">
                <a:effectLst/>
                <a:latin typeface="Cambria"/>
                <a:ea typeface="ＭＳ 明朝"/>
                <a:cs typeface="Times New Roman"/>
              </a:endParaRPr>
            </a:p>
          </p:txBody>
        </p:sp>
        <p:sp>
          <p:nvSpPr>
            <p:cNvPr id="5" name="Text Box 19"/>
            <p:cNvSpPr txBox="1">
              <a:spLocks noChangeArrowheads="1"/>
            </p:cNvSpPr>
            <p:nvPr/>
          </p:nvSpPr>
          <p:spPr bwMode="auto">
            <a:xfrm>
              <a:off x="5233" y="12705"/>
              <a:ext cx="3960" cy="15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Body language</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Upright, shoulders back, one hand in pocket, legs apart, confident.</a:t>
              </a:r>
              <a:endParaRPr lang="en-AU" sz="1200" dirty="0">
                <a:effectLst/>
                <a:latin typeface="Cambria"/>
                <a:ea typeface="ＭＳ 明朝"/>
                <a:cs typeface="Times New Roman"/>
              </a:endParaRPr>
            </a:p>
          </p:txBody>
        </p:sp>
        <p:cxnSp>
          <p:nvCxnSpPr>
            <p:cNvPr id="6" name="Line 20"/>
            <p:cNvCxnSpPr/>
            <p:nvPr/>
          </p:nvCxnSpPr>
          <p:spPr bwMode="auto">
            <a:xfrm flipV="1">
              <a:off x="2104" y="9414"/>
              <a:ext cx="3510" cy="949"/>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7" name="Line 21"/>
            <p:cNvCxnSpPr/>
            <p:nvPr/>
          </p:nvCxnSpPr>
          <p:spPr bwMode="auto">
            <a:xfrm flipH="1" flipV="1">
              <a:off x="6254" y="9798"/>
              <a:ext cx="660" cy="2907"/>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sp>
          <p:nvSpPr>
            <p:cNvPr id="8" name="Text Box 22"/>
            <p:cNvSpPr txBox="1">
              <a:spLocks noChangeArrowheads="1"/>
            </p:cNvSpPr>
            <p:nvPr/>
          </p:nvSpPr>
          <p:spPr bwMode="auto">
            <a:xfrm>
              <a:off x="-416" y="7430"/>
              <a:ext cx="2520" cy="1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latin typeface="Arial"/>
                  <a:ea typeface="ＭＳ 明朝"/>
                  <a:cs typeface="Times New Roman"/>
                </a:rPr>
                <a:t>Camera </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Eye </a:t>
              </a:r>
              <a:r>
                <a:rPr lang="en-AU" sz="1100" dirty="0" err="1">
                  <a:latin typeface="Arial"/>
                  <a:ea typeface="ＭＳ 明朝"/>
                  <a:cs typeface="Times New Roman"/>
                </a:rPr>
                <a:t>leve</a:t>
              </a:r>
              <a:r>
                <a:rPr lang="en-AU" sz="1100" dirty="0">
                  <a:latin typeface="Arial"/>
                  <a:ea typeface="ＭＳ 明朝"/>
                  <a:cs typeface="Times New Roman"/>
                </a:rPr>
                <a:t>, full shot. Subject ¾ turned to camera.  Suggests importance</a:t>
              </a:r>
              <a:endParaRPr lang="en-AU" sz="1200" dirty="0">
                <a:effectLst/>
                <a:latin typeface="Cambria"/>
                <a:ea typeface="ＭＳ 明朝"/>
                <a:cs typeface="Times New Roman"/>
              </a:endParaRPr>
            </a:p>
          </p:txBody>
        </p:sp>
        <p:sp>
          <p:nvSpPr>
            <p:cNvPr id="9" name="Text Box 23"/>
            <p:cNvSpPr txBox="1">
              <a:spLocks noChangeArrowheads="1"/>
            </p:cNvSpPr>
            <p:nvPr/>
          </p:nvSpPr>
          <p:spPr bwMode="auto">
            <a:xfrm>
              <a:off x="-396" y="9798"/>
              <a:ext cx="2590" cy="25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Clothing</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C</a:t>
              </a:r>
              <a:r>
                <a:rPr lang="en-US" sz="1100" dirty="0" err="1">
                  <a:latin typeface="Arial"/>
                  <a:ea typeface="ＭＳ 明朝"/>
                  <a:cs typeface="Times New Roman"/>
                </a:rPr>
                <a:t>lassy</a:t>
              </a:r>
              <a:r>
                <a:rPr lang="en-US" sz="1100" dirty="0">
                  <a:latin typeface="Arial"/>
                  <a:ea typeface="ＭＳ 明朝"/>
                  <a:cs typeface="Times New Roman"/>
                </a:rPr>
                <a:t> blue suit, shirt and tie.  Polished shoes. Corporate, business clothes.  </a:t>
              </a:r>
            </a:p>
            <a:p>
              <a:pPr>
                <a:spcAft>
                  <a:spcPts val="0"/>
                </a:spcAft>
              </a:pPr>
              <a:r>
                <a:rPr lang="en-US" sz="1100" dirty="0">
                  <a:latin typeface="Arial"/>
                  <a:ea typeface="ＭＳ 明朝"/>
                  <a:cs typeface="Times New Roman"/>
                </a:rPr>
                <a:t> He is different and more important than the others in the image.  He is not really a worker.</a:t>
              </a:r>
              <a:endParaRPr lang="en-AU" sz="1200" dirty="0">
                <a:effectLst/>
                <a:latin typeface="Cambria"/>
                <a:ea typeface="ＭＳ 明朝"/>
                <a:cs typeface="Times New Roman"/>
              </a:endParaRPr>
            </a:p>
          </p:txBody>
        </p:sp>
        <p:sp>
          <p:nvSpPr>
            <p:cNvPr id="10" name="Text Box 24"/>
            <p:cNvSpPr txBox="1">
              <a:spLocks noChangeArrowheads="1"/>
            </p:cNvSpPr>
            <p:nvPr/>
          </p:nvSpPr>
          <p:spPr bwMode="auto">
            <a:xfrm>
              <a:off x="8244" y="10004"/>
              <a:ext cx="3060" cy="21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effectLst/>
                  <a:latin typeface="Arial"/>
                  <a:ea typeface="ＭＳ 明朝"/>
                  <a:cs typeface="Times New Roman"/>
                </a:rPr>
                <a:t>Positioning</a:t>
              </a:r>
              <a:r>
                <a:rPr lang="en-US" sz="1200" dirty="0">
                  <a:solidFill>
                    <a:srgbClr val="008000"/>
                  </a:solidFill>
                  <a:effectLst/>
                  <a:latin typeface="Arial"/>
                  <a:ea typeface="ＭＳ 明朝"/>
                  <a:cs typeface="Times New Roman"/>
                </a:rPr>
                <a:t> </a:t>
              </a:r>
              <a:r>
                <a:rPr lang="en-US" sz="1100" dirty="0">
                  <a:effectLst/>
                  <a:latin typeface="Arial"/>
                  <a:ea typeface="ＭＳ 明朝"/>
                  <a:cs typeface="Times New Roman"/>
                </a:rPr>
                <a:t>of </a:t>
              </a:r>
              <a:r>
                <a:rPr lang="en-US" sz="1100" dirty="0">
                  <a:latin typeface="Arial"/>
                  <a:ea typeface="ＭＳ 明朝"/>
                  <a:cs typeface="Times New Roman"/>
                </a:rPr>
                <a:t>man in </a:t>
              </a:r>
              <a:r>
                <a:rPr lang="en-US" sz="1100" dirty="0">
                  <a:effectLst/>
                  <a:latin typeface="Arial"/>
                  <a:ea typeface="ＭＳ 明朝"/>
                  <a:cs typeface="Times New Roman"/>
                </a:rPr>
                <a:t>foreground and dominating the middle third of the photo suggests  </a:t>
              </a:r>
              <a:r>
                <a:rPr lang="en-US" sz="1100" dirty="0">
                  <a:latin typeface="Arial"/>
                  <a:ea typeface="ＭＳ 明朝"/>
                  <a:cs typeface="Times New Roman"/>
                </a:rPr>
                <a:t>he is most important.  He is in front and at a distance of workers in a work environment suggesting he is a boss.</a:t>
              </a:r>
              <a:endParaRPr lang="en-AU" sz="1200" dirty="0">
                <a:effectLst/>
                <a:latin typeface="Cambria"/>
                <a:ea typeface="ＭＳ 明朝"/>
                <a:cs typeface="Times New Roman"/>
              </a:endParaRPr>
            </a:p>
          </p:txBody>
        </p:sp>
        <p:sp>
          <p:nvSpPr>
            <p:cNvPr id="11" name="Text Box 25"/>
            <p:cNvSpPr txBox="1">
              <a:spLocks noChangeArrowheads="1"/>
            </p:cNvSpPr>
            <p:nvPr/>
          </p:nvSpPr>
          <p:spPr bwMode="auto">
            <a:xfrm>
              <a:off x="1654" y="12727"/>
              <a:ext cx="2880" cy="14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err="1">
                  <a:solidFill>
                    <a:srgbClr val="FF0000"/>
                  </a:solidFill>
                  <a:effectLst/>
                  <a:latin typeface="Arial"/>
                  <a:ea typeface="ＭＳ 明朝"/>
                  <a:cs typeface="Times New Roman"/>
                </a:rPr>
                <a:t>Colour</a:t>
              </a:r>
              <a:endParaRPr lang="en-AU" sz="1200" dirty="0">
                <a:effectLst/>
                <a:latin typeface="Cambria"/>
                <a:ea typeface="ＭＳ 明朝"/>
                <a:cs typeface="Times New Roman"/>
              </a:endParaRPr>
            </a:p>
            <a:p>
              <a:pPr>
                <a:spcAft>
                  <a:spcPts val="0"/>
                </a:spcAft>
              </a:pPr>
              <a:r>
                <a:rPr lang="en-US" sz="1100" dirty="0">
                  <a:latin typeface="Arial"/>
                  <a:ea typeface="ＭＳ 明朝"/>
                  <a:cs typeface="Times New Roman"/>
                </a:rPr>
                <a:t>Blue suit;</a:t>
              </a:r>
              <a:r>
                <a:rPr lang="en-US" sz="1100" dirty="0">
                  <a:effectLst/>
                  <a:latin typeface="Arial"/>
                  <a:ea typeface="ＭＳ 明朝"/>
                  <a:cs typeface="Times New Roman"/>
                </a:rPr>
                <a:t>; </a:t>
              </a:r>
              <a:r>
                <a:rPr lang="en-US" sz="1100" dirty="0" err="1">
                  <a:effectLst/>
                  <a:latin typeface="Arial"/>
                  <a:ea typeface="ＭＳ 明朝"/>
                  <a:cs typeface="Times New Roman"/>
                </a:rPr>
                <a:t>colour</a:t>
              </a:r>
              <a:r>
                <a:rPr lang="en-US" sz="1100" dirty="0">
                  <a:effectLst/>
                  <a:latin typeface="Arial"/>
                  <a:ea typeface="ＭＳ 明朝"/>
                  <a:cs typeface="Times New Roman"/>
                </a:rPr>
                <a:t> of conservative males.</a:t>
              </a:r>
            </a:p>
            <a:p>
              <a:pPr>
                <a:spcAft>
                  <a:spcPts val="0"/>
                </a:spcAft>
              </a:pPr>
              <a:r>
                <a:rPr lang="en-US" sz="1100" dirty="0">
                  <a:latin typeface="Arial"/>
                  <a:ea typeface="ＭＳ 明朝"/>
                  <a:cs typeface="Times New Roman"/>
                </a:rPr>
                <a:t>Makes the man stand out against the background.</a:t>
              </a:r>
              <a:r>
                <a:rPr lang="en-US" sz="1100" dirty="0">
                  <a:effectLst/>
                  <a:latin typeface="Cambria"/>
                  <a:ea typeface="ＭＳ 明朝"/>
                  <a:cs typeface="Times New Roman"/>
                </a:rPr>
                <a:t> </a:t>
              </a:r>
              <a:endParaRPr lang="en-AU" sz="1200" dirty="0">
                <a:effectLst/>
                <a:latin typeface="Cambria"/>
                <a:ea typeface="ＭＳ 明朝"/>
                <a:cs typeface="Times New Roman"/>
              </a:endParaRPr>
            </a:p>
          </p:txBody>
        </p:sp>
        <p:sp>
          <p:nvSpPr>
            <p:cNvPr id="14" name="Text Box 28"/>
            <p:cNvSpPr txBox="1">
              <a:spLocks noChangeArrowheads="1"/>
            </p:cNvSpPr>
            <p:nvPr/>
          </p:nvSpPr>
          <p:spPr bwMode="auto">
            <a:xfrm>
              <a:off x="8594" y="7436"/>
              <a:ext cx="3600" cy="14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spcAft>
                  <a:spcPts val="0"/>
                </a:spcAft>
              </a:pPr>
              <a:r>
                <a:rPr lang="en-US" sz="1200" b="1" dirty="0">
                  <a:solidFill>
                    <a:srgbClr val="FF0000"/>
                  </a:solidFill>
                  <a:latin typeface="Arial"/>
                  <a:ea typeface="ＭＳ 明朝"/>
                  <a:cs typeface="Times New Roman"/>
                </a:rPr>
                <a:t>Facial Expression</a:t>
              </a:r>
              <a:endParaRPr lang="en-AU" sz="1200" dirty="0">
                <a:effectLst/>
                <a:latin typeface="Cambria"/>
                <a:ea typeface="ＭＳ 明朝"/>
                <a:cs typeface="Times New Roman"/>
              </a:endParaRPr>
            </a:p>
            <a:p>
              <a:pPr>
                <a:spcAft>
                  <a:spcPts val="0"/>
                </a:spcAft>
              </a:pPr>
              <a:r>
                <a:rPr lang="en-AU" sz="1100" dirty="0">
                  <a:latin typeface="Arial"/>
                  <a:ea typeface="ＭＳ 明朝"/>
                  <a:cs typeface="Times New Roman"/>
                </a:rPr>
                <a:t>He is looking into the distance with a thoughtful, serious gaze.</a:t>
              </a:r>
            </a:p>
            <a:p>
              <a:pPr>
                <a:spcAft>
                  <a:spcPts val="0"/>
                </a:spcAft>
              </a:pPr>
              <a:r>
                <a:rPr lang="en-AU" sz="1100" dirty="0">
                  <a:effectLst/>
                  <a:latin typeface="Arial"/>
                  <a:ea typeface="ＭＳ 明朝"/>
                  <a:cs typeface="Times New Roman"/>
                </a:rPr>
                <a:t>Slightly raised chin, classic look of a man in charge</a:t>
              </a:r>
              <a:endParaRPr lang="en-AU" sz="1200" dirty="0">
                <a:effectLst/>
                <a:latin typeface="Cambria"/>
                <a:ea typeface="ＭＳ 明朝"/>
                <a:cs typeface="Times New Roman"/>
              </a:endParaRPr>
            </a:p>
          </p:txBody>
        </p:sp>
        <p:cxnSp>
          <p:nvCxnSpPr>
            <p:cNvPr id="15" name="Line 29"/>
            <p:cNvCxnSpPr/>
            <p:nvPr/>
          </p:nvCxnSpPr>
          <p:spPr bwMode="auto">
            <a:xfrm flipV="1">
              <a:off x="1654" y="8543"/>
              <a:ext cx="3579" cy="240"/>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16" name="Line 30"/>
            <p:cNvCxnSpPr/>
            <p:nvPr/>
          </p:nvCxnSpPr>
          <p:spPr bwMode="auto">
            <a:xfrm flipH="1">
              <a:off x="6254" y="7430"/>
              <a:ext cx="2340" cy="953"/>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17" name="Line 31"/>
            <p:cNvCxnSpPr/>
            <p:nvPr/>
          </p:nvCxnSpPr>
          <p:spPr bwMode="auto">
            <a:xfrm flipH="1" flipV="1">
              <a:off x="6254" y="9414"/>
              <a:ext cx="2800" cy="590"/>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cxnSp>
          <p:nvCxnSpPr>
            <p:cNvPr id="18" name="Line 32"/>
            <p:cNvCxnSpPr/>
            <p:nvPr/>
          </p:nvCxnSpPr>
          <p:spPr bwMode="auto">
            <a:xfrm flipV="1">
              <a:off x="4074" y="10004"/>
              <a:ext cx="1940" cy="3219"/>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cxnSp>
      </p:grpSp>
      <p:sp>
        <p:nvSpPr>
          <p:cNvPr id="19" name="Rectangle 18"/>
          <p:cNvSpPr/>
          <p:nvPr/>
        </p:nvSpPr>
        <p:spPr>
          <a:xfrm>
            <a:off x="1688796" y="706568"/>
            <a:ext cx="5776717" cy="646331"/>
          </a:xfrm>
          <a:prstGeom prst="rect">
            <a:avLst/>
          </a:prstGeom>
        </p:spPr>
        <p:txBody>
          <a:bodyPr wrap="none">
            <a:spAutoFit/>
          </a:bodyPr>
          <a:lstStyle/>
          <a:p>
            <a:r>
              <a:rPr lang="en-US" sz="3600" dirty="0">
                <a:solidFill>
                  <a:srgbClr val="FF0000"/>
                </a:solidFill>
              </a:rPr>
              <a:t>CODES &amp; CONVENTIONS</a:t>
            </a:r>
          </a:p>
        </p:txBody>
      </p:sp>
    </p:spTree>
    <p:extLst>
      <p:ext uri="{BB962C8B-B14F-4D97-AF65-F5344CB8AC3E}">
        <p14:creationId xmlns:p14="http://schemas.microsoft.com/office/powerpoint/2010/main" val="205987673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d Tree">
            <a:extLst>
              <a:ext uri="{FF2B5EF4-FFF2-40B4-BE49-F238E27FC236}">
                <a16:creationId xmlns="" xmlns:a16="http://schemas.microsoft.com/office/drawing/2014/main" id="{A5654FA2-A3B9-409A-8845-5EA589999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000" y="814930"/>
            <a:ext cx="6120000" cy="5228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1203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C7738D53-4FB8-4DC3-97ED-5BA67F07F0C3}"/>
              </a:ext>
            </a:extLst>
          </p:cNvPr>
          <p:cNvPicPr>
            <a:picLocks noChangeAspect="1"/>
          </p:cNvPicPr>
          <p:nvPr/>
        </p:nvPicPr>
        <p:blipFill>
          <a:blip r:embed="rId2"/>
          <a:stretch>
            <a:fillRect/>
          </a:stretch>
        </p:blipFill>
        <p:spPr>
          <a:xfrm>
            <a:off x="2343845" y="369000"/>
            <a:ext cx="4456310" cy="6120000"/>
          </a:xfrm>
          <a:prstGeom prst="rect">
            <a:avLst/>
          </a:prstGeom>
        </p:spPr>
      </p:pic>
    </p:spTree>
    <p:extLst>
      <p:ext uri="{BB962C8B-B14F-4D97-AF65-F5344CB8AC3E}">
        <p14:creationId xmlns:p14="http://schemas.microsoft.com/office/powerpoint/2010/main" val="365520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62000" y="571500"/>
            <a:ext cx="7620000" cy="5715000"/>
          </a:xfrm>
          <a:prstGeom prst="rect">
            <a:avLst/>
          </a:prstGeom>
        </p:spPr>
      </p:pic>
    </p:spTree>
    <p:extLst>
      <p:ext uri="{BB962C8B-B14F-4D97-AF65-F5344CB8AC3E}">
        <p14:creationId xmlns:p14="http://schemas.microsoft.com/office/powerpoint/2010/main" val="384755541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Lesson 6	</a:t>
            </a:r>
            <a:endParaRPr lang="en-AU" dirty="0"/>
          </a:p>
        </p:txBody>
      </p:sp>
      <p:sp>
        <p:nvSpPr>
          <p:cNvPr id="3" name="Content Placeholder 2"/>
          <p:cNvSpPr>
            <a:spLocks noGrp="1"/>
          </p:cNvSpPr>
          <p:nvPr>
            <p:ph idx="1"/>
          </p:nvPr>
        </p:nvSpPr>
        <p:spPr/>
        <p:txBody>
          <a:bodyPr/>
          <a:lstStyle/>
          <a:p>
            <a:r>
              <a:rPr lang="en-AU" dirty="0" smtClean="0"/>
              <a:t>Learning Intentions</a:t>
            </a:r>
          </a:p>
          <a:p>
            <a:pPr lvl="1"/>
            <a:r>
              <a:rPr lang="en-AU" dirty="0" smtClean="0"/>
              <a:t>To annotate an image</a:t>
            </a:r>
          </a:p>
          <a:p>
            <a:pPr lvl="1"/>
            <a:endParaRPr lang="en-AU" dirty="0"/>
          </a:p>
          <a:p>
            <a:r>
              <a:rPr lang="en-AU" dirty="0" smtClean="0"/>
              <a:t>Success Criteria</a:t>
            </a:r>
          </a:p>
          <a:p>
            <a:pPr lvl="1"/>
            <a:r>
              <a:rPr lang="en-AU" dirty="0" smtClean="0"/>
              <a:t>Image chosen</a:t>
            </a:r>
          </a:p>
          <a:p>
            <a:pPr lvl="1"/>
            <a:r>
              <a:rPr lang="en-AU" dirty="0" smtClean="0"/>
              <a:t>Image annotated</a:t>
            </a:r>
          </a:p>
          <a:p>
            <a:pPr lvl="1"/>
            <a:r>
              <a:rPr lang="en-AU" dirty="0" smtClean="0"/>
              <a:t>Retrieval Chart completed</a:t>
            </a:r>
            <a:endParaRPr lang="en-AU" dirty="0"/>
          </a:p>
        </p:txBody>
      </p:sp>
    </p:spTree>
    <p:extLst>
      <p:ext uri="{BB962C8B-B14F-4D97-AF65-F5344CB8AC3E}">
        <p14:creationId xmlns:p14="http://schemas.microsoft.com/office/powerpoint/2010/main" val="31643600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Activities</a:t>
            </a:r>
            <a:endParaRPr lang="en-AU" dirty="0"/>
          </a:p>
        </p:txBody>
      </p:sp>
      <p:sp>
        <p:nvSpPr>
          <p:cNvPr id="3" name="Content Placeholder 2"/>
          <p:cNvSpPr>
            <a:spLocks noGrp="1"/>
          </p:cNvSpPr>
          <p:nvPr>
            <p:ph idx="1"/>
          </p:nvPr>
        </p:nvSpPr>
        <p:spPr/>
        <p:txBody>
          <a:bodyPr/>
          <a:lstStyle/>
          <a:p>
            <a:r>
              <a:rPr lang="en-AU" dirty="0" smtClean="0"/>
              <a:t>Choose an image from those offered</a:t>
            </a:r>
          </a:p>
          <a:p>
            <a:r>
              <a:rPr lang="en-AU" dirty="0" smtClean="0"/>
              <a:t>Paste </a:t>
            </a:r>
            <a:r>
              <a:rPr lang="en-AU" smtClean="0"/>
              <a:t>into handout on page 25</a:t>
            </a:r>
            <a:endParaRPr lang="en-AU" dirty="0" smtClean="0"/>
          </a:p>
          <a:p>
            <a:r>
              <a:rPr lang="en-AU" dirty="0" smtClean="0"/>
              <a:t>Annotate</a:t>
            </a:r>
          </a:p>
          <a:p>
            <a:pPr lvl="1"/>
            <a:r>
              <a:rPr lang="en-AU" dirty="0" smtClean="0"/>
              <a:t>Angle, framing, composition, clothing, colour</a:t>
            </a:r>
          </a:p>
          <a:p>
            <a:r>
              <a:rPr lang="en-AU" dirty="0" smtClean="0"/>
              <a:t>Complete the retrieval chart on page 26</a:t>
            </a:r>
          </a:p>
        </p:txBody>
      </p:sp>
    </p:spTree>
    <p:extLst>
      <p:ext uri="{BB962C8B-B14F-4D97-AF65-F5344CB8AC3E}">
        <p14:creationId xmlns:p14="http://schemas.microsoft.com/office/powerpoint/2010/main" val="1415851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7</a:t>
            </a:r>
            <a:endParaRPr lang="en-AU" dirty="0"/>
          </a:p>
        </p:txBody>
      </p:sp>
      <p:sp>
        <p:nvSpPr>
          <p:cNvPr id="3" name="Content Placeholder 2"/>
          <p:cNvSpPr>
            <a:spLocks noGrp="1"/>
          </p:cNvSpPr>
          <p:nvPr>
            <p:ph idx="1"/>
          </p:nvPr>
        </p:nvSpPr>
        <p:spPr/>
        <p:txBody>
          <a:bodyPr/>
          <a:lstStyle/>
          <a:p>
            <a:r>
              <a:rPr lang="en-AU" dirty="0"/>
              <a:t>Learning Intentions</a:t>
            </a:r>
          </a:p>
          <a:p>
            <a:pPr lvl="1"/>
            <a:r>
              <a:rPr lang="en-AU" dirty="0"/>
              <a:t>To annotate an image</a:t>
            </a:r>
          </a:p>
          <a:p>
            <a:pPr lvl="1"/>
            <a:endParaRPr lang="en-AU" dirty="0"/>
          </a:p>
          <a:p>
            <a:r>
              <a:rPr lang="en-AU" dirty="0"/>
              <a:t>Success Criteria</a:t>
            </a:r>
          </a:p>
          <a:p>
            <a:pPr lvl="1"/>
            <a:r>
              <a:rPr lang="en-AU" dirty="0"/>
              <a:t>Image chosen</a:t>
            </a:r>
          </a:p>
          <a:p>
            <a:pPr lvl="1"/>
            <a:r>
              <a:rPr lang="en-AU" dirty="0"/>
              <a:t>Image annotated</a:t>
            </a:r>
          </a:p>
          <a:p>
            <a:pPr lvl="1"/>
            <a:r>
              <a:rPr lang="en-AU" dirty="0"/>
              <a:t>Retrieval Chart </a:t>
            </a:r>
            <a:r>
              <a:rPr lang="en-AU" dirty="0" smtClean="0"/>
              <a:t>completed</a:t>
            </a:r>
          </a:p>
          <a:p>
            <a:pPr lvl="1"/>
            <a:r>
              <a:rPr lang="en-US" dirty="0" smtClean="0"/>
              <a:t>Intro and one technique of response completed</a:t>
            </a:r>
            <a:endParaRPr lang="en-AU" dirty="0"/>
          </a:p>
        </p:txBody>
      </p:sp>
    </p:spTree>
    <p:extLst>
      <p:ext uri="{BB962C8B-B14F-4D97-AF65-F5344CB8AC3E}">
        <p14:creationId xmlns:p14="http://schemas.microsoft.com/office/powerpoint/2010/main" val="25262137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8</a:t>
            </a:r>
            <a:endParaRPr lang="en-AU" dirty="0"/>
          </a:p>
        </p:txBody>
      </p:sp>
      <p:sp>
        <p:nvSpPr>
          <p:cNvPr id="3" name="Content Placeholder 2"/>
          <p:cNvSpPr>
            <a:spLocks noGrp="1"/>
          </p:cNvSpPr>
          <p:nvPr>
            <p:ph idx="1"/>
          </p:nvPr>
        </p:nvSpPr>
        <p:spPr/>
        <p:txBody>
          <a:bodyPr/>
          <a:lstStyle/>
          <a:p>
            <a:r>
              <a:rPr lang="en-AU" dirty="0"/>
              <a:t>Learning Intentions</a:t>
            </a:r>
          </a:p>
          <a:p>
            <a:pPr lvl="1"/>
            <a:r>
              <a:rPr lang="en-AU" dirty="0"/>
              <a:t>To </a:t>
            </a:r>
            <a:r>
              <a:rPr lang="en-AU" dirty="0" smtClean="0"/>
              <a:t>complete an analysis of an image</a:t>
            </a:r>
            <a:endParaRPr lang="en-AU" dirty="0"/>
          </a:p>
          <a:p>
            <a:pPr lvl="1"/>
            <a:endParaRPr lang="en-AU" dirty="0"/>
          </a:p>
          <a:p>
            <a:r>
              <a:rPr lang="en-AU" dirty="0"/>
              <a:t>Success Criteria</a:t>
            </a:r>
          </a:p>
          <a:p>
            <a:pPr lvl="1"/>
            <a:r>
              <a:rPr lang="en-AU" dirty="0" smtClean="0"/>
              <a:t>Image </a:t>
            </a:r>
            <a:r>
              <a:rPr lang="en-AU" dirty="0"/>
              <a:t>annotated</a:t>
            </a:r>
          </a:p>
          <a:p>
            <a:pPr lvl="1"/>
            <a:r>
              <a:rPr lang="en-AU" dirty="0"/>
              <a:t>Retrieval Chart completed</a:t>
            </a:r>
          </a:p>
          <a:p>
            <a:pPr lvl="1"/>
            <a:r>
              <a:rPr lang="en-US" dirty="0"/>
              <a:t>Intro and </a:t>
            </a:r>
            <a:r>
              <a:rPr lang="en-US" dirty="0" smtClean="0"/>
              <a:t>four </a:t>
            </a:r>
            <a:r>
              <a:rPr lang="en-US" smtClean="0"/>
              <a:t>techniques discussed</a:t>
            </a:r>
            <a:endParaRPr lang="en-AU" dirty="0"/>
          </a:p>
          <a:p>
            <a:endParaRPr lang="en-AU" dirty="0"/>
          </a:p>
        </p:txBody>
      </p:sp>
    </p:spTree>
    <p:extLst>
      <p:ext uri="{BB962C8B-B14F-4D97-AF65-F5344CB8AC3E}">
        <p14:creationId xmlns:p14="http://schemas.microsoft.com/office/powerpoint/2010/main" val="1980386724"/>
      </p:ext>
    </p:extLst>
  </p:cSld>
  <p:clrMapOvr>
    <a:masterClrMapping/>
  </p:clrMapOvr>
</p:sld>
</file>

<file path=ppt/theme/theme1.xml><?xml version="1.0" encoding="utf-8"?>
<a:theme xmlns:a="http://schemas.openxmlformats.org/drawingml/2006/main" name="Revolution">
  <a:themeElements>
    <a:clrScheme name="Revolution">
      <a:dk1>
        <a:sysClr val="windowText" lastClr="000000"/>
      </a:dk1>
      <a:lt1>
        <a:sysClr val="window" lastClr="FFFFFF"/>
      </a:lt1>
      <a:dk2>
        <a:srgbClr val="1B3861"/>
      </a:dk2>
      <a:lt2>
        <a:srgbClr val="38ABED"/>
      </a:lt2>
      <a:accent1>
        <a:srgbClr val="0C5986"/>
      </a:accent1>
      <a:accent2>
        <a:srgbClr val="DDF53D"/>
      </a:accent2>
      <a:accent3>
        <a:srgbClr val="508709"/>
      </a:accent3>
      <a:accent4>
        <a:srgbClr val="BF5E00"/>
      </a:accent4>
      <a:accent5>
        <a:srgbClr val="9C0001"/>
      </a:accent5>
      <a:accent6>
        <a:srgbClr val="660075"/>
      </a:accent6>
      <a:hlink>
        <a:srgbClr val="ABF24D"/>
      </a:hlink>
      <a:folHlink>
        <a:srgbClr val="A0E7FB"/>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Revolution">
      <a:fillStyleLst>
        <a:solidFill>
          <a:schemeClr val="phClr"/>
        </a:solidFill>
        <a:solidFill>
          <a:schemeClr val="phClr"/>
        </a:soli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0800000">
              <a:srgbClr val="808080">
                <a:alpha val="75000"/>
              </a:srgbClr>
            </a:innerShdw>
          </a:effectLst>
        </a:effectStyle>
        <a:effectStyle>
          <a:effectLst>
            <a:innerShdw blurRad="50800" dist="25400" dir="13500000">
              <a:srgbClr val="808080">
                <a:alpha val="75000"/>
              </a:srgbClr>
            </a:innerShdw>
            <a:outerShdw blurRad="63500" dist="50800" dir="5400000" algn="br" rotWithShape="0">
              <a:srgbClr val="000000">
                <a:alpha val="35000"/>
              </a:srgbClr>
            </a:outerShdw>
          </a:effectLst>
          <a:scene3d>
            <a:camera prst="orthographicFront">
              <a:rot lat="0" lon="0" rev="0"/>
            </a:camera>
            <a:lightRig rig="threePt" dir="tl">
              <a:rot lat="0" lon="0" rev="11400000"/>
            </a:lightRig>
          </a:scene3d>
          <a:sp3d contourW="12700" prstMaterial="softmetal">
            <a:bevelT w="63500" h="25400" prst="angle"/>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3528</TotalTime>
  <Words>2047</Words>
  <Application>Microsoft Office PowerPoint</Application>
  <PresentationFormat>On-screen Show (4:3)</PresentationFormat>
  <Paragraphs>298</Paragraphs>
  <Slides>109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109</vt:i4>
      </vt:variant>
    </vt:vector>
  </HeadingPairs>
  <TitlesOfParts>
    <vt:vector size="119" baseType="lpstr">
      <vt:lpstr>ＭＳ 明朝</vt:lpstr>
      <vt:lpstr>Arial</vt:lpstr>
      <vt:lpstr>Calibri</vt:lpstr>
      <vt:lpstr>Cambria</vt:lpstr>
      <vt:lpstr>Lucida Handwriting</vt:lpstr>
      <vt:lpstr>Times New Roman</vt:lpstr>
      <vt:lpstr>Trebuchet MS</vt:lpstr>
      <vt:lpstr>Wingdings</vt:lpstr>
      <vt:lpstr>Wingdings 2</vt:lpstr>
      <vt:lpstr>Revolution</vt:lpstr>
      <vt:lpstr>Lesson 1</vt:lpstr>
      <vt:lpstr>THE POWER OF VISUAL LANGUAGE </vt:lpstr>
      <vt:lpstr>Visual Images </vt:lpstr>
      <vt:lpstr>Visual Images </vt:lpstr>
      <vt:lpstr>Visual Images </vt:lpstr>
      <vt:lpstr>PowerPoint Presentation</vt:lpstr>
      <vt:lpstr>PowerPoint Presentation</vt:lpstr>
      <vt:lpstr>PowerPoint Presentation</vt:lpstr>
      <vt:lpstr>PowerPoint Presentation</vt:lpstr>
      <vt:lpstr>WARNING – GRAPHIC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Lesson 2</vt:lpstr>
      <vt:lpstr>Visual Images &amp; Power </vt:lpstr>
      <vt:lpstr>1 Hitler </vt:lpstr>
      <vt:lpstr>2  He’s Coming South</vt:lpstr>
      <vt:lpstr>3  Rickshaw 2</vt:lpstr>
      <vt:lpstr>4  Dust</vt:lpstr>
      <vt:lpstr>5  Home and Away</vt:lpstr>
      <vt:lpstr>Lesson 3</vt:lpstr>
      <vt:lpstr>Context </vt:lpstr>
      <vt:lpstr>1 Hitler </vt:lpstr>
      <vt:lpstr>2  He’s Coming South</vt:lpstr>
      <vt:lpstr>3  Rickshaw 2</vt:lpstr>
      <vt:lpstr>4  Dust</vt:lpstr>
      <vt:lpstr>5  Home and Away</vt:lpstr>
      <vt:lpstr>Lesson 3 Activities</vt:lpstr>
      <vt:lpstr>PowerPoint Presentation</vt:lpstr>
      <vt:lpstr>REPRESENTATION</vt:lpstr>
      <vt:lpstr>REPRESENTATION </vt:lpstr>
      <vt:lpstr>REPRESENTATION </vt:lpstr>
      <vt:lpstr>REPRESENTATION </vt:lpstr>
      <vt:lpstr>PowerPoint Presentation</vt:lpstr>
      <vt:lpstr>PowerPoint Presentation</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We can study the representation of almost anything: </vt:lpstr>
      <vt:lpstr>PowerPoint Presentation</vt:lpstr>
      <vt:lpstr>REPRESENTATIONS OF YOU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PEOPLE</vt:lpstr>
      <vt:lpstr>People create an image  of themselves through: </vt:lpstr>
      <vt:lpstr>People create an image  of themselves through: </vt:lpstr>
      <vt:lpstr>People create an image  of themselves through: </vt:lpstr>
      <vt:lpstr>People create an image of themselves through: </vt:lpstr>
      <vt:lpstr>People create an image of themselves through: </vt:lpstr>
      <vt:lpstr>People create an image of themselves through: </vt:lpstr>
      <vt:lpstr>PowerPoint Presentation</vt:lpstr>
      <vt:lpstr>PowerPoint Presentation</vt:lpstr>
      <vt:lpstr>PowerPoint Presentation</vt:lpstr>
      <vt:lpstr>PowerPoint Presentation</vt:lpstr>
      <vt:lpstr>COMPETING &amp; CONFLICTING IDEAS</vt:lpstr>
      <vt:lpstr>COMPETING &amp; CONFLICTING IDEAS</vt:lpstr>
      <vt:lpstr>COMPETING &amp; CONFLICTING IDEAS</vt:lpstr>
      <vt:lpstr>Representations of the Elderly</vt:lpstr>
      <vt:lpstr>PowerPoint Presentation</vt:lpstr>
      <vt:lpstr>Codes and Conventions</vt:lpstr>
      <vt:lpstr>Actions</vt:lpstr>
      <vt:lpstr>PowerPoint Presentation</vt:lpstr>
      <vt:lpstr>PowerPoint Presentation</vt:lpstr>
      <vt:lpstr>PowerPoint Presentation</vt:lpstr>
      <vt:lpstr>PowerPoint Presentation</vt:lpstr>
      <vt:lpstr>PowerPoint Presentation</vt:lpstr>
      <vt:lpstr>PowerPoint Presentation</vt:lpstr>
      <vt:lpstr>Lesson 6 </vt:lpstr>
      <vt:lpstr>Activities</vt:lpstr>
      <vt:lpstr>Lesson 7</vt:lpstr>
      <vt:lpstr>Lesson 8</vt:lpstr>
    </vt:vector>
  </TitlesOfParts>
  <Company>maneasc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dc:title>
  <dc:creator>tkvenville</dc:creator>
  <cp:lastModifiedBy>Andre Janse van Rensburg</cp:lastModifiedBy>
  <cp:revision>305</cp:revision>
  <dcterms:created xsi:type="dcterms:W3CDTF">2013-12-19T08:01:04Z</dcterms:created>
  <dcterms:modified xsi:type="dcterms:W3CDTF">2018-03-29T02:43:24Z</dcterms:modified>
</cp:coreProperties>
</file>