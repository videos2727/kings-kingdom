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6" r:id="rId18"/>
    <p:sldId id="277" r:id="rId19"/>
    <p:sldId id="271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outlineViewPr>
    <p:cViewPr>
      <p:scale>
        <a:sx n="33" d="100"/>
        <a:sy n="33" d="100"/>
      </p:scale>
      <p:origin x="0" y="-124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140CD-4540-41AD-86D2-D340C08E9B2F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87C3-E352-45B5-BD6E-2C047ACC03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85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2087C3-E352-45B5-BD6E-2C047ACC03EF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085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E877-E4E1-4347-8B5A-ECE08C5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126" y="1122363"/>
            <a:ext cx="835587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77373-64CD-4EE0-904B-76CE15135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2124" y="3602038"/>
            <a:ext cx="83558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AF8E-36F4-4A22-8954-447A06C0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A person looking at the camera&#10;&#10;Description generated with very high confidence">
            <a:extLst>
              <a:ext uri="{FF2B5EF4-FFF2-40B4-BE49-F238E27FC236}">
                <a16:creationId xmlns:a16="http://schemas.microsoft.com/office/drawing/2014/main" id="{4748075A-46B3-493B-9CC1-D01A1CBCD2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396671" y="2405672"/>
            <a:ext cx="6840000" cy="204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532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1F41-444C-490E-AED6-F96781A8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365125"/>
            <a:ext cx="9159240" cy="1325563"/>
          </a:xfrm>
        </p:spPr>
        <p:txBody>
          <a:bodyPr/>
          <a:lstStyle>
            <a:lvl1pPr>
              <a:defRPr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3A103-5A54-497E-B5F9-89B229B29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8" y="1825625"/>
            <a:ext cx="9159241" cy="4351338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defRPr sz="3600"/>
            </a:lvl1pPr>
            <a:lvl2pPr>
              <a:lnSpc>
                <a:spcPct val="140000"/>
              </a:lnSpc>
              <a:defRPr sz="3200"/>
            </a:lvl2pPr>
            <a:lvl3pPr>
              <a:lnSpc>
                <a:spcPct val="140000"/>
              </a:lnSpc>
              <a:defRPr sz="2800"/>
            </a:lvl3pPr>
            <a:lvl4pPr>
              <a:lnSpc>
                <a:spcPct val="140000"/>
              </a:lnSpc>
              <a:defRPr sz="2400"/>
            </a:lvl4pPr>
            <a:lvl5pPr>
              <a:lnSpc>
                <a:spcPct val="140000"/>
              </a:lnSpc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B4606-0D44-45C9-A620-0145B347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 descr="A person looking at the camera&#10;&#10;Description generated with very high confidence">
            <a:extLst>
              <a:ext uri="{FF2B5EF4-FFF2-40B4-BE49-F238E27FC236}">
                <a16:creationId xmlns:a16="http://schemas.microsoft.com/office/drawing/2014/main" id="{118D3248-DB62-46A6-9014-750BBC14D2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396671" y="2405672"/>
            <a:ext cx="6840000" cy="204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6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FDA9-7359-48E4-841C-4DC0946D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C162F-7103-423D-9675-F3F5BFBB0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77A5F-B25B-4834-9234-51C95C9B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AF56-EB83-4172-8556-067FABA6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357C8-CAE2-44E6-936A-A0CF7187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58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BE84-A263-4F49-A997-C279738F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7DA6-86DA-4737-8C6F-55F7A39B4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38D45-2113-4AD9-991E-C1B83BE02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D64C5-9193-4F32-B526-8CE8413E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4B476-A26C-4682-AA97-9A623E6B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92EF0-3C66-48B4-B9F9-B1BC8EEC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28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025B-E2BC-4C88-86C9-4D0E8191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CC88D-9F6F-4736-8E14-3683BE980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9CE37-CF6A-448E-8886-10B6AE9FB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F61A3-E91A-4ED1-A1E5-8B9A556D2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9FF1E-7B81-4BF4-A2FF-8C0B6D2E4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B2F07-0133-40DF-AAEF-8CBA0C74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FA1A-8007-4272-B775-55D20A10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4E93F-72E4-4F29-964A-7B1FFB9E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11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C56E-BCF1-4285-884C-B7220BBD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A19D5-CAC8-4F01-8680-CA0444BD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26A11-27DF-43F4-9DF9-6E988960C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28697-26AF-4BE5-BC9F-A49744D7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92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FD06E-7440-45FA-8F26-9DA36A47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F6B3C-D372-4DD8-9C78-CB7DE934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CBEB0-980D-48CB-AE26-21777E55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310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F7AF-1B74-4B79-A7BA-528A2A65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2AD1-9D75-4E8E-8B53-3DF9E40BB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799A5-9BF4-4163-8EB9-20FA9A443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9748-52B6-45D7-9403-CF8BE165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FDB31-4A43-4D75-90F1-490FF3B1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645D2-E9B4-4E37-BA84-A04FA267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24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A508-A2CB-4329-B049-2804D71BD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EC058-741B-47E6-AF47-4ED36E269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B7922-BCC1-4344-A733-315BEB7C6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7A43C-337A-46A8-8A65-79242D85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ACB2F-D14E-47FA-8E72-0D659DE4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5C2F9-F55C-437C-921C-BA971523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9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F528-D7A3-44FF-9424-C70ED454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DDD3E-3840-46B4-A9E2-B151831F0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FBFB6-7F26-44ED-A8E2-A62B44F4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CC6D2-6463-4151-94E5-D8BC75C6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93514-39CA-4B2F-AFE3-279B284C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63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19EFA-B600-4DCE-8900-69B8D21C5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FE7EE-2A0C-4FC2-8740-A897E8FD9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719F-1FBC-46A5-8E06-A2178751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C646E-B9D5-410D-9005-608A1490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08DE9-A43C-4C11-8598-8FC9B01A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5D118-8EFC-4205-B72D-2800BE89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7CA95-A509-49DB-BE56-6EB457B12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BA811-2B2C-49BF-949A-308F41E44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17733-E660-4DFD-B526-1F72DA610B71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3FEC7-DF05-4226-AE36-FAAB090B8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D702A-08C8-4125-BA44-25F980FD1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AFB99-947B-4EE8-85A4-478979B8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4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F0FC-A74E-4BB8-A4C2-0356E0962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noProof="0" dirty="0"/>
              <a:t>Redfern 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F91CD-067E-40D5-A1E7-2F613E853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noProof="0" dirty="0"/>
              <a:t>VIEWING AND RESPONSES</a:t>
            </a:r>
          </a:p>
          <a:p>
            <a:endParaRPr lang="en-AU" noProof="0" dirty="0"/>
          </a:p>
          <a:p>
            <a:r>
              <a:rPr lang="en-AU" noProof="0" dirty="0"/>
              <a:t>Y12 General</a:t>
            </a:r>
          </a:p>
        </p:txBody>
      </p:sp>
    </p:spTree>
    <p:extLst>
      <p:ext uri="{BB962C8B-B14F-4D97-AF65-F5344CB8AC3E}">
        <p14:creationId xmlns:p14="http://schemas.microsoft.com/office/powerpoint/2010/main" val="272165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05D8-7BFA-409A-8097-198BF9E5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6EBB-03A0-4895-8634-4900D148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noProof="0" dirty="0"/>
              <a:t>Learning Intentions </a:t>
            </a:r>
          </a:p>
          <a:p>
            <a:pPr lvl="1"/>
            <a:r>
              <a:rPr lang="en-AU" noProof="0" dirty="0"/>
              <a:t>To develop contextual knowledge of the TV Series</a:t>
            </a:r>
          </a:p>
          <a:p>
            <a:r>
              <a:rPr lang="en-AU" noProof="0" dirty="0"/>
              <a:t>Success Criteria</a:t>
            </a:r>
          </a:p>
          <a:p>
            <a:pPr lvl="1"/>
            <a:r>
              <a:rPr lang="en-AU" noProof="0" dirty="0"/>
              <a:t>Response to background questions</a:t>
            </a:r>
          </a:p>
          <a:p>
            <a:pPr lvl="1"/>
            <a:r>
              <a:rPr lang="en-AU" noProof="0" dirty="0"/>
              <a:t>Completion of research</a:t>
            </a:r>
          </a:p>
          <a:p>
            <a:pPr lvl="1"/>
            <a:r>
              <a:rPr lang="en-AU" noProof="0" dirty="0"/>
              <a:t>Response to vocabulary tasks</a:t>
            </a:r>
          </a:p>
        </p:txBody>
      </p:sp>
    </p:spTree>
    <p:extLst>
      <p:ext uri="{BB962C8B-B14F-4D97-AF65-F5344CB8AC3E}">
        <p14:creationId xmlns:p14="http://schemas.microsoft.com/office/powerpoint/2010/main" val="2942281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6ADB-141B-4296-B914-BA87C729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Redfern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5777-2367-4BEC-82A4-C7A521E0E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i="1" noProof="0" dirty="0"/>
              <a:t>Explores contemporary inner city Indigenous life.  </a:t>
            </a:r>
          </a:p>
          <a:p>
            <a:r>
              <a:rPr lang="en-AU" i="1" noProof="0" dirty="0"/>
              <a:t>Portrays life in the suburb of Redfern in Sydney, New South Wales. </a:t>
            </a:r>
          </a:p>
          <a:p>
            <a:r>
              <a:rPr lang="en-AU" i="1" noProof="0" dirty="0"/>
              <a:t>Stories of ordinary people whose lives are changed by a quirk of fate.  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84983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2739-361E-47A9-B0CC-A21787A1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7908-F291-4BF6-8D0F-649881957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noProof="0" dirty="0"/>
              <a:t>Make a list of other texts that you have watched, read or listened to that tell the stories of Indigenous Australians. </a:t>
            </a:r>
          </a:p>
          <a:p>
            <a:pPr lvl="1"/>
            <a:r>
              <a:rPr lang="en-AU" noProof="0" dirty="0"/>
              <a:t>Did Indigenous Australians create these texts? </a:t>
            </a:r>
          </a:p>
          <a:p>
            <a:pPr lvl="1"/>
            <a:r>
              <a:rPr lang="en-AU" noProof="0" dirty="0"/>
              <a:t>Why is it important to experience texts told from an Indigenous Australian perspective?</a:t>
            </a:r>
          </a:p>
        </p:txBody>
      </p:sp>
    </p:spTree>
    <p:extLst>
      <p:ext uri="{BB962C8B-B14F-4D97-AF65-F5344CB8AC3E}">
        <p14:creationId xmlns:p14="http://schemas.microsoft.com/office/powerpoint/2010/main" val="308283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326E-8C21-4825-90C1-5A331841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7C303-9609-4CF0-8175-49D32390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What do you know about the inner Sydney suburb of Redfern? </a:t>
            </a:r>
          </a:p>
          <a:p>
            <a:r>
              <a:rPr lang="en-AU" noProof="0" dirty="0"/>
              <a:t>Have you ever been to Redfern? </a:t>
            </a:r>
          </a:p>
          <a:p>
            <a:r>
              <a:rPr lang="en-AU" noProof="0" dirty="0"/>
              <a:t>What sort of reputation does Redfern have? </a:t>
            </a:r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83783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41CD-6157-4FB1-A30B-36BC2943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A0DAC-A6B5-48CA-8DD3-2D3CD5BE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Watch the opening title sequence of </a:t>
            </a:r>
            <a:r>
              <a:rPr lang="en-AU" i="1" noProof="0" dirty="0"/>
              <a:t>Redfern Now</a:t>
            </a:r>
            <a:r>
              <a:rPr lang="en-AU" noProof="0" dirty="0"/>
              <a:t>. </a:t>
            </a:r>
          </a:p>
          <a:p>
            <a:pPr lvl="1"/>
            <a:r>
              <a:rPr lang="en-AU" noProof="0" dirty="0"/>
              <a:t>Make a list of everything you see and hear. </a:t>
            </a:r>
          </a:p>
          <a:p>
            <a:pPr lvl="1"/>
            <a:r>
              <a:rPr lang="en-AU" noProof="0" dirty="0"/>
              <a:t>How does this sequence portray Redfern and the people who live there? </a:t>
            </a:r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90772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DDA9-C75C-4138-95B0-239EC6B6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C1CE-D01D-4ED7-9293-77C6E7C16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Who are Blackfella films?  </a:t>
            </a:r>
          </a:p>
          <a:p>
            <a:r>
              <a:rPr lang="en-AU" noProof="0" dirty="0"/>
              <a:t>Why and how did they develop </a:t>
            </a:r>
            <a:r>
              <a:rPr lang="en-AU" u="sng" noProof="0" dirty="0"/>
              <a:t>Redfern Now</a:t>
            </a:r>
            <a:r>
              <a:rPr lang="en-AU" noProof="0" dirty="0"/>
              <a:t> into a television drama series?</a:t>
            </a:r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403228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BF9F-BE76-4F97-A8DF-39FFE88F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3B410-D592-4FE8-A512-99DB89F5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Find Redfern on </a:t>
            </a:r>
            <a:r>
              <a:rPr lang="en-AU" noProof="0" dirty="0" err="1"/>
              <a:t>googlestreetview</a:t>
            </a:r>
            <a:r>
              <a:rPr lang="en-AU" noProof="0" dirty="0"/>
              <a:t> and have a look around.  </a:t>
            </a:r>
          </a:p>
          <a:p>
            <a:r>
              <a:rPr lang="en-AU" noProof="0" dirty="0"/>
              <a:t>Write 1 – 2 sentences on your impressions.  Or just write your impressions if you have been to Redfern.</a:t>
            </a:r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8581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F0BC-8565-4C0A-AA73-921D8006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96AC1-361E-4DA2-811F-157B4B995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AU" noProof="0" dirty="0"/>
              <a:t>Read the words of the Australian national anthem. Write 2 – 3 dot points under each heading giving your ideas about it:</a:t>
            </a:r>
          </a:p>
          <a:p>
            <a:pPr lvl="1"/>
            <a:r>
              <a:rPr lang="en-AU" noProof="0" dirty="0"/>
              <a:t>What does it mean to you?</a:t>
            </a:r>
          </a:p>
          <a:p>
            <a:pPr lvl="1"/>
            <a:r>
              <a:rPr lang="en-AU" noProof="0" dirty="0"/>
              <a:t>What are some of the key words or lines?</a:t>
            </a:r>
          </a:p>
          <a:p>
            <a:pPr lvl="1"/>
            <a:r>
              <a:rPr lang="en-AU" noProof="0" dirty="0"/>
              <a:t>What is it for (purpose)?</a:t>
            </a:r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1944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CD65-BE8E-4356-8BD2-C39CFF44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B22B-47BF-4D74-8084-61C90E3E0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8" y="1825624"/>
            <a:ext cx="9159241" cy="48667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noProof="0" dirty="0"/>
              <a:t>Shari </a:t>
            </a:r>
            <a:r>
              <a:rPr lang="en-AU" noProof="0" dirty="0" err="1"/>
              <a:t>Sebbens</a:t>
            </a:r>
            <a:r>
              <a:rPr lang="en-AU" noProof="0" dirty="0"/>
              <a:t> and Miranda Tapsell have roles in the Australian feature film </a:t>
            </a:r>
            <a:r>
              <a:rPr lang="en-AU" i="1" noProof="0" dirty="0"/>
              <a:t>The Sapphires</a:t>
            </a:r>
            <a:r>
              <a:rPr lang="en-AU" noProof="0" dirty="0"/>
              <a:t> (Wayne Blair, 2012) .  </a:t>
            </a:r>
            <a:r>
              <a:rPr lang="en-AU" noProof="0" dirty="0" err="1"/>
              <a:t>Sebbens</a:t>
            </a:r>
            <a:r>
              <a:rPr lang="en-AU" noProof="0" dirty="0"/>
              <a:t> plays Kay and Tapsell plays Cynthia, two members of a quartet of young, talented singers from a remote Aboriginal mission.  </a:t>
            </a:r>
          </a:p>
          <a:p>
            <a:r>
              <a:rPr lang="en-AU" noProof="0" dirty="0"/>
              <a:t>If you have seen </a:t>
            </a:r>
            <a:r>
              <a:rPr lang="en-AU" i="1" noProof="0" dirty="0"/>
              <a:t>The Sapphires</a:t>
            </a:r>
            <a:r>
              <a:rPr lang="en-AU" noProof="0" dirty="0"/>
              <a:t> give your opinion of the film and comment on the roles played by </a:t>
            </a:r>
            <a:r>
              <a:rPr lang="en-AU" noProof="0" dirty="0" err="1"/>
              <a:t>Sebbens</a:t>
            </a:r>
            <a:r>
              <a:rPr lang="en-AU" noProof="0" dirty="0"/>
              <a:t> and Tapsell.  </a:t>
            </a:r>
          </a:p>
          <a:p>
            <a:r>
              <a:rPr lang="en-AU" noProof="0" dirty="0"/>
              <a:t>Otherwise watch a preview and comment. </a:t>
            </a:r>
          </a:p>
        </p:txBody>
      </p:sp>
    </p:spTree>
    <p:extLst>
      <p:ext uri="{BB962C8B-B14F-4D97-AF65-F5344CB8AC3E}">
        <p14:creationId xmlns:p14="http://schemas.microsoft.com/office/powerpoint/2010/main" val="38718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74B8-CC22-41D8-A88E-F800127C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1 Question 8 and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165D2-1160-43CD-BEAB-65BCD8E4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Write a definition of ‘reconciliation’</a:t>
            </a:r>
          </a:p>
          <a:p>
            <a:r>
              <a:rPr lang="en-AU" noProof="0" dirty="0"/>
              <a:t>Explain what ‘identity’ is.  Write approximately 100 words about ‘identity’ - either your personal identity or about the identity of a group where you feel you belong</a:t>
            </a:r>
          </a:p>
        </p:txBody>
      </p:sp>
    </p:spTree>
    <p:extLst>
      <p:ext uri="{BB962C8B-B14F-4D97-AF65-F5344CB8AC3E}">
        <p14:creationId xmlns:p14="http://schemas.microsoft.com/office/powerpoint/2010/main" val="147260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7774-CE4B-455F-81B7-1C3FCA7F6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86177-27C3-4BAD-A879-4C9A07A24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Learning Intentions </a:t>
            </a:r>
          </a:p>
          <a:p>
            <a:pPr lvl="1"/>
            <a:r>
              <a:rPr lang="en-AU" noProof="0" dirty="0"/>
              <a:t>To view Season 1, episode 4 of the TV series</a:t>
            </a:r>
          </a:p>
          <a:p>
            <a:r>
              <a:rPr lang="en-AU" noProof="0" dirty="0"/>
              <a:t>Success Criteria</a:t>
            </a:r>
          </a:p>
          <a:p>
            <a:pPr lvl="1"/>
            <a:r>
              <a:rPr lang="en-AU" noProof="0" dirty="0"/>
              <a:t>Completed a viewing of the first episode</a:t>
            </a:r>
          </a:p>
        </p:txBody>
      </p:sp>
    </p:spTree>
    <p:extLst>
      <p:ext uri="{BB962C8B-B14F-4D97-AF65-F5344CB8AC3E}">
        <p14:creationId xmlns:p14="http://schemas.microsoft.com/office/powerpoint/2010/main" val="130847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E417-979B-444E-A94B-BD7999E1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79FF-4036-4DC0-BC43-1398E27F1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noProof="0" dirty="0"/>
              <a:t>Learning Intentions </a:t>
            </a:r>
          </a:p>
          <a:p>
            <a:pPr lvl="1"/>
            <a:r>
              <a:rPr lang="en-AU" noProof="0" dirty="0"/>
              <a:t>To develop character profiles for the main characters</a:t>
            </a:r>
          </a:p>
          <a:p>
            <a:r>
              <a:rPr lang="en-AU" noProof="0" dirty="0"/>
              <a:t>Success Criteria </a:t>
            </a:r>
          </a:p>
          <a:p>
            <a:pPr lvl="1"/>
            <a:r>
              <a:rPr lang="en-AU" noProof="0" dirty="0"/>
              <a:t>Identified key words for each of the characters on their actions, appearance and speech</a:t>
            </a:r>
          </a:p>
        </p:txBody>
      </p:sp>
    </p:spTree>
    <p:extLst>
      <p:ext uri="{BB962C8B-B14F-4D97-AF65-F5344CB8AC3E}">
        <p14:creationId xmlns:p14="http://schemas.microsoft.com/office/powerpoint/2010/main" val="423703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1171-888D-4A02-BF54-4C8AE496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3 Question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41E4-4339-482A-8C7A-865ABA08D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noProof="0" dirty="0"/>
              <a:t>Write key words for each of the characters on their actions, appearance and speech</a:t>
            </a:r>
          </a:p>
          <a:p>
            <a:pPr marL="457200" lvl="1" indent="0">
              <a:buNone/>
            </a:pPr>
            <a:r>
              <a:rPr lang="en-AU" noProof="0" dirty="0"/>
              <a:t>Eddie Shields		</a:t>
            </a:r>
            <a:r>
              <a:rPr lang="en-AU" noProof="0" dirty="0" err="1"/>
              <a:t>Nic</a:t>
            </a:r>
            <a:r>
              <a:rPr lang="en-AU" noProof="0" dirty="0"/>
              <a:t> Shields</a:t>
            </a:r>
          </a:p>
          <a:p>
            <a:pPr marL="457200" lvl="1" indent="0">
              <a:buNone/>
            </a:pPr>
            <a:r>
              <a:rPr lang="en-AU" noProof="0" dirty="0"/>
              <a:t>Joel Shields		Mrs McCann</a:t>
            </a:r>
          </a:p>
          <a:p>
            <a:pPr marL="457200" lvl="1" indent="0">
              <a:buNone/>
            </a:pPr>
            <a:r>
              <a:rPr lang="en-AU" noProof="0" dirty="0"/>
              <a:t>Mr Parish		Chloe</a:t>
            </a:r>
          </a:p>
          <a:p>
            <a:pPr marL="457200" lvl="1" indent="0">
              <a:buNone/>
            </a:pPr>
            <a:r>
              <a:rPr lang="en-AU" noProof="0" dirty="0"/>
              <a:t>Mr Moore</a:t>
            </a:r>
          </a:p>
        </p:txBody>
      </p:sp>
    </p:spTree>
    <p:extLst>
      <p:ext uri="{BB962C8B-B14F-4D97-AF65-F5344CB8AC3E}">
        <p14:creationId xmlns:p14="http://schemas.microsoft.com/office/powerpoint/2010/main" val="1833200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66EB-8381-4CCF-90AF-43B9D088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1957E-2540-4CF1-B3D8-C998D9C52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8" y="1825625"/>
            <a:ext cx="9159241" cy="4667250"/>
          </a:xfrm>
        </p:spPr>
        <p:txBody>
          <a:bodyPr>
            <a:normAutofit fontScale="85000" lnSpcReduction="10000"/>
          </a:bodyPr>
          <a:lstStyle/>
          <a:p>
            <a:r>
              <a:rPr lang="en-AU" noProof="0" dirty="0"/>
              <a:t>Learning Intentions </a:t>
            </a:r>
          </a:p>
          <a:p>
            <a:pPr lvl="1"/>
            <a:r>
              <a:rPr lang="en-AU" noProof="0" dirty="0"/>
              <a:t>To examine plot techniques used to develop character</a:t>
            </a:r>
          </a:p>
          <a:p>
            <a:pPr lvl="1"/>
            <a:r>
              <a:rPr lang="en-US" dirty="0"/>
              <a:t>To discuss EST format and  response</a:t>
            </a:r>
            <a:endParaRPr lang="en-AU" noProof="0" dirty="0"/>
          </a:p>
          <a:p>
            <a:r>
              <a:rPr lang="en-AU" noProof="0" dirty="0"/>
              <a:t>Success Criteria</a:t>
            </a:r>
          </a:p>
          <a:p>
            <a:pPr lvl="1"/>
            <a:r>
              <a:rPr lang="en-AU" noProof="0" dirty="0"/>
              <a:t>Responded to character development and change as shown in plot. </a:t>
            </a:r>
          </a:p>
          <a:p>
            <a:pPr lvl="1"/>
            <a:r>
              <a:rPr lang="en-US" dirty="0"/>
              <a:t>Read  through and discuss document contents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02243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C5C9A-55B6-49D1-AD94-8904E60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4 Questions 11 and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F7923-E6DE-479B-AE78-99B09E971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Joel’s actions tell a great deal about him.  Select two incidents from the film where Joel’s actions give us an insight into his character.</a:t>
            </a:r>
          </a:p>
        </p:txBody>
      </p:sp>
    </p:spTree>
    <p:extLst>
      <p:ext uri="{BB962C8B-B14F-4D97-AF65-F5344CB8AC3E}">
        <p14:creationId xmlns:p14="http://schemas.microsoft.com/office/powerpoint/2010/main" val="3464278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9924-E57C-4499-B151-2C9112AE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Question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CB15-33F6-47FA-8ED2-55CDFCCFB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043" y="1351722"/>
            <a:ext cx="10124661" cy="5340626"/>
          </a:xfrm>
        </p:spPr>
        <p:txBody>
          <a:bodyPr numCol="2">
            <a:normAutofit fontScale="92500" lnSpcReduction="10000"/>
          </a:bodyPr>
          <a:lstStyle/>
          <a:p>
            <a:r>
              <a:rPr lang="en-AU" sz="2400" noProof="0" dirty="0"/>
              <a:t>Incident:</a:t>
            </a:r>
          </a:p>
          <a:p>
            <a:pPr lvl="1"/>
            <a:r>
              <a:rPr lang="en-AU" sz="2400" noProof="0" dirty="0"/>
              <a:t>In English class; responds to teachers questions; </a:t>
            </a:r>
          </a:p>
          <a:p>
            <a:pPr lvl="2"/>
            <a:r>
              <a:rPr lang="en-AU" sz="2000" noProof="0" dirty="0"/>
              <a:t>I caught this morning morning's minion, kingdom of daylight's dauphin.</a:t>
            </a:r>
          </a:p>
          <a:p>
            <a:pPr lvl="2"/>
            <a:r>
              <a:rPr lang="en-AU" sz="2000" noProof="0" dirty="0"/>
              <a:t>Look at these words. Look at them.</a:t>
            </a:r>
          </a:p>
          <a:p>
            <a:pPr lvl="2"/>
            <a:r>
              <a:rPr lang="en-AU" sz="2000" noProof="0" dirty="0"/>
              <a:t>Why has he written them? What's he saying? Look at the words. Look closely. 'Morning morning's minion.’</a:t>
            </a:r>
          </a:p>
          <a:p>
            <a:pPr lvl="2"/>
            <a:r>
              <a:rPr lang="en-AU" sz="2000" noProof="0" dirty="0"/>
              <a:t>Why these words? Why? The 'M’s. Look at the 'M’s. What's he saying? What is this brilliant poet saying in this brilliant poem? 'Morning morning's minion.’</a:t>
            </a:r>
          </a:p>
          <a:p>
            <a:pPr lvl="2"/>
            <a:r>
              <a:rPr lang="en-AU" sz="2000" noProof="0" dirty="0"/>
              <a:t>Birds? What did you say? </a:t>
            </a:r>
          </a:p>
          <a:p>
            <a:pPr lvl="2"/>
            <a:r>
              <a:rPr lang="en-AU" sz="2000" noProof="0" dirty="0"/>
              <a:t>Nothing.</a:t>
            </a:r>
          </a:p>
          <a:p>
            <a:pPr lvl="2"/>
            <a:r>
              <a:rPr lang="en-AU" sz="2000" noProof="0" dirty="0"/>
              <a:t>No, no, Joel, what did you say? </a:t>
            </a:r>
          </a:p>
          <a:p>
            <a:pPr lvl="2"/>
            <a:r>
              <a:rPr lang="en-AU" sz="2000" noProof="0" dirty="0"/>
              <a:t>Birds, sir.</a:t>
            </a:r>
          </a:p>
          <a:p>
            <a:pPr lvl="2"/>
            <a:r>
              <a:rPr lang="en-AU" sz="2000" noProof="0" dirty="0" err="1"/>
              <a:t>Shh</a:t>
            </a:r>
            <a:r>
              <a:rPr lang="en-AU" sz="2000" noProof="0" dirty="0"/>
              <a:t>, </a:t>
            </a:r>
            <a:r>
              <a:rPr lang="en-AU" sz="2000" noProof="0" dirty="0" err="1"/>
              <a:t>shh</a:t>
            </a:r>
            <a:r>
              <a:rPr lang="en-AU" sz="2000" noProof="0" dirty="0"/>
              <a:t>! Joel, why birds? </a:t>
            </a:r>
          </a:p>
          <a:p>
            <a:pPr lvl="2"/>
            <a:r>
              <a:rPr lang="en-AU" sz="2000" noProof="0" dirty="0"/>
              <a:t>The 'M's, sir. The 'M's look like birds.</a:t>
            </a:r>
          </a:p>
          <a:p>
            <a:pPr lvl="2"/>
            <a:r>
              <a:rPr lang="en-AU" sz="2000" noProof="0" dirty="0"/>
              <a:t>Yes! Yes, that's it. Well done, Joel. Excellent! 'Morning morning's minion.’ </a:t>
            </a:r>
          </a:p>
          <a:p>
            <a:pPr lvl="2"/>
            <a:r>
              <a:rPr lang="en-AU" sz="2000" noProof="0" dirty="0"/>
              <a:t>Poems paint pictures.</a:t>
            </a:r>
          </a:p>
        </p:txBody>
      </p:sp>
    </p:spTree>
    <p:extLst>
      <p:ext uri="{BB962C8B-B14F-4D97-AF65-F5344CB8AC3E}">
        <p14:creationId xmlns:p14="http://schemas.microsoft.com/office/powerpoint/2010/main" val="538277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9730-EFD3-41B5-828C-EF6A80F8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Joel’s </a:t>
            </a:r>
            <a:r>
              <a:rPr lang="en-AU" dirty="0"/>
              <a:t>Character</a:t>
            </a:r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7D8D-9CCA-457D-8261-F3BE15925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noProof="0" dirty="0"/>
              <a:t>Daring – willing to offer an answer when no-one else does</a:t>
            </a:r>
          </a:p>
          <a:p>
            <a:r>
              <a:rPr lang="en-AU" noProof="0" dirty="0"/>
              <a:t>Reason </a:t>
            </a:r>
          </a:p>
          <a:p>
            <a:pPr lvl="1"/>
            <a:r>
              <a:rPr lang="en-AU" noProof="0" dirty="0"/>
              <a:t>little exposure to academic rigour </a:t>
            </a:r>
          </a:p>
          <a:p>
            <a:pPr lvl="1"/>
            <a:r>
              <a:rPr lang="en-AU" noProof="0" dirty="0"/>
              <a:t>but willing to think and provide some reason </a:t>
            </a:r>
          </a:p>
          <a:p>
            <a:pPr lvl="1"/>
            <a:r>
              <a:rPr lang="en-AU" noProof="0" dirty="0"/>
              <a:t>and experiences poetry from </a:t>
            </a:r>
            <a:r>
              <a:rPr lang="en-AU" noProof="0"/>
              <a:t>a visually</a:t>
            </a:r>
            <a:endParaRPr lang="en-AU" noProof="0" dirty="0"/>
          </a:p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0425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5A08-52AF-4AD0-A84D-4D6092AC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4 Questions 13 and 14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FCD9-BF66-419F-B980-E4145AEF8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8" y="1825625"/>
            <a:ext cx="9159241" cy="4840218"/>
          </a:xfrm>
        </p:spPr>
        <p:txBody>
          <a:bodyPr>
            <a:normAutofit fontScale="92500" lnSpcReduction="10000"/>
          </a:bodyPr>
          <a:lstStyle/>
          <a:p>
            <a:r>
              <a:rPr lang="en-AU" noProof="0" dirty="0"/>
              <a:t>How does Joel change?  What does he discover and learn?</a:t>
            </a:r>
          </a:p>
          <a:p>
            <a:r>
              <a:rPr lang="en-AU" noProof="0" dirty="0"/>
              <a:t>What is Joel’s future?  </a:t>
            </a:r>
          </a:p>
          <a:p>
            <a:pPr lvl="1"/>
            <a:r>
              <a:rPr lang="en-AU" noProof="0" dirty="0"/>
              <a:t>Write your opinion on what his life and circumstances will be one year later.  </a:t>
            </a:r>
          </a:p>
          <a:p>
            <a:pPr lvl="1"/>
            <a:r>
              <a:rPr lang="en-AU" noProof="0" dirty="0"/>
              <a:t>Where will he be and what will he be doing? </a:t>
            </a:r>
          </a:p>
          <a:p>
            <a:pPr lvl="1"/>
            <a:r>
              <a:rPr lang="en-AU" noProof="0" dirty="0"/>
              <a:t>Will he be happy?</a:t>
            </a:r>
          </a:p>
          <a:p>
            <a:pPr marL="0" indent="0">
              <a:buNone/>
            </a:pP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864722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283E-1ADA-43B5-B562-FD5FE4DF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Lesson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A5C5-E07A-4641-9417-95916FAB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noProof="0" dirty="0"/>
              <a:t>Learning Intentions </a:t>
            </a:r>
          </a:p>
          <a:p>
            <a:r>
              <a:rPr lang="en-AU" noProof="0" dirty="0"/>
              <a:t>Success Criteria</a:t>
            </a:r>
          </a:p>
          <a:p>
            <a:pPr lvl="1"/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27321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810</Words>
  <Application>Microsoft Office PowerPoint</Application>
  <PresentationFormat>Widescreen</PresentationFormat>
  <Paragraphs>101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Cooper Black</vt:lpstr>
      <vt:lpstr>Office Theme</vt:lpstr>
      <vt:lpstr>Redfern Now</vt:lpstr>
      <vt:lpstr>Lesson 1</vt:lpstr>
      <vt:lpstr>Redfern Now</vt:lpstr>
      <vt:lpstr>Lesson 1 Question 1</vt:lpstr>
      <vt:lpstr>Lesson 1 Question 2</vt:lpstr>
      <vt:lpstr>Lesson 1 Question 3</vt:lpstr>
      <vt:lpstr>Lesson 1 Question 4</vt:lpstr>
      <vt:lpstr>Lesson 1 Question 5</vt:lpstr>
      <vt:lpstr>Lesson 1 Question 6</vt:lpstr>
      <vt:lpstr>Lesson 1 Question 7</vt:lpstr>
      <vt:lpstr>Lesson 1 Question 8 and 9</vt:lpstr>
      <vt:lpstr>Lesson 2</vt:lpstr>
      <vt:lpstr>Lesson 3</vt:lpstr>
      <vt:lpstr>Lesson 3 Question 10</vt:lpstr>
      <vt:lpstr>Lesson 4</vt:lpstr>
      <vt:lpstr>Lesson 4 Questions 11 and 12</vt:lpstr>
      <vt:lpstr>Question 12</vt:lpstr>
      <vt:lpstr>Joel’s Character</vt:lpstr>
      <vt:lpstr>Lesson 4 Questions 13 and 14 </vt:lpstr>
      <vt:lpstr>Lesson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Redfern Now</dc:title>
  <dc:creator>Andre Janse van Rensburg</dc:creator>
  <cp:lastModifiedBy>Andre Janse van Rensburg</cp:lastModifiedBy>
  <cp:revision>6</cp:revision>
  <dcterms:created xsi:type="dcterms:W3CDTF">2018-04-05T01:48:44Z</dcterms:created>
  <dcterms:modified xsi:type="dcterms:W3CDTF">2018-12-06T06:11:50Z</dcterms:modified>
</cp:coreProperties>
</file>