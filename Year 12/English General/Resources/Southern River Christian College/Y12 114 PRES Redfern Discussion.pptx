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80A674-72EA-486D-847C-5775530A8300}" type="doc">
      <dgm:prSet loTypeId="urn:microsoft.com/office/officeart/2005/8/layout/list1" loCatId="list" qsTypeId="urn:microsoft.com/office/officeart/2005/8/quickstyle/simple3" qsCatId="simple" csTypeId="urn:microsoft.com/office/officeart/2005/8/colors/accent6_1" csCatId="accent6"/>
      <dgm:spPr/>
      <dgm:t>
        <a:bodyPr/>
        <a:lstStyle/>
        <a:p>
          <a:endParaRPr lang="en-US"/>
        </a:p>
      </dgm:t>
    </dgm:pt>
    <dgm:pt modelId="{A9D0F1DD-E998-4901-AE09-68753F9EB946}">
      <dgm:prSet/>
      <dgm:spPr/>
      <dgm:t>
        <a:bodyPr/>
        <a:lstStyle/>
        <a:p>
          <a:r>
            <a:rPr lang="en-US"/>
            <a:t>Learning Intentions</a:t>
          </a:r>
        </a:p>
      </dgm:t>
    </dgm:pt>
    <dgm:pt modelId="{C03DE5C9-1E29-4A35-958B-1273D52DEB6B}" type="parTrans" cxnId="{AD4D102C-1A80-4E32-99F4-07C1F4066F99}">
      <dgm:prSet/>
      <dgm:spPr/>
      <dgm:t>
        <a:bodyPr/>
        <a:lstStyle/>
        <a:p>
          <a:endParaRPr lang="en-US"/>
        </a:p>
      </dgm:t>
    </dgm:pt>
    <dgm:pt modelId="{58E89D05-B352-4696-9FB8-847B745604B0}" type="sibTrans" cxnId="{AD4D102C-1A80-4E32-99F4-07C1F4066F99}">
      <dgm:prSet/>
      <dgm:spPr/>
      <dgm:t>
        <a:bodyPr/>
        <a:lstStyle/>
        <a:p>
          <a:endParaRPr lang="en-US"/>
        </a:p>
      </dgm:t>
    </dgm:pt>
    <dgm:pt modelId="{315A6F7C-4A02-4A35-ADB8-87676AC824E8}">
      <dgm:prSet/>
      <dgm:spPr/>
      <dgm:t>
        <a:bodyPr/>
        <a:lstStyle/>
        <a:p>
          <a:r>
            <a:rPr lang="en-AU"/>
            <a:t>To view Season 1, episode 2 of the TV series called “Joyride”</a:t>
          </a:r>
          <a:endParaRPr lang="en-US"/>
        </a:p>
      </dgm:t>
    </dgm:pt>
    <dgm:pt modelId="{EFE6F2BA-C6E0-4FC3-A4BC-A4BCFD63FB17}" type="parTrans" cxnId="{D8A923BF-FB03-4069-BC30-E98A9E9D2CB0}">
      <dgm:prSet/>
      <dgm:spPr/>
      <dgm:t>
        <a:bodyPr/>
        <a:lstStyle/>
        <a:p>
          <a:endParaRPr lang="en-US"/>
        </a:p>
      </dgm:t>
    </dgm:pt>
    <dgm:pt modelId="{9B35433F-D0A6-4383-B66B-F596EAC1F751}" type="sibTrans" cxnId="{D8A923BF-FB03-4069-BC30-E98A9E9D2CB0}">
      <dgm:prSet/>
      <dgm:spPr/>
      <dgm:t>
        <a:bodyPr/>
        <a:lstStyle/>
        <a:p>
          <a:endParaRPr lang="en-US"/>
        </a:p>
      </dgm:t>
    </dgm:pt>
    <dgm:pt modelId="{3F371EBB-4C50-44A5-8ACC-7A638E2BBD23}">
      <dgm:prSet/>
      <dgm:spPr/>
      <dgm:t>
        <a:bodyPr/>
        <a:lstStyle/>
        <a:p>
          <a:r>
            <a:rPr lang="en-US"/>
            <a:t>Success Criteria</a:t>
          </a:r>
        </a:p>
      </dgm:t>
    </dgm:pt>
    <dgm:pt modelId="{7B4DB936-011A-4415-8D0F-9C32A7F819DB}" type="parTrans" cxnId="{A9CE03E8-CE05-4CDA-A438-8455AEC11D7D}">
      <dgm:prSet/>
      <dgm:spPr/>
      <dgm:t>
        <a:bodyPr/>
        <a:lstStyle/>
        <a:p>
          <a:endParaRPr lang="en-US"/>
        </a:p>
      </dgm:t>
    </dgm:pt>
    <dgm:pt modelId="{CAE7CD7A-D9AF-43A6-BC44-09D62FB7564E}" type="sibTrans" cxnId="{A9CE03E8-CE05-4CDA-A438-8455AEC11D7D}">
      <dgm:prSet/>
      <dgm:spPr/>
      <dgm:t>
        <a:bodyPr/>
        <a:lstStyle/>
        <a:p>
          <a:endParaRPr lang="en-US"/>
        </a:p>
      </dgm:t>
    </dgm:pt>
    <dgm:pt modelId="{134561E4-F854-4A69-B26D-263C4920092B}">
      <dgm:prSet/>
      <dgm:spPr/>
      <dgm:t>
        <a:bodyPr/>
        <a:lstStyle/>
        <a:p>
          <a:r>
            <a:rPr lang="en-US"/>
            <a:t>Completed a viewing of the episode</a:t>
          </a:r>
        </a:p>
      </dgm:t>
    </dgm:pt>
    <dgm:pt modelId="{3E4B7422-CCF7-42B8-B8CE-94B310EDF73F}" type="parTrans" cxnId="{EC0C2612-ED64-46F1-8FC1-24E03624B44D}">
      <dgm:prSet/>
      <dgm:spPr/>
      <dgm:t>
        <a:bodyPr/>
        <a:lstStyle/>
        <a:p>
          <a:endParaRPr lang="en-US"/>
        </a:p>
      </dgm:t>
    </dgm:pt>
    <dgm:pt modelId="{80A6562F-CFE1-4A67-A2A9-D9B28288E7E9}" type="sibTrans" cxnId="{EC0C2612-ED64-46F1-8FC1-24E03624B44D}">
      <dgm:prSet/>
      <dgm:spPr/>
      <dgm:t>
        <a:bodyPr/>
        <a:lstStyle/>
        <a:p>
          <a:endParaRPr lang="en-US"/>
        </a:p>
      </dgm:t>
    </dgm:pt>
    <dgm:pt modelId="{B835F3EB-13BF-4A04-AC9B-968CE7B968A2}" type="pres">
      <dgm:prSet presAssocID="{A780A674-72EA-486D-847C-5775530A8300}" presName="linear" presStyleCnt="0">
        <dgm:presLayoutVars>
          <dgm:dir/>
          <dgm:animLvl val="lvl"/>
          <dgm:resizeHandles val="exact"/>
        </dgm:presLayoutVars>
      </dgm:prSet>
      <dgm:spPr/>
    </dgm:pt>
    <dgm:pt modelId="{707621F7-64A5-4C2E-BBCB-9BAF3FB37E26}" type="pres">
      <dgm:prSet presAssocID="{A9D0F1DD-E998-4901-AE09-68753F9EB946}" presName="parentLin" presStyleCnt="0"/>
      <dgm:spPr/>
    </dgm:pt>
    <dgm:pt modelId="{7D5CCB61-1A62-4291-8147-9BBEC1B3AB5C}" type="pres">
      <dgm:prSet presAssocID="{A9D0F1DD-E998-4901-AE09-68753F9EB946}" presName="parentLeftMargin" presStyleLbl="node1" presStyleIdx="0" presStyleCnt="2"/>
      <dgm:spPr/>
    </dgm:pt>
    <dgm:pt modelId="{84E70860-D0DC-4400-8241-FEB6C169CE33}" type="pres">
      <dgm:prSet presAssocID="{A9D0F1DD-E998-4901-AE09-68753F9EB94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D51F346-ABD8-494D-A532-122FD81DF7CA}" type="pres">
      <dgm:prSet presAssocID="{A9D0F1DD-E998-4901-AE09-68753F9EB946}" presName="negativeSpace" presStyleCnt="0"/>
      <dgm:spPr/>
    </dgm:pt>
    <dgm:pt modelId="{60BAB402-2AFB-4772-8B3A-A141171D84ED}" type="pres">
      <dgm:prSet presAssocID="{A9D0F1DD-E998-4901-AE09-68753F9EB946}" presName="childText" presStyleLbl="conFgAcc1" presStyleIdx="0" presStyleCnt="2">
        <dgm:presLayoutVars>
          <dgm:bulletEnabled val="1"/>
        </dgm:presLayoutVars>
      </dgm:prSet>
      <dgm:spPr/>
    </dgm:pt>
    <dgm:pt modelId="{F24090DB-11C5-498D-94B6-47C0A1EDE29C}" type="pres">
      <dgm:prSet presAssocID="{58E89D05-B352-4696-9FB8-847B745604B0}" presName="spaceBetweenRectangles" presStyleCnt="0"/>
      <dgm:spPr/>
    </dgm:pt>
    <dgm:pt modelId="{4898B0BA-8363-4C2C-B590-CCC7910AD034}" type="pres">
      <dgm:prSet presAssocID="{3F371EBB-4C50-44A5-8ACC-7A638E2BBD23}" presName="parentLin" presStyleCnt="0"/>
      <dgm:spPr/>
    </dgm:pt>
    <dgm:pt modelId="{0BC5A198-8514-4156-A4BF-644B77320D1E}" type="pres">
      <dgm:prSet presAssocID="{3F371EBB-4C50-44A5-8ACC-7A638E2BBD23}" presName="parentLeftMargin" presStyleLbl="node1" presStyleIdx="0" presStyleCnt="2"/>
      <dgm:spPr/>
    </dgm:pt>
    <dgm:pt modelId="{732E929F-3280-455E-9C30-514A9958C5E1}" type="pres">
      <dgm:prSet presAssocID="{3F371EBB-4C50-44A5-8ACC-7A638E2BBD2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AABB49E-26B2-4963-9322-1229A42A28ED}" type="pres">
      <dgm:prSet presAssocID="{3F371EBB-4C50-44A5-8ACC-7A638E2BBD23}" presName="negativeSpace" presStyleCnt="0"/>
      <dgm:spPr/>
    </dgm:pt>
    <dgm:pt modelId="{49222292-19A1-41FD-8E4B-192B8F2204BA}" type="pres">
      <dgm:prSet presAssocID="{3F371EBB-4C50-44A5-8ACC-7A638E2BBD2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C0C2612-ED64-46F1-8FC1-24E03624B44D}" srcId="{3F371EBB-4C50-44A5-8ACC-7A638E2BBD23}" destId="{134561E4-F854-4A69-B26D-263C4920092B}" srcOrd="0" destOrd="0" parTransId="{3E4B7422-CCF7-42B8-B8CE-94B310EDF73F}" sibTransId="{80A6562F-CFE1-4A67-A2A9-D9B28288E7E9}"/>
    <dgm:cxn modelId="{F7AC6C1C-26EF-4F52-A7B8-0AC1BAC0D957}" type="presOf" srcId="{3F371EBB-4C50-44A5-8ACC-7A638E2BBD23}" destId="{0BC5A198-8514-4156-A4BF-644B77320D1E}" srcOrd="0" destOrd="0" presId="urn:microsoft.com/office/officeart/2005/8/layout/list1"/>
    <dgm:cxn modelId="{AD4D102C-1A80-4E32-99F4-07C1F4066F99}" srcId="{A780A674-72EA-486D-847C-5775530A8300}" destId="{A9D0F1DD-E998-4901-AE09-68753F9EB946}" srcOrd="0" destOrd="0" parTransId="{C03DE5C9-1E29-4A35-958B-1273D52DEB6B}" sibTransId="{58E89D05-B352-4696-9FB8-847B745604B0}"/>
    <dgm:cxn modelId="{E6D3C033-75CF-468D-9369-1DFF371C9FCC}" type="presOf" srcId="{A9D0F1DD-E998-4901-AE09-68753F9EB946}" destId="{84E70860-D0DC-4400-8241-FEB6C169CE33}" srcOrd="1" destOrd="0" presId="urn:microsoft.com/office/officeart/2005/8/layout/list1"/>
    <dgm:cxn modelId="{EC5FF034-B529-40FA-A3C8-EEEFB98F4CE5}" type="presOf" srcId="{315A6F7C-4A02-4A35-ADB8-87676AC824E8}" destId="{60BAB402-2AFB-4772-8B3A-A141171D84ED}" srcOrd="0" destOrd="0" presId="urn:microsoft.com/office/officeart/2005/8/layout/list1"/>
    <dgm:cxn modelId="{3846D338-C14A-4F05-9A16-CFE6AD3BB7E5}" type="presOf" srcId="{A780A674-72EA-486D-847C-5775530A8300}" destId="{B835F3EB-13BF-4A04-AC9B-968CE7B968A2}" srcOrd="0" destOrd="0" presId="urn:microsoft.com/office/officeart/2005/8/layout/list1"/>
    <dgm:cxn modelId="{327D614F-A37B-4211-BF67-79B509D179B3}" type="presOf" srcId="{A9D0F1DD-E998-4901-AE09-68753F9EB946}" destId="{7D5CCB61-1A62-4291-8147-9BBEC1B3AB5C}" srcOrd="0" destOrd="0" presId="urn:microsoft.com/office/officeart/2005/8/layout/list1"/>
    <dgm:cxn modelId="{A8CE647A-6C2E-42AD-B700-54E92208CB8B}" type="presOf" srcId="{134561E4-F854-4A69-B26D-263C4920092B}" destId="{49222292-19A1-41FD-8E4B-192B8F2204BA}" srcOrd="0" destOrd="0" presId="urn:microsoft.com/office/officeart/2005/8/layout/list1"/>
    <dgm:cxn modelId="{D8A923BF-FB03-4069-BC30-E98A9E9D2CB0}" srcId="{A9D0F1DD-E998-4901-AE09-68753F9EB946}" destId="{315A6F7C-4A02-4A35-ADB8-87676AC824E8}" srcOrd="0" destOrd="0" parTransId="{EFE6F2BA-C6E0-4FC3-A4BC-A4BCFD63FB17}" sibTransId="{9B35433F-D0A6-4383-B66B-F596EAC1F751}"/>
    <dgm:cxn modelId="{A9CE03E8-CE05-4CDA-A438-8455AEC11D7D}" srcId="{A780A674-72EA-486D-847C-5775530A8300}" destId="{3F371EBB-4C50-44A5-8ACC-7A638E2BBD23}" srcOrd="1" destOrd="0" parTransId="{7B4DB936-011A-4415-8D0F-9C32A7F819DB}" sibTransId="{CAE7CD7A-D9AF-43A6-BC44-09D62FB7564E}"/>
    <dgm:cxn modelId="{6A95DEEC-1967-4867-B438-84C2B47F43D6}" type="presOf" srcId="{3F371EBB-4C50-44A5-8ACC-7A638E2BBD23}" destId="{732E929F-3280-455E-9C30-514A9958C5E1}" srcOrd="1" destOrd="0" presId="urn:microsoft.com/office/officeart/2005/8/layout/list1"/>
    <dgm:cxn modelId="{A3B14526-D748-472E-BBFC-8BFD24233600}" type="presParOf" srcId="{B835F3EB-13BF-4A04-AC9B-968CE7B968A2}" destId="{707621F7-64A5-4C2E-BBCB-9BAF3FB37E26}" srcOrd="0" destOrd="0" presId="urn:microsoft.com/office/officeart/2005/8/layout/list1"/>
    <dgm:cxn modelId="{9FDC6D43-5B9F-437A-808E-94AD3722934E}" type="presParOf" srcId="{707621F7-64A5-4C2E-BBCB-9BAF3FB37E26}" destId="{7D5CCB61-1A62-4291-8147-9BBEC1B3AB5C}" srcOrd="0" destOrd="0" presId="urn:microsoft.com/office/officeart/2005/8/layout/list1"/>
    <dgm:cxn modelId="{1C0147BB-C7D0-4440-AFE3-40DC0D91EA70}" type="presParOf" srcId="{707621F7-64A5-4C2E-BBCB-9BAF3FB37E26}" destId="{84E70860-D0DC-4400-8241-FEB6C169CE33}" srcOrd="1" destOrd="0" presId="urn:microsoft.com/office/officeart/2005/8/layout/list1"/>
    <dgm:cxn modelId="{23625497-EF21-443D-8D85-3A536D0C5F44}" type="presParOf" srcId="{B835F3EB-13BF-4A04-AC9B-968CE7B968A2}" destId="{CD51F346-ABD8-494D-A532-122FD81DF7CA}" srcOrd="1" destOrd="0" presId="urn:microsoft.com/office/officeart/2005/8/layout/list1"/>
    <dgm:cxn modelId="{ADA1F1BF-5F70-4496-81A0-7C651FB3C44A}" type="presParOf" srcId="{B835F3EB-13BF-4A04-AC9B-968CE7B968A2}" destId="{60BAB402-2AFB-4772-8B3A-A141171D84ED}" srcOrd="2" destOrd="0" presId="urn:microsoft.com/office/officeart/2005/8/layout/list1"/>
    <dgm:cxn modelId="{AB14C83B-8A18-4203-AA7C-4DD13D69A9A7}" type="presParOf" srcId="{B835F3EB-13BF-4A04-AC9B-968CE7B968A2}" destId="{F24090DB-11C5-498D-94B6-47C0A1EDE29C}" srcOrd="3" destOrd="0" presId="urn:microsoft.com/office/officeart/2005/8/layout/list1"/>
    <dgm:cxn modelId="{279CEDB0-E5C5-42E6-9FF7-D9FCD7B4C721}" type="presParOf" srcId="{B835F3EB-13BF-4A04-AC9B-968CE7B968A2}" destId="{4898B0BA-8363-4C2C-B590-CCC7910AD034}" srcOrd="4" destOrd="0" presId="urn:microsoft.com/office/officeart/2005/8/layout/list1"/>
    <dgm:cxn modelId="{A08D5498-F71E-4574-8E13-A7C74D4B1579}" type="presParOf" srcId="{4898B0BA-8363-4C2C-B590-CCC7910AD034}" destId="{0BC5A198-8514-4156-A4BF-644B77320D1E}" srcOrd="0" destOrd="0" presId="urn:microsoft.com/office/officeart/2005/8/layout/list1"/>
    <dgm:cxn modelId="{A399CDFC-52E2-42F3-97DE-76B412A2EDBE}" type="presParOf" srcId="{4898B0BA-8363-4C2C-B590-CCC7910AD034}" destId="{732E929F-3280-455E-9C30-514A9958C5E1}" srcOrd="1" destOrd="0" presId="urn:microsoft.com/office/officeart/2005/8/layout/list1"/>
    <dgm:cxn modelId="{43D8BA02-BF3E-4C5B-8460-B1FF933BDDAE}" type="presParOf" srcId="{B835F3EB-13BF-4A04-AC9B-968CE7B968A2}" destId="{8AABB49E-26B2-4963-9322-1229A42A28ED}" srcOrd="5" destOrd="0" presId="urn:microsoft.com/office/officeart/2005/8/layout/list1"/>
    <dgm:cxn modelId="{6642CD66-D1C5-46D4-8B62-00E8F5531CB8}" type="presParOf" srcId="{B835F3EB-13BF-4A04-AC9B-968CE7B968A2}" destId="{49222292-19A1-41FD-8E4B-192B8F2204B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3FD421-5F67-409B-A3D0-079579C99A1A}" type="doc">
      <dgm:prSet loTypeId="urn:microsoft.com/office/officeart/2005/8/layout/list1" loCatId="list" qsTypeId="urn:microsoft.com/office/officeart/2005/8/quickstyle/simple3" qsCatId="simple" csTypeId="urn:microsoft.com/office/officeart/2005/8/colors/accent3_1" csCatId="accent3"/>
      <dgm:spPr/>
      <dgm:t>
        <a:bodyPr/>
        <a:lstStyle/>
        <a:p>
          <a:endParaRPr lang="en-US"/>
        </a:p>
      </dgm:t>
    </dgm:pt>
    <dgm:pt modelId="{7B0398D0-B97B-4AF7-B441-C87AEE41C325}">
      <dgm:prSet/>
      <dgm:spPr/>
      <dgm:t>
        <a:bodyPr/>
        <a:lstStyle/>
        <a:p>
          <a:r>
            <a:rPr lang="en-US"/>
            <a:t>Learning Intentions</a:t>
          </a:r>
        </a:p>
      </dgm:t>
    </dgm:pt>
    <dgm:pt modelId="{B43DA0E2-39AA-46CB-BBDB-9668D50F6783}" type="parTrans" cxnId="{ECE36C07-2C58-4993-B37F-A51F30958C8A}">
      <dgm:prSet/>
      <dgm:spPr/>
      <dgm:t>
        <a:bodyPr/>
        <a:lstStyle/>
        <a:p>
          <a:endParaRPr lang="en-US"/>
        </a:p>
      </dgm:t>
    </dgm:pt>
    <dgm:pt modelId="{B7606DF9-0509-4D1B-A183-632F702D49B6}" type="sibTrans" cxnId="{ECE36C07-2C58-4993-B37F-A51F30958C8A}">
      <dgm:prSet/>
      <dgm:spPr/>
      <dgm:t>
        <a:bodyPr/>
        <a:lstStyle/>
        <a:p>
          <a:endParaRPr lang="en-US"/>
        </a:p>
      </dgm:t>
    </dgm:pt>
    <dgm:pt modelId="{23BE1B84-EA70-4268-B92E-B03325A3BFDF}">
      <dgm:prSet/>
      <dgm:spPr/>
      <dgm:t>
        <a:bodyPr/>
        <a:lstStyle/>
        <a:p>
          <a:r>
            <a:rPr lang="en-AU"/>
            <a:t>To examine the relationship between film techniques and meaning</a:t>
          </a:r>
          <a:endParaRPr lang="en-US"/>
        </a:p>
      </dgm:t>
    </dgm:pt>
    <dgm:pt modelId="{94A5A779-A789-462E-9EF2-F018DC4703AD}" type="parTrans" cxnId="{FDB70381-A2D1-4A06-B312-F5AE8A1BC4A9}">
      <dgm:prSet/>
      <dgm:spPr/>
      <dgm:t>
        <a:bodyPr/>
        <a:lstStyle/>
        <a:p>
          <a:endParaRPr lang="en-US"/>
        </a:p>
      </dgm:t>
    </dgm:pt>
    <dgm:pt modelId="{DA60DB2C-062B-4580-BEA7-0FDD875DAD6C}" type="sibTrans" cxnId="{FDB70381-A2D1-4A06-B312-F5AE8A1BC4A9}">
      <dgm:prSet/>
      <dgm:spPr/>
      <dgm:t>
        <a:bodyPr/>
        <a:lstStyle/>
        <a:p>
          <a:endParaRPr lang="en-US"/>
        </a:p>
      </dgm:t>
    </dgm:pt>
    <dgm:pt modelId="{FA0946B5-94C3-4F5B-A696-B40935FE9FC6}">
      <dgm:prSet/>
      <dgm:spPr/>
      <dgm:t>
        <a:bodyPr/>
        <a:lstStyle/>
        <a:p>
          <a:r>
            <a:rPr lang="en-US"/>
            <a:t>S</a:t>
          </a:r>
          <a:r>
            <a:rPr lang="en-AU"/>
            <a:t>uccess Criteria</a:t>
          </a:r>
          <a:endParaRPr lang="en-US"/>
        </a:p>
      </dgm:t>
    </dgm:pt>
    <dgm:pt modelId="{37B9E6C7-821C-401F-84B2-E2F4C243B01B}" type="parTrans" cxnId="{51A950C5-57D0-46B4-B83F-58F9373CA77C}">
      <dgm:prSet/>
      <dgm:spPr/>
      <dgm:t>
        <a:bodyPr/>
        <a:lstStyle/>
        <a:p>
          <a:endParaRPr lang="en-US"/>
        </a:p>
      </dgm:t>
    </dgm:pt>
    <dgm:pt modelId="{51A00588-DC5E-413D-860A-274932B640DD}" type="sibTrans" cxnId="{51A950C5-57D0-46B4-B83F-58F9373CA77C}">
      <dgm:prSet/>
      <dgm:spPr/>
      <dgm:t>
        <a:bodyPr/>
        <a:lstStyle/>
        <a:p>
          <a:endParaRPr lang="en-US"/>
        </a:p>
      </dgm:t>
    </dgm:pt>
    <dgm:pt modelId="{845D3DD1-2F86-4D8C-8D07-5D8A58332F53}">
      <dgm:prSet/>
      <dgm:spPr/>
      <dgm:t>
        <a:bodyPr/>
        <a:lstStyle/>
        <a:p>
          <a:r>
            <a:rPr lang="en-AU"/>
            <a:t>Completed Handout (pp2-5) Questions 1-9</a:t>
          </a:r>
          <a:endParaRPr lang="en-US"/>
        </a:p>
      </dgm:t>
    </dgm:pt>
    <dgm:pt modelId="{6705732D-758B-437C-A0E5-36FAEC0B3154}" type="parTrans" cxnId="{F3E16CCF-2012-4DA1-BE3E-F4485986FBB8}">
      <dgm:prSet/>
      <dgm:spPr/>
      <dgm:t>
        <a:bodyPr/>
        <a:lstStyle/>
        <a:p>
          <a:endParaRPr lang="en-US"/>
        </a:p>
      </dgm:t>
    </dgm:pt>
    <dgm:pt modelId="{C6549BD1-B4A1-41BC-BECC-8F7088810C71}" type="sibTrans" cxnId="{F3E16CCF-2012-4DA1-BE3E-F4485986FBB8}">
      <dgm:prSet/>
      <dgm:spPr/>
      <dgm:t>
        <a:bodyPr/>
        <a:lstStyle/>
        <a:p>
          <a:endParaRPr lang="en-US"/>
        </a:p>
      </dgm:t>
    </dgm:pt>
    <dgm:pt modelId="{DC112E8E-1524-4AEF-BA0E-57A5E71FBE8A}" type="pres">
      <dgm:prSet presAssocID="{433FD421-5F67-409B-A3D0-079579C99A1A}" presName="linear" presStyleCnt="0">
        <dgm:presLayoutVars>
          <dgm:dir/>
          <dgm:animLvl val="lvl"/>
          <dgm:resizeHandles val="exact"/>
        </dgm:presLayoutVars>
      </dgm:prSet>
      <dgm:spPr/>
    </dgm:pt>
    <dgm:pt modelId="{675CF04E-F03B-490B-8BE8-86DAD3AD23DB}" type="pres">
      <dgm:prSet presAssocID="{7B0398D0-B97B-4AF7-B441-C87AEE41C325}" presName="parentLin" presStyleCnt="0"/>
      <dgm:spPr/>
    </dgm:pt>
    <dgm:pt modelId="{650B808D-F261-4686-9108-664AC4ADEB66}" type="pres">
      <dgm:prSet presAssocID="{7B0398D0-B97B-4AF7-B441-C87AEE41C325}" presName="parentLeftMargin" presStyleLbl="node1" presStyleIdx="0" presStyleCnt="2"/>
      <dgm:spPr/>
    </dgm:pt>
    <dgm:pt modelId="{B379B08E-5906-4D38-BD66-E4C2FD486319}" type="pres">
      <dgm:prSet presAssocID="{7B0398D0-B97B-4AF7-B441-C87AEE41C32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C8BFF2C-F522-4C68-B822-C42123A0FD8F}" type="pres">
      <dgm:prSet presAssocID="{7B0398D0-B97B-4AF7-B441-C87AEE41C325}" presName="negativeSpace" presStyleCnt="0"/>
      <dgm:spPr/>
    </dgm:pt>
    <dgm:pt modelId="{2F489F2D-1EC2-4014-A316-AB8A99AEFA1F}" type="pres">
      <dgm:prSet presAssocID="{7B0398D0-B97B-4AF7-B441-C87AEE41C325}" presName="childText" presStyleLbl="conFgAcc1" presStyleIdx="0" presStyleCnt="2">
        <dgm:presLayoutVars>
          <dgm:bulletEnabled val="1"/>
        </dgm:presLayoutVars>
      </dgm:prSet>
      <dgm:spPr/>
    </dgm:pt>
    <dgm:pt modelId="{19A42398-2C4D-4B8D-B83E-F5D933053D8D}" type="pres">
      <dgm:prSet presAssocID="{B7606DF9-0509-4D1B-A183-632F702D49B6}" presName="spaceBetweenRectangles" presStyleCnt="0"/>
      <dgm:spPr/>
    </dgm:pt>
    <dgm:pt modelId="{28F5D11C-A999-4E02-851D-D59EFFE24A89}" type="pres">
      <dgm:prSet presAssocID="{FA0946B5-94C3-4F5B-A696-B40935FE9FC6}" presName="parentLin" presStyleCnt="0"/>
      <dgm:spPr/>
    </dgm:pt>
    <dgm:pt modelId="{E366543D-DC9D-4761-9858-13EF3B4ACBCC}" type="pres">
      <dgm:prSet presAssocID="{FA0946B5-94C3-4F5B-A696-B40935FE9FC6}" presName="parentLeftMargin" presStyleLbl="node1" presStyleIdx="0" presStyleCnt="2"/>
      <dgm:spPr/>
    </dgm:pt>
    <dgm:pt modelId="{A43836A6-AF83-4B6D-A7D7-166703549DC1}" type="pres">
      <dgm:prSet presAssocID="{FA0946B5-94C3-4F5B-A696-B40935FE9FC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D8DF93F-4B4D-429A-9D1F-00BEF80FD646}" type="pres">
      <dgm:prSet presAssocID="{FA0946B5-94C3-4F5B-A696-B40935FE9FC6}" presName="negativeSpace" presStyleCnt="0"/>
      <dgm:spPr/>
    </dgm:pt>
    <dgm:pt modelId="{B6F3F7C8-93BA-4937-BB97-A95DF3F6196B}" type="pres">
      <dgm:prSet presAssocID="{FA0946B5-94C3-4F5B-A696-B40935FE9FC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CE36C07-2C58-4993-B37F-A51F30958C8A}" srcId="{433FD421-5F67-409B-A3D0-079579C99A1A}" destId="{7B0398D0-B97B-4AF7-B441-C87AEE41C325}" srcOrd="0" destOrd="0" parTransId="{B43DA0E2-39AA-46CB-BBDB-9668D50F6783}" sibTransId="{B7606DF9-0509-4D1B-A183-632F702D49B6}"/>
    <dgm:cxn modelId="{48ACA90D-D68D-4668-8FEA-B86AA11047A5}" type="presOf" srcId="{845D3DD1-2F86-4D8C-8D07-5D8A58332F53}" destId="{B6F3F7C8-93BA-4937-BB97-A95DF3F6196B}" srcOrd="0" destOrd="0" presId="urn:microsoft.com/office/officeart/2005/8/layout/list1"/>
    <dgm:cxn modelId="{DF1B0129-3E73-47A9-99CB-1514F45EB8A7}" type="presOf" srcId="{7B0398D0-B97B-4AF7-B441-C87AEE41C325}" destId="{650B808D-F261-4686-9108-664AC4ADEB66}" srcOrd="0" destOrd="0" presId="urn:microsoft.com/office/officeart/2005/8/layout/list1"/>
    <dgm:cxn modelId="{FDB70381-A2D1-4A06-B312-F5AE8A1BC4A9}" srcId="{7B0398D0-B97B-4AF7-B441-C87AEE41C325}" destId="{23BE1B84-EA70-4268-B92E-B03325A3BFDF}" srcOrd="0" destOrd="0" parTransId="{94A5A779-A789-462E-9EF2-F018DC4703AD}" sibTransId="{DA60DB2C-062B-4580-BEA7-0FDD875DAD6C}"/>
    <dgm:cxn modelId="{E20F2BB7-8EC6-4EC3-9940-3137F94D2053}" type="presOf" srcId="{433FD421-5F67-409B-A3D0-079579C99A1A}" destId="{DC112E8E-1524-4AEF-BA0E-57A5E71FBE8A}" srcOrd="0" destOrd="0" presId="urn:microsoft.com/office/officeart/2005/8/layout/list1"/>
    <dgm:cxn modelId="{99803FBF-7E17-4000-86CF-1F58592D7B00}" type="presOf" srcId="{23BE1B84-EA70-4268-B92E-B03325A3BFDF}" destId="{2F489F2D-1EC2-4014-A316-AB8A99AEFA1F}" srcOrd="0" destOrd="0" presId="urn:microsoft.com/office/officeart/2005/8/layout/list1"/>
    <dgm:cxn modelId="{199619C5-3B56-427B-A76E-40302CAA3BB7}" type="presOf" srcId="{7B0398D0-B97B-4AF7-B441-C87AEE41C325}" destId="{B379B08E-5906-4D38-BD66-E4C2FD486319}" srcOrd="1" destOrd="0" presId="urn:microsoft.com/office/officeart/2005/8/layout/list1"/>
    <dgm:cxn modelId="{51A950C5-57D0-46B4-B83F-58F9373CA77C}" srcId="{433FD421-5F67-409B-A3D0-079579C99A1A}" destId="{FA0946B5-94C3-4F5B-A696-B40935FE9FC6}" srcOrd="1" destOrd="0" parTransId="{37B9E6C7-821C-401F-84B2-E2F4C243B01B}" sibTransId="{51A00588-DC5E-413D-860A-274932B640DD}"/>
    <dgm:cxn modelId="{1BD2C3CA-4910-43BD-90A5-516B14D1AB24}" type="presOf" srcId="{FA0946B5-94C3-4F5B-A696-B40935FE9FC6}" destId="{E366543D-DC9D-4761-9858-13EF3B4ACBCC}" srcOrd="0" destOrd="0" presId="urn:microsoft.com/office/officeart/2005/8/layout/list1"/>
    <dgm:cxn modelId="{F3E16CCF-2012-4DA1-BE3E-F4485986FBB8}" srcId="{FA0946B5-94C3-4F5B-A696-B40935FE9FC6}" destId="{845D3DD1-2F86-4D8C-8D07-5D8A58332F53}" srcOrd="0" destOrd="0" parTransId="{6705732D-758B-437C-A0E5-36FAEC0B3154}" sibTransId="{C6549BD1-B4A1-41BC-BECC-8F7088810C71}"/>
    <dgm:cxn modelId="{283D1AD0-7812-404F-9B59-8C1419AF2EFF}" type="presOf" srcId="{FA0946B5-94C3-4F5B-A696-B40935FE9FC6}" destId="{A43836A6-AF83-4B6D-A7D7-166703549DC1}" srcOrd="1" destOrd="0" presId="urn:microsoft.com/office/officeart/2005/8/layout/list1"/>
    <dgm:cxn modelId="{1FC51006-7092-42F9-A277-5565752880E0}" type="presParOf" srcId="{DC112E8E-1524-4AEF-BA0E-57A5E71FBE8A}" destId="{675CF04E-F03B-490B-8BE8-86DAD3AD23DB}" srcOrd="0" destOrd="0" presId="urn:microsoft.com/office/officeart/2005/8/layout/list1"/>
    <dgm:cxn modelId="{3D6F913F-ED4D-42C1-81AE-2B596CBD4EC1}" type="presParOf" srcId="{675CF04E-F03B-490B-8BE8-86DAD3AD23DB}" destId="{650B808D-F261-4686-9108-664AC4ADEB66}" srcOrd="0" destOrd="0" presId="urn:microsoft.com/office/officeart/2005/8/layout/list1"/>
    <dgm:cxn modelId="{AF41AECD-36D3-4379-A47E-20C1CD4B2433}" type="presParOf" srcId="{675CF04E-F03B-490B-8BE8-86DAD3AD23DB}" destId="{B379B08E-5906-4D38-BD66-E4C2FD486319}" srcOrd="1" destOrd="0" presId="urn:microsoft.com/office/officeart/2005/8/layout/list1"/>
    <dgm:cxn modelId="{7F015504-73FA-4BDC-A0A0-E3BFF3FC4CCF}" type="presParOf" srcId="{DC112E8E-1524-4AEF-BA0E-57A5E71FBE8A}" destId="{4C8BFF2C-F522-4C68-B822-C42123A0FD8F}" srcOrd="1" destOrd="0" presId="urn:microsoft.com/office/officeart/2005/8/layout/list1"/>
    <dgm:cxn modelId="{8E2FA4F7-0E95-49A7-967C-B4B116ACA7A9}" type="presParOf" srcId="{DC112E8E-1524-4AEF-BA0E-57A5E71FBE8A}" destId="{2F489F2D-1EC2-4014-A316-AB8A99AEFA1F}" srcOrd="2" destOrd="0" presId="urn:microsoft.com/office/officeart/2005/8/layout/list1"/>
    <dgm:cxn modelId="{27C83277-1731-45E1-A9E5-E7B675961115}" type="presParOf" srcId="{DC112E8E-1524-4AEF-BA0E-57A5E71FBE8A}" destId="{19A42398-2C4D-4B8D-B83E-F5D933053D8D}" srcOrd="3" destOrd="0" presId="urn:microsoft.com/office/officeart/2005/8/layout/list1"/>
    <dgm:cxn modelId="{4628AD15-F02C-4552-BEA2-21FE452926DE}" type="presParOf" srcId="{DC112E8E-1524-4AEF-BA0E-57A5E71FBE8A}" destId="{28F5D11C-A999-4E02-851D-D59EFFE24A89}" srcOrd="4" destOrd="0" presId="urn:microsoft.com/office/officeart/2005/8/layout/list1"/>
    <dgm:cxn modelId="{7ADF8FA5-83E7-4265-A256-031F79372ACB}" type="presParOf" srcId="{28F5D11C-A999-4E02-851D-D59EFFE24A89}" destId="{E366543D-DC9D-4761-9858-13EF3B4ACBCC}" srcOrd="0" destOrd="0" presId="urn:microsoft.com/office/officeart/2005/8/layout/list1"/>
    <dgm:cxn modelId="{E7BB63C8-618A-4021-AF35-352F94FCF637}" type="presParOf" srcId="{28F5D11C-A999-4E02-851D-D59EFFE24A89}" destId="{A43836A6-AF83-4B6D-A7D7-166703549DC1}" srcOrd="1" destOrd="0" presId="urn:microsoft.com/office/officeart/2005/8/layout/list1"/>
    <dgm:cxn modelId="{33F748A0-2C89-4332-B22A-4555F9B68853}" type="presParOf" srcId="{DC112E8E-1524-4AEF-BA0E-57A5E71FBE8A}" destId="{0D8DF93F-4B4D-429A-9D1F-00BEF80FD646}" srcOrd="5" destOrd="0" presId="urn:microsoft.com/office/officeart/2005/8/layout/list1"/>
    <dgm:cxn modelId="{676BBEE2-5BA4-4855-99FE-0717000EE758}" type="presParOf" srcId="{DC112E8E-1524-4AEF-BA0E-57A5E71FBE8A}" destId="{B6F3F7C8-93BA-4937-BB97-A95DF3F6196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842310-EA50-460D-A711-C1215E15B6F4}" type="doc">
      <dgm:prSet loTypeId="urn:microsoft.com/office/officeart/2016/7/layout/BasicLinearProcessNumbered" loCatId="process" qsTypeId="urn:microsoft.com/office/officeart/2005/8/quickstyle/simple5" qsCatId="simple" csTypeId="urn:microsoft.com/office/officeart/2005/8/colors/accent3_1" csCatId="accent3"/>
      <dgm:spPr/>
      <dgm:t>
        <a:bodyPr/>
        <a:lstStyle/>
        <a:p>
          <a:endParaRPr lang="en-US"/>
        </a:p>
      </dgm:t>
    </dgm:pt>
    <dgm:pt modelId="{B2794A49-5315-476B-AC19-A95E33D978D3}">
      <dgm:prSet/>
      <dgm:spPr/>
      <dgm:t>
        <a:bodyPr/>
        <a:lstStyle/>
        <a:p>
          <a:r>
            <a:rPr lang="en-AU" i="1"/>
            <a:t>What happens next and why is this the moment that changes everything?</a:t>
          </a:r>
        </a:p>
      </dgm:t>
    </dgm:pt>
    <dgm:pt modelId="{6A96BC09-E171-4941-BBE1-150173EC70D5}" type="parTrans" cxnId="{507F91F0-FA0F-4B0D-AA5A-D84B83953A5F}">
      <dgm:prSet/>
      <dgm:spPr/>
      <dgm:t>
        <a:bodyPr/>
        <a:lstStyle/>
        <a:p>
          <a:endParaRPr lang="en-US"/>
        </a:p>
      </dgm:t>
    </dgm:pt>
    <dgm:pt modelId="{0C104634-C7E1-44F2-8393-D09E43DE59DB}" type="sibTrans" cxnId="{507F91F0-FA0F-4B0D-AA5A-D84B83953A5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69D7778F-5754-472B-9F38-5FCC16AF4EBE}">
      <dgm:prSet/>
      <dgm:spPr/>
      <dgm:t>
        <a:bodyPr/>
        <a:lstStyle/>
        <a:p>
          <a:r>
            <a:rPr lang="en-AU"/>
            <a:t>What do we learn about Coral during the opening sequence of ‘Joyride’?</a:t>
          </a:r>
          <a:endParaRPr lang="en-US"/>
        </a:p>
      </dgm:t>
    </dgm:pt>
    <dgm:pt modelId="{0D25C9C8-498A-4281-93EA-D1A1E2778DA0}" type="parTrans" cxnId="{A6E1A009-BACB-456E-A597-10B8A21E604D}">
      <dgm:prSet/>
      <dgm:spPr/>
      <dgm:t>
        <a:bodyPr/>
        <a:lstStyle/>
        <a:p>
          <a:endParaRPr lang="en-US"/>
        </a:p>
      </dgm:t>
    </dgm:pt>
    <dgm:pt modelId="{0948D306-DBC8-44BD-901B-7B00E2755266}" type="sibTrans" cxnId="{A6E1A009-BACB-456E-A597-10B8A21E604D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6FB8413-CD17-4A59-B028-CA11CDA8F7C4}">
      <dgm:prSet/>
      <dgm:spPr/>
      <dgm:t>
        <a:bodyPr/>
        <a:lstStyle/>
        <a:p>
          <a:r>
            <a:rPr lang="en-AU"/>
            <a:t>What do we learn about Danny during the opening sequence of ‘Joyride’?</a:t>
          </a:r>
          <a:endParaRPr lang="en-US"/>
        </a:p>
      </dgm:t>
    </dgm:pt>
    <dgm:pt modelId="{715350F7-7384-42D4-936A-5261064D56B5}" type="parTrans" cxnId="{67372B3D-77D5-447A-9F4B-0A2453B9104C}">
      <dgm:prSet/>
      <dgm:spPr/>
      <dgm:t>
        <a:bodyPr/>
        <a:lstStyle/>
        <a:p>
          <a:endParaRPr lang="en-US"/>
        </a:p>
      </dgm:t>
    </dgm:pt>
    <dgm:pt modelId="{4FA843F6-532C-4399-89EA-9178DB1B7508}" type="sibTrans" cxnId="{67372B3D-77D5-447A-9F4B-0A2453B9104C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8D9EEC1-D93F-417E-A850-3C28869B266C}">
      <dgm:prSet/>
      <dgm:spPr/>
      <dgm:t>
        <a:bodyPr/>
        <a:lstStyle/>
        <a:p>
          <a:r>
            <a:rPr lang="en-AU"/>
            <a:t>What do we learn about Teneka during the opening sequence of ‘Joyride’?</a:t>
          </a:r>
          <a:endParaRPr lang="en-US"/>
        </a:p>
      </dgm:t>
    </dgm:pt>
    <dgm:pt modelId="{972E509D-0B78-41E2-BBD9-06B21EE8FC07}" type="parTrans" cxnId="{D2923DE7-E5D4-48E7-8C0B-F3E37A1DC5E1}">
      <dgm:prSet/>
      <dgm:spPr/>
      <dgm:t>
        <a:bodyPr/>
        <a:lstStyle/>
        <a:p>
          <a:endParaRPr lang="en-US"/>
        </a:p>
      </dgm:t>
    </dgm:pt>
    <dgm:pt modelId="{3D853AEA-5656-4BC8-8B32-B82A9E108DC9}" type="sibTrans" cxnId="{D2923DE7-E5D4-48E7-8C0B-F3E37A1DC5E1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D16EECA5-FD90-470C-B86E-644DDBAD7318}" type="pres">
      <dgm:prSet presAssocID="{B8842310-EA50-460D-A711-C1215E15B6F4}" presName="Name0" presStyleCnt="0">
        <dgm:presLayoutVars>
          <dgm:animLvl val="lvl"/>
          <dgm:resizeHandles val="exact"/>
        </dgm:presLayoutVars>
      </dgm:prSet>
      <dgm:spPr/>
    </dgm:pt>
    <dgm:pt modelId="{CAB5E115-4649-4FC7-BAE6-6608B529ADC3}" type="pres">
      <dgm:prSet presAssocID="{B2794A49-5315-476B-AC19-A95E33D978D3}" presName="compositeNode" presStyleCnt="0">
        <dgm:presLayoutVars>
          <dgm:bulletEnabled val="1"/>
        </dgm:presLayoutVars>
      </dgm:prSet>
      <dgm:spPr/>
    </dgm:pt>
    <dgm:pt modelId="{222D2EF4-3808-4C94-81FB-D0219388CD60}" type="pres">
      <dgm:prSet presAssocID="{B2794A49-5315-476B-AC19-A95E33D978D3}" presName="bgRect" presStyleLbl="bgAccFollowNode1" presStyleIdx="0" presStyleCnt="4"/>
      <dgm:spPr/>
    </dgm:pt>
    <dgm:pt modelId="{7A516DFA-4AB4-4DC0-9B25-9894DFAC2E70}" type="pres">
      <dgm:prSet presAssocID="{0C104634-C7E1-44F2-8393-D09E43DE59DB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A59F0625-8FEC-4726-8DBD-980C36F11401}" type="pres">
      <dgm:prSet presAssocID="{B2794A49-5315-476B-AC19-A95E33D978D3}" presName="bottomLine" presStyleLbl="alignNode1" presStyleIdx="1" presStyleCnt="8">
        <dgm:presLayoutVars/>
      </dgm:prSet>
      <dgm:spPr/>
    </dgm:pt>
    <dgm:pt modelId="{B6DE0127-9A12-4063-8A99-660A2747A118}" type="pres">
      <dgm:prSet presAssocID="{B2794A49-5315-476B-AC19-A95E33D978D3}" presName="nodeText" presStyleLbl="bgAccFollowNode1" presStyleIdx="0" presStyleCnt="4">
        <dgm:presLayoutVars>
          <dgm:bulletEnabled val="1"/>
        </dgm:presLayoutVars>
      </dgm:prSet>
      <dgm:spPr/>
    </dgm:pt>
    <dgm:pt modelId="{CECC3772-264D-4476-A121-45236F76769F}" type="pres">
      <dgm:prSet presAssocID="{0C104634-C7E1-44F2-8393-D09E43DE59DB}" presName="sibTrans" presStyleCnt="0"/>
      <dgm:spPr/>
    </dgm:pt>
    <dgm:pt modelId="{AF6F7E79-77B9-4383-B5B6-C56E95D7C8D4}" type="pres">
      <dgm:prSet presAssocID="{69D7778F-5754-472B-9F38-5FCC16AF4EBE}" presName="compositeNode" presStyleCnt="0">
        <dgm:presLayoutVars>
          <dgm:bulletEnabled val="1"/>
        </dgm:presLayoutVars>
      </dgm:prSet>
      <dgm:spPr/>
    </dgm:pt>
    <dgm:pt modelId="{53FED4EC-53C0-4FA9-8B09-BE17D55D3280}" type="pres">
      <dgm:prSet presAssocID="{69D7778F-5754-472B-9F38-5FCC16AF4EBE}" presName="bgRect" presStyleLbl="bgAccFollowNode1" presStyleIdx="1" presStyleCnt="4"/>
      <dgm:spPr/>
    </dgm:pt>
    <dgm:pt modelId="{F5DF968E-C9A7-4B18-8428-8E784624D99B}" type="pres">
      <dgm:prSet presAssocID="{0948D306-DBC8-44BD-901B-7B00E2755266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377B48D5-70D3-4179-84B0-0A0B094807C9}" type="pres">
      <dgm:prSet presAssocID="{69D7778F-5754-472B-9F38-5FCC16AF4EBE}" presName="bottomLine" presStyleLbl="alignNode1" presStyleIdx="3" presStyleCnt="8">
        <dgm:presLayoutVars/>
      </dgm:prSet>
      <dgm:spPr/>
    </dgm:pt>
    <dgm:pt modelId="{8EE6103C-C757-4CAF-B4E9-EEEBEAE7286F}" type="pres">
      <dgm:prSet presAssocID="{69D7778F-5754-472B-9F38-5FCC16AF4EBE}" presName="nodeText" presStyleLbl="bgAccFollowNode1" presStyleIdx="1" presStyleCnt="4">
        <dgm:presLayoutVars>
          <dgm:bulletEnabled val="1"/>
        </dgm:presLayoutVars>
      </dgm:prSet>
      <dgm:spPr/>
    </dgm:pt>
    <dgm:pt modelId="{53F1A1F5-1E53-4785-8E4A-900F4EED4A83}" type="pres">
      <dgm:prSet presAssocID="{0948D306-DBC8-44BD-901B-7B00E2755266}" presName="sibTrans" presStyleCnt="0"/>
      <dgm:spPr/>
    </dgm:pt>
    <dgm:pt modelId="{ECF12C3D-AF43-4670-82AD-FD64D1503845}" type="pres">
      <dgm:prSet presAssocID="{46FB8413-CD17-4A59-B028-CA11CDA8F7C4}" presName="compositeNode" presStyleCnt="0">
        <dgm:presLayoutVars>
          <dgm:bulletEnabled val="1"/>
        </dgm:presLayoutVars>
      </dgm:prSet>
      <dgm:spPr/>
    </dgm:pt>
    <dgm:pt modelId="{20213CF9-D233-4CDD-87FA-7714B4F2969B}" type="pres">
      <dgm:prSet presAssocID="{46FB8413-CD17-4A59-B028-CA11CDA8F7C4}" presName="bgRect" presStyleLbl="bgAccFollowNode1" presStyleIdx="2" presStyleCnt="4"/>
      <dgm:spPr/>
    </dgm:pt>
    <dgm:pt modelId="{6361D85F-64C6-4EF1-8FBA-894C7C0B11D1}" type="pres">
      <dgm:prSet presAssocID="{4FA843F6-532C-4399-89EA-9178DB1B7508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807861C2-8A8D-42EE-B0AA-B9EB4407FB87}" type="pres">
      <dgm:prSet presAssocID="{46FB8413-CD17-4A59-B028-CA11CDA8F7C4}" presName="bottomLine" presStyleLbl="alignNode1" presStyleIdx="5" presStyleCnt="8">
        <dgm:presLayoutVars/>
      </dgm:prSet>
      <dgm:spPr/>
    </dgm:pt>
    <dgm:pt modelId="{DE5230FE-9D6F-4C6A-B89D-137208AD6D79}" type="pres">
      <dgm:prSet presAssocID="{46FB8413-CD17-4A59-B028-CA11CDA8F7C4}" presName="nodeText" presStyleLbl="bgAccFollowNode1" presStyleIdx="2" presStyleCnt="4">
        <dgm:presLayoutVars>
          <dgm:bulletEnabled val="1"/>
        </dgm:presLayoutVars>
      </dgm:prSet>
      <dgm:spPr/>
    </dgm:pt>
    <dgm:pt modelId="{319CC41D-D6BB-44AD-91F2-501804A493DA}" type="pres">
      <dgm:prSet presAssocID="{4FA843F6-532C-4399-89EA-9178DB1B7508}" presName="sibTrans" presStyleCnt="0"/>
      <dgm:spPr/>
    </dgm:pt>
    <dgm:pt modelId="{62584618-CF3F-4F31-8173-DD551D2AE578}" type="pres">
      <dgm:prSet presAssocID="{98D9EEC1-D93F-417E-A850-3C28869B266C}" presName="compositeNode" presStyleCnt="0">
        <dgm:presLayoutVars>
          <dgm:bulletEnabled val="1"/>
        </dgm:presLayoutVars>
      </dgm:prSet>
      <dgm:spPr/>
    </dgm:pt>
    <dgm:pt modelId="{D76A78B1-8400-412C-A159-A079FB1A9593}" type="pres">
      <dgm:prSet presAssocID="{98D9EEC1-D93F-417E-A850-3C28869B266C}" presName="bgRect" presStyleLbl="bgAccFollowNode1" presStyleIdx="3" presStyleCnt="4"/>
      <dgm:spPr/>
    </dgm:pt>
    <dgm:pt modelId="{143800A7-D15C-42E3-B7C5-E13E58FCD046}" type="pres">
      <dgm:prSet presAssocID="{3D853AEA-5656-4BC8-8B32-B82A9E108DC9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35EEBBC7-BF29-445B-BAF3-CB86E1E87DC5}" type="pres">
      <dgm:prSet presAssocID="{98D9EEC1-D93F-417E-A850-3C28869B266C}" presName="bottomLine" presStyleLbl="alignNode1" presStyleIdx="7" presStyleCnt="8">
        <dgm:presLayoutVars/>
      </dgm:prSet>
      <dgm:spPr/>
    </dgm:pt>
    <dgm:pt modelId="{B4EE8455-AD3C-41B7-AD83-E51E1C98DC4C}" type="pres">
      <dgm:prSet presAssocID="{98D9EEC1-D93F-417E-A850-3C28869B266C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A6E1A009-BACB-456E-A597-10B8A21E604D}" srcId="{B8842310-EA50-460D-A711-C1215E15B6F4}" destId="{69D7778F-5754-472B-9F38-5FCC16AF4EBE}" srcOrd="1" destOrd="0" parTransId="{0D25C9C8-498A-4281-93EA-D1A1E2778DA0}" sibTransId="{0948D306-DBC8-44BD-901B-7B00E2755266}"/>
    <dgm:cxn modelId="{34529F0B-29F4-4648-B75B-0A2926C8FBD9}" type="presOf" srcId="{46FB8413-CD17-4A59-B028-CA11CDA8F7C4}" destId="{DE5230FE-9D6F-4C6A-B89D-137208AD6D79}" srcOrd="1" destOrd="0" presId="urn:microsoft.com/office/officeart/2016/7/layout/BasicLinearProcessNumbered"/>
    <dgm:cxn modelId="{A095A121-C303-4F57-B336-457D41411B58}" type="presOf" srcId="{0948D306-DBC8-44BD-901B-7B00E2755266}" destId="{F5DF968E-C9A7-4B18-8428-8E784624D99B}" srcOrd="0" destOrd="0" presId="urn:microsoft.com/office/officeart/2016/7/layout/BasicLinearProcessNumbered"/>
    <dgm:cxn modelId="{27E6F226-4059-4424-8656-572E107A45FC}" type="presOf" srcId="{0C104634-C7E1-44F2-8393-D09E43DE59DB}" destId="{7A516DFA-4AB4-4DC0-9B25-9894DFAC2E70}" srcOrd="0" destOrd="0" presId="urn:microsoft.com/office/officeart/2016/7/layout/BasicLinearProcessNumbered"/>
    <dgm:cxn modelId="{F383DB38-4C56-4B02-BC58-6D96397FA7FF}" type="presOf" srcId="{B2794A49-5315-476B-AC19-A95E33D978D3}" destId="{B6DE0127-9A12-4063-8A99-660A2747A118}" srcOrd="1" destOrd="0" presId="urn:microsoft.com/office/officeart/2016/7/layout/BasicLinearProcessNumbered"/>
    <dgm:cxn modelId="{67372B3D-77D5-447A-9F4B-0A2453B9104C}" srcId="{B8842310-EA50-460D-A711-C1215E15B6F4}" destId="{46FB8413-CD17-4A59-B028-CA11CDA8F7C4}" srcOrd="2" destOrd="0" parTransId="{715350F7-7384-42D4-936A-5261064D56B5}" sibTransId="{4FA843F6-532C-4399-89EA-9178DB1B7508}"/>
    <dgm:cxn modelId="{56B29071-F26E-40C4-8B41-D1208FBB4958}" type="presOf" srcId="{46FB8413-CD17-4A59-B028-CA11CDA8F7C4}" destId="{20213CF9-D233-4CDD-87FA-7714B4F2969B}" srcOrd="0" destOrd="0" presId="urn:microsoft.com/office/officeart/2016/7/layout/BasicLinearProcessNumbered"/>
    <dgm:cxn modelId="{B8A580A0-69BD-42D3-A0D8-B4614C3624A6}" type="presOf" srcId="{98D9EEC1-D93F-417E-A850-3C28869B266C}" destId="{B4EE8455-AD3C-41B7-AD83-E51E1C98DC4C}" srcOrd="1" destOrd="0" presId="urn:microsoft.com/office/officeart/2016/7/layout/BasicLinearProcessNumbered"/>
    <dgm:cxn modelId="{FDC93AA6-4277-4598-B4A8-77E0872E8129}" type="presOf" srcId="{98D9EEC1-D93F-417E-A850-3C28869B266C}" destId="{D76A78B1-8400-412C-A159-A079FB1A9593}" srcOrd="0" destOrd="0" presId="urn:microsoft.com/office/officeart/2016/7/layout/BasicLinearProcessNumbered"/>
    <dgm:cxn modelId="{CA8DFEB2-4068-407E-897C-16FF24E55A2D}" type="presOf" srcId="{69D7778F-5754-472B-9F38-5FCC16AF4EBE}" destId="{8EE6103C-C757-4CAF-B4E9-EEEBEAE7286F}" srcOrd="1" destOrd="0" presId="urn:microsoft.com/office/officeart/2016/7/layout/BasicLinearProcessNumbered"/>
    <dgm:cxn modelId="{48FF09B7-CC9D-4669-81AA-297BE891A33E}" type="presOf" srcId="{4FA843F6-532C-4399-89EA-9178DB1B7508}" destId="{6361D85F-64C6-4EF1-8FBA-894C7C0B11D1}" srcOrd="0" destOrd="0" presId="urn:microsoft.com/office/officeart/2016/7/layout/BasicLinearProcessNumbered"/>
    <dgm:cxn modelId="{6E409ABA-5303-4AFB-B1E7-DA09576DDE63}" type="presOf" srcId="{69D7778F-5754-472B-9F38-5FCC16AF4EBE}" destId="{53FED4EC-53C0-4FA9-8B09-BE17D55D3280}" srcOrd="0" destOrd="0" presId="urn:microsoft.com/office/officeart/2016/7/layout/BasicLinearProcessNumbered"/>
    <dgm:cxn modelId="{FE4FA5BE-F7AF-43E5-8BFD-8AB73D7D9FBC}" type="presOf" srcId="{B8842310-EA50-460D-A711-C1215E15B6F4}" destId="{D16EECA5-FD90-470C-B86E-644DDBAD7318}" srcOrd="0" destOrd="0" presId="urn:microsoft.com/office/officeart/2016/7/layout/BasicLinearProcessNumbered"/>
    <dgm:cxn modelId="{E5E548D1-2C25-47E1-AF63-81D9EDB9996A}" type="presOf" srcId="{3D853AEA-5656-4BC8-8B32-B82A9E108DC9}" destId="{143800A7-D15C-42E3-B7C5-E13E58FCD046}" srcOrd="0" destOrd="0" presId="urn:microsoft.com/office/officeart/2016/7/layout/BasicLinearProcessNumbered"/>
    <dgm:cxn modelId="{D2923DE7-E5D4-48E7-8C0B-F3E37A1DC5E1}" srcId="{B8842310-EA50-460D-A711-C1215E15B6F4}" destId="{98D9EEC1-D93F-417E-A850-3C28869B266C}" srcOrd="3" destOrd="0" parTransId="{972E509D-0B78-41E2-BBD9-06B21EE8FC07}" sibTransId="{3D853AEA-5656-4BC8-8B32-B82A9E108DC9}"/>
    <dgm:cxn modelId="{507F91F0-FA0F-4B0D-AA5A-D84B83953A5F}" srcId="{B8842310-EA50-460D-A711-C1215E15B6F4}" destId="{B2794A49-5315-476B-AC19-A95E33D978D3}" srcOrd="0" destOrd="0" parTransId="{6A96BC09-E171-4941-BBE1-150173EC70D5}" sibTransId="{0C104634-C7E1-44F2-8393-D09E43DE59DB}"/>
    <dgm:cxn modelId="{1648BBF5-CAB1-4D9B-A6FC-974BA153FFD1}" type="presOf" srcId="{B2794A49-5315-476B-AC19-A95E33D978D3}" destId="{222D2EF4-3808-4C94-81FB-D0219388CD60}" srcOrd="0" destOrd="0" presId="urn:microsoft.com/office/officeart/2016/7/layout/BasicLinearProcessNumbered"/>
    <dgm:cxn modelId="{A3D3CC84-45A6-4D60-B8BA-28E89AF9E1CC}" type="presParOf" srcId="{D16EECA5-FD90-470C-B86E-644DDBAD7318}" destId="{CAB5E115-4649-4FC7-BAE6-6608B529ADC3}" srcOrd="0" destOrd="0" presId="urn:microsoft.com/office/officeart/2016/7/layout/BasicLinearProcessNumbered"/>
    <dgm:cxn modelId="{7B0284AF-A34A-4F65-A326-88B1D05F60DC}" type="presParOf" srcId="{CAB5E115-4649-4FC7-BAE6-6608B529ADC3}" destId="{222D2EF4-3808-4C94-81FB-D0219388CD60}" srcOrd="0" destOrd="0" presId="urn:microsoft.com/office/officeart/2016/7/layout/BasicLinearProcessNumbered"/>
    <dgm:cxn modelId="{89ABEF17-FA61-4C13-83E2-530D1F8C4BC4}" type="presParOf" srcId="{CAB5E115-4649-4FC7-BAE6-6608B529ADC3}" destId="{7A516DFA-4AB4-4DC0-9B25-9894DFAC2E70}" srcOrd="1" destOrd="0" presId="urn:microsoft.com/office/officeart/2016/7/layout/BasicLinearProcessNumbered"/>
    <dgm:cxn modelId="{4BFF96F2-D6B9-44F2-9511-33D6AC21A51A}" type="presParOf" srcId="{CAB5E115-4649-4FC7-BAE6-6608B529ADC3}" destId="{A59F0625-8FEC-4726-8DBD-980C36F11401}" srcOrd="2" destOrd="0" presId="urn:microsoft.com/office/officeart/2016/7/layout/BasicLinearProcessNumbered"/>
    <dgm:cxn modelId="{B3D25CC4-FE93-4D0D-B81F-677AF9118BB7}" type="presParOf" srcId="{CAB5E115-4649-4FC7-BAE6-6608B529ADC3}" destId="{B6DE0127-9A12-4063-8A99-660A2747A118}" srcOrd="3" destOrd="0" presId="urn:microsoft.com/office/officeart/2016/7/layout/BasicLinearProcessNumbered"/>
    <dgm:cxn modelId="{51DFBC6E-E7A6-4D2B-BA18-052C08F32B03}" type="presParOf" srcId="{D16EECA5-FD90-470C-B86E-644DDBAD7318}" destId="{CECC3772-264D-4476-A121-45236F76769F}" srcOrd="1" destOrd="0" presId="urn:microsoft.com/office/officeart/2016/7/layout/BasicLinearProcessNumbered"/>
    <dgm:cxn modelId="{F61BDAD0-5460-4C66-9D32-5647D7DD30AA}" type="presParOf" srcId="{D16EECA5-FD90-470C-B86E-644DDBAD7318}" destId="{AF6F7E79-77B9-4383-B5B6-C56E95D7C8D4}" srcOrd="2" destOrd="0" presId="urn:microsoft.com/office/officeart/2016/7/layout/BasicLinearProcessNumbered"/>
    <dgm:cxn modelId="{5DA178B4-E1FF-4E86-BF62-32F6C804A9BA}" type="presParOf" srcId="{AF6F7E79-77B9-4383-B5B6-C56E95D7C8D4}" destId="{53FED4EC-53C0-4FA9-8B09-BE17D55D3280}" srcOrd="0" destOrd="0" presId="urn:microsoft.com/office/officeart/2016/7/layout/BasicLinearProcessNumbered"/>
    <dgm:cxn modelId="{0B021895-F110-48E2-8C28-FEE8E826372D}" type="presParOf" srcId="{AF6F7E79-77B9-4383-B5B6-C56E95D7C8D4}" destId="{F5DF968E-C9A7-4B18-8428-8E784624D99B}" srcOrd="1" destOrd="0" presId="urn:microsoft.com/office/officeart/2016/7/layout/BasicLinearProcessNumbered"/>
    <dgm:cxn modelId="{692194E2-10A3-4D6B-87D1-1255BDF4ECD2}" type="presParOf" srcId="{AF6F7E79-77B9-4383-B5B6-C56E95D7C8D4}" destId="{377B48D5-70D3-4179-84B0-0A0B094807C9}" srcOrd="2" destOrd="0" presId="urn:microsoft.com/office/officeart/2016/7/layout/BasicLinearProcessNumbered"/>
    <dgm:cxn modelId="{CC35A104-9783-4EE7-9A3A-75D07F5A85CC}" type="presParOf" srcId="{AF6F7E79-77B9-4383-B5B6-C56E95D7C8D4}" destId="{8EE6103C-C757-4CAF-B4E9-EEEBEAE7286F}" srcOrd="3" destOrd="0" presId="urn:microsoft.com/office/officeart/2016/7/layout/BasicLinearProcessNumbered"/>
    <dgm:cxn modelId="{96076703-6ECE-4CD1-A16E-45F4158CF466}" type="presParOf" srcId="{D16EECA5-FD90-470C-B86E-644DDBAD7318}" destId="{53F1A1F5-1E53-4785-8E4A-900F4EED4A83}" srcOrd="3" destOrd="0" presId="urn:microsoft.com/office/officeart/2016/7/layout/BasicLinearProcessNumbered"/>
    <dgm:cxn modelId="{A0DD455C-7AB4-4AAC-9062-E440B5B3EE87}" type="presParOf" srcId="{D16EECA5-FD90-470C-B86E-644DDBAD7318}" destId="{ECF12C3D-AF43-4670-82AD-FD64D1503845}" srcOrd="4" destOrd="0" presId="urn:microsoft.com/office/officeart/2016/7/layout/BasicLinearProcessNumbered"/>
    <dgm:cxn modelId="{29BEC72E-1BC2-44F3-B59F-DA19E043E273}" type="presParOf" srcId="{ECF12C3D-AF43-4670-82AD-FD64D1503845}" destId="{20213CF9-D233-4CDD-87FA-7714B4F2969B}" srcOrd="0" destOrd="0" presId="urn:microsoft.com/office/officeart/2016/7/layout/BasicLinearProcessNumbered"/>
    <dgm:cxn modelId="{86EA82E4-637E-4695-B7DF-F4D458051C76}" type="presParOf" srcId="{ECF12C3D-AF43-4670-82AD-FD64D1503845}" destId="{6361D85F-64C6-4EF1-8FBA-894C7C0B11D1}" srcOrd="1" destOrd="0" presId="urn:microsoft.com/office/officeart/2016/7/layout/BasicLinearProcessNumbered"/>
    <dgm:cxn modelId="{73B8E16B-2191-41E1-8168-6EF689FB5260}" type="presParOf" srcId="{ECF12C3D-AF43-4670-82AD-FD64D1503845}" destId="{807861C2-8A8D-42EE-B0AA-B9EB4407FB87}" srcOrd="2" destOrd="0" presId="urn:microsoft.com/office/officeart/2016/7/layout/BasicLinearProcessNumbered"/>
    <dgm:cxn modelId="{DB5CE87E-8202-4E19-8B48-48488D99C98F}" type="presParOf" srcId="{ECF12C3D-AF43-4670-82AD-FD64D1503845}" destId="{DE5230FE-9D6F-4C6A-B89D-137208AD6D79}" srcOrd="3" destOrd="0" presId="urn:microsoft.com/office/officeart/2016/7/layout/BasicLinearProcessNumbered"/>
    <dgm:cxn modelId="{65B0941A-00F1-4185-B78B-FB31619AF880}" type="presParOf" srcId="{D16EECA5-FD90-470C-B86E-644DDBAD7318}" destId="{319CC41D-D6BB-44AD-91F2-501804A493DA}" srcOrd="5" destOrd="0" presId="urn:microsoft.com/office/officeart/2016/7/layout/BasicLinearProcessNumbered"/>
    <dgm:cxn modelId="{DC2B7133-8719-4864-92B8-34282351C006}" type="presParOf" srcId="{D16EECA5-FD90-470C-B86E-644DDBAD7318}" destId="{62584618-CF3F-4F31-8173-DD551D2AE578}" srcOrd="6" destOrd="0" presId="urn:microsoft.com/office/officeart/2016/7/layout/BasicLinearProcessNumbered"/>
    <dgm:cxn modelId="{A72FDB99-53D6-47DC-A0A3-6597288DEAD3}" type="presParOf" srcId="{62584618-CF3F-4F31-8173-DD551D2AE578}" destId="{D76A78B1-8400-412C-A159-A079FB1A9593}" srcOrd="0" destOrd="0" presId="urn:microsoft.com/office/officeart/2016/7/layout/BasicLinearProcessNumbered"/>
    <dgm:cxn modelId="{39886F6B-11CD-4824-A015-1F8D4353900F}" type="presParOf" srcId="{62584618-CF3F-4F31-8173-DD551D2AE578}" destId="{143800A7-D15C-42E3-B7C5-E13E58FCD046}" srcOrd="1" destOrd="0" presId="urn:microsoft.com/office/officeart/2016/7/layout/BasicLinearProcessNumbered"/>
    <dgm:cxn modelId="{945BA08C-D676-409F-9FA1-36436E7D9B40}" type="presParOf" srcId="{62584618-CF3F-4F31-8173-DD551D2AE578}" destId="{35EEBBC7-BF29-445B-BAF3-CB86E1E87DC5}" srcOrd="2" destOrd="0" presId="urn:microsoft.com/office/officeart/2016/7/layout/BasicLinearProcessNumbered"/>
    <dgm:cxn modelId="{B57E4CAA-9481-44B3-861C-F31B511853E4}" type="presParOf" srcId="{62584618-CF3F-4F31-8173-DD551D2AE578}" destId="{B4EE8455-AD3C-41B7-AD83-E51E1C98DC4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D50FD15-9966-4B14-AF7A-5B339D00D838}" type="doc">
      <dgm:prSet loTypeId="urn:microsoft.com/office/officeart/2005/8/layout/list1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4939B6B2-D4DB-4524-AACD-100C7A858325}">
      <dgm:prSet/>
      <dgm:spPr/>
      <dgm:t>
        <a:bodyPr/>
        <a:lstStyle/>
        <a:p>
          <a:r>
            <a:rPr lang="en-AU"/>
            <a:t>Learning Intentions</a:t>
          </a:r>
          <a:endParaRPr lang="en-US"/>
        </a:p>
      </dgm:t>
    </dgm:pt>
    <dgm:pt modelId="{EB5D04C8-B2D6-4A41-A9A6-02120568EC8E}" type="parTrans" cxnId="{46539795-9DF6-4DC8-BBFA-3BFFAF3FBBA3}">
      <dgm:prSet/>
      <dgm:spPr/>
      <dgm:t>
        <a:bodyPr/>
        <a:lstStyle/>
        <a:p>
          <a:endParaRPr lang="en-US"/>
        </a:p>
      </dgm:t>
    </dgm:pt>
    <dgm:pt modelId="{036F408D-D27F-4485-8588-9D87C59374EE}" type="sibTrans" cxnId="{46539795-9DF6-4DC8-BBFA-3BFFAF3FBBA3}">
      <dgm:prSet/>
      <dgm:spPr/>
      <dgm:t>
        <a:bodyPr/>
        <a:lstStyle/>
        <a:p>
          <a:endParaRPr lang="en-US"/>
        </a:p>
      </dgm:t>
    </dgm:pt>
    <dgm:pt modelId="{0F839C20-6048-4C8E-8C89-1894E8B7F191}">
      <dgm:prSet/>
      <dgm:spPr/>
      <dgm:t>
        <a:bodyPr/>
        <a:lstStyle/>
        <a:p>
          <a:r>
            <a:rPr lang="en-AU"/>
            <a:t>To examine the theme from “Joyride” </a:t>
          </a:r>
          <a:endParaRPr lang="en-US"/>
        </a:p>
      </dgm:t>
    </dgm:pt>
    <dgm:pt modelId="{A9409554-E9F0-44A3-99ED-9F5784ED0315}" type="parTrans" cxnId="{5A867924-9FDA-4BA8-9E2B-BDEFBB576CEC}">
      <dgm:prSet/>
      <dgm:spPr/>
      <dgm:t>
        <a:bodyPr/>
        <a:lstStyle/>
        <a:p>
          <a:endParaRPr lang="en-US"/>
        </a:p>
      </dgm:t>
    </dgm:pt>
    <dgm:pt modelId="{979C4700-261E-40A9-AEDD-08E182141943}" type="sibTrans" cxnId="{5A867924-9FDA-4BA8-9E2B-BDEFBB576CEC}">
      <dgm:prSet/>
      <dgm:spPr/>
      <dgm:t>
        <a:bodyPr/>
        <a:lstStyle/>
        <a:p>
          <a:endParaRPr lang="en-US"/>
        </a:p>
      </dgm:t>
    </dgm:pt>
    <dgm:pt modelId="{97134E2F-76E1-4E63-BE23-550ECB4541FE}">
      <dgm:prSet/>
      <dgm:spPr/>
      <dgm:t>
        <a:bodyPr/>
        <a:lstStyle/>
        <a:p>
          <a:r>
            <a:rPr lang="en-US"/>
            <a:t>S</a:t>
          </a:r>
          <a:r>
            <a:rPr lang="en-AU"/>
            <a:t>uccess Criteria</a:t>
          </a:r>
          <a:endParaRPr lang="en-US"/>
        </a:p>
      </dgm:t>
    </dgm:pt>
    <dgm:pt modelId="{4844BADD-ECF3-4963-B8D5-07AB003C4C7E}" type="parTrans" cxnId="{7EDA3B78-506D-4FC3-9648-3DC972C5B15D}">
      <dgm:prSet/>
      <dgm:spPr/>
      <dgm:t>
        <a:bodyPr/>
        <a:lstStyle/>
        <a:p>
          <a:endParaRPr lang="en-US"/>
        </a:p>
      </dgm:t>
    </dgm:pt>
    <dgm:pt modelId="{FD6DC66E-BB7F-4AED-8E79-443242B95C92}" type="sibTrans" cxnId="{7EDA3B78-506D-4FC3-9648-3DC972C5B15D}">
      <dgm:prSet/>
      <dgm:spPr/>
      <dgm:t>
        <a:bodyPr/>
        <a:lstStyle/>
        <a:p>
          <a:endParaRPr lang="en-US"/>
        </a:p>
      </dgm:t>
    </dgm:pt>
    <dgm:pt modelId="{AB32A3E2-D3BE-4BF5-9572-B3B03387A7CD}">
      <dgm:prSet/>
      <dgm:spPr/>
      <dgm:t>
        <a:bodyPr/>
        <a:lstStyle/>
        <a:p>
          <a:r>
            <a:rPr lang="en-AU"/>
            <a:t>Discussed the issues</a:t>
          </a:r>
          <a:endParaRPr lang="en-US"/>
        </a:p>
      </dgm:t>
    </dgm:pt>
    <dgm:pt modelId="{FF9CCDF0-6672-4487-B04A-0EB15CA48BD7}" type="parTrans" cxnId="{0D673ABA-10E8-486F-B2B5-7C877CF68F59}">
      <dgm:prSet/>
      <dgm:spPr/>
      <dgm:t>
        <a:bodyPr/>
        <a:lstStyle/>
        <a:p>
          <a:endParaRPr lang="en-US"/>
        </a:p>
      </dgm:t>
    </dgm:pt>
    <dgm:pt modelId="{6C0D852B-AF55-484C-9655-97F75DC0A386}" type="sibTrans" cxnId="{0D673ABA-10E8-486F-B2B5-7C877CF68F59}">
      <dgm:prSet/>
      <dgm:spPr/>
      <dgm:t>
        <a:bodyPr/>
        <a:lstStyle/>
        <a:p>
          <a:endParaRPr lang="en-US"/>
        </a:p>
      </dgm:t>
    </dgm:pt>
    <dgm:pt modelId="{9877F9F7-8074-462B-AC24-2131989D521D}">
      <dgm:prSet/>
      <dgm:spPr/>
      <dgm:t>
        <a:bodyPr/>
        <a:lstStyle/>
        <a:p>
          <a:r>
            <a:rPr lang="en-AU"/>
            <a:t>Completed the retrieval chart</a:t>
          </a:r>
          <a:endParaRPr lang="en-US"/>
        </a:p>
      </dgm:t>
    </dgm:pt>
    <dgm:pt modelId="{8EBCD318-486F-43CC-8DA5-8192C1867A1E}" type="parTrans" cxnId="{066F7F3E-28EC-4F87-8DAF-D3626E1D14E4}">
      <dgm:prSet/>
      <dgm:spPr/>
      <dgm:t>
        <a:bodyPr/>
        <a:lstStyle/>
        <a:p>
          <a:endParaRPr lang="en-US"/>
        </a:p>
      </dgm:t>
    </dgm:pt>
    <dgm:pt modelId="{B8A82737-F16A-44D3-A212-18C2DEC0AA2E}" type="sibTrans" cxnId="{066F7F3E-28EC-4F87-8DAF-D3626E1D14E4}">
      <dgm:prSet/>
      <dgm:spPr/>
      <dgm:t>
        <a:bodyPr/>
        <a:lstStyle/>
        <a:p>
          <a:endParaRPr lang="en-US"/>
        </a:p>
      </dgm:t>
    </dgm:pt>
    <dgm:pt modelId="{2425E2C9-12DB-48BE-B536-00F48C3D8731}" type="pres">
      <dgm:prSet presAssocID="{DD50FD15-9966-4B14-AF7A-5B339D00D838}" presName="linear" presStyleCnt="0">
        <dgm:presLayoutVars>
          <dgm:dir/>
          <dgm:animLvl val="lvl"/>
          <dgm:resizeHandles val="exact"/>
        </dgm:presLayoutVars>
      </dgm:prSet>
      <dgm:spPr/>
    </dgm:pt>
    <dgm:pt modelId="{5C3E75CA-F21E-4749-9DD1-3CE3F63BB1BA}" type="pres">
      <dgm:prSet presAssocID="{4939B6B2-D4DB-4524-AACD-100C7A858325}" presName="parentLin" presStyleCnt="0"/>
      <dgm:spPr/>
    </dgm:pt>
    <dgm:pt modelId="{BE1C9B03-6E40-4124-9948-D326A30FE470}" type="pres">
      <dgm:prSet presAssocID="{4939B6B2-D4DB-4524-AACD-100C7A858325}" presName="parentLeftMargin" presStyleLbl="node1" presStyleIdx="0" presStyleCnt="2"/>
      <dgm:spPr/>
    </dgm:pt>
    <dgm:pt modelId="{25581718-76F2-488D-ABEA-28BF73231067}" type="pres">
      <dgm:prSet presAssocID="{4939B6B2-D4DB-4524-AACD-100C7A85832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D8EFD53-427E-4D86-9E7A-BBD67DB49702}" type="pres">
      <dgm:prSet presAssocID="{4939B6B2-D4DB-4524-AACD-100C7A858325}" presName="negativeSpace" presStyleCnt="0"/>
      <dgm:spPr/>
    </dgm:pt>
    <dgm:pt modelId="{6A4F41B7-1DC3-45DF-907A-91F53F3F2D51}" type="pres">
      <dgm:prSet presAssocID="{4939B6B2-D4DB-4524-AACD-100C7A858325}" presName="childText" presStyleLbl="conFgAcc1" presStyleIdx="0" presStyleCnt="2">
        <dgm:presLayoutVars>
          <dgm:bulletEnabled val="1"/>
        </dgm:presLayoutVars>
      </dgm:prSet>
      <dgm:spPr/>
    </dgm:pt>
    <dgm:pt modelId="{03977A30-B683-42B0-8286-B395223BA10D}" type="pres">
      <dgm:prSet presAssocID="{036F408D-D27F-4485-8588-9D87C59374EE}" presName="spaceBetweenRectangles" presStyleCnt="0"/>
      <dgm:spPr/>
    </dgm:pt>
    <dgm:pt modelId="{3A2BC860-66DA-4B4C-9AD8-2A73037296BC}" type="pres">
      <dgm:prSet presAssocID="{97134E2F-76E1-4E63-BE23-550ECB4541FE}" presName="parentLin" presStyleCnt="0"/>
      <dgm:spPr/>
    </dgm:pt>
    <dgm:pt modelId="{94EC6C92-FDFA-4D57-9EF9-E6ECCC806E59}" type="pres">
      <dgm:prSet presAssocID="{97134E2F-76E1-4E63-BE23-550ECB4541FE}" presName="parentLeftMargin" presStyleLbl="node1" presStyleIdx="0" presStyleCnt="2"/>
      <dgm:spPr/>
    </dgm:pt>
    <dgm:pt modelId="{ED6FC88C-0331-4532-A612-BCECCFC9BF57}" type="pres">
      <dgm:prSet presAssocID="{97134E2F-76E1-4E63-BE23-550ECB4541F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690130F-D262-46D0-AFD9-38138AEAF6C7}" type="pres">
      <dgm:prSet presAssocID="{97134E2F-76E1-4E63-BE23-550ECB4541FE}" presName="negativeSpace" presStyleCnt="0"/>
      <dgm:spPr/>
    </dgm:pt>
    <dgm:pt modelId="{4D4CE2BF-A4EB-4F9E-B63A-455169B48401}" type="pres">
      <dgm:prSet presAssocID="{97134E2F-76E1-4E63-BE23-550ECB4541F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BCA9C04-7FC7-48CB-A630-99BF0B49ED49}" type="presOf" srcId="{0F839C20-6048-4C8E-8C89-1894E8B7F191}" destId="{6A4F41B7-1DC3-45DF-907A-91F53F3F2D51}" srcOrd="0" destOrd="0" presId="urn:microsoft.com/office/officeart/2005/8/layout/list1"/>
    <dgm:cxn modelId="{7F072B08-EF02-4473-A557-0F64BA87B2EA}" type="presOf" srcId="{4939B6B2-D4DB-4524-AACD-100C7A858325}" destId="{BE1C9B03-6E40-4124-9948-D326A30FE470}" srcOrd="0" destOrd="0" presId="urn:microsoft.com/office/officeart/2005/8/layout/list1"/>
    <dgm:cxn modelId="{F1E97308-D969-489A-8D52-66878203922E}" type="presOf" srcId="{9877F9F7-8074-462B-AC24-2131989D521D}" destId="{4D4CE2BF-A4EB-4F9E-B63A-455169B48401}" srcOrd="0" destOrd="1" presId="urn:microsoft.com/office/officeart/2005/8/layout/list1"/>
    <dgm:cxn modelId="{5A867924-9FDA-4BA8-9E2B-BDEFBB576CEC}" srcId="{4939B6B2-D4DB-4524-AACD-100C7A858325}" destId="{0F839C20-6048-4C8E-8C89-1894E8B7F191}" srcOrd="0" destOrd="0" parTransId="{A9409554-E9F0-44A3-99ED-9F5784ED0315}" sibTransId="{979C4700-261E-40A9-AEDD-08E182141943}"/>
    <dgm:cxn modelId="{356C5D29-22F2-4062-9014-5E606F39C42D}" type="presOf" srcId="{DD50FD15-9966-4B14-AF7A-5B339D00D838}" destId="{2425E2C9-12DB-48BE-B536-00F48C3D8731}" srcOrd="0" destOrd="0" presId="urn:microsoft.com/office/officeart/2005/8/layout/list1"/>
    <dgm:cxn modelId="{066F7F3E-28EC-4F87-8DAF-D3626E1D14E4}" srcId="{97134E2F-76E1-4E63-BE23-550ECB4541FE}" destId="{9877F9F7-8074-462B-AC24-2131989D521D}" srcOrd="1" destOrd="0" parTransId="{8EBCD318-486F-43CC-8DA5-8192C1867A1E}" sibTransId="{B8A82737-F16A-44D3-A212-18C2DEC0AA2E}"/>
    <dgm:cxn modelId="{80CA665B-1715-4517-B239-4A271A071870}" type="presOf" srcId="{4939B6B2-D4DB-4524-AACD-100C7A858325}" destId="{25581718-76F2-488D-ABEA-28BF73231067}" srcOrd="1" destOrd="0" presId="urn:microsoft.com/office/officeart/2005/8/layout/list1"/>
    <dgm:cxn modelId="{2E7C416C-F681-478C-A077-978A922F443F}" type="presOf" srcId="{97134E2F-76E1-4E63-BE23-550ECB4541FE}" destId="{ED6FC88C-0331-4532-A612-BCECCFC9BF57}" srcOrd="1" destOrd="0" presId="urn:microsoft.com/office/officeart/2005/8/layout/list1"/>
    <dgm:cxn modelId="{7EDA3B78-506D-4FC3-9648-3DC972C5B15D}" srcId="{DD50FD15-9966-4B14-AF7A-5B339D00D838}" destId="{97134E2F-76E1-4E63-BE23-550ECB4541FE}" srcOrd="1" destOrd="0" parTransId="{4844BADD-ECF3-4963-B8D5-07AB003C4C7E}" sibTransId="{FD6DC66E-BB7F-4AED-8E79-443242B95C92}"/>
    <dgm:cxn modelId="{88604189-7D50-41BA-83D7-90B1E962454F}" type="presOf" srcId="{97134E2F-76E1-4E63-BE23-550ECB4541FE}" destId="{94EC6C92-FDFA-4D57-9EF9-E6ECCC806E59}" srcOrd="0" destOrd="0" presId="urn:microsoft.com/office/officeart/2005/8/layout/list1"/>
    <dgm:cxn modelId="{46539795-9DF6-4DC8-BBFA-3BFFAF3FBBA3}" srcId="{DD50FD15-9966-4B14-AF7A-5B339D00D838}" destId="{4939B6B2-D4DB-4524-AACD-100C7A858325}" srcOrd="0" destOrd="0" parTransId="{EB5D04C8-B2D6-4A41-A9A6-02120568EC8E}" sibTransId="{036F408D-D27F-4485-8588-9D87C59374EE}"/>
    <dgm:cxn modelId="{0D673ABA-10E8-486F-B2B5-7C877CF68F59}" srcId="{97134E2F-76E1-4E63-BE23-550ECB4541FE}" destId="{AB32A3E2-D3BE-4BF5-9572-B3B03387A7CD}" srcOrd="0" destOrd="0" parTransId="{FF9CCDF0-6672-4487-B04A-0EB15CA48BD7}" sibTransId="{6C0D852B-AF55-484C-9655-97F75DC0A386}"/>
    <dgm:cxn modelId="{9393E1E2-11F6-49DE-9D35-205012BC3E00}" type="presOf" srcId="{AB32A3E2-D3BE-4BF5-9572-B3B03387A7CD}" destId="{4D4CE2BF-A4EB-4F9E-B63A-455169B48401}" srcOrd="0" destOrd="0" presId="urn:microsoft.com/office/officeart/2005/8/layout/list1"/>
    <dgm:cxn modelId="{CC963470-5B6D-482D-B9B8-3552D4113E92}" type="presParOf" srcId="{2425E2C9-12DB-48BE-B536-00F48C3D8731}" destId="{5C3E75CA-F21E-4749-9DD1-3CE3F63BB1BA}" srcOrd="0" destOrd="0" presId="urn:microsoft.com/office/officeart/2005/8/layout/list1"/>
    <dgm:cxn modelId="{06215B4C-E86A-454B-BB06-9ACAAA87B076}" type="presParOf" srcId="{5C3E75CA-F21E-4749-9DD1-3CE3F63BB1BA}" destId="{BE1C9B03-6E40-4124-9948-D326A30FE470}" srcOrd="0" destOrd="0" presId="urn:microsoft.com/office/officeart/2005/8/layout/list1"/>
    <dgm:cxn modelId="{B980E712-7F7B-4950-B6A3-BD9B6B1E44DD}" type="presParOf" srcId="{5C3E75CA-F21E-4749-9DD1-3CE3F63BB1BA}" destId="{25581718-76F2-488D-ABEA-28BF73231067}" srcOrd="1" destOrd="0" presId="urn:microsoft.com/office/officeart/2005/8/layout/list1"/>
    <dgm:cxn modelId="{D1A4A26D-B33B-4BE9-A6E3-4B175F18B866}" type="presParOf" srcId="{2425E2C9-12DB-48BE-B536-00F48C3D8731}" destId="{8D8EFD53-427E-4D86-9E7A-BBD67DB49702}" srcOrd="1" destOrd="0" presId="urn:microsoft.com/office/officeart/2005/8/layout/list1"/>
    <dgm:cxn modelId="{EAE2EB7B-41DD-4401-862C-D0464C0D7A16}" type="presParOf" srcId="{2425E2C9-12DB-48BE-B536-00F48C3D8731}" destId="{6A4F41B7-1DC3-45DF-907A-91F53F3F2D51}" srcOrd="2" destOrd="0" presId="urn:microsoft.com/office/officeart/2005/8/layout/list1"/>
    <dgm:cxn modelId="{A353CD2D-C46C-45B5-A7ED-872014C91C9B}" type="presParOf" srcId="{2425E2C9-12DB-48BE-B536-00F48C3D8731}" destId="{03977A30-B683-42B0-8286-B395223BA10D}" srcOrd="3" destOrd="0" presId="urn:microsoft.com/office/officeart/2005/8/layout/list1"/>
    <dgm:cxn modelId="{824E4DAD-271B-4083-9000-DE80A4C7EFA9}" type="presParOf" srcId="{2425E2C9-12DB-48BE-B536-00F48C3D8731}" destId="{3A2BC860-66DA-4B4C-9AD8-2A73037296BC}" srcOrd="4" destOrd="0" presId="urn:microsoft.com/office/officeart/2005/8/layout/list1"/>
    <dgm:cxn modelId="{FE7D642F-002C-4444-B9FC-78E91A530296}" type="presParOf" srcId="{3A2BC860-66DA-4B4C-9AD8-2A73037296BC}" destId="{94EC6C92-FDFA-4D57-9EF9-E6ECCC806E59}" srcOrd="0" destOrd="0" presId="urn:microsoft.com/office/officeart/2005/8/layout/list1"/>
    <dgm:cxn modelId="{B541B34C-4461-471D-9BDA-2D7D43FE4E0C}" type="presParOf" srcId="{3A2BC860-66DA-4B4C-9AD8-2A73037296BC}" destId="{ED6FC88C-0331-4532-A612-BCECCFC9BF57}" srcOrd="1" destOrd="0" presId="urn:microsoft.com/office/officeart/2005/8/layout/list1"/>
    <dgm:cxn modelId="{5FAA6FE9-7445-4747-BCAF-1BF5E873F703}" type="presParOf" srcId="{2425E2C9-12DB-48BE-B536-00F48C3D8731}" destId="{8690130F-D262-46D0-AFD9-38138AEAF6C7}" srcOrd="5" destOrd="0" presId="urn:microsoft.com/office/officeart/2005/8/layout/list1"/>
    <dgm:cxn modelId="{52225581-F651-485E-A108-4BB7339A217C}" type="presParOf" srcId="{2425E2C9-12DB-48BE-B536-00F48C3D8731}" destId="{4D4CE2BF-A4EB-4F9E-B63A-455169B4840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ADC7C65-887B-4643-AFD2-864E1AF1E27F}" type="doc">
      <dgm:prSet loTypeId="urn:microsoft.com/office/officeart/2016/7/layout/VerticalHollowActionList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0D88FEA-1A8A-4A57-8268-3490C9F7E999}">
      <dgm:prSet/>
      <dgm:spPr/>
      <dgm:t>
        <a:bodyPr/>
        <a:lstStyle/>
        <a:p>
          <a:r>
            <a:rPr lang="en-US"/>
            <a:t>Read</a:t>
          </a:r>
        </a:p>
      </dgm:t>
    </dgm:pt>
    <dgm:pt modelId="{329D2261-7B2F-4222-9BDC-3612DA228B22}" type="parTrans" cxnId="{6A3CF443-BB43-4A60-BD97-606BE275A98A}">
      <dgm:prSet/>
      <dgm:spPr/>
      <dgm:t>
        <a:bodyPr/>
        <a:lstStyle/>
        <a:p>
          <a:endParaRPr lang="en-US"/>
        </a:p>
      </dgm:t>
    </dgm:pt>
    <dgm:pt modelId="{1750A538-5573-45FD-88A4-0146B7A0ABA8}" type="sibTrans" cxnId="{6A3CF443-BB43-4A60-BD97-606BE275A98A}">
      <dgm:prSet/>
      <dgm:spPr/>
      <dgm:t>
        <a:bodyPr/>
        <a:lstStyle/>
        <a:p>
          <a:endParaRPr lang="en-US"/>
        </a:p>
      </dgm:t>
    </dgm:pt>
    <dgm:pt modelId="{D550970F-790A-499A-83A1-7CBF5B5BFEDF}">
      <dgm:prSet/>
      <dgm:spPr/>
      <dgm:t>
        <a:bodyPr/>
        <a:lstStyle/>
        <a:p>
          <a:r>
            <a:rPr lang="en-US"/>
            <a:t>Read the following text references and questions and discuss them in your group. </a:t>
          </a:r>
        </a:p>
      </dgm:t>
    </dgm:pt>
    <dgm:pt modelId="{B6EC793C-D2C0-4568-A74D-00C9783E9E04}" type="parTrans" cxnId="{5C018993-8BF7-47DE-84BC-4C62B416FCFB}">
      <dgm:prSet/>
      <dgm:spPr/>
      <dgm:t>
        <a:bodyPr/>
        <a:lstStyle/>
        <a:p>
          <a:endParaRPr lang="en-US"/>
        </a:p>
      </dgm:t>
    </dgm:pt>
    <dgm:pt modelId="{FAA50A49-EBC3-4370-826F-84B85A2707CE}" type="sibTrans" cxnId="{5C018993-8BF7-47DE-84BC-4C62B416FCFB}">
      <dgm:prSet/>
      <dgm:spPr/>
      <dgm:t>
        <a:bodyPr/>
        <a:lstStyle/>
        <a:p>
          <a:endParaRPr lang="en-US"/>
        </a:p>
      </dgm:t>
    </dgm:pt>
    <dgm:pt modelId="{405990EA-6CA1-4384-9FA2-5BECCDEC0001}">
      <dgm:prSet/>
      <dgm:spPr/>
      <dgm:t>
        <a:bodyPr/>
        <a:lstStyle/>
        <a:p>
          <a:r>
            <a:rPr lang="en-US"/>
            <a:t>Record</a:t>
          </a:r>
        </a:p>
      </dgm:t>
    </dgm:pt>
    <dgm:pt modelId="{0B777ED9-C715-4D89-A0F6-E78BB2E90A49}" type="parTrans" cxnId="{671AF312-67ED-48FE-AC06-88B753802F81}">
      <dgm:prSet/>
      <dgm:spPr/>
      <dgm:t>
        <a:bodyPr/>
        <a:lstStyle/>
        <a:p>
          <a:endParaRPr lang="en-US"/>
        </a:p>
      </dgm:t>
    </dgm:pt>
    <dgm:pt modelId="{C55A367C-8DEE-4C9C-BFDB-059499054688}" type="sibTrans" cxnId="{671AF312-67ED-48FE-AC06-88B753802F81}">
      <dgm:prSet/>
      <dgm:spPr/>
      <dgm:t>
        <a:bodyPr/>
        <a:lstStyle/>
        <a:p>
          <a:endParaRPr lang="en-US"/>
        </a:p>
      </dgm:t>
    </dgm:pt>
    <dgm:pt modelId="{0AADA8B9-E007-4C40-B1E7-20C308DD3CC3}">
      <dgm:prSet/>
      <dgm:spPr/>
      <dgm:t>
        <a:bodyPr/>
        <a:lstStyle/>
        <a:p>
          <a:r>
            <a:rPr lang="en-US"/>
            <a:t>Record brief notes on your discussion points.   </a:t>
          </a:r>
        </a:p>
      </dgm:t>
    </dgm:pt>
    <dgm:pt modelId="{ACA888B5-ABB9-4AEE-AEBF-9B8DAB4A9672}" type="parTrans" cxnId="{FC76AB99-8019-46F6-9108-DAF50560DA77}">
      <dgm:prSet/>
      <dgm:spPr/>
      <dgm:t>
        <a:bodyPr/>
        <a:lstStyle/>
        <a:p>
          <a:endParaRPr lang="en-US"/>
        </a:p>
      </dgm:t>
    </dgm:pt>
    <dgm:pt modelId="{E05D3AE2-C789-413B-A474-DD350D30C965}" type="sibTrans" cxnId="{FC76AB99-8019-46F6-9108-DAF50560DA77}">
      <dgm:prSet/>
      <dgm:spPr/>
      <dgm:t>
        <a:bodyPr/>
        <a:lstStyle/>
        <a:p>
          <a:endParaRPr lang="en-US"/>
        </a:p>
      </dgm:t>
    </dgm:pt>
    <dgm:pt modelId="{B98E57BE-F1F3-4CB6-9036-2E5A3A0AA8C0}">
      <dgm:prSet/>
      <dgm:spPr/>
      <dgm:t>
        <a:bodyPr/>
        <a:lstStyle/>
        <a:p>
          <a:r>
            <a:rPr lang="en-US"/>
            <a:t>Consider</a:t>
          </a:r>
        </a:p>
      </dgm:t>
    </dgm:pt>
    <dgm:pt modelId="{26F447E2-37E1-4930-A268-22E70F93AC75}" type="parTrans" cxnId="{90E139E2-809B-4D62-99C1-DFD7378308A0}">
      <dgm:prSet/>
      <dgm:spPr/>
      <dgm:t>
        <a:bodyPr/>
        <a:lstStyle/>
        <a:p>
          <a:endParaRPr lang="en-US"/>
        </a:p>
      </dgm:t>
    </dgm:pt>
    <dgm:pt modelId="{287F925E-7708-44FA-B4C7-32EA42DE467C}" type="sibTrans" cxnId="{90E139E2-809B-4D62-99C1-DFD7378308A0}">
      <dgm:prSet/>
      <dgm:spPr/>
      <dgm:t>
        <a:bodyPr/>
        <a:lstStyle/>
        <a:p>
          <a:endParaRPr lang="en-US"/>
        </a:p>
      </dgm:t>
    </dgm:pt>
    <dgm:pt modelId="{F9F90B98-4BED-42EF-A501-7DD316C1BF3A}">
      <dgm:prSet/>
      <dgm:spPr/>
      <dgm:t>
        <a:bodyPr/>
        <a:lstStyle/>
        <a:p>
          <a:r>
            <a:rPr lang="en-US"/>
            <a:t>Consider your ideas about the views of each character on the issue of juvenile crime</a:t>
          </a:r>
        </a:p>
      </dgm:t>
    </dgm:pt>
    <dgm:pt modelId="{65A89115-4290-421F-A74A-8A3698EDF93E}" type="parTrans" cxnId="{8786DCB3-B7DE-4FC8-8B9E-ECD235128CCE}">
      <dgm:prSet/>
      <dgm:spPr/>
      <dgm:t>
        <a:bodyPr/>
        <a:lstStyle/>
        <a:p>
          <a:endParaRPr lang="en-US"/>
        </a:p>
      </dgm:t>
    </dgm:pt>
    <dgm:pt modelId="{4D6DB941-ED0E-47D6-875F-891832DBCB4E}" type="sibTrans" cxnId="{8786DCB3-B7DE-4FC8-8B9E-ECD235128CCE}">
      <dgm:prSet/>
      <dgm:spPr/>
      <dgm:t>
        <a:bodyPr/>
        <a:lstStyle/>
        <a:p>
          <a:endParaRPr lang="en-US"/>
        </a:p>
      </dgm:t>
    </dgm:pt>
    <dgm:pt modelId="{7F42E3B5-7B3F-4C6B-A0B5-E3D39DFE4929}" type="pres">
      <dgm:prSet presAssocID="{1ADC7C65-887B-4643-AFD2-864E1AF1E27F}" presName="Name0" presStyleCnt="0">
        <dgm:presLayoutVars>
          <dgm:dir/>
          <dgm:animLvl val="lvl"/>
          <dgm:resizeHandles val="exact"/>
        </dgm:presLayoutVars>
      </dgm:prSet>
      <dgm:spPr/>
    </dgm:pt>
    <dgm:pt modelId="{AC0B4AF5-0114-4B2E-89B9-4C798C852015}" type="pres">
      <dgm:prSet presAssocID="{60D88FEA-1A8A-4A57-8268-3490C9F7E999}" presName="linNode" presStyleCnt="0"/>
      <dgm:spPr/>
    </dgm:pt>
    <dgm:pt modelId="{EBA0D57B-87BC-4D31-8A38-F0C1C677681F}" type="pres">
      <dgm:prSet presAssocID="{60D88FEA-1A8A-4A57-8268-3490C9F7E999}" presName="parentText" presStyleLbl="solidFgAcc1" presStyleIdx="0" presStyleCnt="3">
        <dgm:presLayoutVars>
          <dgm:chMax val="1"/>
          <dgm:bulletEnabled/>
        </dgm:presLayoutVars>
      </dgm:prSet>
      <dgm:spPr/>
    </dgm:pt>
    <dgm:pt modelId="{48A6C1F0-04A7-4C24-BDAD-A1B1AB175E38}" type="pres">
      <dgm:prSet presAssocID="{60D88FEA-1A8A-4A57-8268-3490C9F7E999}" presName="descendantText" presStyleLbl="alignNode1" presStyleIdx="0" presStyleCnt="3">
        <dgm:presLayoutVars>
          <dgm:bulletEnabled/>
        </dgm:presLayoutVars>
      </dgm:prSet>
      <dgm:spPr/>
    </dgm:pt>
    <dgm:pt modelId="{6D731393-FDAA-43A3-88E5-72B0FD1F0CDA}" type="pres">
      <dgm:prSet presAssocID="{1750A538-5573-45FD-88A4-0146B7A0ABA8}" presName="sp" presStyleCnt="0"/>
      <dgm:spPr/>
    </dgm:pt>
    <dgm:pt modelId="{4AE0409A-A5B7-4B3C-A1C6-08BB680797CA}" type="pres">
      <dgm:prSet presAssocID="{405990EA-6CA1-4384-9FA2-5BECCDEC0001}" presName="linNode" presStyleCnt="0"/>
      <dgm:spPr/>
    </dgm:pt>
    <dgm:pt modelId="{ED649699-2DF2-4F23-8A3A-C47A7B175001}" type="pres">
      <dgm:prSet presAssocID="{405990EA-6CA1-4384-9FA2-5BECCDEC0001}" presName="parentText" presStyleLbl="solidFgAcc1" presStyleIdx="1" presStyleCnt="3">
        <dgm:presLayoutVars>
          <dgm:chMax val="1"/>
          <dgm:bulletEnabled/>
        </dgm:presLayoutVars>
      </dgm:prSet>
      <dgm:spPr/>
    </dgm:pt>
    <dgm:pt modelId="{F1C9A734-E9A2-47D5-9D17-EA1AD85D9F19}" type="pres">
      <dgm:prSet presAssocID="{405990EA-6CA1-4384-9FA2-5BECCDEC0001}" presName="descendantText" presStyleLbl="alignNode1" presStyleIdx="1" presStyleCnt="3">
        <dgm:presLayoutVars>
          <dgm:bulletEnabled/>
        </dgm:presLayoutVars>
      </dgm:prSet>
      <dgm:spPr/>
    </dgm:pt>
    <dgm:pt modelId="{FF21736E-204A-4CF7-A2BD-EEBEB2D8B94D}" type="pres">
      <dgm:prSet presAssocID="{C55A367C-8DEE-4C9C-BFDB-059499054688}" presName="sp" presStyleCnt="0"/>
      <dgm:spPr/>
    </dgm:pt>
    <dgm:pt modelId="{1D27E622-79C7-41FD-B86B-1F4D64A3733B}" type="pres">
      <dgm:prSet presAssocID="{B98E57BE-F1F3-4CB6-9036-2E5A3A0AA8C0}" presName="linNode" presStyleCnt="0"/>
      <dgm:spPr/>
    </dgm:pt>
    <dgm:pt modelId="{DF48B00E-6D37-4994-A806-BFBD17B378F8}" type="pres">
      <dgm:prSet presAssocID="{B98E57BE-F1F3-4CB6-9036-2E5A3A0AA8C0}" presName="parentText" presStyleLbl="solidFgAcc1" presStyleIdx="2" presStyleCnt="3">
        <dgm:presLayoutVars>
          <dgm:chMax val="1"/>
          <dgm:bulletEnabled/>
        </dgm:presLayoutVars>
      </dgm:prSet>
      <dgm:spPr/>
    </dgm:pt>
    <dgm:pt modelId="{EC91440F-8D15-438D-A395-57A7FAEE589A}" type="pres">
      <dgm:prSet presAssocID="{B98E57BE-F1F3-4CB6-9036-2E5A3A0AA8C0}" presName="descendantText" presStyleLbl="alignNode1" presStyleIdx="2" presStyleCnt="3">
        <dgm:presLayoutVars>
          <dgm:bulletEnabled/>
        </dgm:presLayoutVars>
      </dgm:prSet>
      <dgm:spPr/>
    </dgm:pt>
  </dgm:ptLst>
  <dgm:cxnLst>
    <dgm:cxn modelId="{671AF312-67ED-48FE-AC06-88B753802F81}" srcId="{1ADC7C65-887B-4643-AFD2-864E1AF1E27F}" destId="{405990EA-6CA1-4384-9FA2-5BECCDEC0001}" srcOrd="1" destOrd="0" parTransId="{0B777ED9-C715-4D89-A0F6-E78BB2E90A49}" sibTransId="{C55A367C-8DEE-4C9C-BFDB-059499054688}"/>
    <dgm:cxn modelId="{D882235B-DC38-4951-B6B3-A81C6FE2CC50}" type="presOf" srcId="{F9F90B98-4BED-42EF-A501-7DD316C1BF3A}" destId="{EC91440F-8D15-438D-A395-57A7FAEE589A}" srcOrd="0" destOrd="0" presId="urn:microsoft.com/office/officeart/2016/7/layout/VerticalHollowActionList"/>
    <dgm:cxn modelId="{6A3CF443-BB43-4A60-BD97-606BE275A98A}" srcId="{1ADC7C65-887B-4643-AFD2-864E1AF1E27F}" destId="{60D88FEA-1A8A-4A57-8268-3490C9F7E999}" srcOrd="0" destOrd="0" parTransId="{329D2261-7B2F-4222-9BDC-3612DA228B22}" sibTransId="{1750A538-5573-45FD-88A4-0146B7A0ABA8}"/>
    <dgm:cxn modelId="{422F7256-6B73-45AC-9057-208BC67C717D}" type="presOf" srcId="{60D88FEA-1A8A-4A57-8268-3490C9F7E999}" destId="{EBA0D57B-87BC-4D31-8A38-F0C1C677681F}" srcOrd="0" destOrd="0" presId="urn:microsoft.com/office/officeart/2016/7/layout/VerticalHollowActionList"/>
    <dgm:cxn modelId="{024E928F-D168-4C7E-B23B-E1065D4EF44A}" type="presOf" srcId="{0AADA8B9-E007-4C40-B1E7-20C308DD3CC3}" destId="{F1C9A734-E9A2-47D5-9D17-EA1AD85D9F19}" srcOrd="0" destOrd="0" presId="urn:microsoft.com/office/officeart/2016/7/layout/VerticalHollowActionList"/>
    <dgm:cxn modelId="{5C018993-8BF7-47DE-84BC-4C62B416FCFB}" srcId="{60D88FEA-1A8A-4A57-8268-3490C9F7E999}" destId="{D550970F-790A-499A-83A1-7CBF5B5BFEDF}" srcOrd="0" destOrd="0" parTransId="{B6EC793C-D2C0-4568-A74D-00C9783E9E04}" sibTransId="{FAA50A49-EBC3-4370-826F-84B85A2707CE}"/>
    <dgm:cxn modelId="{FC76AB99-8019-46F6-9108-DAF50560DA77}" srcId="{405990EA-6CA1-4384-9FA2-5BECCDEC0001}" destId="{0AADA8B9-E007-4C40-B1E7-20C308DD3CC3}" srcOrd="0" destOrd="0" parTransId="{ACA888B5-ABB9-4AEE-AEBF-9B8DAB4A9672}" sibTransId="{E05D3AE2-C789-413B-A474-DD350D30C965}"/>
    <dgm:cxn modelId="{234332AF-A44D-4C74-BC98-09509FD44259}" type="presOf" srcId="{D550970F-790A-499A-83A1-7CBF5B5BFEDF}" destId="{48A6C1F0-04A7-4C24-BDAD-A1B1AB175E38}" srcOrd="0" destOrd="0" presId="urn:microsoft.com/office/officeart/2016/7/layout/VerticalHollowActionList"/>
    <dgm:cxn modelId="{8786DCB3-B7DE-4FC8-8B9E-ECD235128CCE}" srcId="{B98E57BE-F1F3-4CB6-9036-2E5A3A0AA8C0}" destId="{F9F90B98-4BED-42EF-A501-7DD316C1BF3A}" srcOrd="0" destOrd="0" parTransId="{65A89115-4290-421F-A74A-8A3698EDF93E}" sibTransId="{4D6DB941-ED0E-47D6-875F-891832DBCB4E}"/>
    <dgm:cxn modelId="{945E4CB4-4DB0-4887-BB5F-8224ED9377BF}" type="presOf" srcId="{405990EA-6CA1-4384-9FA2-5BECCDEC0001}" destId="{ED649699-2DF2-4F23-8A3A-C47A7B175001}" srcOrd="0" destOrd="0" presId="urn:microsoft.com/office/officeart/2016/7/layout/VerticalHollowActionList"/>
    <dgm:cxn modelId="{F2C591C8-876C-4146-9357-7AE3CFA9F496}" type="presOf" srcId="{1ADC7C65-887B-4643-AFD2-864E1AF1E27F}" destId="{7F42E3B5-7B3F-4C6B-A0B5-E3D39DFE4929}" srcOrd="0" destOrd="0" presId="urn:microsoft.com/office/officeart/2016/7/layout/VerticalHollowActionList"/>
    <dgm:cxn modelId="{90E139E2-809B-4D62-99C1-DFD7378308A0}" srcId="{1ADC7C65-887B-4643-AFD2-864E1AF1E27F}" destId="{B98E57BE-F1F3-4CB6-9036-2E5A3A0AA8C0}" srcOrd="2" destOrd="0" parTransId="{26F447E2-37E1-4930-A268-22E70F93AC75}" sibTransId="{287F925E-7708-44FA-B4C7-32EA42DE467C}"/>
    <dgm:cxn modelId="{096C17ED-F769-406D-B398-A927CB001E61}" type="presOf" srcId="{B98E57BE-F1F3-4CB6-9036-2E5A3A0AA8C0}" destId="{DF48B00E-6D37-4994-A806-BFBD17B378F8}" srcOrd="0" destOrd="0" presId="urn:microsoft.com/office/officeart/2016/7/layout/VerticalHollowActionList"/>
    <dgm:cxn modelId="{C0958411-F8CE-42ED-94AD-D811476524D9}" type="presParOf" srcId="{7F42E3B5-7B3F-4C6B-A0B5-E3D39DFE4929}" destId="{AC0B4AF5-0114-4B2E-89B9-4C798C852015}" srcOrd="0" destOrd="0" presId="urn:microsoft.com/office/officeart/2016/7/layout/VerticalHollowActionList"/>
    <dgm:cxn modelId="{544C82F6-E873-438B-8D28-8BD5074CC4FB}" type="presParOf" srcId="{AC0B4AF5-0114-4B2E-89B9-4C798C852015}" destId="{EBA0D57B-87BC-4D31-8A38-F0C1C677681F}" srcOrd="0" destOrd="0" presId="urn:microsoft.com/office/officeart/2016/7/layout/VerticalHollowActionList"/>
    <dgm:cxn modelId="{B66B15CB-C7EF-43BA-8CD8-684D044B4060}" type="presParOf" srcId="{AC0B4AF5-0114-4B2E-89B9-4C798C852015}" destId="{48A6C1F0-04A7-4C24-BDAD-A1B1AB175E38}" srcOrd="1" destOrd="0" presId="urn:microsoft.com/office/officeart/2016/7/layout/VerticalHollowActionList"/>
    <dgm:cxn modelId="{9441FBA4-70C5-4301-9719-7D4479D24DC4}" type="presParOf" srcId="{7F42E3B5-7B3F-4C6B-A0B5-E3D39DFE4929}" destId="{6D731393-FDAA-43A3-88E5-72B0FD1F0CDA}" srcOrd="1" destOrd="0" presId="urn:microsoft.com/office/officeart/2016/7/layout/VerticalHollowActionList"/>
    <dgm:cxn modelId="{F45E9B95-FD65-4AE7-850C-183D77943BF5}" type="presParOf" srcId="{7F42E3B5-7B3F-4C6B-A0B5-E3D39DFE4929}" destId="{4AE0409A-A5B7-4B3C-A1C6-08BB680797CA}" srcOrd="2" destOrd="0" presId="urn:microsoft.com/office/officeart/2016/7/layout/VerticalHollowActionList"/>
    <dgm:cxn modelId="{D97D5D89-6374-4945-8F46-9BC74243B95A}" type="presParOf" srcId="{4AE0409A-A5B7-4B3C-A1C6-08BB680797CA}" destId="{ED649699-2DF2-4F23-8A3A-C47A7B175001}" srcOrd="0" destOrd="0" presId="urn:microsoft.com/office/officeart/2016/7/layout/VerticalHollowActionList"/>
    <dgm:cxn modelId="{A1BBB370-A9DA-49D9-8A89-72D29E3537C6}" type="presParOf" srcId="{4AE0409A-A5B7-4B3C-A1C6-08BB680797CA}" destId="{F1C9A734-E9A2-47D5-9D17-EA1AD85D9F19}" srcOrd="1" destOrd="0" presId="urn:microsoft.com/office/officeart/2016/7/layout/VerticalHollowActionList"/>
    <dgm:cxn modelId="{D46DCB5D-4BE4-4BA4-A71A-038DAFF76621}" type="presParOf" srcId="{7F42E3B5-7B3F-4C6B-A0B5-E3D39DFE4929}" destId="{FF21736E-204A-4CF7-A2BD-EEBEB2D8B94D}" srcOrd="3" destOrd="0" presId="urn:microsoft.com/office/officeart/2016/7/layout/VerticalHollowActionList"/>
    <dgm:cxn modelId="{8878BAF0-381E-4BB4-8B9B-B37C59DB05A6}" type="presParOf" srcId="{7F42E3B5-7B3F-4C6B-A0B5-E3D39DFE4929}" destId="{1D27E622-79C7-41FD-B86B-1F4D64A3733B}" srcOrd="4" destOrd="0" presId="urn:microsoft.com/office/officeart/2016/7/layout/VerticalHollowActionList"/>
    <dgm:cxn modelId="{8DF9BDB6-F10D-429A-966B-85F611CF8EF9}" type="presParOf" srcId="{1D27E622-79C7-41FD-B86B-1F4D64A3733B}" destId="{DF48B00E-6D37-4994-A806-BFBD17B378F8}" srcOrd="0" destOrd="0" presId="urn:microsoft.com/office/officeart/2016/7/layout/VerticalHollowActionList"/>
    <dgm:cxn modelId="{4CED885E-6EA0-440C-82F7-BDFE3D5E585E}" type="presParOf" srcId="{1D27E622-79C7-41FD-B86B-1F4D64A3733B}" destId="{EC91440F-8D15-438D-A395-57A7FAEE589A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AB402-2AFB-4772-8B3A-A141171D84ED}">
      <dsp:nvSpPr>
        <dsp:cNvPr id="0" name=""/>
        <dsp:cNvSpPr/>
      </dsp:nvSpPr>
      <dsp:spPr>
        <a:xfrm>
          <a:off x="0" y="525487"/>
          <a:ext cx="6089650" cy="240975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708152" rIns="472625" bIns="241808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3400" kern="1200"/>
            <a:t>To view Season 1, episode 2 of the TV series called “Joyride”</a:t>
          </a:r>
          <a:endParaRPr lang="en-US" sz="3400" kern="1200"/>
        </a:p>
      </dsp:txBody>
      <dsp:txXfrm>
        <a:off x="0" y="525487"/>
        <a:ext cx="6089650" cy="2409750"/>
      </dsp:txXfrm>
    </dsp:sp>
    <dsp:sp modelId="{84E70860-D0DC-4400-8241-FEB6C169CE33}">
      <dsp:nvSpPr>
        <dsp:cNvPr id="0" name=""/>
        <dsp:cNvSpPr/>
      </dsp:nvSpPr>
      <dsp:spPr>
        <a:xfrm>
          <a:off x="304482" y="23647"/>
          <a:ext cx="4262755" cy="10036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Learning Intentions</a:t>
          </a:r>
        </a:p>
      </dsp:txBody>
      <dsp:txXfrm>
        <a:off x="353478" y="72643"/>
        <a:ext cx="4164763" cy="905688"/>
      </dsp:txXfrm>
    </dsp:sp>
    <dsp:sp modelId="{49222292-19A1-41FD-8E4B-192B8F2204BA}">
      <dsp:nvSpPr>
        <dsp:cNvPr id="0" name=""/>
        <dsp:cNvSpPr/>
      </dsp:nvSpPr>
      <dsp:spPr>
        <a:xfrm>
          <a:off x="0" y="3620677"/>
          <a:ext cx="6089650" cy="19278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708152" rIns="472625" bIns="241808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/>
            <a:t>Completed a viewing of the episode</a:t>
          </a:r>
        </a:p>
      </dsp:txBody>
      <dsp:txXfrm>
        <a:off x="0" y="3620677"/>
        <a:ext cx="6089650" cy="1927800"/>
      </dsp:txXfrm>
    </dsp:sp>
    <dsp:sp modelId="{732E929F-3280-455E-9C30-514A9958C5E1}">
      <dsp:nvSpPr>
        <dsp:cNvPr id="0" name=""/>
        <dsp:cNvSpPr/>
      </dsp:nvSpPr>
      <dsp:spPr>
        <a:xfrm>
          <a:off x="304482" y="3118837"/>
          <a:ext cx="4262755" cy="10036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Success Criteria</a:t>
          </a:r>
        </a:p>
      </dsp:txBody>
      <dsp:txXfrm>
        <a:off x="353478" y="3167833"/>
        <a:ext cx="4164763" cy="9056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489F2D-1EC2-4014-A316-AB8A99AEFA1F}">
      <dsp:nvSpPr>
        <dsp:cNvPr id="0" name=""/>
        <dsp:cNvSpPr/>
      </dsp:nvSpPr>
      <dsp:spPr>
        <a:xfrm>
          <a:off x="0" y="525487"/>
          <a:ext cx="6089650" cy="240975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708152" rIns="472625" bIns="241808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3400" kern="1200"/>
            <a:t>To examine the relationship between film techniques and meaning</a:t>
          </a:r>
          <a:endParaRPr lang="en-US" sz="3400" kern="1200"/>
        </a:p>
      </dsp:txBody>
      <dsp:txXfrm>
        <a:off x="0" y="525487"/>
        <a:ext cx="6089650" cy="2409750"/>
      </dsp:txXfrm>
    </dsp:sp>
    <dsp:sp modelId="{B379B08E-5906-4D38-BD66-E4C2FD486319}">
      <dsp:nvSpPr>
        <dsp:cNvPr id="0" name=""/>
        <dsp:cNvSpPr/>
      </dsp:nvSpPr>
      <dsp:spPr>
        <a:xfrm>
          <a:off x="304482" y="23647"/>
          <a:ext cx="4262755" cy="10036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Learning Intentions</a:t>
          </a:r>
        </a:p>
      </dsp:txBody>
      <dsp:txXfrm>
        <a:off x="353478" y="72643"/>
        <a:ext cx="4164763" cy="905688"/>
      </dsp:txXfrm>
    </dsp:sp>
    <dsp:sp modelId="{B6F3F7C8-93BA-4937-BB97-A95DF3F6196B}">
      <dsp:nvSpPr>
        <dsp:cNvPr id="0" name=""/>
        <dsp:cNvSpPr/>
      </dsp:nvSpPr>
      <dsp:spPr>
        <a:xfrm>
          <a:off x="0" y="3620677"/>
          <a:ext cx="6089650" cy="19278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708152" rIns="472625" bIns="241808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3400" kern="1200"/>
            <a:t>Completed Handout (pp2-5) Questions 1-9</a:t>
          </a:r>
          <a:endParaRPr lang="en-US" sz="3400" kern="1200"/>
        </a:p>
      </dsp:txBody>
      <dsp:txXfrm>
        <a:off x="0" y="3620677"/>
        <a:ext cx="6089650" cy="1927800"/>
      </dsp:txXfrm>
    </dsp:sp>
    <dsp:sp modelId="{A43836A6-AF83-4B6D-A7D7-166703549DC1}">
      <dsp:nvSpPr>
        <dsp:cNvPr id="0" name=""/>
        <dsp:cNvSpPr/>
      </dsp:nvSpPr>
      <dsp:spPr>
        <a:xfrm>
          <a:off x="304482" y="3118837"/>
          <a:ext cx="4262755" cy="10036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</a:t>
          </a:r>
          <a:r>
            <a:rPr lang="en-AU" sz="3400" kern="1200"/>
            <a:t>uccess Criteria</a:t>
          </a:r>
          <a:endParaRPr lang="en-US" sz="3400" kern="1200"/>
        </a:p>
      </dsp:txBody>
      <dsp:txXfrm>
        <a:off x="353478" y="3167833"/>
        <a:ext cx="4164763" cy="9056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D2EF4-3808-4C94-81FB-D0219388CD60}">
      <dsp:nvSpPr>
        <dsp:cNvPr id="0" name=""/>
        <dsp:cNvSpPr/>
      </dsp:nvSpPr>
      <dsp:spPr>
        <a:xfrm>
          <a:off x="3080" y="366405"/>
          <a:ext cx="2444055" cy="342167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i="1" kern="1200"/>
            <a:t>What happens next and why is this the moment that changes everything?</a:t>
          </a:r>
        </a:p>
      </dsp:txBody>
      <dsp:txXfrm>
        <a:off x="3080" y="1666642"/>
        <a:ext cx="2444055" cy="2053006"/>
      </dsp:txXfrm>
    </dsp:sp>
    <dsp:sp modelId="{7A516DFA-4AB4-4DC0-9B25-9894DFAC2E70}">
      <dsp:nvSpPr>
        <dsp:cNvPr id="0" name=""/>
        <dsp:cNvSpPr/>
      </dsp:nvSpPr>
      <dsp:spPr>
        <a:xfrm>
          <a:off x="711856" y="708572"/>
          <a:ext cx="1026503" cy="1026503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858900"/>
        <a:ext cx="725847" cy="725847"/>
      </dsp:txXfrm>
    </dsp:sp>
    <dsp:sp modelId="{A59F0625-8FEC-4726-8DBD-980C36F11401}">
      <dsp:nvSpPr>
        <dsp:cNvPr id="0" name=""/>
        <dsp:cNvSpPr/>
      </dsp:nvSpPr>
      <dsp:spPr>
        <a:xfrm>
          <a:off x="3080" y="3788010"/>
          <a:ext cx="2444055" cy="7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3FED4EC-53C0-4FA9-8B09-BE17D55D3280}">
      <dsp:nvSpPr>
        <dsp:cNvPr id="0" name=""/>
        <dsp:cNvSpPr/>
      </dsp:nvSpPr>
      <dsp:spPr>
        <a:xfrm>
          <a:off x="2691541" y="366405"/>
          <a:ext cx="2444055" cy="342167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/>
            <a:t>What do we learn about Coral during the opening sequence of ‘Joyride’?</a:t>
          </a:r>
          <a:endParaRPr lang="en-US" sz="1900" kern="1200"/>
        </a:p>
      </dsp:txBody>
      <dsp:txXfrm>
        <a:off x="2691541" y="1666642"/>
        <a:ext cx="2444055" cy="2053006"/>
      </dsp:txXfrm>
    </dsp:sp>
    <dsp:sp modelId="{F5DF968E-C9A7-4B18-8428-8E784624D99B}">
      <dsp:nvSpPr>
        <dsp:cNvPr id="0" name=""/>
        <dsp:cNvSpPr/>
      </dsp:nvSpPr>
      <dsp:spPr>
        <a:xfrm>
          <a:off x="3400317" y="708572"/>
          <a:ext cx="1026503" cy="1026503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858900"/>
        <a:ext cx="725847" cy="725847"/>
      </dsp:txXfrm>
    </dsp:sp>
    <dsp:sp modelId="{377B48D5-70D3-4179-84B0-0A0B094807C9}">
      <dsp:nvSpPr>
        <dsp:cNvPr id="0" name=""/>
        <dsp:cNvSpPr/>
      </dsp:nvSpPr>
      <dsp:spPr>
        <a:xfrm>
          <a:off x="2691541" y="3788010"/>
          <a:ext cx="2444055" cy="7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0213CF9-D233-4CDD-87FA-7714B4F2969B}">
      <dsp:nvSpPr>
        <dsp:cNvPr id="0" name=""/>
        <dsp:cNvSpPr/>
      </dsp:nvSpPr>
      <dsp:spPr>
        <a:xfrm>
          <a:off x="5380002" y="366405"/>
          <a:ext cx="2444055" cy="342167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/>
            <a:t>What do we learn about Danny during the opening sequence of ‘Joyride’?</a:t>
          </a:r>
          <a:endParaRPr lang="en-US" sz="1900" kern="1200"/>
        </a:p>
      </dsp:txBody>
      <dsp:txXfrm>
        <a:off x="5380002" y="1666642"/>
        <a:ext cx="2444055" cy="2053006"/>
      </dsp:txXfrm>
    </dsp:sp>
    <dsp:sp modelId="{6361D85F-64C6-4EF1-8FBA-894C7C0B11D1}">
      <dsp:nvSpPr>
        <dsp:cNvPr id="0" name=""/>
        <dsp:cNvSpPr/>
      </dsp:nvSpPr>
      <dsp:spPr>
        <a:xfrm>
          <a:off x="6088778" y="708572"/>
          <a:ext cx="1026503" cy="1026503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858900"/>
        <a:ext cx="725847" cy="725847"/>
      </dsp:txXfrm>
    </dsp:sp>
    <dsp:sp modelId="{807861C2-8A8D-42EE-B0AA-B9EB4407FB87}">
      <dsp:nvSpPr>
        <dsp:cNvPr id="0" name=""/>
        <dsp:cNvSpPr/>
      </dsp:nvSpPr>
      <dsp:spPr>
        <a:xfrm>
          <a:off x="5380002" y="3788010"/>
          <a:ext cx="2444055" cy="7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76A78B1-8400-412C-A159-A079FB1A9593}">
      <dsp:nvSpPr>
        <dsp:cNvPr id="0" name=""/>
        <dsp:cNvSpPr/>
      </dsp:nvSpPr>
      <dsp:spPr>
        <a:xfrm>
          <a:off x="8068463" y="366405"/>
          <a:ext cx="2444055" cy="342167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/>
            <a:t>What do we learn about Teneka during the opening sequence of ‘Joyride’?</a:t>
          </a:r>
          <a:endParaRPr lang="en-US" sz="1900" kern="1200"/>
        </a:p>
      </dsp:txBody>
      <dsp:txXfrm>
        <a:off x="8068463" y="1666642"/>
        <a:ext cx="2444055" cy="2053006"/>
      </dsp:txXfrm>
    </dsp:sp>
    <dsp:sp modelId="{143800A7-D15C-42E3-B7C5-E13E58FCD046}">
      <dsp:nvSpPr>
        <dsp:cNvPr id="0" name=""/>
        <dsp:cNvSpPr/>
      </dsp:nvSpPr>
      <dsp:spPr>
        <a:xfrm>
          <a:off x="8777239" y="708572"/>
          <a:ext cx="1026503" cy="1026503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858900"/>
        <a:ext cx="725847" cy="725847"/>
      </dsp:txXfrm>
    </dsp:sp>
    <dsp:sp modelId="{35EEBBC7-BF29-445B-BAF3-CB86E1E87DC5}">
      <dsp:nvSpPr>
        <dsp:cNvPr id="0" name=""/>
        <dsp:cNvSpPr/>
      </dsp:nvSpPr>
      <dsp:spPr>
        <a:xfrm>
          <a:off x="8068463" y="3788010"/>
          <a:ext cx="2444055" cy="7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F41B7-1DC3-45DF-907A-91F53F3F2D51}">
      <dsp:nvSpPr>
        <dsp:cNvPr id="0" name=""/>
        <dsp:cNvSpPr/>
      </dsp:nvSpPr>
      <dsp:spPr>
        <a:xfrm>
          <a:off x="0" y="565987"/>
          <a:ext cx="6089650" cy="18711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687324" rIns="472625" bIns="234696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3300" kern="1200"/>
            <a:t>To examine the theme from “Joyride” </a:t>
          </a:r>
          <a:endParaRPr lang="en-US" sz="3300" kern="1200"/>
        </a:p>
      </dsp:txBody>
      <dsp:txXfrm>
        <a:off x="0" y="565987"/>
        <a:ext cx="6089650" cy="1871100"/>
      </dsp:txXfrm>
    </dsp:sp>
    <dsp:sp modelId="{25581718-76F2-488D-ABEA-28BF73231067}">
      <dsp:nvSpPr>
        <dsp:cNvPr id="0" name=""/>
        <dsp:cNvSpPr/>
      </dsp:nvSpPr>
      <dsp:spPr>
        <a:xfrm>
          <a:off x="304482" y="78907"/>
          <a:ext cx="4262755" cy="9741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3300" kern="1200"/>
            <a:t>Learning Intentions</a:t>
          </a:r>
          <a:endParaRPr lang="en-US" sz="3300" kern="1200"/>
        </a:p>
      </dsp:txBody>
      <dsp:txXfrm>
        <a:off x="352037" y="126462"/>
        <a:ext cx="4167645" cy="879050"/>
      </dsp:txXfrm>
    </dsp:sp>
    <dsp:sp modelId="{4D4CE2BF-A4EB-4F9E-B63A-455169B48401}">
      <dsp:nvSpPr>
        <dsp:cNvPr id="0" name=""/>
        <dsp:cNvSpPr/>
      </dsp:nvSpPr>
      <dsp:spPr>
        <a:xfrm>
          <a:off x="0" y="3102367"/>
          <a:ext cx="6089650" cy="239085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625" tIns="687324" rIns="472625" bIns="234696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3300" kern="1200"/>
            <a:t>Discussed the issues</a:t>
          </a:r>
          <a:endParaRPr lang="en-US" sz="3300" kern="120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3300" kern="1200"/>
            <a:t>Completed the retrieval chart</a:t>
          </a:r>
          <a:endParaRPr lang="en-US" sz="3300" kern="1200"/>
        </a:p>
      </dsp:txBody>
      <dsp:txXfrm>
        <a:off x="0" y="3102367"/>
        <a:ext cx="6089650" cy="2390850"/>
      </dsp:txXfrm>
    </dsp:sp>
    <dsp:sp modelId="{ED6FC88C-0331-4532-A612-BCECCFC9BF57}">
      <dsp:nvSpPr>
        <dsp:cNvPr id="0" name=""/>
        <dsp:cNvSpPr/>
      </dsp:nvSpPr>
      <dsp:spPr>
        <a:xfrm>
          <a:off x="304482" y="2615287"/>
          <a:ext cx="4262755" cy="9741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122" tIns="0" rIns="161122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</a:t>
          </a:r>
          <a:r>
            <a:rPr lang="en-AU" sz="3300" kern="1200"/>
            <a:t>uccess Criteria</a:t>
          </a:r>
          <a:endParaRPr lang="en-US" sz="3300" kern="1200"/>
        </a:p>
      </dsp:txBody>
      <dsp:txXfrm>
        <a:off x="352037" y="2662842"/>
        <a:ext cx="4167645" cy="8790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A6C1F0-04A7-4C24-BDAD-A1B1AB175E38}">
      <dsp:nvSpPr>
        <dsp:cNvPr id="0" name=""/>
        <dsp:cNvSpPr/>
      </dsp:nvSpPr>
      <dsp:spPr>
        <a:xfrm>
          <a:off x="2103120" y="1298"/>
          <a:ext cx="8412480" cy="13307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225" tIns="338007" rIns="163225" bIns="338007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Read the following text references and questions and discuss them in your group. </a:t>
          </a:r>
        </a:p>
      </dsp:txBody>
      <dsp:txXfrm>
        <a:off x="2103120" y="1298"/>
        <a:ext cx="8412480" cy="1330734"/>
      </dsp:txXfrm>
    </dsp:sp>
    <dsp:sp modelId="{EBA0D57B-87BC-4D31-8A38-F0C1C677681F}">
      <dsp:nvSpPr>
        <dsp:cNvPr id="0" name=""/>
        <dsp:cNvSpPr/>
      </dsp:nvSpPr>
      <dsp:spPr>
        <a:xfrm>
          <a:off x="0" y="1298"/>
          <a:ext cx="2103120" cy="13307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31447" rIns="111290" bIns="13144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Read</a:t>
          </a:r>
        </a:p>
      </dsp:txBody>
      <dsp:txXfrm>
        <a:off x="0" y="1298"/>
        <a:ext cx="2103120" cy="1330734"/>
      </dsp:txXfrm>
    </dsp:sp>
    <dsp:sp modelId="{F1C9A734-E9A2-47D5-9D17-EA1AD85D9F19}">
      <dsp:nvSpPr>
        <dsp:cNvPr id="0" name=""/>
        <dsp:cNvSpPr/>
      </dsp:nvSpPr>
      <dsp:spPr>
        <a:xfrm>
          <a:off x="2103120" y="1411876"/>
          <a:ext cx="8412480" cy="1330734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225" tIns="338007" rIns="163225" bIns="338007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Record brief notes on your discussion points.   </a:t>
          </a:r>
        </a:p>
      </dsp:txBody>
      <dsp:txXfrm>
        <a:off x="2103120" y="1411876"/>
        <a:ext cx="8412480" cy="1330734"/>
      </dsp:txXfrm>
    </dsp:sp>
    <dsp:sp modelId="{ED649699-2DF2-4F23-8A3A-C47A7B175001}">
      <dsp:nvSpPr>
        <dsp:cNvPr id="0" name=""/>
        <dsp:cNvSpPr/>
      </dsp:nvSpPr>
      <dsp:spPr>
        <a:xfrm>
          <a:off x="0" y="1411876"/>
          <a:ext cx="2103120" cy="13307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31447" rIns="111290" bIns="13144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Record</a:t>
          </a:r>
        </a:p>
      </dsp:txBody>
      <dsp:txXfrm>
        <a:off x="0" y="1411876"/>
        <a:ext cx="2103120" cy="1330734"/>
      </dsp:txXfrm>
    </dsp:sp>
    <dsp:sp modelId="{EC91440F-8D15-438D-A395-57A7FAEE589A}">
      <dsp:nvSpPr>
        <dsp:cNvPr id="0" name=""/>
        <dsp:cNvSpPr/>
      </dsp:nvSpPr>
      <dsp:spPr>
        <a:xfrm>
          <a:off x="2103120" y="2822455"/>
          <a:ext cx="8412480" cy="1330734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225" tIns="338007" rIns="163225" bIns="338007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Consider your ideas about the views of each character on the issue of juvenile crime</a:t>
          </a:r>
        </a:p>
      </dsp:txBody>
      <dsp:txXfrm>
        <a:off x="2103120" y="2822455"/>
        <a:ext cx="8412480" cy="1330734"/>
      </dsp:txXfrm>
    </dsp:sp>
    <dsp:sp modelId="{DF48B00E-6D37-4994-A806-BFBD17B378F8}">
      <dsp:nvSpPr>
        <dsp:cNvPr id="0" name=""/>
        <dsp:cNvSpPr/>
      </dsp:nvSpPr>
      <dsp:spPr>
        <a:xfrm>
          <a:off x="0" y="2822455"/>
          <a:ext cx="2103120" cy="13307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31447" rIns="111290" bIns="13144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Consider</a:t>
          </a:r>
        </a:p>
      </dsp:txBody>
      <dsp:txXfrm>
        <a:off x="0" y="2822455"/>
        <a:ext cx="2103120" cy="1330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45C8C-1502-4AC9-8FFB-2BD502CEF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153A7-66CC-42C8-A2D7-1C380624F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36DDE-6D26-4815-BF3A-2DFDD949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5499-902B-4B3E-861A-D23BF21EEC3B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30D99-FF92-4F85-AE9A-D764D67D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D04E9-A648-45B4-9715-5F95BDBA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D5257-769A-4D0C-B0D5-9ED7922397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1089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BE38-596D-463A-9F53-4F5AD361B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AC449-A12E-4865-9005-F398E71E6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30000"/>
              </a:lnSpc>
              <a:defRPr sz="3600"/>
            </a:lvl1pPr>
            <a:lvl2pPr>
              <a:lnSpc>
                <a:spcPct val="130000"/>
              </a:lnSpc>
              <a:defRPr sz="3200"/>
            </a:lvl2pPr>
            <a:lvl3pPr>
              <a:lnSpc>
                <a:spcPct val="130000"/>
              </a:lnSpc>
              <a:defRPr sz="2800"/>
            </a:lvl3pPr>
            <a:lvl4pPr>
              <a:lnSpc>
                <a:spcPct val="130000"/>
              </a:lnSpc>
              <a:defRPr sz="2400"/>
            </a:lvl4pPr>
            <a:lvl5pPr>
              <a:lnSpc>
                <a:spcPct val="130000"/>
              </a:lnSpc>
              <a:defRPr sz="2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3FF58-2EB1-4F5A-86DC-63275653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5499-902B-4B3E-861A-D23BF21EEC3B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9C356-EF91-404B-80E0-D6A34F19F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86ECF-7724-4B67-9EE6-D694A2AE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D5257-769A-4D0C-B0D5-9ED7922397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9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8C79-725D-4CB8-84D7-12CB306C8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B3316-A530-4383-BD81-8BD6529DC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B772A-9421-4D62-B6FA-6898FC1A8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5499-902B-4B3E-861A-D23BF21EEC3B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1555C-3A83-43DE-8E00-0D842A1B3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D37FF-35BB-4F13-90BE-3DC73FEED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D5257-769A-4D0C-B0D5-9ED7922397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76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953A-C508-4EFF-B3E7-AFDE82D6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57671-E0A6-4F1A-A226-270207F14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F4A6F9-FD30-42B9-BC5E-190A7E854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CC394-2D2C-4E2A-9CA3-6C0EFA16D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5499-902B-4B3E-861A-D23BF21EEC3B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921CA-CB1D-43FD-9FBE-1FECA167E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6E263-5CDF-4EAF-BD24-9EE3A824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D5257-769A-4D0C-B0D5-9ED7922397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5005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FFBEB-6BB5-4A3C-9088-EAF4E28F8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F01E8-428F-4938-AC4A-3BC3DFA9F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AFBEF-0FC9-4960-ADD9-9B125CF84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98832A-4B68-455C-9838-369B35A8F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87B5D-8954-4CA4-A314-4A169170E5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7268EA-0183-40CF-93E7-921E89E4A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5499-902B-4B3E-861A-D23BF21EEC3B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538435-AF0A-4F7E-A714-19E7F6692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825EC6-7206-4470-B3EC-D788A279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D5257-769A-4D0C-B0D5-9ED7922397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923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AAAE-69CD-4851-8751-DB552500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F2BB2-67F9-489C-84CE-FAFD1422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5499-902B-4B3E-861A-D23BF21EEC3B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B28959-0A01-43CA-A283-D088A6C4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CE5FC-6467-4EAB-9C0A-4FDE95093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D5257-769A-4D0C-B0D5-9ED7922397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9528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27357A-54E6-4417-BD74-89A643626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5499-902B-4B3E-861A-D23BF21EEC3B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242E2D-5A9E-4FEE-8C4B-07939FE85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27B65-2D7A-499A-9E11-B8446A8C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D5257-769A-4D0C-B0D5-9ED7922397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1712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8221C-659A-42C7-BA4A-5F63B1C18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C6CFA-8A27-48A1-8776-445CFA6DF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49BBF-704D-4DF9-B8B7-84498C2A7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BF5C3-98F8-4B2C-AD65-20F6C63C7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5499-902B-4B3E-861A-D23BF21EEC3B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C2128-918E-4760-BEDC-511044A0B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8219D-2DD9-4F43-B083-0FC61CCE5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D5257-769A-4D0C-B0D5-9ED7922397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4080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58465-8AA2-4FC5-A787-FA0E19958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D89060-CAA1-4E09-A77F-531D4F1EB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0CEC7B-4290-4C45-AB4E-193427DFB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C162C-970E-41CF-A982-B49A12F74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5499-902B-4B3E-861A-D23BF21EEC3B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B2D96-902D-47C5-BA64-C0E9CB1C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58388-4FF2-4702-B5D8-B816EBDD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D5257-769A-4D0C-B0D5-9ED7922397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193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4F2A-4489-40D6-A057-AAE4A58E3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B624EF-541E-4EFA-A252-593BDB1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81721-F9CD-483C-8BC8-71BBE4F3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5499-902B-4B3E-861A-D23BF21EEC3B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D96FE-A81F-440B-B071-C07CF2D1B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549BD-0292-4C94-989A-6730E11C8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D5257-769A-4D0C-B0D5-9ED7922397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938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8902BD-2EC4-47BB-A4AD-AFF186C396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0708DF-50DE-4DB8-BF36-C66162CDF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25BEB-3ECA-414E-A4CD-D2F0458AE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5499-902B-4B3E-861A-D23BF21EEC3B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53313-26D3-4231-A8C5-F2BF58066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4BC29-76C6-46B5-8A47-84011DF3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D5257-769A-4D0C-B0D5-9ED7922397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201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A1467-8192-4D65-BFA3-85F2A92D3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0973C-B253-4FB1-BEBE-1AECFE7CE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D57B2-21A3-4EB8-B667-C40E03372F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65499-902B-4B3E-861A-D23BF21EEC3B}" type="datetimeFigureOut">
              <a:rPr lang="en-AU" smtClean="0"/>
              <a:t>6/12/2018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08B9B-0413-4130-B9DB-CCCA35FCA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D2642-9B19-48B9-A7D9-B02B7FEC9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D5257-769A-4D0C-B0D5-9ED79223973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829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00392" y="4525347"/>
            <a:ext cx="0" cy="173736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5001" y="2466604"/>
            <a:ext cx="962395" cy="9623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5829" y="2327988"/>
            <a:ext cx="293695" cy="293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567" y="620480"/>
            <a:ext cx="2243800" cy="22437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2113" y="0"/>
            <a:ext cx="5699887" cy="4059244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8830A-3305-4125-B642-0BB55160D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4525347"/>
            <a:ext cx="6801321" cy="1737360"/>
          </a:xfrm>
        </p:spPr>
        <p:txBody>
          <a:bodyPr anchor="ctr">
            <a:normAutofit/>
          </a:bodyPr>
          <a:lstStyle/>
          <a:p>
            <a:pPr algn="r"/>
            <a:r>
              <a:rPr lang="en-US" dirty="0"/>
              <a:t>Redfern Now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33F45-C7EF-482F-A901-C9C807503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1258" y="4525347"/>
            <a:ext cx="3258675" cy="1737360"/>
          </a:xfrm>
        </p:spPr>
        <p:txBody>
          <a:bodyPr anchor="ctr">
            <a:normAutofit/>
          </a:bodyPr>
          <a:lstStyle/>
          <a:p>
            <a:pPr algn="l"/>
            <a:r>
              <a:rPr lang="en-AU" b="1" dirty="0"/>
              <a:t>Discussion and Analysis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912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95D989-81FA-4BAD-9AD5-E46CEDA91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6189E5-8A3E-4CFD-B71B-CCD0F8495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3" y="0"/>
            <a:ext cx="14207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793B47-A3C5-4135-B0AD-1D5E40006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161"/>
            <a:ext cx="3335594" cy="540337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Monday</a:t>
            </a:r>
            <a:endParaRPr lang="en-AU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AF551F-99F8-40B4-8D22-E17FE4E32A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823813"/>
              </p:ext>
            </p:extLst>
          </p:nvPr>
        </p:nvGraphicFramePr>
        <p:xfrm>
          <a:off x="5459413" y="642938"/>
          <a:ext cx="608965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9950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95D989-81FA-4BAD-9AD5-E46CEDA91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6189E5-8A3E-4CFD-B71B-CCD0F8495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3" y="0"/>
            <a:ext cx="14207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3DA2B5-919F-43AF-91FD-6E00F3C7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161"/>
            <a:ext cx="3335594" cy="540337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Tuesday	</a:t>
            </a:r>
            <a:endParaRPr lang="en-AU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CC66BA-4D40-4F3E-95F8-BC0BDD6865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4394503"/>
              </p:ext>
            </p:extLst>
          </p:nvPr>
        </p:nvGraphicFramePr>
        <p:xfrm>
          <a:off x="5459413" y="642938"/>
          <a:ext cx="608965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5563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B0DF90E-6BAD-4E82-8FDF-717C9A357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13DCC859-0434-4BB8-B6C5-09C88AE69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08E7ACFB-B791-4C23-8B17-013FEDC09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17BA81-F867-49AC-BFBB-CF9D9517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2" y="365125"/>
            <a:ext cx="10520702" cy="1325563"/>
          </a:xfrm>
        </p:spPr>
        <p:txBody>
          <a:bodyPr>
            <a:normAutofit/>
          </a:bodyPr>
          <a:lstStyle/>
          <a:p>
            <a:r>
              <a:rPr lang="en-US"/>
              <a:t>“Joyride” Opening Sequence</a:t>
            </a:r>
            <a:endParaRPr lang="en-AU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A6828F2-2F0F-46CB-898D-69918CBCA6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0984849"/>
              </p:ext>
            </p:extLst>
          </p:nvPr>
        </p:nvGraphicFramePr>
        <p:xfrm>
          <a:off x="838200" y="2022475"/>
          <a:ext cx="10515600" cy="4154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907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336162-B533-4EFE-8BB3-8EBB4A5E3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314384" cy="685800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917C42-9C5D-40C4-A2E9-713080417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45736"/>
            <a:ext cx="3698803" cy="1366528"/>
          </a:xfrm>
          <a:solidFill>
            <a:srgbClr val="FFFFFF"/>
          </a:solidFill>
          <a:ln w="25400" cap="sq">
            <a:solidFill>
              <a:srgbClr val="404040"/>
            </a:solidFill>
            <a:miter lim="800000"/>
          </a:ln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rgbClr val="262626"/>
                </a:solidFill>
              </a:rPr>
              <a:t>Film Techniques and Meaning</a:t>
            </a:r>
            <a:endParaRPr lang="en-AU" sz="3200">
              <a:solidFill>
                <a:srgbClr val="26262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2B50C-6B7C-4E17-9D4E-A6861B595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4384" y="152400"/>
            <a:ext cx="6877616" cy="6572250"/>
          </a:xfrm>
        </p:spPr>
        <p:txBody>
          <a:bodyPr anchor="ctr">
            <a:normAutofit lnSpcReduction="10000"/>
          </a:bodyPr>
          <a:lstStyle/>
          <a:p>
            <a:pPr marL="252000" indent="-457200">
              <a:lnSpc>
                <a:spcPct val="1200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5.	</a:t>
            </a:r>
            <a:r>
              <a:rPr lang="en-AU" sz="2800" dirty="0">
                <a:solidFill>
                  <a:schemeClr val="bg1"/>
                </a:solidFill>
              </a:rPr>
              <a:t>Examine the sequence in detail and give examples and explanations of key elements of construction.</a:t>
            </a:r>
          </a:p>
          <a:p>
            <a:pPr lvl="1">
              <a:lnSpc>
                <a:spcPct val="120000"/>
              </a:lnSpc>
            </a:pPr>
            <a:r>
              <a:rPr lang="en-AU" sz="2800" dirty="0">
                <a:solidFill>
                  <a:schemeClr val="bg1"/>
                </a:solidFill>
              </a:rPr>
              <a:t>Camera shots and framing</a:t>
            </a:r>
          </a:p>
          <a:p>
            <a:pPr lvl="1">
              <a:lnSpc>
                <a:spcPct val="120000"/>
              </a:lnSpc>
            </a:pPr>
            <a:r>
              <a:rPr lang="en-AU" sz="2800" dirty="0">
                <a:solidFill>
                  <a:schemeClr val="bg1"/>
                </a:solidFill>
              </a:rPr>
              <a:t>Editing, transition from one shot to the next</a:t>
            </a:r>
          </a:p>
          <a:p>
            <a:pPr lvl="1">
              <a:lnSpc>
                <a:spcPct val="120000"/>
              </a:lnSpc>
            </a:pPr>
            <a:r>
              <a:rPr lang="en-AU" sz="2800" dirty="0">
                <a:solidFill>
                  <a:schemeClr val="bg1"/>
                </a:solidFill>
              </a:rPr>
              <a:t>Dialogue</a:t>
            </a:r>
          </a:p>
          <a:p>
            <a:pPr lvl="1">
              <a:lnSpc>
                <a:spcPct val="120000"/>
              </a:lnSpc>
            </a:pPr>
            <a:r>
              <a:rPr lang="en-AU" sz="2800" dirty="0">
                <a:solidFill>
                  <a:schemeClr val="bg1"/>
                </a:solidFill>
              </a:rPr>
              <a:t>Sound effects</a:t>
            </a:r>
          </a:p>
          <a:p>
            <a:pPr lvl="1">
              <a:lnSpc>
                <a:spcPct val="120000"/>
              </a:lnSpc>
            </a:pPr>
            <a:r>
              <a:rPr lang="en-AU" sz="2800" dirty="0">
                <a:solidFill>
                  <a:schemeClr val="bg1"/>
                </a:solidFill>
              </a:rPr>
              <a:t>Music</a:t>
            </a:r>
          </a:p>
          <a:p>
            <a:pPr lvl="1">
              <a:lnSpc>
                <a:spcPct val="120000"/>
              </a:lnSpc>
            </a:pPr>
            <a:r>
              <a:rPr lang="en-AU" sz="2800" dirty="0">
                <a:solidFill>
                  <a:schemeClr val="bg1"/>
                </a:solidFill>
              </a:rPr>
              <a:t>Depiction of characters within their physical environment</a:t>
            </a:r>
          </a:p>
          <a:p>
            <a:pPr lvl="1">
              <a:lnSpc>
                <a:spcPct val="120000"/>
              </a:lnSpc>
            </a:pPr>
            <a:r>
              <a:rPr lang="en-AU" sz="2800" dirty="0">
                <a:solidFill>
                  <a:schemeClr val="bg1"/>
                </a:solidFill>
              </a:rPr>
              <a:t>Symbols</a:t>
            </a:r>
          </a:p>
        </p:txBody>
      </p:sp>
    </p:spTree>
    <p:extLst>
      <p:ext uri="{BB962C8B-B14F-4D97-AF65-F5344CB8AC3E}">
        <p14:creationId xmlns:p14="http://schemas.microsoft.com/office/powerpoint/2010/main" val="3950747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A7F7F-DD1A-4F41-98AC-B9CE2A620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144" y="1699589"/>
            <a:ext cx="3674476" cy="3200399"/>
            <a:chOff x="697883" y="1816768"/>
            <a:chExt cx="3674476" cy="3200399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EF47228-EB7C-4EBA-BE01-DA6CB2410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89000"/>
                  </a:schemeClr>
                </a:gs>
                <a:gs pos="23000">
                  <a:schemeClr val="accent3">
                    <a:lumMod val="89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CF573BC-A06F-4036-A3A8-9D07DDE622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gradFill>
              <a:gsLst>
                <a:gs pos="0">
                  <a:schemeClr val="accent3">
                    <a:lumMod val="89000"/>
                  </a:schemeClr>
                </a:gs>
                <a:gs pos="23000">
                  <a:schemeClr val="accent3">
                    <a:lumMod val="89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520FEF-B732-4537-B969-14BEADD3B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7" y="2415322"/>
            <a:ext cx="3451730" cy="23998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End Sequence</a:t>
            </a:r>
            <a:endParaRPr lang="en-AU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9C647-494A-4B72-A716-06A2874CB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0" y="804672"/>
            <a:ext cx="6281928" cy="524865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9. 	Read the sequence on page 4</a:t>
            </a:r>
          </a:p>
          <a:p>
            <a:pPr marL="457200" lvl="1" indent="0">
              <a:buNone/>
            </a:pPr>
            <a:r>
              <a:rPr lang="en-AU" dirty="0">
                <a:solidFill>
                  <a:schemeClr val="bg1"/>
                </a:solidFill>
              </a:rPr>
              <a:t>a)	What happens next?</a:t>
            </a:r>
          </a:p>
          <a:p>
            <a:pPr marL="457200" lvl="1" indent="0">
              <a:buNone/>
            </a:pPr>
            <a:r>
              <a:rPr lang="en-AU" dirty="0">
                <a:solidFill>
                  <a:schemeClr val="bg1"/>
                </a:solidFill>
              </a:rPr>
              <a:t>b)	What ideas are resolved in the closing scene?</a:t>
            </a:r>
          </a:p>
          <a:p>
            <a:pPr marL="457200" lvl="1" indent="0">
              <a:buNone/>
            </a:pPr>
            <a:r>
              <a:rPr lang="en-AU" dirty="0">
                <a:solidFill>
                  <a:schemeClr val="bg1"/>
                </a:solidFill>
              </a:rPr>
              <a:t>c)	Was this the conclusion that you expected?</a:t>
            </a:r>
          </a:p>
          <a:p>
            <a:pPr lvl="1"/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6502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A740BC-A0AA-45E0-B899-2AE9C6FE1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3121" y="-2"/>
            <a:ext cx="6278879" cy="6858002"/>
          </a:xfrm>
          <a:custGeom>
            <a:avLst/>
            <a:gdLst>
              <a:gd name="connsiteX0" fmla="*/ 45572 w 6278879"/>
              <a:gd name="connsiteY0" fmla="*/ 0 h 6858002"/>
              <a:gd name="connsiteX1" fmla="*/ 6278879 w 6278879"/>
              <a:gd name="connsiteY1" fmla="*/ 0 h 6858002"/>
              <a:gd name="connsiteX2" fmla="*/ 6278879 w 6278879"/>
              <a:gd name="connsiteY2" fmla="*/ 6858002 h 6858002"/>
              <a:gd name="connsiteX3" fmla="*/ 3292308 w 6278879"/>
              <a:gd name="connsiteY3" fmla="*/ 6858002 h 6858002"/>
              <a:gd name="connsiteX4" fmla="*/ 3181526 w 6278879"/>
              <a:gd name="connsiteY4" fmla="*/ 6786982 h 6858002"/>
              <a:gd name="connsiteX5" fmla="*/ 0 w 6278879"/>
              <a:gd name="connsiteY5" fmla="*/ 803254 h 6858002"/>
              <a:gd name="connsiteX6" fmla="*/ 37255 w 6278879"/>
              <a:gd name="connsiteY6" fmla="*/ 65447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9" h="6858002">
                <a:moveTo>
                  <a:pt x="45572" y="0"/>
                </a:moveTo>
                <a:lnTo>
                  <a:pt x="6278879" y="0"/>
                </a:lnTo>
                <a:lnTo>
                  <a:pt x="6278879" y="6858002"/>
                </a:lnTo>
                <a:lnTo>
                  <a:pt x="3292308" y="6858002"/>
                </a:lnTo>
                <a:lnTo>
                  <a:pt x="3181526" y="6786982"/>
                </a:lnTo>
                <a:cubicBezTo>
                  <a:pt x="1262021" y="5490191"/>
                  <a:pt x="0" y="3294103"/>
                  <a:pt x="0" y="803254"/>
                </a:cubicBezTo>
                <a:cubicBezTo>
                  <a:pt x="0" y="554169"/>
                  <a:pt x="12620" y="308032"/>
                  <a:pt x="37255" y="65447"/>
                </a:cubicBez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74EF51-C858-4BB9-97C3-D17755787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3661" y="2316480"/>
            <a:ext cx="82296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1C40A07-0F20-4E49-BC26-7069A7C4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9013052" cy="1623312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Wednesday </a:t>
            </a:r>
            <a:endParaRPr lang="en-AU" sz="40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C26C9-3725-4E66-A23A-9DC543ADE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2644518"/>
            <a:ext cx="9013052" cy="33272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Learning Intentions</a:t>
            </a:r>
          </a:p>
          <a:p>
            <a:pPr lvl="1"/>
            <a:r>
              <a:rPr lang="en-AU" sz="3600" dirty="0">
                <a:solidFill>
                  <a:schemeClr val="bg1"/>
                </a:solidFill>
              </a:rPr>
              <a:t>To respond to the EST</a:t>
            </a:r>
          </a:p>
        </p:txBody>
      </p:sp>
    </p:spTree>
    <p:extLst>
      <p:ext uri="{BB962C8B-B14F-4D97-AF65-F5344CB8AC3E}">
        <p14:creationId xmlns:p14="http://schemas.microsoft.com/office/powerpoint/2010/main" val="2281851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95D989-81FA-4BAD-9AD5-E46CEDA91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6189E5-8A3E-4CFD-B71B-CCD0F8495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3" y="0"/>
            <a:ext cx="142074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F7D1E-532D-47B0-BD79-8398FAAF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161"/>
            <a:ext cx="3335594" cy="540337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Thursday</a:t>
            </a:r>
            <a:endParaRPr lang="en-AU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9C7F2B-2A4B-4C6A-80AC-51BD79FD12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7131906"/>
              </p:ext>
            </p:extLst>
          </p:nvPr>
        </p:nvGraphicFramePr>
        <p:xfrm>
          <a:off x="5459413" y="642938"/>
          <a:ext cx="608965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8575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B0DF90E-6BAD-4E82-8FDF-717C9A357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13DCC859-0434-4BB8-B6C5-09C88AE69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08E7ACFB-B791-4C23-8B17-013FEDC09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8F2811-AB4C-4E5B-9408-2817B2573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2" y="365125"/>
            <a:ext cx="10520702" cy="1325563"/>
          </a:xfrm>
        </p:spPr>
        <p:txBody>
          <a:bodyPr>
            <a:normAutofit/>
          </a:bodyPr>
          <a:lstStyle/>
          <a:p>
            <a:r>
              <a:rPr lang="en-AU" dirty="0"/>
              <a:t>Issue – Youth offenders 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EA13A93-6ED1-4DDF-82F0-7005BAF3EB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6563853"/>
              </p:ext>
            </p:extLst>
          </p:nvPr>
        </p:nvGraphicFramePr>
        <p:xfrm>
          <a:off x="838200" y="2022475"/>
          <a:ext cx="10515600" cy="4154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4196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F86813E-3CA4-4FFF-8A1B-B257B36AC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2622451" cy="4930246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accent1"/>
                </a:solidFill>
              </a:rPr>
              <a:t>Writing about the Issues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94070-93C6-43DC-A901-CED19A155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7287" y="514350"/>
            <a:ext cx="7700363" cy="6023609"/>
          </a:xfrm>
        </p:spPr>
        <p:txBody>
          <a:bodyPr anchor="ctr">
            <a:normAutofit/>
          </a:bodyPr>
          <a:lstStyle/>
          <a:p>
            <a:pPr lvl="0">
              <a:lnSpc>
                <a:spcPct val="120000"/>
              </a:lnSpc>
            </a:pPr>
            <a:r>
              <a:rPr lang="en-AU" sz="2400" b="1" dirty="0"/>
              <a:t>Despite knowing the right thing to do, Danny does the wrong thing. Why is this the case?    </a:t>
            </a:r>
            <a:endParaRPr lang="en-AU" sz="2400" dirty="0"/>
          </a:p>
          <a:p>
            <a:pPr>
              <a:lnSpc>
                <a:spcPct val="120000"/>
              </a:lnSpc>
            </a:pPr>
            <a:r>
              <a:rPr lang="en-AU" sz="2400" b="1" dirty="0"/>
              <a:t>Does Danny enjoy the ride?</a:t>
            </a:r>
          </a:p>
          <a:p>
            <a:pPr>
              <a:lnSpc>
                <a:spcPct val="120000"/>
              </a:lnSpc>
            </a:pPr>
            <a:r>
              <a:rPr lang="en-AU" sz="2400" b="1" dirty="0"/>
              <a:t>How do the police respond to juvenile offenders in ‘Joyride’. Why is Constable Aaron Davis on Danny’s side?</a:t>
            </a:r>
          </a:p>
          <a:p>
            <a:pPr>
              <a:lnSpc>
                <a:spcPct val="120000"/>
              </a:lnSpc>
            </a:pPr>
            <a:r>
              <a:rPr lang="en-AU" sz="2400" b="1" dirty="0"/>
              <a:t>What evidence is there to suggest that it will not be easy for Danny to stay out of trouble?</a:t>
            </a:r>
          </a:p>
          <a:p>
            <a:pPr>
              <a:lnSpc>
                <a:spcPct val="120000"/>
              </a:lnSpc>
            </a:pPr>
            <a:r>
              <a:rPr lang="en-AU" sz="2400" b="1" dirty="0"/>
              <a:t>Why does </a:t>
            </a:r>
            <a:r>
              <a:rPr lang="en-AU" sz="2400" b="1" dirty="0" err="1"/>
              <a:t>Teneka</a:t>
            </a:r>
            <a:r>
              <a:rPr lang="en-AU" sz="2400" b="1" dirty="0"/>
              <a:t> punch Julie in the face? </a:t>
            </a:r>
          </a:p>
          <a:p>
            <a:pPr>
              <a:lnSpc>
                <a:spcPct val="120000"/>
              </a:lnSpc>
            </a:pPr>
            <a:r>
              <a:rPr lang="en-AU" sz="2400" b="1" dirty="0"/>
              <a:t>Is Danny right? What does his remark reveal about what he wants for himself?</a:t>
            </a:r>
          </a:p>
          <a:p>
            <a:pPr>
              <a:lnSpc>
                <a:spcPct val="120000"/>
              </a:lnSpc>
            </a:pPr>
            <a:r>
              <a:rPr lang="en-AU" sz="2400" b="1" dirty="0"/>
              <a:t>Why does Coral express belief in </a:t>
            </a:r>
            <a:r>
              <a:rPr lang="en-AU" sz="2400" b="1" dirty="0" err="1"/>
              <a:t>Teneka</a:t>
            </a:r>
            <a:r>
              <a:rPr lang="en-AU" sz="2400" b="1" dirty="0"/>
              <a:t>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974065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4C3103B-AE2E-41DA-8805-65F1A948F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B1340FC-C4E2-4CD5-9BCA-7A022E8B4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348" y="999969"/>
            <a:ext cx="3444236" cy="3444236"/>
          </a:xfrm>
          <a:prstGeom prst="ellipse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3BC0C31-69A7-4200-9AFE-927230E1E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30410"/>
            <a:ext cx="7005134" cy="4827590"/>
          </a:xfrm>
          <a:custGeom>
            <a:avLst/>
            <a:gdLst>
              <a:gd name="connsiteX0" fmla="*/ 1974535 w 7005134"/>
              <a:gd name="connsiteY0" fmla="*/ 0 h 4827590"/>
              <a:gd name="connsiteX1" fmla="*/ 7003848 w 7005134"/>
              <a:gd name="connsiteY1" fmla="*/ 4776721 h 4827590"/>
              <a:gd name="connsiteX2" fmla="*/ 7005134 w 7005134"/>
              <a:gd name="connsiteY2" fmla="*/ 4827590 h 4827590"/>
              <a:gd name="connsiteX3" fmla="*/ 0 w 7005134"/>
              <a:gd name="connsiteY3" fmla="*/ 4827590 h 4827590"/>
              <a:gd name="connsiteX4" fmla="*/ 0 w 7005134"/>
              <a:gd name="connsiteY4" fmla="*/ 402231 h 4827590"/>
              <a:gd name="connsiteX5" fmla="*/ 14349 w 7005134"/>
              <a:gd name="connsiteY5" fmla="*/ 395744 h 4827590"/>
              <a:gd name="connsiteX6" fmla="*/ 1974535 w 7005134"/>
              <a:gd name="connsiteY6" fmla="*/ 0 h 4827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05134" h="4827590">
                <a:moveTo>
                  <a:pt x="1974535" y="0"/>
                </a:moveTo>
                <a:cubicBezTo>
                  <a:pt x="4668853" y="0"/>
                  <a:pt x="6868971" y="2115921"/>
                  <a:pt x="7003848" y="4776721"/>
                </a:cubicBezTo>
                <a:lnTo>
                  <a:pt x="7005134" y="4827590"/>
                </a:lnTo>
                <a:lnTo>
                  <a:pt x="0" y="4827590"/>
                </a:lnTo>
                <a:lnTo>
                  <a:pt x="0" y="402231"/>
                </a:lnTo>
                <a:lnTo>
                  <a:pt x="14349" y="395744"/>
                </a:lnTo>
                <a:cubicBezTo>
                  <a:pt x="616832" y="140915"/>
                  <a:pt x="1279227" y="0"/>
                  <a:pt x="1974535" y="0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B5AFC7-2F07-4F7B-9151-E45D7548D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72540" y="4450080"/>
            <a:ext cx="1234440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CB99104-82A8-4B55-88CA-C59822DC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894262"/>
            <a:ext cx="10307952" cy="1325563"/>
          </a:xfrm>
        </p:spPr>
        <p:txBody>
          <a:bodyPr>
            <a:normAutofit/>
          </a:bodyPr>
          <a:lstStyle/>
          <a:p>
            <a:r>
              <a:rPr lang="en-US" dirty="0"/>
              <a:t>Perspective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49F89-C09D-4D4B-85AF-2D66550D4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288" y="701019"/>
            <a:ext cx="7201662" cy="4827590"/>
          </a:xfrm>
        </p:spPr>
        <p:txBody>
          <a:bodyPr anchor="ctr">
            <a:normAutofit/>
          </a:bodyPr>
          <a:lstStyle/>
          <a:p>
            <a:r>
              <a:rPr lang="en-AU" sz="3200" dirty="0"/>
              <a:t>Choose TWO of the characters from “Joyride” and explain what you think their perspective on juvenile crime might be.  Give examples from the text to support your ideas.  </a:t>
            </a:r>
          </a:p>
          <a:p>
            <a:pPr marL="0" indent="0"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74660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337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Redfern Now</vt:lpstr>
      <vt:lpstr>Monday</vt:lpstr>
      <vt:lpstr>Tuesday </vt:lpstr>
      <vt:lpstr>“Joyride” Opening Sequence</vt:lpstr>
      <vt:lpstr>Film Techniques and Meaning</vt:lpstr>
      <vt:lpstr>End Sequence</vt:lpstr>
      <vt:lpstr>Wednesday </vt:lpstr>
      <vt:lpstr>Thursday</vt:lpstr>
      <vt:lpstr>Issue – Youth offenders </vt:lpstr>
      <vt:lpstr>Writing about the Issues</vt:lpstr>
      <vt:lpstr>Perspective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Redfern Now</dc:title>
  <dc:creator>Andre Janse van Rensburg</dc:creator>
  <cp:lastModifiedBy>Andre Janse van Rensburg</cp:lastModifiedBy>
  <cp:revision>3</cp:revision>
  <dcterms:created xsi:type="dcterms:W3CDTF">2018-05-08T05:29:28Z</dcterms:created>
  <dcterms:modified xsi:type="dcterms:W3CDTF">2018-12-06T06:12:58Z</dcterms:modified>
</cp:coreProperties>
</file>