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3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EEC158-3DCA-4C80-BDB8-91BDF1F48B49}" v="455" dt="2018-06-06T05:24:30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Janse van Rensburg" userId="c242d890-f940-49be-a646-5509d964c911" providerId="ADAL" clId="{16EEC158-3DCA-4C80-BDB8-91BDF1F48B49}"/>
    <pc:docChg chg="undo custSel addSld modSld sldOrd modMainMaster">
      <pc:chgData name="Andre Janse van Rensburg" userId="c242d890-f940-49be-a646-5509d964c911" providerId="ADAL" clId="{16EEC158-3DCA-4C80-BDB8-91BDF1F48B49}" dt="2018-06-06T05:24:30.927" v="450" actId="2710"/>
      <pc:docMkLst>
        <pc:docMk/>
      </pc:docMkLst>
      <pc:sldChg chg="addSp delSp modSp mod setBg">
        <pc:chgData name="Andre Janse van Rensburg" userId="c242d890-f940-49be-a646-5509d964c911" providerId="ADAL" clId="{16EEC158-3DCA-4C80-BDB8-91BDF1F48B49}" dt="2018-06-06T05:24:30.927" v="450" actId="2710"/>
        <pc:sldMkLst>
          <pc:docMk/>
          <pc:sldMk cId="770737124" sldId="256"/>
        </pc:sldMkLst>
        <pc:spChg chg="mod">
          <ac:chgData name="Andre Janse van Rensburg" userId="c242d890-f940-49be-a646-5509d964c911" providerId="ADAL" clId="{16EEC158-3DCA-4C80-BDB8-91BDF1F48B49}" dt="2018-06-06T05:24:30.927" v="450" actId="2710"/>
          <ac:spMkLst>
            <pc:docMk/>
            <pc:sldMk cId="770737124" sldId="256"/>
            <ac:spMk id="2" creationId="{52EAFFED-4B0D-44CF-8DDC-428D97E5352A}"/>
          </ac:spMkLst>
        </pc:spChg>
        <pc:spChg chg="mod">
          <ac:chgData name="Andre Janse van Rensburg" userId="c242d890-f940-49be-a646-5509d964c911" providerId="ADAL" clId="{16EEC158-3DCA-4C80-BDB8-91BDF1F48B49}" dt="2018-06-06T05:23:23.530" v="437" actId="26606"/>
          <ac:spMkLst>
            <pc:docMk/>
            <pc:sldMk cId="770737124" sldId="256"/>
            <ac:spMk id="3" creationId="{1C7BFFC4-ABED-4749-8295-D496DC3CD25A}"/>
          </ac:spMkLst>
        </pc:spChg>
        <pc:spChg chg="add del">
          <ac:chgData name="Andre Janse van Rensburg" userId="c242d890-f940-49be-a646-5509d964c911" providerId="ADAL" clId="{16EEC158-3DCA-4C80-BDB8-91BDF1F48B49}" dt="2018-06-06T05:23:08.836" v="435"/>
          <ac:spMkLst>
            <pc:docMk/>
            <pc:sldMk cId="770737124" sldId="256"/>
            <ac:spMk id="4" creationId="{6CF9274C-403A-4A37-AD08-00CD8C0A3C4B}"/>
          </ac:spMkLst>
        </pc:spChg>
        <pc:picChg chg="add mod ord">
          <ac:chgData name="Andre Janse van Rensburg" userId="c242d890-f940-49be-a646-5509d964c911" providerId="ADAL" clId="{16EEC158-3DCA-4C80-BDB8-91BDF1F48B49}" dt="2018-06-06T05:23:51.771" v="439"/>
          <ac:picMkLst>
            <pc:docMk/>
            <pc:sldMk cId="770737124" sldId="256"/>
            <ac:picMk id="5" creationId="{E623D8A3-25B3-42F0-8E04-49835EEAC80A}"/>
          </ac:picMkLst>
        </pc:picChg>
      </pc:sldChg>
      <pc:sldChg chg="modSp setBg">
        <pc:chgData name="Andre Janse van Rensburg" userId="c242d890-f940-49be-a646-5509d964c911" providerId="ADAL" clId="{16EEC158-3DCA-4C80-BDB8-91BDF1F48B49}" dt="2018-06-06T05:15:38.895" v="361" actId="27636"/>
        <pc:sldMkLst>
          <pc:docMk/>
          <pc:sldMk cId="1096639778" sldId="257"/>
        </pc:sldMkLst>
        <pc:spChg chg="mod">
          <ac:chgData name="Andre Janse van Rensburg" userId="c242d890-f940-49be-a646-5509d964c911" providerId="ADAL" clId="{16EEC158-3DCA-4C80-BDB8-91BDF1F48B49}" dt="2018-06-06T02:22:42.926" v="62" actId="20577"/>
          <ac:spMkLst>
            <pc:docMk/>
            <pc:sldMk cId="1096639778" sldId="257"/>
            <ac:spMk id="2" creationId="{44993000-8854-4C45-B221-2BFC4742A807}"/>
          </ac:spMkLst>
        </pc:spChg>
        <pc:spChg chg="mod">
          <ac:chgData name="Andre Janse van Rensburg" userId="c242d890-f940-49be-a646-5509d964c911" providerId="ADAL" clId="{16EEC158-3DCA-4C80-BDB8-91BDF1F48B49}" dt="2018-06-06T05:15:38.895" v="361" actId="27636"/>
          <ac:spMkLst>
            <pc:docMk/>
            <pc:sldMk cId="1096639778" sldId="257"/>
            <ac:spMk id="3" creationId="{4D617695-4C0F-480B-93F9-A8B395ECCFEC}"/>
          </ac:spMkLst>
        </pc:spChg>
      </pc:sldChg>
      <pc:sldChg chg="addSp modSp mod ord setBg">
        <pc:chgData name="Andre Janse van Rensburg" userId="c242d890-f940-49be-a646-5509d964c911" providerId="ADAL" clId="{16EEC158-3DCA-4C80-BDB8-91BDF1F48B49}" dt="2018-06-06T05:19:03.135" v="391" actId="27636"/>
        <pc:sldMkLst>
          <pc:docMk/>
          <pc:sldMk cId="3591895838" sldId="258"/>
        </pc:sldMkLst>
        <pc:spChg chg="mod">
          <ac:chgData name="Andre Janse van Rensburg" userId="c242d890-f940-49be-a646-5509d964c911" providerId="ADAL" clId="{16EEC158-3DCA-4C80-BDB8-91BDF1F48B49}" dt="2018-06-06T05:18:53.444" v="386" actId="26606"/>
          <ac:spMkLst>
            <pc:docMk/>
            <pc:sldMk cId="3591895838" sldId="258"/>
            <ac:spMk id="2" creationId="{85B959F8-B41F-44CA-ADD2-1D6258608D2C}"/>
          </ac:spMkLst>
        </pc:spChg>
        <pc:spChg chg="mod">
          <ac:chgData name="Andre Janse van Rensburg" userId="c242d890-f940-49be-a646-5509d964c911" providerId="ADAL" clId="{16EEC158-3DCA-4C80-BDB8-91BDF1F48B49}" dt="2018-06-06T05:19:03.135" v="391" actId="27636"/>
          <ac:spMkLst>
            <pc:docMk/>
            <pc:sldMk cId="3591895838" sldId="258"/>
            <ac:spMk id="3" creationId="{F3563B4B-CE7B-43FD-84A9-F6A042C43F00}"/>
          </ac:spMkLst>
        </pc:spChg>
        <pc:picChg chg="add mod ord modCrop">
          <ac:chgData name="Andre Janse van Rensburg" userId="c242d890-f940-49be-a646-5509d964c911" providerId="ADAL" clId="{16EEC158-3DCA-4C80-BDB8-91BDF1F48B49}" dt="2018-06-06T05:18:56.022" v="387" actId="1076"/>
          <ac:picMkLst>
            <pc:docMk/>
            <pc:sldMk cId="3591895838" sldId="258"/>
            <ac:picMk id="2050" creationId="{AE2AE7E2-B37C-4A2E-AE76-AB808314155B}"/>
          </ac:picMkLst>
        </pc:picChg>
      </pc:sldChg>
      <pc:sldChg chg="addSp modSp ord">
        <pc:chgData name="Andre Janse van Rensburg" userId="c242d890-f940-49be-a646-5509d964c911" providerId="ADAL" clId="{16EEC158-3DCA-4C80-BDB8-91BDF1F48B49}" dt="2018-06-06T05:20:10.233" v="405" actId="5793"/>
        <pc:sldMkLst>
          <pc:docMk/>
          <pc:sldMk cId="1388773348" sldId="259"/>
        </pc:sldMkLst>
        <pc:spChg chg="mod">
          <ac:chgData name="Andre Janse van Rensburg" userId="c242d890-f940-49be-a646-5509d964c911" providerId="ADAL" clId="{16EEC158-3DCA-4C80-BDB8-91BDF1F48B49}" dt="2018-06-06T05:20:10.233" v="405" actId="5793"/>
          <ac:spMkLst>
            <pc:docMk/>
            <pc:sldMk cId="1388773348" sldId="259"/>
            <ac:spMk id="3" creationId="{1657ABF6-B115-41D2-AAED-37FB873874BE}"/>
          </ac:spMkLst>
        </pc:spChg>
        <pc:picChg chg="add mod">
          <ac:chgData name="Andre Janse van Rensburg" userId="c242d890-f940-49be-a646-5509d964c911" providerId="ADAL" clId="{16EEC158-3DCA-4C80-BDB8-91BDF1F48B49}" dt="2018-06-06T05:19:52.460" v="397" actId="1076"/>
          <ac:picMkLst>
            <pc:docMk/>
            <pc:sldMk cId="1388773348" sldId="259"/>
            <ac:picMk id="3074" creationId="{08F6E11F-7052-4D32-9A68-1A2B4088148B}"/>
          </ac:picMkLst>
        </pc:picChg>
      </pc:sldChg>
      <pc:sldChg chg="addSp modSp ord">
        <pc:chgData name="Andre Janse van Rensburg" userId="c242d890-f940-49be-a646-5509d964c911" providerId="ADAL" clId="{16EEC158-3DCA-4C80-BDB8-91BDF1F48B49}" dt="2018-06-06T05:20:49.749" v="414" actId="27636"/>
        <pc:sldMkLst>
          <pc:docMk/>
          <pc:sldMk cId="779729426" sldId="260"/>
        </pc:sldMkLst>
        <pc:spChg chg="mod">
          <ac:chgData name="Andre Janse van Rensburg" userId="c242d890-f940-49be-a646-5509d964c911" providerId="ADAL" clId="{16EEC158-3DCA-4C80-BDB8-91BDF1F48B49}" dt="2018-06-06T05:20:49.749" v="414" actId="27636"/>
          <ac:spMkLst>
            <pc:docMk/>
            <pc:sldMk cId="779729426" sldId="260"/>
            <ac:spMk id="3" creationId="{4217A9DD-9688-425B-977D-4871CA9C6D2E}"/>
          </ac:spMkLst>
        </pc:spChg>
        <pc:picChg chg="add mod">
          <ac:chgData name="Andre Janse van Rensburg" userId="c242d890-f940-49be-a646-5509d964c911" providerId="ADAL" clId="{16EEC158-3DCA-4C80-BDB8-91BDF1F48B49}" dt="2018-06-06T05:20:36.715" v="407" actId="1076"/>
          <ac:picMkLst>
            <pc:docMk/>
            <pc:sldMk cId="779729426" sldId="260"/>
            <ac:picMk id="4098" creationId="{CB8AD53F-A323-43BF-B941-7EB8BEBA4B36}"/>
          </ac:picMkLst>
        </pc:picChg>
      </pc:sldChg>
      <pc:sldChg chg="addSp modSp">
        <pc:chgData name="Andre Janse van Rensburg" userId="c242d890-f940-49be-a646-5509d964c911" providerId="ADAL" clId="{16EEC158-3DCA-4C80-BDB8-91BDF1F48B49}" dt="2018-06-06T05:22:16.491" v="430" actId="27636"/>
        <pc:sldMkLst>
          <pc:docMk/>
          <pc:sldMk cId="1386562018" sldId="261"/>
        </pc:sldMkLst>
        <pc:spChg chg="mod">
          <ac:chgData name="Andre Janse van Rensburg" userId="c242d890-f940-49be-a646-5509d964c911" providerId="ADAL" clId="{16EEC158-3DCA-4C80-BDB8-91BDF1F48B49}" dt="2018-06-06T05:22:16.491" v="430" actId="27636"/>
          <ac:spMkLst>
            <pc:docMk/>
            <pc:sldMk cId="1386562018" sldId="261"/>
            <ac:spMk id="3" creationId="{DB78AD95-F016-47A5-8541-65B6EE57040E}"/>
          </ac:spMkLst>
        </pc:spChg>
        <pc:picChg chg="add mod">
          <ac:chgData name="Andre Janse van Rensburg" userId="c242d890-f940-49be-a646-5509d964c911" providerId="ADAL" clId="{16EEC158-3DCA-4C80-BDB8-91BDF1F48B49}" dt="2018-06-06T05:22:08.215" v="425" actId="14100"/>
          <ac:picMkLst>
            <pc:docMk/>
            <pc:sldMk cId="1386562018" sldId="261"/>
            <ac:picMk id="6146" creationId="{5D8F602E-4384-41E6-B1BA-D33E37DFA15B}"/>
          </ac:picMkLst>
        </pc:picChg>
      </pc:sldChg>
      <pc:sldChg chg="addSp delSp modSp add mod setBg">
        <pc:chgData name="Andre Janse van Rensburg" userId="c242d890-f940-49be-a646-5509d964c911" providerId="ADAL" clId="{16EEC158-3DCA-4C80-BDB8-91BDF1F48B49}" dt="2018-06-06T05:22:34.932" v="431"/>
        <pc:sldMkLst>
          <pc:docMk/>
          <pc:sldMk cId="3201202217" sldId="262"/>
        </pc:sldMkLst>
        <pc:spChg chg="mod">
          <ac:chgData name="Andre Janse van Rensburg" userId="c242d890-f940-49be-a646-5509d964c911" providerId="ADAL" clId="{16EEC158-3DCA-4C80-BDB8-91BDF1F48B49}" dt="2018-06-06T05:17:30.054" v="374" actId="26606"/>
          <ac:spMkLst>
            <pc:docMk/>
            <pc:sldMk cId="3201202217" sldId="262"/>
            <ac:spMk id="2" creationId="{3DC6BB5B-59EB-40A1-8243-0577A84F9320}"/>
          </ac:spMkLst>
        </pc:spChg>
        <pc:spChg chg="mod">
          <ac:chgData name="Andre Janse van Rensburg" userId="c242d890-f940-49be-a646-5509d964c911" providerId="ADAL" clId="{16EEC158-3DCA-4C80-BDB8-91BDF1F48B49}" dt="2018-06-06T05:17:41.943" v="380" actId="27636"/>
          <ac:spMkLst>
            <pc:docMk/>
            <pc:sldMk cId="3201202217" sldId="262"/>
            <ac:spMk id="3" creationId="{9D3BD459-AEFE-4C48-991D-D4DFF9D0A062}"/>
          </ac:spMkLst>
        </pc:spChg>
        <pc:spChg chg="add del">
          <ac:chgData name="Andre Janse van Rensburg" userId="c242d890-f940-49be-a646-5509d964c911" providerId="ADAL" clId="{16EEC158-3DCA-4C80-BDB8-91BDF1F48B49}" dt="2018-06-06T05:17:26.353" v="373" actId="26606"/>
          <ac:spMkLst>
            <pc:docMk/>
            <pc:sldMk cId="3201202217" sldId="262"/>
            <ac:spMk id="71" creationId="{4038CB10-1F5C-4D54-9DF7-12586DE5B007}"/>
          </ac:spMkLst>
        </pc:spChg>
        <pc:spChg chg="add del">
          <ac:chgData name="Andre Janse van Rensburg" userId="c242d890-f940-49be-a646-5509d964c911" providerId="ADAL" clId="{16EEC158-3DCA-4C80-BDB8-91BDF1F48B49}" dt="2018-06-06T05:17:26.353" v="373" actId="26606"/>
          <ac:spMkLst>
            <pc:docMk/>
            <pc:sldMk cId="3201202217" sldId="262"/>
            <ac:spMk id="73" creationId="{73ED6512-6858-4552-B699-9A97FE9A4EA2}"/>
          </ac:spMkLst>
        </pc:spChg>
        <pc:picChg chg="add mod ord">
          <ac:chgData name="Andre Janse van Rensburg" userId="c242d890-f940-49be-a646-5509d964c911" providerId="ADAL" clId="{16EEC158-3DCA-4C80-BDB8-91BDF1F48B49}" dt="2018-06-06T05:17:33.945" v="375" actId="1076"/>
          <ac:picMkLst>
            <pc:docMk/>
            <pc:sldMk cId="3201202217" sldId="262"/>
            <ac:picMk id="1026" creationId="{F0A193CB-9504-4EEB-AC8D-CD96C7C76D08}"/>
          </ac:picMkLst>
        </pc:picChg>
      </pc:sldChg>
      <pc:sldChg chg="addSp modSp add">
        <pc:chgData name="Andre Janse van Rensburg" userId="c242d890-f940-49be-a646-5509d964c911" providerId="ADAL" clId="{16EEC158-3DCA-4C80-BDB8-91BDF1F48B49}" dt="2018-06-06T05:21:26.904" v="422" actId="14100"/>
        <pc:sldMkLst>
          <pc:docMk/>
          <pc:sldMk cId="3534515855" sldId="263"/>
        </pc:sldMkLst>
        <pc:spChg chg="mod">
          <ac:chgData name="Andre Janse van Rensburg" userId="c242d890-f940-49be-a646-5509d964c911" providerId="ADAL" clId="{16EEC158-3DCA-4C80-BDB8-91BDF1F48B49}" dt="2018-06-06T03:35:05.047" v="193" actId="20577"/>
          <ac:spMkLst>
            <pc:docMk/>
            <pc:sldMk cId="3534515855" sldId="263"/>
            <ac:spMk id="2" creationId="{0F94361A-5C6F-4B21-BFF8-C62A8224E6EB}"/>
          </ac:spMkLst>
        </pc:spChg>
        <pc:spChg chg="mod">
          <ac:chgData name="Andre Janse van Rensburg" userId="c242d890-f940-49be-a646-5509d964c911" providerId="ADAL" clId="{16EEC158-3DCA-4C80-BDB8-91BDF1F48B49}" dt="2018-06-06T05:21:26.904" v="422" actId="14100"/>
          <ac:spMkLst>
            <pc:docMk/>
            <pc:sldMk cId="3534515855" sldId="263"/>
            <ac:spMk id="3" creationId="{A80FF930-6B07-4FF2-A553-2EBD85F74444}"/>
          </ac:spMkLst>
        </pc:spChg>
        <pc:picChg chg="add mod">
          <ac:chgData name="Andre Janse van Rensburg" userId="c242d890-f940-49be-a646-5509d964c911" providerId="ADAL" clId="{16EEC158-3DCA-4C80-BDB8-91BDF1F48B49}" dt="2018-06-06T05:21:16.180" v="416" actId="1076"/>
          <ac:picMkLst>
            <pc:docMk/>
            <pc:sldMk cId="3534515855" sldId="263"/>
            <ac:picMk id="5122" creationId="{81F86A15-05AA-489D-950C-43598C7CADB2}"/>
          </ac:picMkLst>
        </pc:picChg>
      </pc:sldChg>
      <pc:sldChg chg="modSp add">
        <pc:chgData name="Andre Janse van Rensburg" userId="c242d890-f940-49be-a646-5509d964c911" providerId="ADAL" clId="{16EEC158-3DCA-4C80-BDB8-91BDF1F48B49}" dt="2018-06-06T05:15:39.223" v="366" actId="27636"/>
        <pc:sldMkLst>
          <pc:docMk/>
          <pc:sldMk cId="3424903646" sldId="264"/>
        </pc:sldMkLst>
        <pc:spChg chg="mod">
          <ac:chgData name="Andre Janse van Rensburg" userId="c242d890-f940-49be-a646-5509d964c911" providerId="ADAL" clId="{16EEC158-3DCA-4C80-BDB8-91BDF1F48B49}" dt="2018-06-06T03:50:15.427" v="291" actId="20577"/>
          <ac:spMkLst>
            <pc:docMk/>
            <pc:sldMk cId="3424903646" sldId="264"/>
            <ac:spMk id="2" creationId="{04EF8350-3120-4CB9-B6E8-9E379EA4B053}"/>
          </ac:spMkLst>
        </pc:spChg>
        <pc:spChg chg="mod">
          <ac:chgData name="Andre Janse van Rensburg" userId="c242d890-f940-49be-a646-5509d964c911" providerId="ADAL" clId="{16EEC158-3DCA-4C80-BDB8-91BDF1F48B49}" dt="2018-06-06T05:15:39.223" v="366" actId="27636"/>
          <ac:spMkLst>
            <pc:docMk/>
            <pc:sldMk cId="3424903646" sldId="264"/>
            <ac:spMk id="3" creationId="{EBE906F0-274C-4C73-9903-587B8F072FF1}"/>
          </ac:spMkLst>
        </pc:spChg>
      </pc:sldChg>
      <pc:sldMasterChg chg="setBg modSldLayout">
        <pc:chgData name="Andre Janse van Rensburg" userId="c242d890-f940-49be-a646-5509d964c911" providerId="ADAL" clId="{16EEC158-3DCA-4C80-BDB8-91BDF1F48B49}" dt="2018-06-06T05:16:12.650" v="370" actId="403"/>
        <pc:sldMasterMkLst>
          <pc:docMk/>
          <pc:sldMasterMk cId="3344651145" sldId="2147483648"/>
        </pc:sldMasterMkLst>
        <pc:sldLayoutChg chg="setBg">
          <pc:chgData name="Andre Janse van Rensburg" userId="c242d890-f940-49be-a646-5509d964c911" providerId="ADAL" clId="{16EEC158-3DCA-4C80-BDB8-91BDF1F48B49}" dt="2018-06-06T04:47:50.768" v="347"/>
          <pc:sldLayoutMkLst>
            <pc:docMk/>
            <pc:sldMasterMk cId="3344651145" sldId="2147483648"/>
            <pc:sldLayoutMk cId="227463288" sldId="2147483649"/>
          </pc:sldLayoutMkLst>
        </pc:sldLayoutChg>
        <pc:sldLayoutChg chg="modSp setBg">
          <pc:chgData name="Andre Janse van Rensburg" userId="c242d890-f940-49be-a646-5509d964c911" providerId="ADAL" clId="{16EEC158-3DCA-4C80-BDB8-91BDF1F48B49}" dt="2018-06-06T05:16:12.650" v="370" actId="403"/>
          <pc:sldLayoutMkLst>
            <pc:docMk/>
            <pc:sldMasterMk cId="3344651145" sldId="2147483648"/>
            <pc:sldLayoutMk cId="2676009092" sldId="2147483650"/>
          </pc:sldLayoutMkLst>
          <pc:spChg chg="mod">
            <ac:chgData name="Andre Janse van Rensburg" userId="c242d890-f940-49be-a646-5509d964c911" providerId="ADAL" clId="{16EEC158-3DCA-4C80-BDB8-91BDF1F48B49}" dt="2018-06-06T05:16:12.650" v="370" actId="403"/>
            <ac:spMkLst>
              <pc:docMk/>
              <pc:sldMasterMk cId="3344651145" sldId="2147483648"/>
              <pc:sldLayoutMk cId="2676009092" sldId="2147483650"/>
              <ac:spMk id="2" creationId="{74FD1143-61F0-466D-8255-581DDC540666}"/>
            </ac:spMkLst>
          </pc:spChg>
          <pc:spChg chg="mod">
            <ac:chgData name="Andre Janse van Rensburg" userId="c242d890-f940-49be-a646-5509d964c911" providerId="ADAL" clId="{16EEC158-3DCA-4C80-BDB8-91BDF1F48B49}" dt="2018-06-06T05:15:38.816" v="360" actId="403"/>
            <ac:spMkLst>
              <pc:docMk/>
              <pc:sldMasterMk cId="3344651145" sldId="2147483648"/>
              <pc:sldLayoutMk cId="2676009092" sldId="2147483650"/>
              <ac:spMk id="3" creationId="{9A8254E4-7A0D-4FE6-B96B-47247B460FB0}"/>
            </ac:spMkLst>
          </pc:spChg>
        </pc:sldLayoutChg>
        <pc:sldLayoutChg chg="setBg">
          <pc:chgData name="Andre Janse van Rensburg" userId="c242d890-f940-49be-a646-5509d964c911" providerId="ADAL" clId="{16EEC158-3DCA-4C80-BDB8-91BDF1F48B49}" dt="2018-06-06T04:47:50.768" v="347"/>
          <pc:sldLayoutMkLst>
            <pc:docMk/>
            <pc:sldMasterMk cId="3344651145" sldId="2147483648"/>
            <pc:sldLayoutMk cId="3034650890" sldId="2147483651"/>
          </pc:sldLayoutMkLst>
        </pc:sldLayoutChg>
        <pc:sldLayoutChg chg="setBg">
          <pc:chgData name="Andre Janse van Rensburg" userId="c242d890-f940-49be-a646-5509d964c911" providerId="ADAL" clId="{16EEC158-3DCA-4C80-BDB8-91BDF1F48B49}" dt="2018-06-06T04:47:50.768" v="347"/>
          <pc:sldLayoutMkLst>
            <pc:docMk/>
            <pc:sldMasterMk cId="3344651145" sldId="2147483648"/>
            <pc:sldLayoutMk cId="3006292402" sldId="2147483652"/>
          </pc:sldLayoutMkLst>
        </pc:sldLayoutChg>
        <pc:sldLayoutChg chg="setBg">
          <pc:chgData name="Andre Janse van Rensburg" userId="c242d890-f940-49be-a646-5509d964c911" providerId="ADAL" clId="{16EEC158-3DCA-4C80-BDB8-91BDF1F48B49}" dt="2018-06-06T04:47:50.768" v="347"/>
          <pc:sldLayoutMkLst>
            <pc:docMk/>
            <pc:sldMasterMk cId="3344651145" sldId="2147483648"/>
            <pc:sldLayoutMk cId="1757216330" sldId="2147483653"/>
          </pc:sldLayoutMkLst>
        </pc:sldLayoutChg>
        <pc:sldLayoutChg chg="setBg">
          <pc:chgData name="Andre Janse van Rensburg" userId="c242d890-f940-49be-a646-5509d964c911" providerId="ADAL" clId="{16EEC158-3DCA-4C80-BDB8-91BDF1F48B49}" dt="2018-06-06T04:47:50.768" v="347"/>
          <pc:sldLayoutMkLst>
            <pc:docMk/>
            <pc:sldMasterMk cId="3344651145" sldId="2147483648"/>
            <pc:sldLayoutMk cId="2148567128" sldId="2147483654"/>
          </pc:sldLayoutMkLst>
        </pc:sldLayoutChg>
        <pc:sldLayoutChg chg="setBg">
          <pc:chgData name="Andre Janse van Rensburg" userId="c242d890-f940-49be-a646-5509d964c911" providerId="ADAL" clId="{16EEC158-3DCA-4C80-BDB8-91BDF1F48B49}" dt="2018-06-06T04:47:50.768" v="347"/>
          <pc:sldLayoutMkLst>
            <pc:docMk/>
            <pc:sldMasterMk cId="3344651145" sldId="2147483648"/>
            <pc:sldLayoutMk cId="1141008788" sldId="2147483655"/>
          </pc:sldLayoutMkLst>
        </pc:sldLayoutChg>
        <pc:sldLayoutChg chg="setBg">
          <pc:chgData name="Andre Janse van Rensburg" userId="c242d890-f940-49be-a646-5509d964c911" providerId="ADAL" clId="{16EEC158-3DCA-4C80-BDB8-91BDF1F48B49}" dt="2018-06-06T04:47:50.768" v="347"/>
          <pc:sldLayoutMkLst>
            <pc:docMk/>
            <pc:sldMasterMk cId="3344651145" sldId="2147483648"/>
            <pc:sldLayoutMk cId="797617798" sldId="2147483656"/>
          </pc:sldLayoutMkLst>
        </pc:sldLayoutChg>
        <pc:sldLayoutChg chg="setBg">
          <pc:chgData name="Andre Janse van Rensburg" userId="c242d890-f940-49be-a646-5509d964c911" providerId="ADAL" clId="{16EEC158-3DCA-4C80-BDB8-91BDF1F48B49}" dt="2018-06-06T04:47:50.768" v="347"/>
          <pc:sldLayoutMkLst>
            <pc:docMk/>
            <pc:sldMasterMk cId="3344651145" sldId="2147483648"/>
            <pc:sldLayoutMk cId="1046845067" sldId="2147483657"/>
          </pc:sldLayoutMkLst>
        </pc:sldLayoutChg>
        <pc:sldLayoutChg chg="setBg">
          <pc:chgData name="Andre Janse van Rensburg" userId="c242d890-f940-49be-a646-5509d964c911" providerId="ADAL" clId="{16EEC158-3DCA-4C80-BDB8-91BDF1F48B49}" dt="2018-06-06T04:47:50.768" v="347"/>
          <pc:sldLayoutMkLst>
            <pc:docMk/>
            <pc:sldMasterMk cId="3344651145" sldId="2147483648"/>
            <pc:sldLayoutMk cId="3876562829" sldId="2147483658"/>
          </pc:sldLayoutMkLst>
        </pc:sldLayoutChg>
        <pc:sldLayoutChg chg="setBg">
          <pc:chgData name="Andre Janse van Rensburg" userId="c242d890-f940-49be-a646-5509d964c911" providerId="ADAL" clId="{16EEC158-3DCA-4C80-BDB8-91BDF1F48B49}" dt="2018-06-06T04:47:50.768" v="347"/>
          <pc:sldLayoutMkLst>
            <pc:docMk/>
            <pc:sldMasterMk cId="3344651145" sldId="2147483648"/>
            <pc:sldLayoutMk cId="3990368517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1D8F6-E732-4C7D-84B3-89C757E26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805DA-1F93-42F5-AC76-9FBBEE3B3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2AC5B-806F-4894-843D-54FEC2855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9DFE7-AB42-4060-8DF1-07B4B64384E6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0F3D8-4BCB-4FD3-B7E4-B52BEB1CE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A8058-132A-49A9-B5DC-8D5E913C8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6B595-A8D5-4134-B69A-7FF48724ED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463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1143-61F0-466D-8255-581DDC540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 b="1">
                <a:latin typeface="I Love Glitter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254E4-7A0D-4FE6-B96B-47247B460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3600" b="1"/>
            </a:lvl1pPr>
            <a:lvl2pPr>
              <a:lnSpc>
                <a:spcPct val="120000"/>
              </a:lnSpc>
              <a:defRPr sz="3200" b="1"/>
            </a:lvl2pPr>
            <a:lvl3pPr>
              <a:lnSpc>
                <a:spcPct val="120000"/>
              </a:lnSpc>
              <a:defRPr sz="2800" b="1"/>
            </a:lvl3pPr>
            <a:lvl4pPr>
              <a:lnSpc>
                <a:spcPct val="120000"/>
              </a:lnSpc>
              <a:defRPr sz="2400" b="1"/>
            </a:lvl4pPr>
            <a:lvl5pPr>
              <a:lnSpc>
                <a:spcPct val="120000"/>
              </a:lnSpc>
              <a:defRPr sz="24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825E3-B952-4500-A086-2A8983BDD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9DFE7-AB42-4060-8DF1-07B4B64384E6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3AD7C-87AC-4CF4-AD2E-97DF8EE7E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33EEA-8580-4E48-9C89-01E3138BB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6B595-A8D5-4134-B69A-7FF48724ED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600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FDDF2-D6E6-4AF4-BB11-FA8A8E8BB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B0A54-499B-49CF-8FC2-19F0D217E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23494-D3BD-493C-8714-3BEE6696B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9DFE7-AB42-4060-8DF1-07B4B64384E6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D68BE-9CB6-49EF-9DE8-35E3DFBE2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FD85C-8298-4720-8E8E-8404DB9E9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6B595-A8D5-4134-B69A-7FF48724ED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4650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4CE47-03E7-4B01-9E01-44DFBDDD8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33DB9-6F02-4639-9694-1CB0C4094B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0EB4B4-107B-4CA1-9E50-621C957B4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1622B-6279-41AE-8A50-5720459FE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9DFE7-AB42-4060-8DF1-07B4B64384E6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1B6E9-9900-44EF-A61A-D93518541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B54B3-5D28-4040-9D58-AD928FD77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6B595-A8D5-4134-B69A-7FF48724ED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6292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62077-4FCF-4ACE-8A51-2F136FA44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8E23A-7409-4174-B482-479D0EA66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7FBE20-B77F-4219-AA8A-47B2683C6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1233CB-3426-46F4-9E26-A2D365F77B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676B4-543F-4800-813D-03EBC91C7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848D39-1654-44AA-9108-6CF5BA090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9DFE7-AB42-4060-8DF1-07B4B64384E6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B6EC7B-4FC7-447C-B75A-99C7ABC56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C7B551-CF5C-45B8-90F6-2D55ECE1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6B595-A8D5-4134-B69A-7FF48724ED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7216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6AB28-9AA8-49B2-89D1-263C3C3A1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6114A3-309E-423A-867A-BB8A792E4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9DFE7-AB42-4060-8DF1-07B4B64384E6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A80C6-A0B9-4426-9F47-7C97BE303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34E3B5-F1BF-4611-B3A7-2808DF58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6B595-A8D5-4134-B69A-7FF48724ED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8567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901914-EBF8-4274-A84A-265403A29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9DFE7-AB42-4060-8DF1-07B4B64384E6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695C28-5BA1-411B-830A-934FBC675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ECA7B-EF59-42F8-9323-D5D02FAF5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6B595-A8D5-4134-B69A-7FF48724ED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1008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4FC0B-8C03-4FD0-9B6F-12452322A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E93D8-B41B-41CD-BBDF-31C714DC5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6A7D4-DF25-42F9-8A3E-D194C193E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6527D-1CCB-4C95-9D6F-6E8E08775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9DFE7-AB42-4060-8DF1-07B4B64384E6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5B4FF-F26E-4621-ADE1-B391E5680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94DBE-CE8E-443C-8A2F-AFFC0FE8E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6B595-A8D5-4134-B69A-7FF48724ED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7617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B2F08-DB58-42CD-99EF-2BC24D1D2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BAB9F9-B4D4-453D-B564-533AF5EBF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CF37E7-2BCE-46B4-AF88-D7DF18936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CE64F-AB62-4857-A7D2-9A23D403B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9DFE7-AB42-4060-8DF1-07B4B64384E6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06D0E-DD09-4A40-9CF9-2C9A2FAD1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FD71F-9AA9-45B6-96F6-C25196125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6B595-A8D5-4134-B69A-7FF48724ED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6845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667E3-E581-40FA-A767-329AD1FCB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BC2C1-85C0-4052-81EB-4BC0B9945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33F65-29E6-4C57-994B-E932BD7D5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9DFE7-AB42-4060-8DF1-07B4B64384E6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032B5-BC05-495C-B27D-294EB2AFA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4BEA3-576B-46B5-A2CE-7D5756059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6B595-A8D5-4134-B69A-7FF48724ED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6562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23625C-66ED-4B73-BF53-C36505680D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9821F-0800-4549-8E13-A947E0400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2E6B6-B706-47AC-AD9D-8DE9E83F8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9DFE7-AB42-4060-8DF1-07B4B64384E6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542DE-1185-498F-9EB7-5CEB312D6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1FA06-3602-4019-A684-C9AEEF0E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6B595-A8D5-4134-B69A-7FF48724ED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0368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0000"/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7A69F6-4443-45C6-8D7F-FFED4331D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20402-CE54-4158-A04F-74238DE0D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95C68-8DE3-4933-984C-16E467754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9DFE7-AB42-4060-8DF1-07B4B64384E6}" type="datetimeFigureOut">
              <a:rPr lang="en-AU" smtClean="0"/>
              <a:t>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7877B-9553-496E-8F22-CB79851FE2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D09BD-62B6-4920-83CD-F86E94EA7B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6B595-A8D5-4134-B69A-7FF48724ED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4651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23D8A3-25B3-42F0-8E04-49835EEAC8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r="2165"/>
          <a:stretch/>
        </p:blipFill>
        <p:spPr>
          <a:xfrm>
            <a:off x="6095999" y="10"/>
            <a:ext cx="6105655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EAFFED-4B0D-44CF-8DDC-428D97E535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2750" y="640081"/>
            <a:ext cx="4806184" cy="4123272"/>
          </a:xfrm>
          <a:noFill/>
        </p:spPr>
        <p:txBody>
          <a:bodyPr>
            <a:normAutofit/>
          </a:bodyPr>
          <a:lstStyle/>
          <a:p>
            <a:pPr algn="l">
              <a:lnSpc>
                <a:spcPct val="200000"/>
              </a:lnSpc>
            </a:pPr>
            <a:r>
              <a:rPr lang="en-US" sz="6600" dirty="0">
                <a:latin typeface="Forte" panose="03060902040502070203" pitchFamily="66" charset="0"/>
              </a:rPr>
              <a:t>Genre Conventions</a:t>
            </a:r>
            <a:endParaRPr lang="en-AU" sz="6600" dirty="0">
              <a:latin typeface="Forte" panose="03060902040502070203" pitchFamily="66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BFFC4-ABED-4749-8295-D496DC3CD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2750" y="4901783"/>
            <a:ext cx="4806184" cy="1316137"/>
          </a:xfrm>
          <a:noFill/>
        </p:spPr>
        <p:txBody>
          <a:bodyPr>
            <a:normAutofit/>
          </a:bodyPr>
          <a:lstStyle/>
          <a:p>
            <a:pPr algn="r"/>
            <a:r>
              <a:rPr lang="en-US" sz="2000"/>
              <a:t>Y12 General English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770737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93000-8854-4C45-B221-2BFC4742A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Crime Fiction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17695-4C0F-480B-93F9-A8B395ECC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AU" dirty="0"/>
              <a:t>The detective solves the crime so evil is caught. No matter what style of detective they are moral and righteous.</a:t>
            </a:r>
          </a:p>
          <a:p>
            <a:pPr>
              <a:lnSpc>
                <a:spcPct val="120000"/>
              </a:lnSpc>
            </a:pPr>
            <a:r>
              <a:rPr lang="en-AU" dirty="0"/>
              <a:t>The sleuth of crime fiction is good and that those he/she exposes are evil.</a:t>
            </a:r>
          </a:p>
          <a:p>
            <a:pPr>
              <a:lnSpc>
                <a:spcPct val="120000"/>
              </a:lnSpc>
            </a:pPr>
            <a:r>
              <a:rPr lang="en-AU" dirty="0"/>
              <a:t>The social threat is removed by the resolution of a crime fiction. The fractured lives of the characters have logic and order restored.</a:t>
            </a:r>
          </a:p>
          <a:p>
            <a:pPr>
              <a:lnSpc>
                <a:spcPct val="120000"/>
              </a:lnSpc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96639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959F8-B41F-44CA-ADD2-1D625860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Crime Fiction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63B4B-CE7B-43FD-84A9-F6A042C43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35129" cy="47625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AU" sz="3600" dirty="0"/>
              <a:t>Whilst the mystery has been cleared up there is a sense that it is only a brief respite.</a:t>
            </a:r>
          </a:p>
          <a:p>
            <a:pPr>
              <a:lnSpc>
                <a:spcPct val="120000"/>
              </a:lnSpc>
            </a:pPr>
            <a:r>
              <a:rPr lang="en-US" sz="3600" dirty="0"/>
              <a:t>Techniques used</a:t>
            </a:r>
            <a:endParaRPr lang="en-AU" sz="3600" dirty="0"/>
          </a:p>
          <a:p>
            <a:pPr lvl="1">
              <a:lnSpc>
                <a:spcPct val="120000"/>
              </a:lnSpc>
            </a:pPr>
            <a:r>
              <a:rPr lang="en-AU" sz="3200" dirty="0"/>
              <a:t>Suspense. </a:t>
            </a:r>
          </a:p>
          <a:p>
            <a:pPr lvl="1">
              <a:lnSpc>
                <a:spcPct val="120000"/>
              </a:lnSpc>
            </a:pPr>
            <a:r>
              <a:rPr lang="en-AU" sz="3200" dirty="0" err="1"/>
              <a:t>Cliffhangers</a:t>
            </a:r>
            <a:r>
              <a:rPr lang="en-AU" sz="3200" dirty="0"/>
              <a:t>. </a:t>
            </a:r>
          </a:p>
          <a:p>
            <a:pPr lvl="1">
              <a:lnSpc>
                <a:spcPct val="120000"/>
              </a:lnSpc>
            </a:pPr>
            <a:r>
              <a:rPr lang="en-AU" sz="3200" dirty="0"/>
              <a:t>Foreshadowing</a:t>
            </a:r>
          </a:p>
        </p:txBody>
      </p:sp>
      <p:pic>
        <p:nvPicPr>
          <p:cNvPr id="2050" name="Picture 2" descr="Image result for crime fiction">
            <a:extLst>
              <a:ext uri="{FF2B5EF4-FFF2-40B4-BE49-F238E27FC236}">
                <a16:creationId xmlns:a16="http://schemas.microsoft.com/office/drawing/2014/main" id="{AE2AE7E2-B37C-4A2E-AE76-AB80831415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0" r="14947"/>
          <a:stretch/>
        </p:blipFill>
        <p:spPr bwMode="auto">
          <a:xfrm>
            <a:off x="8426547" y="1690688"/>
            <a:ext cx="3376247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895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supernatural fiction endings">
            <a:extLst>
              <a:ext uri="{FF2B5EF4-FFF2-40B4-BE49-F238E27FC236}">
                <a16:creationId xmlns:a16="http://schemas.microsoft.com/office/drawing/2014/main" id="{F0A193CB-9504-4EEB-AC8D-CD96C7C76D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6" r="7878" b="2"/>
          <a:stretch/>
        </p:blipFill>
        <p:spPr bwMode="auto">
          <a:xfrm>
            <a:off x="5598942" y="1904282"/>
            <a:ext cx="6233160" cy="4272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C6BB5B-59EB-40A1-8243-0577A84F9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Supernatural Fiction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D459-AEFE-4C48-991D-D4DFF9D0A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465320" cy="50323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AU" sz="2400" dirty="0"/>
              <a:t>Genre that centres around supernatural elements, such as ghosts, gods, goddesses, and miracles. </a:t>
            </a:r>
          </a:p>
          <a:p>
            <a:pPr marL="0" indent="0">
              <a:buNone/>
            </a:pPr>
            <a:r>
              <a:rPr lang="en-AU" sz="2400" dirty="0"/>
              <a:t>Supernatural fiction deal with the unknown questions of life; therefore, they tend to incorporate religious elements into the plot</a:t>
            </a:r>
          </a:p>
          <a:p>
            <a:pPr marL="0" indent="0">
              <a:buNone/>
            </a:pPr>
            <a:r>
              <a:rPr lang="en-AU" sz="2400" dirty="0"/>
              <a:t>Happy endings possible, but would be kind of a letdown after all that terror.</a:t>
            </a:r>
          </a:p>
        </p:txBody>
      </p:sp>
    </p:spTree>
    <p:extLst>
      <p:ext uri="{BB962C8B-B14F-4D97-AF65-F5344CB8AC3E}">
        <p14:creationId xmlns:p14="http://schemas.microsoft.com/office/powerpoint/2010/main" val="3201202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2DECF-6ED3-4581-A87D-F5E4C7237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Sport Fiction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7ABF6-B115-41D2-AAED-37FB87387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78" y="1825625"/>
            <a:ext cx="8004516" cy="4667250"/>
          </a:xfrm>
        </p:spPr>
        <p:txBody>
          <a:bodyPr>
            <a:normAutofit fontScale="77500" lnSpcReduction="20000"/>
          </a:bodyPr>
          <a:lstStyle/>
          <a:p>
            <a:r>
              <a:rPr lang="en-AU" dirty="0"/>
              <a:t>The sports film is a particular sort of adventure film. </a:t>
            </a:r>
          </a:p>
          <a:p>
            <a:r>
              <a:rPr lang="en-AU" dirty="0"/>
              <a:t>Sport is a method for character change.</a:t>
            </a:r>
          </a:p>
          <a:p>
            <a:r>
              <a:rPr lang="en-AU" dirty="0"/>
              <a:t>A central character is a gifted athlete who tests himself within the sport.</a:t>
            </a:r>
          </a:p>
          <a:p>
            <a:r>
              <a:rPr lang="en-AU" dirty="0"/>
              <a:t>Characters struggle with issues related to sports. </a:t>
            </a:r>
          </a:p>
          <a:p>
            <a:r>
              <a:rPr lang="en-AU" dirty="0"/>
              <a:t>Team sports are usually emphasized. </a:t>
            </a:r>
          </a:p>
          <a:p>
            <a:r>
              <a:rPr lang="en-AU" dirty="0"/>
              <a:t>Plot and characterization often emphasize theses such as team play and sportsmanship</a:t>
            </a:r>
          </a:p>
        </p:txBody>
      </p:sp>
      <p:pic>
        <p:nvPicPr>
          <p:cNvPr id="3074" name="Picture 2" descr="Image result for sport fiction">
            <a:extLst>
              <a:ext uri="{FF2B5EF4-FFF2-40B4-BE49-F238E27FC236}">
                <a16:creationId xmlns:a16="http://schemas.microsoft.com/office/drawing/2014/main" id="{08F6E11F-7052-4D32-9A68-1A2B40881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50" y="1825625"/>
            <a:ext cx="3028950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8773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A89D0-8558-446B-8DD8-4D85DAE6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Horror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7A9DD-9688-425B-977D-4871CA9C6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812" y="1405964"/>
            <a:ext cx="8370277" cy="5290258"/>
          </a:xfrm>
        </p:spPr>
        <p:txBody>
          <a:bodyPr>
            <a:normAutofit fontScale="70000" lnSpcReduction="20000"/>
          </a:bodyPr>
          <a:lstStyle/>
          <a:p>
            <a:r>
              <a:rPr lang="en-AU" dirty="0"/>
              <a:t>Seeks to elicit responses of fear, terror, disgust, shock, suspense, and, of course, horror from their viewers. </a:t>
            </a:r>
          </a:p>
          <a:p>
            <a:r>
              <a:rPr lang="en-US" dirty="0"/>
              <a:t>T</a:t>
            </a:r>
            <a:r>
              <a:rPr lang="en-AU" dirty="0" err="1"/>
              <a:t>echniques</a:t>
            </a:r>
            <a:endParaRPr lang="en-AU" dirty="0"/>
          </a:p>
          <a:p>
            <a:pPr lvl="1"/>
            <a:r>
              <a:rPr lang="en-AU" dirty="0"/>
              <a:t>Fear. At the risk of pointing out the elephant in the room, fear is by far the most important factor of a great horror story. ...</a:t>
            </a:r>
          </a:p>
          <a:p>
            <a:pPr lvl="1"/>
            <a:r>
              <a:rPr lang="en-AU" dirty="0"/>
              <a:t>Surprise. Getting someone to fear what you've created isn't the hardest part; making the fear surprising is. ...</a:t>
            </a:r>
          </a:p>
          <a:p>
            <a:pPr lvl="1"/>
            <a:r>
              <a:rPr lang="en-AU" dirty="0"/>
              <a:t>Suspense. ...</a:t>
            </a:r>
          </a:p>
          <a:p>
            <a:pPr lvl="1"/>
            <a:r>
              <a:rPr lang="en-AU" dirty="0"/>
              <a:t>Mystery. ...</a:t>
            </a:r>
          </a:p>
          <a:p>
            <a:pPr lvl="1"/>
            <a:r>
              <a:rPr lang="en-AU" dirty="0"/>
              <a:t>Spoilers.</a:t>
            </a:r>
          </a:p>
          <a:p>
            <a:r>
              <a:rPr lang="en-AU" dirty="0"/>
              <a:t>Happy endings possible, but would be kind of a letdown after all that terror.</a:t>
            </a:r>
          </a:p>
          <a:p>
            <a:pPr lvl="1"/>
            <a:endParaRPr lang="en-AU" dirty="0"/>
          </a:p>
        </p:txBody>
      </p:sp>
      <p:pic>
        <p:nvPicPr>
          <p:cNvPr id="4098" name="Picture 2" descr="Image result for horror fiction">
            <a:extLst>
              <a:ext uri="{FF2B5EF4-FFF2-40B4-BE49-F238E27FC236}">
                <a16:creationId xmlns:a16="http://schemas.microsoft.com/office/drawing/2014/main" id="{CB8AD53F-A323-43BF-B941-7EB8BEBA4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7048" y="1405963"/>
            <a:ext cx="2762250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9729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4361A-5C6F-4B21-BFF8-C62A8224E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 Fiction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FF930-6B07-4FF2-A553-2EBD85F74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4886" y="1378634"/>
            <a:ext cx="7948246" cy="528945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AU" dirty="0"/>
              <a:t>War fiction is that where the primary action takes place </a:t>
            </a:r>
          </a:p>
          <a:p>
            <a:pPr lvl="1">
              <a:lnSpc>
                <a:spcPct val="120000"/>
              </a:lnSpc>
            </a:pPr>
            <a:r>
              <a:rPr lang="en-AU" dirty="0"/>
              <a:t>in a field of armed combat, </a:t>
            </a:r>
          </a:p>
          <a:p>
            <a:pPr lvl="1">
              <a:lnSpc>
                <a:spcPct val="120000"/>
              </a:lnSpc>
            </a:pPr>
            <a:r>
              <a:rPr lang="en-AU" dirty="0"/>
              <a:t>in a domestic setting (or home front)  where the characters are preoccupied with the preparations for, or recovery from, war. </a:t>
            </a:r>
          </a:p>
          <a:p>
            <a:pPr>
              <a:lnSpc>
                <a:spcPct val="120000"/>
              </a:lnSpc>
            </a:pPr>
            <a:r>
              <a:rPr lang="en-AU" dirty="0"/>
              <a:t>Much war fiction is set in a period in the past, also allowing them to fit in the genre of historical fiction.</a:t>
            </a:r>
          </a:p>
          <a:p>
            <a:pPr>
              <a:lnSpc>
                <a:spcPct val="120000"/>
              </a:lnSpc>
            </a:pPr>
            <a:r>
              <a:rPr lang="en-AU" dirty="0"/>
              <a:t>It is equally composed of character-driven and plot-driven stories.  </a:t>
            </a:r>
          </a:p>
          <a:p>
            <a:pPr>
              <a:lnSpc>
                <a:spcPct val="120000"/>
              </a:lnSpc>
            </a:pPr>
            <a:r>
              <a:rPr lang="en-AU" dirty="0"/>
              <a:t>Happy endings allowed only if they are historically accurate.</a:t>
            </a:r>
          </a:p>
        </p:txBody>
      </p:sp>
      <p:pic>
        <p:nvPicPr>
          <p:cNvPr id="5122" name="Picture 2" descr="Image result for war fiction">
            <a:extLst>
              <a:ext uri="{FF2B5EF4-FFF2-40B4-BE49-F238E27FC236}">
                <a16:creationId xmlns:a16="http://schemas.microsoft.com/office/drawing/2014/main" id="{81F86A15-05AA-489D-950C-43598C7CA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95" y="1690688"/>
            <a:ext cx="2924175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4515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F2DE-4FEC-4D09-AB5E-0D8DFA92F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Science Fiction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8AD95-F016-47A5-8541-65B6EE570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294"/>
            <a:ext cx="7139609" cy="5148802"/>
          </a:xfrm>
        </p:spPr>
        <p:txBody>
          <a:bodyPr>
            <a:normAutofit fontScale="62500" lnSpcReduction="20000"/>
          </a:bodyPr>
          <a:lstStyle/>
          <a:p>
            <a:r>
              <a:rPr lang="en-AU" dirty="0"/>
              <a:t>Set in a future that scientific or technological advance could or might make possible.</a:t>
            </a:r>
          </a:p>
          <a:p>
            <a:r>
              <a:rPr lang="en-AU" dirty="0"/>
              <a:t>In one approach the story usually takes place in outer space where the technology of the future is predicted. </a:t>
            </a:r>
          </a:p>
          <a:p>
            <a:r>
              <a:rPr lang="en-AU" dirty="0"/>
              <a:t>In the other approach future societies are portrayed, usually on earth, with or without the presence of aliens. </a:t>
            </a:r>
          </a:p>
          <a:p>
            <a:r>
              <a:rPr lang="en-AU" dirty="0"/>
              <a:t>Themes frequently deal with good or evil, often involving technology.</a:t>
            </a:r>
          </a:p>
          <a:p>
            <a:r>
              <a:rPr lang="en-AU" dirty="0"/>
              <a:t>Happy endings are ok, unless your characters have moved beyond earth-bound notions of “happiness” or “endings.” </a:t>
            </a:r>
          </a:p>
        </p:txBody>
      </p:sp>
      <p:pic>
        <p:nvPicPr>
          <p:cNvPr id="6146" name="Picture 2" descr="Image result for science fiction">
            <a:extLst>
              <a:ext uri="{FF2B5EF4-FFF2-40B4-BE49-F238E27FC236}">
                <a16:creationId xmlns:a16="http://schemas.microsoft.com/office/drawing/2014/main" id="{5D8F602E-4384-41E6-B1BA-D33E37DFA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3339" y="1400969"/>
            <a:ext cx="3404153" cy="4646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6562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F8350-3120-4CB9-B6E8-9E379EA4B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SciFi</a:t>
            </a:r>
            <a:r>
              <a:rPr lang="en-US" dirty="0"/>
              <a:t> Techniques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906F0-274C-4C73-9903-587B8F072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AU" dirty="0"/>
              <a:t>Setting in an Alternative World</a:t>
            </a:r>
          </a:p>
          <a:p>
            <a:r>
              <a:rPr lang="en-AU" dirty="0"/>
              <a:t>Non-human Characters</a:t>
            </a:r>
          </a:p>
          <a:p>
            <a:r>
              <a:rPr lang="en-AU" dirty="0"/>
              <a:t>Science and Technology</a:t>
            </a:r>
          </a:p>
          <a:p>
            <a:r>
              <a:rPr lang="en-AU" dirty="0"/>
              <a:t>Time Travel</a:t>
            </a:r>
          </a:p>
          <a:p>
            <a:r>
              <a:rPr lang="en-AU" dirty="0"/>
              <a:t>Journey</a:t>
            </a:r>
          </a:p>
          <a:p>
            <a:r>
              <a:rPr lang="en-AU" dirty="0"/>
              <a:t>Dystopia</a:t>
            </a:r>
          </a:p>
          <a:p>
            <a:r>
              <a:rPr lang="en-AU" dirty="0"/>
              <a:t>Age of Reason</a:t>
            </a:r>
          </a:p>
          <a:p>
            <a:r>
              <a:rPr lang="en-AU" dirty="0"/>
              <a:t>Advances in Science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3424903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436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Forte</vt:lpstr>
      <vt:lpstr>I Love Glitter</vt:lpstr>
      <vt:lpstr>Office Theme</vt:lpstr>
      <vt:lpstr>Genre Conventions</vt:lpstr>
      <vt:lpstr>Crime Fiction</vt:lpstr>
      <vt:lpstr>Crime Fiction</vt:lpstr>
      <vt:lpstr>Supernatural Fiction</vt:lpstr>
      <vt:lpstr>Sport Fiction</vt:lpstr>
      <vt:lpstr>Horror </vt:lpstr>
      <vt:lpstr>War Fiction</vt:lpstr>
      <vt:lpstr>Science Fiction</vt:lpstr>
      <vt:lpstr>SciFi Techniques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Genre Conventions</dc:title>
  <dc:creator>Andre Janse van Rensburg</dc:creator>
  <cp:lastModifiedBy>Andre Janse van Rensburg</cp:lastModifiedBy>
  <cp:revision>3</cp:revision>
  <dcterms:created xsi:type="dcterms:W3CDTF">2018-06-06T01:37:28Z</dcterms:created>
  <dcterms:modified xsi:type="dcterms:W3CDTF">2018-06-06T05:24:34Z</dcterms:modified>
</cp:coreProperties>
</file>