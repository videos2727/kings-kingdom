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6" r:id="rId6"/>
    <p:sldId id="261" r:id="rId7"/>
    <p:sldId id="263" r:id="rId8"/>
    <p:sldId id="262" r:id="rId9"/>
    <p:sldId id="272" r:id="rId10"/>
    <p:sldId id="264" r:id="rId11"/>
    <p:sldId id="265" r:id="rId12"/>
    <p:sldId id="267" r:id="rId13"/>
    <p:sldId id="268" r:id="rId14"/>
    <p:sldId id="269" r:id="rId15"/>
    <p:sldId id="271" r:id="rId16"/>
    <p:sldId id="270" r:id="rId17"/>
    <p:sldId id="273" r:id="rId18"/>
    <p:sldId id="274" r:id="rId19"/>
    <p:sldId id="275" r:id="rId20"/>
    <p:sldId id="276" r:id="rId21"/>
    <p:sldId id="277"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7" r:id="rId36"/>
    <p:sldId id="298" r:id="rId37"/>
    <p:sldId id="299" r:id="rId38"/>
    <p:sldId id="301" r:id="rId39"/>
    <p:sldId id="292" r:id="rId40"/>
    <p:sldId id="293" r:id="rId41"/>
    <p:sldId id="300" r:id="rId42"/>
    <p:sldId id="303" r:id="rId43"/>
    <p:sldId id="304" r:id="rId44"/>
    <p:sldId id="294" r:id="rId45"/>
    <p:sldId id="302" r:id="rId46"/>
    <p:sldId id="309" r:id="rId47"/>
    <p:sldId id="305" r:id="rId48"/>
    <p:sldId id="310" r:id="rId49"/>
    <p:sldId id="306" r:id="rId50"/>
    <p:sldId id="295" r:id="rId51"/>
    <p:sldId id="296" r:id="rId52"/>
    <p:sldId id="307" r:id="rId53"/>
    <p:sldId id="308" r:id="rId54"/>
    <p:sldId id="311" r:id="rId55"/>
    <p:sldId id="312" r:id="rId56"/>
    <p:sldId id="313" r:id="rId57"/>
    <p:sldId id="314" r:id="rId58"/>
    <p:sldId id="318" r:id="rId59"/>
    <p:sldId id="315" r:id="rId60"/>
    <p:sldId id="316" r:id="rId61"/>
    <p:sldId id="317" r:id="rId62"/>
    <p:sldId id="319"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8F6CE2-575D-4FAC-A0AB-A18E1D370531}" v="90" dt="2018-07-24T04:50:38.9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86372" autoAdjust="0"/>
  </p:normalViewPr>
  <p:slideViewPr>
    <p:cSldViewPr snapToGrid="0">
      <p:cViewPr varScale="1">
        <p:scale>
          <a:sx n="49" d="100"/>
          <a:sy n="49" d="100"/>
        </p:scale>
        <p:origin x="66" y="348"/>
      </p:cViewPr>
      <p:guideLst/>
    </p:cSldViewPr>
  </p:slideViewPr>
  <p:outlineViewPr>
    <p:cViewPr>
      <p:scale>
        <a:sx n="33" d="100"/>
        <a:sy n="33" d="100"/>
      </p:scale>
      <p:origin x="0" y="-54114"/>
    </p:cViewPr>
  </p:outlineViewPr>
  <p:notesTextViewPr>
    <p:cViewPr>
      <p:scale>
        <a:sx n="1" d="1"/>
        <a:sy n="1" d="1"/>
      </p:scale>
      <p:origin x="0" y="0"/>
    </p:cViewPr>
  </p:notesTextViewPr>
  <p:sorterViewPr>
    <p:cViewPr varScale="1">
      <p:scale>
        <a:sx n="100" d="100"/>
        <a:sy n="100" d="100"/>
      </p:scale>
      <p:origin x="0" y="-219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Janse van Rensburg" userId="c242d890-f940-49be-a646-5509d964c911" providerId="ADAL" clId="{618188A7-01F8-4A75-8C1A-6FEC01FB3C5C}"/>
    <pc:docChg chg="custSel addSld modSld sldOrd">
      <pc:chgData name="Andre Janse van Rensburg" userId="c242d890-f940-49be-a646-5509d964c911" providerId="ADAL" clId="{618188A7-01F8-4A75-8C1A-6FEC01FB3C5C}" dt="2018-06-28T02:41:16.373" v="468" actId="20577"/>
      <pc:docMkLst>
        <pc:docMk/>
      </pc:docMkLst>
      <pc:sldChg chg="modSp">
        <pc:chgData name="Andre Janse van Rensburg" userId="c242d890-f940-49be-a646-5509d964c911" providerId="ADAL" clId="{618188A7-01F8-4A75-8C1A-6FEC01FB3C5C}" dt="2018-06-05T05:16:02.869" v="4" actId="20577"/>
        <pc:sldMkLst>
          <pc:docMk/>
          <pc:sldMk cId="3742877107" sldId="258"/>
        </pc:sldMkLst>
        <pc:spChg chg="mod">
          <ac:chgData name="Andre Janse van Rensburg" userId="c242d890-f940-49be-a646-5509d964c911" providerId="ADAL" clId="{618188A7-01F8-4A75-8C1A-6FEC01FB3C5C}" dt="2018-06-05T05:16:02.869" v="4" actId="20577"/>
          <ac:spMkLst>
            <pc:docMk/>
            <pc:sldMk cId="3742877107" sldId="258"/>
            <ac:spMk id="3" creationId="{CDFACC8F-5AB4-44AE-AB42-A84AC42DF170}"/>
          </ac:spMkLst>
        </pc:spChg>
      </pc:sldChg>
      <pc:sldChg chg="modSp">
        <pc:chgData name="Andre Janse van Rensburg" userId="c242d890-f940-49be-a646-5509d964c911" providerId="ADAL" clId="{618188A7-01F8-4A75-8C1A-6FEC01FB3C5C}" dt="2018-06-07T02:42:24.245" v="177" actId="20577"/>
        <pc:sldMkLst>
          <pc:docMk/>
          <pc:sldMk cId="953396590" sldId="264"/>
        </pc:sldMkLst>
        <pc:spChg chg="mod">
          <ac:chgData name="Andre Janse van Rensburg" userId="c242d890-f940-49be-a646-5509d964c911" providerId="ADAL" clId="{618188A7-01F8-4A75-8C1A-6FEC01FB3C5C}" dt="2018-06-07T02:42:24.245" v="177" actId="20577"/>
          <ac:spMkLst>
            <pc:docMk/>
            <pc:sldMk cId="953396590" sldId="264"/>
            <ac:spMk id="2" creationId="{D9E3D5D8-F7C1-47BB-830B-1F005A78C242}"/>
          </ac:spMkLst>
        </pc:spChg>
      </pc:sldChg>
      <pc:sldChg chg="modSp">
        <pc:chgData name="Andre Janse van Rensburg" userId="c242d890-f940-49be-a646-5509d964c911" providerId="ADAL" clId="{618188A7-01F8-4A75-8C1A-6FEC01FB3C5C}" dt="2018-06-07T02:43:34.658" v="234" actId="15"/>
        <pc:sldMkLst>
          <pc:docMk/>
          <pc:sldMk cId="3609558006" sldId="265"/>
        </pc:sldMkLst>
        <pc:spChg chg="mod">
          <ac:chgData name="Andre Janse van Rensburg" userId="c242d890-f940-49be-a646-5509d964c911" providerId="ADAL" clId="{618188A7-01F8-4A75-8C1A-6FEC01FB3C5C}" dt="2018-06-07T02:42:45.502" v="217" actId="20577"/>
          <ac:spMkLst>
            <pc:docMk/>
            <pc:sldMk cId="3609558006" sldId="265"/>
            <ac:spMk id="7" creationId="{3B9CF490-9496-4C01-AC1F-5898F8DC4F0C}"/>
          </ac:spMkLst>
        </pc:spChg>
        <pc:spChg chg="mod">
          <ac:chgData name="Andre Janse van Rensburg" userId="c242d890-f940-49be-a646-5509d964c911" providerId="ADAL" clId="{618188A7-01F8-4A75-8C1A-6FEC01FB3C5C}" dt="2018-06-07T02:43:34.658" v="234" actId="15"/>
          <ac:spMkLst>
            <pc:docMk/>
            <pc:sldMk cId="3609558006" sldId="265"/>
            <ac:spMk id="8" creationId="{E42C2450-BF34-409B-A829-93A5A4FF91E7}"/>
          </ac:spMkLst>
        </pc:spChg>
      </pc:sldChg>
      <pc:sldChg chg="modSp">
        <pc:chgData name="Andre Janse van Rensburg" userId="c242d890-f940-49be-a646-5509d964c911" providerId="ADAL" clId="{618188A7-01F8-4A75-8C1A-6FEC01FB3C5C}" dt="2018-06-07T02:43:47.564" v="250" actId="27636"/>
        <pc:sldMkLst>
          <pc:docMk/>
          <pc:sldMk cId="2745266714" sldId="267"/>
        </pc:sldMkLst>
        <pc:spChg chg="mod">
          <ac:chgData name="Andre Janse van Rensburg" userId="c242d890-f940-49be-a646-5509d964c911" providerId="ADAL" clId="{618188A7-01F8-4A75-8C1A-6FEC01FB3C5C}" dt="2018-06-07T02:43:47.564" v="250" actId="27636"/>
          <ac:spMkLst>
            <pc:docMk/>
            <pc:sldMk cId="2745266714" sldId="267"/>
            <ac:spMk id="2" creationId="{654C9EA9-DCBB-4DED-A300-108DC114DD33}"/>
          </ac:spMkLst>
        </pc:spChg>
      </pc:sldChg>
      <pc:sldChg chg="modSp">
        <pc:chgData name="Andre Janse van Rensburg" userId="c242d890-f940-49be-a646-5509d964c911" providerId="ADAL" clId="{618188A7-01F8-4A75-8C1A-6FEC01FB3C5C}" dt="2018-06-07T02:43:57.583" v="268" actId="27636"/>
        <pc:sldMkLst>
          <pc:docMk/>
          <pc:sldMk cId="2413623958" sldId="268"/>
        </pc:sldMkLst>
        <pc:spChg chg="mod">
          <ac:chgData name="Andre Janse van Rensburg" userId="c242d890-f940-49be-a646-5509d964c911" providerId="ADAL" clId="{618188A7-01F8-4A75-8C1A-6FEC01FB3C5C}" dt="2018-06-07T02:43:57.583" v="268" actId="27636"/>
          <ac:spMkLst>
            <pc:docMk/>
            <pc:sldMk cId="2413623958" sldId="268"/>
            <ac:spMk id="2" creationId="{1D2D40A8-5A20-4FDD-8072-BF3ABCCB0DB0}"/>
          </ac:spMkLst>
        </pc:spChg>
      </pc:sldChg>
      <pc:sldChg chg="modSp">
        <pc:chgData name="Andre Janse van Rensburg" userId="c242d890-f940-49be-a646-5509d964c911" providerId="ADAL" clId="{618188A7-01F8-4A75-8C1A-6FEC01FB3C5C}" dt="2018-06-12T02:55:04.049" v="405" actId="20577"/>
        <pc:sldMkLst>
          <pc:docMk/>
          <pc:sldMk cId="652514955" sldId="269"/>
        </pc:sldMkLst>
        <pc:spChg chg="mod">
          <ac:chgData name="Andre Janse van Rensburg" userId="c242d890-f940-49be-a646-5509d964c911" providerId="ADAL" clId="{618188A7-01F8-4A75-8C1A-6FEC01FB3C5C}" dt="2018-06-12T02:55:04.049" v="405" actId="20577"/>
          <ac:spMkLst>
            <pc:docMk/>
            <pc:sldMk cId="652514955" sldId="269"/>
            <ac:spMk id="2" creationId="{6D83827B-2B5F-49FC-AD87-E3C7D576CB2E}"/>
          </ac:spMkLst>
        </pc:spChg>
      </pc:sldChg>
      <pc:sldChg chg="modSp">
        <pc:chgData name="Andre Janse van Rensburg" userId="c242d890-f940-49be-a646-5509d964c911" providerId="ADAL" clId="{618188A7-01F8-4A75-8C1A-6FEC01FB3C5C}" dt="2018-06-12T02:55:11.107" v="412" actId="20577"/>
        <pc:sldMkLst>
          <pc:docMk/>
          <pc:sldMk cId="1850413937" sldId="270"/>
        </pc:sldMkLst>
        <pc:spChg chg="mod">
          <ac:chgData name="Andre Janse van Rensburg" userId="c242d890-f940-49be-a646-5509d964c911" providerId="ADAL" clId="{618188A7-01F8-4A75-8C1A-6FEC01FB3C5C}" dt="2018-06-12T02:55:11.107" v="412" actId="20577"/>
          <ac:spMkLst>
            <pc:docMk/>
            <pc:sldMk cId="1850413937" sldId="270"/>
            <ac:spMk id="2" creationId="{246A6246-AD46-4498-89ED-7F1C194D3843}"/>
          </ac:spMkLst>
        </pc:spChg>
      </pc:sldChg>
      <pc:sldChg chg="modSp add">
        <pc:chgData name="Andre Janse van Rensburg" userId="c242d890-f940-49be-a646-5509d964c911" providerId="ADAL" clId="{618188A7-01F8-4A75-8C1A-6FEC01FB3C5C}" dt="2018-06-07T02:41:48.875" v="146" actId="20577"/>
        <pc:sldMkLst>
          <pc:docMk/>
          <pc:sldMk cId="2760870734" sldId="272"/>
        </pc:sldMkLst>
        <pc:spChg chg="mod">
          <ac:chgData name="Andre Janse van Rensburg" userId="c242d890-f940-49be-a646-5509d964c911" providerId="ADAL" clId="{618188A7-01F8-4A75-8C1A-6FEC01FB3C5C}" dt="2018-06-07T02:41:03.519" v="22" actId="20577"/>
          <ac:spMkLst>
            <pc:docMk/>
            <pc:sldMk cId="2760870734" sldId="272"/>
            <ac:spMk id="2" creationId="{3963DE61-5FB2-4891-84BF-4AB15DDD0B50}"/>
          </ac:spMkLst>
        </pc:spChg>
        <pc:spChg chg="mod">
          <ac:chgData name="Andre Janse van Rensburg" userId="c242d890-f940-49be-a646-5509d964c911" providerId="ADAL" clId="{618188A7-01F8-4A75-8C1A-6FEC01FB3C5C}" dt="2018-06-07T02:41:48.875" v="146" actId="20577"/>
          <ac:spMkLst>
            <pc:docMk/>
            <pc:sldMk cId="2760870734" sldId="272"/>
            <ac:spMk id="3" creationId="{901B55AF-ADDD-4423-B233-38B6C106369A}"/>
          </ac:spMkLst>
        </pc:spChg>
      </pc:sldChg>
      <pc:sldChg chg="modSp">
        <pc:chgData name="Andre Janse van Rensburg" userId="c242d890-f940-49be-a646-5509d964c911" providerId="ADAL" clId="{618188A7-01F8-4A75-8C1A-6FEC01FB3C5C}" dt="2018-06-11T07:04:07.558" v="399" actId="20577"/>
        <pc:sldMkLst>
          <pc:docMk/>
          <pc:sldMk cId="3653986398" sldId="273"/>
        </pc:sldMkLst>
        <pc:spChg chg="mod">
          <ac:chgData name="Andre Janse van Rensburg" userId="c242d890-f940-49be-a646-5509d964c911" providerId="ADAL" clId="{618188A7-01F8-4A75-8C1A-6FEC01FB3C5C}" dt="2018-06-11T07:04:07.558" v="399" actId="20577"/>
          <ac:spMkLst>
            <pc:docMk/>
            <pc:sldMk cId="3653986398" sldId="273"/>
            <ac:spMk id="3" creationId="{9CA8527C-7C15-499A-89E8-6952CE900C33}"/>
          </ac:spMkLst>
        </pc:spChg>
      </pc:sldChg>
      <pc:sldChg chg="modSp">
        <pc:chgData name="Andre Janse van Rensburg" userId="c242d890-f940-49be-a646-5509d964c911" providerId="ADAL" clId="{618188A7-01F8-4A75-8C1A-6FEC01FB3C5C}" dt="2018-06-12T02:55:20.475" v="419" actId="20577"/>
        <pc:sldMkLst>
          <pc:docMk/>
          <pc:sldMk cId="59216777" sldId="274"/>
        </pc:sldMkLst>
        <pc:spChg chg="mod">
          <ac:chgData name="Andre Janse van Rensburg" userId="c242d890-f940-49be-a646-5509d964c911" providerId="ADAL" clId="{618188A7-01F8-4A75-8C1A-6FEC01FB3C5C}" dt="2018-06-12T02:55:20.475" v="419" actId="20577"/>
          <ac:spMkLst>
            <pc:docMk/>
            <pc:sldMk cId="59216777" sldId="274"/>
            <ac:spMk id="2" creationId="{AFFD0963-7F17-4812-A28C-B9018F4DA3EC}"/>
          </ac:spMkLst>
        </pc:spChg>
      </pc:sldChg>
      <pc:sldChg chg="modSp">
        <pc:chgData name="Andre Janse van Rensburg" userId="c242d890-f940-49be-a646-5509d964c911" providerId="ADAL" clId="{618188A7-01F8-4A75-8C1A-6FEC01FB3C5C}" dt="2018-06-26T03:54:56.698" v="426" actId="20577"/>
        <pc:sldMkLst>
          <pc:docMk/>
          <pc:sldMk cId="2192130475" sldId="293"/>
        </pc:sldMkLst>
        <pc:spChg chg="mod">
          <ac:chgData name="Andre Janse van Rensburg" userId="c242d890-f940-49be-a646-5509d964c911" providerId="ADAL" clId="{618188A7-01F8-4A75-8C1A-6FEC01FB3C5C}" dt="2018-06-26T03:54:56.698" v="426" actId="20577"/>
          <ac:spMkLst>
            <pc:docMk/>
            <pc:sldMk cId="2192130475" sldId="293"/>
            <ac:spMk id="3" creationId="{B4A03F1B-FEB0-41B1-BCC9-7D4545A9AF38}"/>
          </ac:spMkLst>
        </pc:spChg>
      </pc:sldChg>
      <pc:sldChg chg="modSp">
        <pc:chgData name="Andre Janse van Rensburg" userId="c242d890-f940-49be-a646-5509d964c911" providerId="ADAL" clId="{618188A7-01F8-4A75-8C1A-6FEC01FB3C5C}" dt="2018-06-28T02:41:16.373" v="468" actId="20577"/>
        <pc:sldMkLst>
          <pc:docMk/>
          <pc:sldMk cId="2711637908" sldId="308"/>
        </pc:sldMkLst>
        <pc:spChg chg="mod">
          <ac:chgData name="Andre Janse van Rensburg" userId="c242d890-f940-49be-a646-5509d964c911" providerId="ADAL" clId="{618188A7-01F8-4A75-8C1A-6FEC01FB3C5C}" dt="2018-06-28T02:41:16.373" v="468" actId="20577"/>
          <ac:spMkLst>
            <pc:docMk/>
            <pc:sldMk cId="2711637908" sldId="308"/>
            <ac:spMk id="3" creationId="{DEFB8B91-E953-44A2-B4DD-09C6D9EF6AC8}"/>
          </ac:spMkLst>
        </pc:spChg>
      </pc:sldChg>
      <pc:sldChg chg="modSp add">
        <pc:chgData name="Andre Janse van Rensburg" userId="c242d890-f940-49be-a646-5509d964c911" providerId="ADAL" clId="{618188A7-01F8-4A75-8C1A-6FEC01FB3C5C}" dt="2018-06-27T01:36:42.268" v="445" actId="12"/>
        <pc:sldMkLst>
          <pc:docMk/>
          <pc:sldMk cId="3964308650" sldId="309"/>
        </pc:sldMkLst>
        <pc:spChg chg="mod">
          <ac:chgData name="Andre Janse van Rensburg" userId="c242d890-f940-49be-a646-5509d964c911" providerId="ADAL" clId="{618188A7-01F8-4A75-8C1A-6FEC01FB3C5C}" dt="2018-06-27T01:36:01.746" v="434" actId="20577"/>
          <ac:spMkLst>
            <pc:docMk/>
            <pc:sldMk cId="3964308650" sldId="309"/>
            <ac:spMk id="2" creationId="{E0310071-FA0D-47EC-8F3D-58AB6D6C1865}"/>
          </ac:spMkLst>
        </pc:spChg>
        <pc:spChg chg="mod">
          <ac:chgData name="Andre Janse van Rensburg" userId="c242d890-f940-49be-a646-5509d964c911" providerId="ADAL" clId="{618188A7-01F8-4A75-8C1A-6FEC01FB3C5C}" dt="2018-06-27T01:36:42.268" v="445" actId="12"/>
          <ac:spMkLst>
            <pc:docMk/>
            <pc:sldMk cId="3964308650" sldId="309"/>
            <ac:spMk id="3" creationId="{DE3F4D49-4DBD-4682-84FC-666E5EBF90D8}"/>
          </ac:spMkLst>
        </pc:spChg>
      </pc:sldChg>
      <pc:sldChg chg="modSp add ord">
        <pc:chgData name="Andre Janse van Rensburg" userId="c242d890-f940-49be-a646-5509d964c911" providerId="ADAL" clId="{618188A7-01F8-4A75-8C1A-6FEC01FB3C5C}" dt="2018-06-27T01:37:10.257" v="447" actId="20577"/>
        <pc:sldMkLst>
          <pc:docMk/>
          <pc:sldMk cId="3218165135" sldId="310"/>
        </pc:sldMkLst>
        <pc:spChg chg="mod">
          <ac:chgData name="Andre Janse van Rensburg" userId="c242d890-f940-49be-a646-5509d964c911" providerId="ADAL" clId="{618188A7-01F8-4A75-8C1A-6FEC01FB3C5C}" dt="2018-06-27T01:36:08.152" v="441" actId="20577"/>
          <ac:spMkLst>
            <pc:docMk/>
            <pc:sldMk cId="3218165135" sldId="310"/>
            <ac:spMk id="2" creationId="{AB533DF9-7325-43A2-A9D0-7C707067A1D3}"/>
          </ac:spMkLst>
        </pc:spChg>
        <pc:spChg chg="mod">
          <ac:chgData name="Andre Janse van Rensburg" userId="c242d890-f940-49be-a646-5509d964c911" providerId="ADAL" clId="{618188A7-01F8-4A75-8C1A-6FEC01FB3C5C}" dt="2018-06-27T01:36:23.124" v="444" actId="12"/>
          <ac:spMkLst>
            <pc:docMk/>
            <pc:sldMk cId="3218165135" sldId="310"/>
            <ac:spMk id="3" creationId="{AA22BD37-0948-44EE-815A-D52DADA8B645}"/>
          </ac:spMkLst>
        </pc:spChg>
      </pc:sldChg>
    </pc:docChg>
  </pc:docChgLst>
  <pc:docChgLst>
    <pc:chgData name="Andre Janse van Rensburg" userId="c242d890-f940-49be-a646-5509d964c911" providerId="ADAL" clId="{43B75E7A-88CA-4818-8DA5-57125D42D5C3}"/>
    <pc:docChg chg="custSel addSld modSld">
      <pc:chgData name="Andre Janse van Rensburg" userId="c242d890-f940-49be-a646-5509d964c911" providerId="ADAL" clId="{43B75E7A-88CA-4818-8DA5-57125D42D5C3}" dt="2018-05-10T02:45:57.221" v="850" actId="20577"/>
      <pc:docMkLst>
        <pc:docMk/>
      </pc:docMkLst>
      <pc:sldChg chg="modSp">
        <pc:chgData name="Andre Janse van Rensburg" userId="c242d890-f940-49be-a646-5509d964c911" providerId="ADAL" clId="{43B75E7A-88CA-4818-8DA5-57125D42D5C3}" dt="2018-05-10T02:20:24.963" v="137" actId="20577"/>
        <pc:sldMkLst>
          <pc:docMk/>
          <pc:sldMk cId="3742877107" sldId="258"/>
        </pc:sldMkLst>
        <pc:spChg chg="mod">
          <ac:chgData name="Andre Janse van Rensburg" userId="c242d890-f940-49be-a646-5509d964c911" providerId="ADAL" clId="{43B75E7A-88CA-4818-8DA5-57125D42D5C3}" dt="2018-05-10T02:20:24.963" v="137" actId="20577"/>
          <ac:spMkLst>
            <pc:docMk/>
            <pc:sldMk cId="3742877107" sldId="258"/>
            <ac:spMk id="2" creationId="{093258F2-194A-480B-9747-4E988EEC1650}"/>
          </ac:spMkLst>
        </pc:spChg>
      </pc:sldChg>
      <pc:sldChg chg="modSp">
        <pc:chgData name="Andre Janse van Rensburg" userId="c242d890-f940-49be-a646-5509d964c911" providerId="ADAL" clId="{43B75E7A-88CA-4818-8DA5-57125D42D5C3}" dt="2018-05-10T02:20:30.984" v="140" actId="20577"/>
        <pc:sldMkLst>
          <pc:docMk/>
          <pc:sldMk cId="1455019055" sldId="259"/>
        </pc:sldMkLst>
        <pc:spChg chg="mod">
          <ac:chgData name="Andre Janse van Rensburg" userId="c242d890-f940-49be-a646-5509d964c911" providerId="ADAL" clId="{43B75E7A-88CA-4818-8DA5-57125D42D5C3}" dt="2018-05-10T02:20:30.984" v="140" actId="20577"/>
          <ac:spMkLst>
            <pc:docMk/>
            <pc:sldMk cId="1455019055" sldId="259"/>
            <ac:spMk id="2" creationId="{9E0ACA14-91ED-4B4D-AB84-22370D2384A2}"/>
          </ac:spMkLst>
        </pc:spChg>
      </pc:sldChg>
      <pc:sldChg chg="modSp add">
        <pc:chgData name="Andre Janse van Rensburg" userId="c242d890-f940-49be-a646-5509d964c911" providerId="ADAL" clId="{43B75E7A-88CA-4818-8DA5-57125D42D5C3}" dt="2018-05-10T02:21:59.328" v="257" actId="313"/>
        <pc:sldMkLst>
          <pc:docMk/>
          <pc:sldMk cId="3408150201" sldId="261"/>
        </pc:sldMkLst>
        <pc:spChg chg="mod">
          <ac:chgData name="Andre Janse van Rensburg" userId="c242d890-f940-49be-a646-5509d964c911" providerId="ADAL" clId="{43B75E7A-88CA-4818-8DA5-57125D42D5C3}" dt="2018-05-10T02:20:10.183" v="136" actId="5793"/>
          <ac:spMkLst>
            <pc:docMk/>
            <pc:sldMk cId="3408150201" sldId="261"/>
            <ac:spMk id="2" creationId="{3DDC0D36-B3EB-4945-A8CB-C99CEFCFDF33}"/>
          </ac:spMkLst>
        </pc:spChg>
        <pc:spChg chg="mod">
          <ac:chgData name="Andre Janse van Rensburg" userId="c242d890-f940-49be-a646-5509d964c911" providerId="ADAL" clId="{43B75E7A-88CA-4818-8DA5-57125D42D5C3}" dt="2018-05-10T02:21:59.328" v="257" actId="313"/>
          <ac:spMkLst>
            <pc:docMk/>
            <pc:sldMk cId="3408150201" sldId="261"/>
            <ac:spMk id="3" creationId="{7C53708A-3B29-46B7-B8F6-24EC1FDBDEC1}"/>
          </ac:spMkLst>
        </pc:spChg>
      </pc:sldChg>
      <pc:sldChg chg="modSp add">
        <pc:chgData name="Andre Janse van Rensburg" userId="c242d890-f940-49be-a646-5509d964c911" providerId="ADAL" clId="{43B75E7A-88CA-4818-8DA5-57125D42D5C3}" dt="2018-05-10T02:23:09.308" v="364" actId="20577"/>
        <pc:sldMkLst>
          <pc:docMk/>
          <pc:sldMk cId="1795095576" sldId="262"/>
        </pc:sldMkLst>
        <pc:spChg chg="mod">
          <ac:chgData name="Andre Janse van Rensburg" userId="c242d890-f940-49be-a646-5509d964c911" providerId="ADAL" clId="{43B75E7A-88CA-4818-8DA5-57125D42D5C3}" dt="2018-05-10T02:22:05.764" v="267" actId="20577"/>
          <ac:spMkLst>
            <pc:docMk/>
            <pc:sldMk cId="1795095576" sldId="262"/>
            <ac:spMk id="2" creationId="{A0268804-AC20-4059-8FC3-19ED270EF301}"/>
          </ac:spMkLst>
        </pc:spChg>
        <pc:spChg chg="mod">
          <ac:chgData name="Andre Janse van Rensburg" userId="c242d890-f940-49be-a646-5509d964c911" providerId="ADAL" clId="{43B75E7A-88CA-4818-8DA5-57125D42D5C3}" dt="2018-05-10T02:23:09.308" v="364" actId="20577"/>
          <ac:spMkLst>
            <pc:docMk/>
            <pc:sldMk cId="1795095576" sldId="262"/>
            <ac:spMk id="3" creationId="{4D8610AC-2D23-45B3-8FBF-9F4BC3A7E2DC}"/>
          </ac:spMkLst>
        </pc:spChg>
      </pc:sldChg>
      <pc:sldChg chg="modSp add">
        <pc:chgData name="Andre Janse van Rensburg" userId="c242d890-f940-49be-a646-5509d964c911" providerId="ADAL" clId="{43B75E7A-88CA-4818-8DA5-57125D42D5C3}" dt="2018-05-10T02:24:05.167" v="445" actId="20577"/>
        <pc:sldMkLst>
          <pc:docMk/>
          <pc:sldMk cId="2237631798" sldId="263"/>
        </pc:sldMkLst>
        <pc:spChg chg="mod">
          <ac:chgData name="Andre Janse van Rensburg" userId="c242d890-f940-49be-a646-5509d964c911" providerId="ADAL" clId="{43B75E7A-88CA-4818-8DA5-57125D42D5C3}" dt="2018-05-10T02:23:18.985" v="392" actId="20577"/>
          <ac:spMkLst>
            <pc:docMk/>
            <pc:sldMk cId="2237631798" sldId="263"/>
            <ac:spMk id="2" creationId="{740C2668-FBC6-4D65-B0B2-0FF73175A0FE}"/>
          </ac:spMkLst>
        </pc:spChg>
        <pc:spChg chg="mod">
          <ac:chgData name="Andre Janse van Rensburg" userId="c242d890-f940-49be-a646-5509d964c911" providerId="ADAL" clId="{43B75E7A-88CA-4818-8DA5-57125D42D5C3}" dt="2018-05-10T02:24:05.167" v="445" actId="20577"/>
          <ac:spMkLst>
            <pc:docMk/>
            <pc:sldMk cId="2237631798" sldId="263"/>
            <ac:spMk id="3" creationId="{225C79A3-712C-400F-8A4A-9DE0B094336B}"/>
          </ac:spMkLst>
        </pc:spChg>
      </pc:sldChg>
      <pc:sldChg chg="addSp delSp modSp add modAnim">
        <pc:chgData name="Andre Janse van Rensburg" userId="c242d890-f940-49be-a646-5509d964c911" providerId="ADAL" clId="{43B75E7A-88CA-4818-8DA5-57125D42D5C3}" dt="2018-05-10T02:44:02.391" v="593" actId="121"/>
        <pc:sldMkLst>
          <pc:docMk/>
          <pc:sldMk cId="953396590" sldId="264"/>
        </pc:sldMkLst>
        <pc:spChg chg="mod">
          <ac:chgData name="Andre Janse van Rensburg" userId="c242d890-f940-49be-a646-5509d964c911" providerId="ADAL" clId="{43B75E7A-88CA-4818-8DA5-57125D42D5C3}" dt="2018-05-10T02:44:02.391" v="593" actId="121"/>
          <ac:spMkLst>
            <pc:docMk/>
            <pc:sldMk cId="953396590" sldId="264"/>
            <ac:spMk id="2" creationId="{D9E3D5D8-F7C1-47BB-830B-1F005A78C242}"/>
          </ac:spMkLst>
        </pc:spChg>
        <pc:spChg chg="mod">
          <ac:chgData name="Andre Janse van Rensburg" userId="c242d890-f940-49be-a646-5509d964c911" providerId="ADAL" clId="{43B75E7A-88CA-4818-8DA5-57125D42D5C3}" dt="2018-05-10T02:31:54.587" v="575" actId="27636"/>
          <ac:spMkLst>
            <pc:docMk/>
            <pc:sldMk cId="953396590" sldId="264"/>
            <ac:spMk id="3" creationId="{2D603570-AD9D-4564-8D4E-095FE9B32084}"/>
          </ac:spMkLst>
        </pc:spChg>
        <pc:spChg chg="add mod">
          <ac:chgData name="Andre Janse van Rensburg" userId="c242d890-f940-49be-a646-5509d964c911" providerId="ADAL" clId="{43B75E7A-88CA-4818-8DA5-57125D42D5C3}" dt="2018-05-10T02:27:28.302" v="529" actId="1076"/>
          <ac:spMkLst>
            <pc:docMk/>
            <pc:sldMk cId="953396590" sldId="264"/>
            <ac:spMk id="5" creationId="{C69ECD13-6BF4-4753-9D88-3830E40170A4}"/>
          </ac:spMkLst>
        </pc:spChg>
        <pc:spChg chg="add mod">
          <ac:chgData name="Andre Janse van Rensburg" userId="c242d890-f940-49be-a646-5509d964c911" providerId="ADAL" clId="{43B75E7A-88CA-4818-8DA5-57125D42D5C3}" dt="2018-05-10T02:27:55.175" v="532" actId="1076"/>
          <ac:spMkLst>
            <pc:docMk/>
            <pc:sldMk cId="953396590" sldId="264"/>
            <ac:spMk id="6" creationId="{037A6F68-D6C6-4FAB-8571-388B020DFAF2}"/>
          </ac:spMkLst>
        </pc:spChg>
        <pc:spChg chg="add del mod">
          <ac:chgData name="Andre Janse van Rensburg" userId="c242d890-f940-49be-a646-5509d964c911" providerId="ADAL" clId="{43B75E7A-88CA-4818-8DA5-57125D42D5C3}" dt="2018-05-10T02:32:41.207" v="592" actId="20577"/>
          <ac:spMkLst>
            <pc:docMk/>
            <pc:sldMk cId="953396590" sldId="264"/>
            <ac:spMk id="7" creationId="{F2330C95-F2BD-4685-91F7-E112EC3DD90F}"/>
          </ac:spMkLst>
        </pc:spChg>
        <pc:graphicFrameChg chg="add del mod modGraphic">
          <ac:chgData name="Andre Janse van Rensburg" userId="c242d890-f940-49be-a646-5509d964c911" providerId="ADAL" clId="{43B75E7A-88CA-4818-8DA5-57125D42D5C3}" dt="2018-05-10T02:26:09.827" v="495" actId="478"/>
          <ac:graphicFrameMkLst>
            <pc:docMk/>
            <pc:sldMk cId="953396590" sldId="264"/>
            <ac:graphicFrameMk id="4" creationId="{8A20D46A-BBC0-4FC9-B1C4-123D0B724293}"/>
          </ac:graphicFrameMkLst>
        </pc:graphicFrameChg>
        <pc:graphicFrameChg chg="add del mod">
          <ac:chgData name="Andre Janse van Rensburg" userId="c242d890-f940-49be-a646-5509d964c911" providerId="ADAL" clId="{43B75E7A-88CA-4818-8DA5-57125D42D5C3}" dt="2018-05-10T02:27:17.307" v="528" actId="121"/>
          <ac:graphicFrameMkLst>
            <pc:docMk/>
            <pc:sldMk cId="953396590" sldId="264"/>
            <ac:graphicFrameMk id="8" creationId="{0BF627EA-D509-48C5-B3BB-47FE13E2C45F}"/>
          </ac:graphicFrameMkLst>
        </pc:graphicFrameChg>
      </pc:sldChg>
      <pc:sldChg chg="addSp delSp modSp add">
        <pc:chgData name="Andre Janse van Rensburg" userId="c242d890-f940-49be-a646-5509d964c911" providerId="ADAL" clId="{43B75E7A-88CA-4818-8DA5-57125D42D5C3}" dt="2018-05-10T02:45:57.221" v="850" actId="20577"/>
        <pc:sldMkLst>
          <pc:docMk/>
          <pc:sldMk cId="3609558006" sldId="265"/>
        </pc:sldMkLst>
        <pc:spChg chg="del">
          <ac:chgData name="Andre Janse van Rensburg" userId="c242d890-f940-49be-a646-5509d964c911" providerId="ADAL" clId="{43B75E7A-88CA-4818-8DA5-57125D42D5C3}" dt="2018-05-10T02:29:54.876" v="549" actId="20577"/>
          <ac:spMkLst>
            <pc:docMk/>
            <pc:sldMk cId="3609558006" sldId="265"/>
            <ac:spMk id="2" creationId="{7E8FA73C-4748-4DF5-B77B-13DDEBA528ED}"/>
          </ac:spMkLst>
        </pc:spChg>
        <pc:spChg chg="del">
          <ac:chgData name="Andre Janse van Rensburg" userId="c242d890-f940-49be-a646-5509d964c911" providerId="ADAL" clId="{43B75E7A-88CA-4818-8DA5-57125D42D5C3}" dt="2018-05-10T02:29:54.876" v="549" actId="20577"/>
          <ac:spMkLst>
            <pc:docMk/>
            <pc:sldMk cId="3609558006" sldId="265"/>
            <ac:spMk id="3" creationId="{3F2E3BE9-9521-4178-A9DF-4DB21F13526C}"/>
          </ac:spMkLst>
        </pc:spChg>
        <pc:spChg chg="del">
          <ac:chgData name="Andre Janse van Rensburg" userId="c242d890-f940-49be-a646-5509d964c911" providerId="ADAL" clId="{43B75E7A-88CA-4818-8DA5-57125D42D5C3}" dt="2018-05-10T02:29:54.876" v="549" actId="20577"/>
          <ac:spMkLst>
            <pc:docMk/>
            <pc:sldMk cId="3609558006" sldId="265"/>
            <ac:spMk id="4" creationId="{D5BFBD19-C1A7-43C0-BFC2-C89D1D24AE53}"/>
          </ac:spMkLst>
        </pc:spChg>
        <pc:spChg chg="del">
          <ac:chgData name="Andre Janse van Rensburg" userId="c242d890-f940-49be-a646-5509d964c911" providerId="ADAL" clId="{43B75E7A-88CA-4818-8DA5-57125D42D5C3}" dt="2018-05-10T02:29:54.876" v="549" actId="20577"/>
          <ac:spMkLst>
            <pc:docMk/>
            <pc:sldMk cId="3609558006" sldId="265"/>
            <ac:spMk id="5" creationId="{C97F43E0-BE99-41D8-909E-0FACF9C9D1F7}"/>
          </ac:spMkLst>
        </pc:spChg>
        <pc:spChg chg="del">
          <ac:chgData name="Andre Janse van Rensburg" userId="c242d890-f940-49be-a646-5509d964c911" providerId="ADAL" clId="{43B75E7A-88CA-4818-8DA5-57125D42D5C3}" dt="2018-05-10T02:29:54.876" v="549" actId="20577"/>
          <ac:spMkLst>
            <pc:docMk/>
            <pc:sldMk cId="3609558006" sldId="265"/>
            <ac:spMk id="6" creationId="{26DCC401-3968-4A10-8396-A3C6B1C78060}"/>
          </ac:spMkLst>
        </pc:spChg>
        <pc:spChg chg="add mod">
          <ac:chgData name="Andre Janse van Rensburg" userId="c242d890-f940-49be-a646-5509d964c911" providerId="ADAL" clId="{43B75E7A-88CA-4818-8DA5-57125D42D5C3}" dt="2018-05-10T02:44:09.996" v="594" actId="20577"/>
          <ac:spMkLst>
            <pc:docMk/>
            <pc:sldMk cId="3609558006" sldId="265"/>
            <ac:spMk id="7" creationId="{3B9CF490-9496-4C01-AC1F-5898F8DC4F0C}"/>
          </ac:spMkLst>
        </pc:spChg>
        <pc:spChg chg="add mod">
          <ac:chgData name="Andre Janse van Rensburg" userId="c242d890-f940-49be-a646-5509d964c911" providerId="ADAL" clId="{43B75E7A-88CA-4818-8DA5-57125D42D5C3}" dt="2018-05-10T02:45:57.221" v="850" actId="20577"/>
          <ac:spMkLst>
            <pc:docMk/>
            <pc:sldMk cId="3609558006" sldId="265"/>
            <ac:spMk id="8" creationId="{E42C2450-BF34-409B-A829-93A5A4FF91E7}"/>
          </ac:spMkLst>
        </pc:spChg>
      </pc:sldChg>
    </pc:docChg>
  </pc:docChgLst>
  <pc:docChgLst>
    <pc:chgData name="Andre Janse van Rensburg" userId="c242d890-f940-49be-a646-5509d964c911" providerId="ADAL" clId="{133C4913-D98E-494B-9793-AD25BF4672DF}"/>
    <pc:docChg chg="undo custSel addSld delSld modSld sldOrd">
      <pc:chgData name="Andre Janse van Rensburg" userId="c242d890-f940-49be-a646-5509d964c911" providerId="ADAL" clId="{133C4913-D98E-494B-9793-AD25BF4672DF}" dt="2018-06-28T06:20:44.465" v="6285" actId="20577"/>
      <pc:docMkLst>
        <pc:docMk/>
      </pc:docMkLst>
      <pc:sldChg chg="modSp ord">
        <pc:chgData name="Andre Janse van Rensburg" userId="c242d890-f940-49be-a646-5509d964c911" providerId="ADAL" clId="{133C4913-D98E-494B-9793-AD25BF4672DF}" dt="2018-06-06T06:23:52.164" v="67" actId="20577"/>
        <pc:sldMkLst>
          <pc:docMk/>
          <pc:sldMk cId="1795095576" sldId="262"/>
        </pc:sldMkLst>
        <pc:spChg chg="mod">
          <ac:chgData name="Andre Janse van Rensburg" userId="c242d890-f940-49be-a646-5509d964c911" providerId="ADAL" clId="{133C4913-D98E-494B-9793-AD25BF4672DF}" dt="2018-06-06T06:23:09.775" v="51" actId="6549"/>
          <ac:spMkLst>
            <pc:docMk/>
            <pc:sldMk cId="1795095576" sldId="262"/>
            <ac:spMk id="3" creationId="{4D8610AC-2D23-45B3-8FBF-9F4BC3A7E2DC}"/>
          </ac:spMkLst>
        </pc:spChg>
      </pc:sldChg>
      <pc:sldChg chg="modSp">
        <pc:chgData name="Andre Janse van Rensburg" userId="c242d890-f940-49be-a646-5509d964c911" providerId="ADAL" clId="{133C4913-D98E-494B-9793-AD25BF4672DF}" dt="2018-06-06T06:23:40.330" v="66" actId="5793"/>
        <pc:sldMkLst>
          <pc:docMk/>
          <pc:sldMk cId="2237631798" sldId="263"/>
        </pc:sldMkLst>
        <pc:spChg chg="mod">
          <ac:chgData name="Andre Janse van Rensburg" userId="c242d890-f940-49be-a646-5509d964c911" providerId="ADAL" clId="{133C4913-D98E-494B-9793-AD25BF4672DF}" dt="2018-06-06T06:23:40.330" v="66" actId="5793"/>
          <ac:spMkLst>
            <pc:docMk/>
            <pc:sldMk cId="2237631798" sldId="263"/>
            <ac:spMk id="2" creationId="{740C2668-FBC6-4D65-B0B2-0FF73175A0FE}"/>
          </ac:spMkLst>
        </pc:spChg>
      </pc:sldChg>
      <pc:sldChg chg="modSp">
        <pc:chgData name="Andre Janse van Rensburg" userId="c242d890-f940-49be-a646-5509d964c911" providerId="ADAL" clId="{133C4913-D98E-494B-9793-AD25BF4672DF}" dt="2018-06-06T06:24:53.889" v="70" actId="313"/>
        <pc:sldMkLst>
          <pc:docMk/>
          <pc:sldMk cId="953396590" sldId="264"/>
        </pc:sldMkLst>
        <pc:spChg chg="mod">
          <ac:chgData name="Andre Janse van Rensburg" userId="c242d890-f940-49be-a646-5509d964c911" providerId="ADAL" clId="{133C4913-D98E-494B-9793-AD25BF4672DF}" dt="2018-06-06T06:24:53.889" v="70" actId="313"/>
          <ac:spMkLst>
            <pc:docMk/>
            <pc:sldMk cId="953396590" sldId="264"/>
            <ac:spMk id="6" creationId="{037A6F68-D6C6-4FAB-8571-388B020DFAF2}"/>
          </ac:spMkLst>
        </pc:spChg>
      </pc:sldChg>
      <pc:sldChg chg="modSp add">
        <pc:chgData name="Andre Janse van Rensburg" userId="c242d890-f940-49be-a646-5509d964c911" providerId="ADAL" clId="{133C4913-D98E-494B-9793-AD25BF4672DF}" dt="2018-06-06T06:22:15.093" v="37" actId="20577"/>
        <pc:sldMkLst>
          <pc:docMk/>
          <pc:sldMk cId="2409329107" sldId="266"/>
        </pc:sldMkLst>
        <pc:spChg chg="mod">
          <ac:chgData name="Andre Janse van Rensburg" userId="c242d890-f940-49be-a646-5509d964c911" providerId="ADAL" clId="{133C4913-D98E-494B-9793-AD25BF4672DF}" dt="2018-06-06T06:21:57.811" v="27" actId="20577"/>
          <ac:spMkLst>
            <pc:docMk/>
            <pc:sldMk cId="2409329107" sldId="266"/>
            <ac:spMk id="2" creationId="{01FF027D-E3F9-421D-96BF-5E4489998BBE}"/>
          </ac:spMkLst>
        </pc:spChg>
        <pc:spChg chg="mod">
          <ac:chgData name="Andre Janse van Rensburg" userId="c242d890-f940-49be-a646-5509d964c911" providerId="ADAL" clId="{133C4913-D98E-494B-9793-AD25BF4672DF}" dt="2018-06-06T06:22:15.093" v="37" actId="20577"/>
          <ac:spMkLst>
            <pc:docMk/>
            <pc:sldMk cId="2409329107" sldId="266"/>
            <ac:spMk id="3" creationId="{957A26C8-43E9-4C18-9A21-458DFD8B5AC2}"/>
          </ac:spMkLst>
        </pc:spChg>
      </pc:sldChg>
      <pc:sldChg chg="modSp add modAnim">
        <pc:chgData name="Andre Janse van Rensburg" userId="c242d890-f940-49be-a646-5509d964c911" providerId="ADAL" clId="{133C4913-D98E-494B-9793-AD25BF4672DF}" dt="2018-06-06T06:30:39.331" v="202" actId="20577"/>
        <pc:sldMkLst>
          <pc:docMk/>
          <pc:sldMk cId="2745266714" sldId="267"/>
        </pc:sldMkLst>
        <pc:spChg chg="mod">
          <ac:chgData name="Andre Janse van Rensburg" userId="c242d890-f940-49be-a646-5509d964c911" providerId="ADAL" clId="{133C4913-D98E-494B-9793-AD25BF4672DF}" dt="2018-06-06T06:25:22.443" v="71" actId="20577"/>
          <ac:spMkLst>
            <pc:docMk/>
            <pc:sldMk cId="2745266714" sldId="267"/>
            <ac:spMk id="2" creationId="{654C9EA9-DCBB-4DED-A300-108DC114DD33}"/>
          </ac:spMkLst>
        </pc:spChg>
        <pc:spChg chg="mod">
          <ac:chgData name="Andre Janse van Rensburg" userId="c242d890-f940-49be-a646-5509d964c911" providerId="ADAL" clId="{133C4913-D98E-494B-9793-AD25BF4672DF}" dt="2018-06-06T06:30:02.231" v="199" actId="5793"/>
          <ac:spMkLst>
            <pc:docMk/>
            <pc:sldMk cId="2745266714" sldId="267"/>
            <ac:spMk id="3" creationId="{75A5A0E0-4248-4374-BE40-76FEBBE90047}"/>
          </ac:spMkLst>
        </pc:spChg>
      </pc:sldChg>
      <pc:sldChg chg="modSp add">
        <pc:chgData name="Andre Janse van Rensburg" userId="c242d890-f940-49be-a646-5509d964c911" providerId="ADAL" clId="{133C4913-D98E-494B-9793-AD25BF4672DF}" dt="2018-06-06T06:33:37.697" v="354" actId="20577"/>
        <pc:sldMkLst>
          <pc:docMk/>
          <pc:sldMk cId="2413623958" sldId="268"/>
        </pc:sldMkLst>
        <pc:spChg chg="mod">
          <ac:chgData name="Andre Janse van Rensburg" userId="c242d890-f940-49be-a646-5509d964c911" providerId="ADAL" clId="{133C4913-D98E-494B-9793-AD25BF4672DF}" dt="2018-06-06T06:31:31.978" v="224" actId="5793"/>
          <ac:spMkLst>
            <pc:docMk/>
            <pc:sldMk cId="2413623958" sldId="268"/>
            <ac:spMk id="2" creationId="{1D2D40A8-5A20-4FDD-8072-BF3ABCCB0DB0}"/>
          </ac:spMkLst>
        </pc:spChg>
        <pc:spChg chg="mod">
          <ac:chgData name="Andre Janse van Rensburg" userId="c242d890-f940-49be-a646-5509d964c911" providerId="ADAL" clId="{133C4913-D98E-494B-9793-AD25BF4672DF}" dt="2018-06-06T06:33:37.697" v="354" actId="20577"/>
          <ac:spMkLst>
            <pc:docMk/>
            <pc:sldMk cId="2413623958" sldId="268"/>
            <ac:spMk id="3" creationId="{B608CC52-BC3B-42E5-84C4-C99686EC7B1B}"/>
          </ac:spMkLst>
        </pc:spChg>
      </pc:sldChg>
      <pc:sldChg chg="modSp add">
        <pc:chgData name="Andre Janse van Rensburg" userId="c242d890-f940-49be-a646-5509d964c911" providerId="ADAL" clId="{133C4913-D98E-494B-9793-AD25BF4672DF}" dt="2018-06-06T07:40:49.078" v="455" actId="20577"/>
        <pc:sldMkLst>
          <pc:docMk/>
          <pc:sldMk cId="652514955" sldId="269"/>
        </pc:sldMkLst>
        <pc:spChg chg="mod">
          <ac:chgData name="Andre Janse van Rensburg" userId="c242d890-f940-49be-a646-5509d964c911" providerId="ADAL" clId="{133C4913-D98E-494B-9793-AD25BF4672DF}" dt="2018-06-06T07:37:49.423" v="361" actId="20577"/>
          <ac:spMkLst>
            <pc:docMk/>
            <pc:sldMk cId="652514955" sldId="269"/>
            <ac:spMk id="2" creationId="{6D83827B-2B5F-49FC-AD87-E3C7D576CB2E}"/>
          </ac:spMkLst>
        </pc:spChg>
        <pc:spChg chg="mod">
          <ac:chgData name="Andre Janse van Rensburg" userId="c242d890-f940-49be-a646-5509d964c911" providerId="ADAL" clId="{133C4913-D98E-494B-9793-AD25BF4672DF}" dt="2018-06-06T07:40:49.078" v="455" actId="20577"/>
          <ac:spMkLst>
            <pc:docMk/>
            <pc:sldMk cId="652514955" sldId="269"/>
            <ac:spMk id="3" creationId="{42EB7124-FEDD-41EC-85A0-023BD1D33EF0}"/>
          </ac:spMkLst>
        </pc:spChg>
      </pc:sldChg>
      <pc:sldChg chg="modSp add">
        <pc:chgData name="Andre Janse van Rensburg" userId="c242d890-f940-49be-a646-5509d964c911" providerId="ADAL" clId="{133C4913-D98E-494B-9793-AD25BF4672DF}" dt="2018-06-06T07:41:06.209" v="464" actId="20577"/>
        <pc:sldMkLst>
          <pc:docMk/>
          <pc:sldMk cId="1850413937" sldId="270"/>
        </pc:sldMkLst>
        <pc:spChg chg="mod">
          <ac:chgData name="Andre Janse van Rensburg" userId="c242d890-f940-49be-a646-5509d964c911" providerId="ADAL" clId="{133C4913-D98E-494B-9793-AD25BF4672DF}" dt="2018-06-06T07:40:57.249" v="463" actId="20577"/>
          <ac:spMkLst>
            <pc:docMk/>
            <pc:sldMk cId="1850413937" sldId="270"/>
            <ac:spMk id="2" creationId="{246A6246-AD46-4498-89ED-7F1C194D3843}"/>
          </ac:spMkLst>
        </pc:spChg>
        <pc:spChg chg="mod">
          <ac:chgData name="Andre Janse van Rensburg" userId="c242d890-f940-49be-a646-5509d964c911" providerId="ADAL" clId="{133C4913-D98E-494B-9793-AD25BF4672DF}" dt="2018-06-06T07:41:06.209" v="464" actId="20577"/>
          <ac:spMkLst>
            <pc:docMk/>
            <pc:sldMk cId="1850413937" sldId="270"/>
            <ac:spMk id="3" creationId="{C80F79A6-59DD-498D-A2D1-BE48E50BA938}"/>
          </ac:spMkLst>
        </pc:spChg>
      </pc:sldChg>
      <pc:sldChg chg="modSp add">
        <pc:chgData name="Andre Janse van Rensburg" userId="c242d890-f940-49be-a646-5509d964c911" providerId="ADAL" clId="{133C4913-D98E-494B-9793-AD25BF4672DF}" dt="2018-06-08T05:00:52.173" v="755" actId="20577"/>
        <pc:sldMkLst>
          <pc:docMk/>
          <pc:sldMk cId="1571081047" sldId="271"/>
        </pc:sldMkLst>
        <pc:spChg chg="mod">
          <ac:chgData name="Andre Janse van Rensburg" userId="c242d890-f940-49be-a646-5509d964c911" providerId="ADAL" clId="{133C4913-D98E-494B-9793-AD25BF4672DF}" dt="2018-06-06T07:41:15.845" v="480" actId="20577"/>
          <ac:spMkLst>
            <pc:docMk/>
            <pc:sldMk cId="1571081047" sldId="271"/>
            <ac:spMk id="2" creationId="{9A8A861A-FC88-4AC2-84D8-66B24F558977}"/>
          </ac:spMkLst>
        </pc:spChg>
        <pc:spChg chg="mod">
          <ac:chgData name="Andre Janse van Rensburg" userId="c242d890-f940-49be-a646-5509d964c911" providerId="ADAL" clId="{133C4913-D98E-494B-9793-AD25BF4672DF}" dt="2018-06-08T05:00:52.173" v="755" actId="20577"/>
          <ac:spMkLst>
            <pc:docMk/>
            <pc:sldMk cId="1571081047" sldId="271"/>
            <ac:spMk id="3" creationId="{955AFEF5-2614-41A0-A9F1-84C54B32A0A2}"/>
          </ac:spMkLst>
        </pc:spChg>
      </pc:sldChg>
      <pc:sldChg chg="modSp add">
        <pc:chgData name="Andre Janse van Rensburg" userId="c242d890-f940-49be-a646-5509d964c911" providerId="ADAL" clId="{133C4913-D98E-494B-9793-AD25BF4672DF}" dt="2018-06-08T05:02:05.723" v="856" actId="20577"/>
        <pc:sldMkLst>
          <pc:docMk/>
          <pc:sldMk cId="3653986398" sldId="273"/>
        </pc:sldMkLst>
        <pc:spChg chg="mod">
          <ac:chgData name="Andre Janse van Rensburg" userId="c242d890-f940-49be-a646-5509d964c911" providerId="ADAL" clId="{133C4913-D98E-494B-9793-AD25BF4672DF}" dt="2018-06-08T05:01:05.393" v="775" actId="20577"/>
          <ac:spMkLst>
            <pc:docMk/>
            <pc:sldMk cId="3653986398" sldId="273"/>
            <ac:spMk id="2" creationId="{69B08F10-E8B5-4214-9FA5-6113AA4BF92D}"/>
          </ac:spMkLst>
        </pc:spChg>
        <pc:spChg chg="mod">
          <ac:chgData name="Andre Janse van Rensburg" userId="c242d890-f940-49be-a646-5509d964c911" providerId="ADAL" clId="{133C4913-D98E-494B-9793-AD25BF4672DF}" dt="2018-06-08T05:02:05.723" v="856" actId="20577"/>
          <ac:spMkLst>
            <pc:docMk/>
            <pc:sldMk cId="3653986398" sldId="273"/>
            <ac:spMk id="3" creationId="{9CA8527C-7C15-499A-89E8-6952CE900C33}"/>
          </ac:spMkLst>
        </pc:spChg>
      </pc:sldChg>
      <pc:sldChg chg="modSp add">
        <pc:chgData name="Andre Janse van Rensburg" userId="c242d890-f940-49be-a646-5509d964c911" providerId="ADAL" clId="{133C4913-D98E-494B-9793-AD25BF4672DF}" dt="2018-06-08T05:04:02.263" v="969" actId="20577"/>
        <pc:sldMkLst>
          <pc:docMk/>
          <pc:sldMk cId="59216777" sldId="274"/>
        </pc:sldMkLst>
        <pc:spChg chg="mod">
          <ac:chgData name="Andre Janse van Rensburg" userId="c242d890-f940-49be-a646-5509d964c911" providerId="ADAL" clId="{133C4913-D98E-494B-9793-AD25BF4672DF}" dt="2018-06-08T05:02:31.171" v="866" actId="20577"/>
          <ac:spMkLst>
            <pc:docMk/>
            <pc:sldMk cId="59216777" sldId="274"/>
            <ac:spMk id="2" creationId="{AFFD0963-7F17-4812-A28C-B9018F4DA3EC}"/>
          </ac:spMkLst>
        </pc:spChg>
        <pc:spChg chg="mod">
          <ac:chgData name="Andre Janse van Rensburg" userId="c242d890-f940-49be-a646-5509d964c911" providerId="ADAL" clId="{133C4913-D98E-494B-9793-AD25BF4672DF}" dt="2018-06-08T05:04:02.263" v="969" actId="20577"/>
          <ac:spMkLst>
            <pc:docMk/>
            <pc:sldMk cId="59216777" sldId="274"/>
            <ac:spMk id="3" creationId="{B2BDC457-61F9-4A16-89B9-494D096566C0}"/>
          </ac:spMkLst>
        </pc:spChg>
      </pc:sldChg>
      <pc:sldChg chg="modSp add">
        <pc:chgData name="Andre Janse van Rensburg" userId="c242d890-f940-49be-a646-5509d964c911" providerId="ADAL" clId="{133C4913-D98E-494B-9793-AD25BF4672DF}" dt="2018-06-08T05:06:43.973" v="1066" actId="27636"/>
        <pc:sldMkLst>
          <pc:docMk/>
          <pc:sldMk cId="4014894657" sldId="275"/>
        </pc:sldMkLst>
        <pc:spChg chg="mod">
          <ac:chgData name="Andre Janse van Rensburg" userId="c242d890-f940-49be-a646-5509d964c911" providerId="ADAL" clId="{133C4913-D98E-494B-9793-AD25BF4672DF}" dt="2018-06-08T05:06:43.973" v="1066" actId="27636"/>
          <ac:spMkLst>
            <pc:docMk/>
            <pc:sldMk cId="4014894657" sldId="275"/>
            <ac:spMk id="2" creationId="{EA1ED7DF-8466-4C2A-9BAB-05725E3E2BCC}"/>
          </ac:spMkLst>
        </pc:spChg>
        <pc:spChg chg="mod">
          <ac:chgData name="Andre Janse van Rensburg" userId="c242d890-f940-49be-a646-5509d964c911" providerId="ADAL" clId="{133C4913-D98E-494B-9793-AD25BF4672DF}" dt="2018-06-08T05:06:11.197" v="1018" actId="20577"/>
          <ac:spMkLst>
            <pc:docMk/>
            <pc:sldMk cId="4014894657" sldId="275"/>
            <ac:spMk id="3" creationId="{8369DED6-3652-4E25-A034-8732134AD7A0}"/>
          </ac:spMkLst>
        </pc:spChg>
      </pc:sldChg>
      <pc:sldChg chg="modSp add">
        <pc:chgData name="Andre Janse van Rensburg" userId="c242d890-f940-49be-a646-5509d964c911" providerId="ADAL" clId="{133C4913-D98E-494B-9793-AD25BF4672DF}" dt="2018-06-08T05:11:24.144" v="1242" actId="15"/>
        <pc:sldMkLst>
          <pc:docMk/>
          <pc:sldMk cId="2621646519" sldId="276"/>
        </pc:sldMkLst>
        <pc:spChg chg="mod">
          <ac:chgData name="Andre Janse van Rensburg" userId="c242d890-f940-49be-a646-5509d964c911" providerId="ADAL" clId="{133C4913-D98E-494B-9793-AD25BF4672DF}" dt="2018-06-08T05:06:35.374" v="1063" actId="20577"/>
          <ac:spMkLst>
            <pc:docMk/>
            <pc:sldMk cId="2621646519" sldId="276"/>
            <ac:spMk id="2" creationId="{515B9375-4D7F-469A-A6E4-2196E91475C6}"/>
          </ac:spMkLst>
        </pc:spChg>
        <pc:spChg chg="mod">
          <ac:chgData name="Andre Janse van Rensburg" userId="c242d890-f940-49be-a646-5509d964c911" providerId="ADAL" clId="{133C4913-D98E-494B-9793-AD25BF4672DF}" dt="2018-06-08T05:11:24.144" v="1242" actId="15"/>
          <ac:spMkLst>
            <pc:docMk/>
            <pc:sldMk cId="2621646519" sldId="276"/>
            <ac:spMk id="3" creationId="{906671ED-5AF6-4642-BFC9-3D4369B0C5A8}"/>
          </ac:spMkLst>
        </pc:spChg>
      </pc:sldChg>
      <pc:sldChg chg="modSp add">
        <pc:chgData name="Andre Janse van Rensburg" userId="c242d890-f940-49be-a646-5509d964c911" providerId="ADAL" clId="{133C4913-D98E-494B-9793-AD25BF4672DF}" dt="2018-06-13T02:59:39.505" v="1564" actId="20577"/>
        <pc:sldMkLst>
          <pc:docMk/>
          <pc:sldMk cId="845478382" sldId="277"/>
        </pc:sldMkLst>
        <pc:spChg chg="mod">
          <ac:chgData name="Andre Janse van Rensburg" userId="c242d890-f940-49be-a646-5509d964c911" providerId="ADAL" clId="{133C4913-D98E-494B-9793-AD25BF4672DF}" dt="2018-06-13T02:59:39.505" v="1564" actId="20577"/>
          <ac:spMkLst>
            <pc:docMk/>
            <pc:sldMk cId="845478382" sldId="277"/>
            <ac:spMk id="2" creationId="{B5CADFF4-F0F6-4EDD-8C18-370368E8B08F}"/>
          </ac:spMkLst>
        </pc:spChg>
        <pc:spChg chg="mod">
          <ac:chgData name="Andre Janse van Rensburg" userId="c242d890-f940-49be-a646-5509d964c911" providerId="ADAL" clId="{133C4913-D98E-494B-9793-AD25BF4672DF}" dt="2018-06-13T02:59:16.606" v="1551" actId="20577"/>
          <ac:spMkLst>
            <pc:docMk/>
            <pc:sldMk cId="845478382" sldId="277"/>
            <ac:spMk id="3" creationId="{28275283-2B3F-4455-9B97-52F24131B43A}"/>
          </ac:spMkLst>
        </pc:spChg>
      </pc:sldChg>
      <pc:sldChg chg="modSp add">
        <pc:chgData name="Andre Janse van Rensburg" userId="c242d890-f940-49be-a646-5509d964c911" providerId="ADAL" clId="{133C4913-D98E-494B-9793-AD25BF4672DF}" dt="2018-06-13T02:58:49.138" v="1529" actId="20577"/>
        <pc:sldMkLst>
          <pc:docMk/>
          <pc:sldMk cId="2777839790" sldId="279"/>
        </pc:sldMkLst>
        <pc:spChg chg="mod">
          <ac:chgData name="Andre Janse van Rensburg" userId="c242d890-f940-49be-a646-5509d964c911" providerId="ADAL" clId="{133C4913-D98E-494B-9793-AD25BF4672DF}" dt="2018-06-13T02:57:28.393" v="1358" actId="20577"/>
          <ac:spMkLst>
            <pc:docMk/>
            <pc:sldMk cId="2777839790" sldId="279"/>
            <ac:spMk id="2" creationId="{DD8C588D-5A86-49EB-8C78-CD74F05783B8}"/>
          </ac:spMkLst>
        </pc:spChg>
        <pc:spChg chg="mod">
          <ac:chgData name="Andre Janse van Rensburg" userId="c242d890-f940-49be-a646-5509d964c911" providerId="ADAL" clId="{133C4913-D98E-494B-9793-AD25BF4672DF}" dt="2018-06-13T02:58:49.138" v="1529" actId="20577"/>
          <ac:spMkLst>
            <pc:docMk/>
            <pc:sldMk cId="2777839790" sldId="279"/>
            <ac:spMk id="3" creationId="{43938A8C-6C1F-4EB1-AF0B-65F9F8C9B6B8}"/>
          </ac:spMkLst>
        </pc:spChg>
      </pc:sldChg>
      <pc:sldChg chg="modSp add">
        <pc:chgData name="Andre Janse van Rensburg" userId="c242d890-f940-49be-a646-5509d964c911" providerId="ADAL" clId="{133C4913-D98E-494B-9793-AD25BF4672DF}" dt="2018-06-13T02:59:20.902" v="1552" actId="20577"/>
        <pc:sldMkLst>
          <pc:docMk/>
          <pc:sldMk cId="2475589991" sldId="280"/>
        </pc:sldMkLst>
        <pc:spChg chg="mod">
          <ac:chgData name="Andre Janse van Rensburg" userId="c242d890-f940-49be-a646-5509d964c911" providerId="ADAL" clId="{133C4913-D98E-494B-9793-AD25BF4672DF}" dt="2018-06-13T02:58:57.185" v="1550" actId="20577"/>
          <ac:spMkLst>
            <pc:docMk/>
            <pc:sldMk cId="2475589991" sldId="280"/>
            <ac:spMk id="2" creationId="{C532A581-FC89-4F3C-A4C1-219C6D9FD093}"/>
          </ac:spMkLst>
        </pc:spChg>
        <pc:spChg chg="mod">
          <ac:chgData name="Andre Janse van Rensburg" userId="c242d890-f940-49be-a646-5509d964c911" providerId="ADAL" clId="{133C4913-D98E-494B-9793-AD25BF4672DF}" dt="2018-06-13T02:59:20.902" v="1552" actId="20577"/>
          <ac:spMkLst>
            <pc:docMk/>
            <pc:sldMk cId="2475589991" sldId="280"/>
            <ac:spMk id="3" creationId="{A033EE11-031E-4747-A379-A7779E977103}"/>
          </ac:spMkLst>
        </pc:spChg>
      </pc:sldChg>
      <pc:sldChg chg="modSp add">
        <pc:chgData name="Andre Janse van Rensburg" userId="c242d890-f940-49be-a646-5509d964c911" providerId="ADAL" clId="{133C4913-D98E-494B-9793-AD25BF4672DF}" dt="2018-06-13T03:00:53.049" v="1678" actId="20577"/>
        <pc:sldMkLst>
          <pc:docMk/>
          <pc:sldMk cId="2578140246" sldId="281"/>
        </pc:sldMkLst>
        <pc:spChg chg="mod">
          <ac:chgData name="Andre Janse van Rensburg" userId="c242d890-f940-49be-a646-5509d964c911" providerId="ADAL" clId="{133C4913-D98E-494B-9793-AD25BF4672DF}" dt="2018-06-13T03:00:02.789" v="1577" actId="20577"/>
          <ac:spMkLst>
            <pc:docMk/>
            <pc:sldMk cId="2578140246" sldId="281"/>
            <ac:spMk id="2" creationId="{C06D66D2-028E-4F52-88E6-3478FDF658B6}"/>
          </ac:spMkLst>
        </pc:spChg>
        <pc:spChg chg="mod">
          <ac:chgData name="Andre Janse van Rensburg" userId="c242d890-f940-49be-a646-5509d964c911" providerId="ADAL" clId="{133C4913-D98E-494B-9793-AD25BF4672DF}" dt="2018-06-13T03:00:53.049" v="1678" actId="20577"/>
          <ac:spMkLst>
            <pc:docMk/>
            <pc:sldMk cId="2578140246" sldId="281"/>
            <ac:spMk id="3" creationId="{AA15291B-115E-4750-8EAF-D9418CD7B784}"/>
          </ac:spMkLst>
        </pc:spChg>
      </pc:sldChg>
      <pc:sldChg chg="modSp add">
        <pc:chgData name="Andre Janse van Rensburg" userId="c242d890-f940-49be-a646-5509d964c911" providerId="ADAL" clId="{133C4913-D98E-494B-9793-AD25BF4672DF}" dt="2018-06-17T11:31:27.107" v="2909" actId="20577"/>
        <pc:sldMkLst>
          <pc:docMk/>
          <pc:sldMk cId="2607634500" sldId="282"/>
        </pc:sldMkLst>
        <pc:spChg chg="mod">
          <ac:chgData name="Andre Janse van Rensburg" userId="c242d890-f940-49be-a646-5509d964c911" providerId="ADAL" clId="{133C4913-D98E-494B-9793-AD25BF4672DF}" dt="2018-06-13T03:01:03.373" v="1703" actId="20577"/>
          <ac:spMkLst>
            <pc:docMk/>
            <pc:sldMk cId="2607634500" sldId="282"/>
            <ac:spMk id="2" creationId="{A3E9EFFC-27BA-4429-9B55-A6C5980765B9}"/>
          </ac:spMkLst>
        </pc:spChg>
        <pc:spChg chg="mod">
          <ac:chgData name="Andre Janse van Rensburg" userId="c242d890-f940-49be-a646-5509d964c911" providerId="ADAL" clId="{133C4913-D98E-494B-9793-AD25BF4672DF}" dt="2018-06-17T11:31:27.107" v="2909" actId="20577"/>
          <ac:spMkLst>
            <pc:docMk/>
            <pc:sldMk cId="2607634500" sldId="282"/>
            <ac:spMk id="3" creationId="{8F5F8FB3-786B-4B9A-8825-1636D71D63C1}"/>
          </ac:spMkLst>
        </pc:spChg>
      </pc:sldChg>
      <pc:sldChg chg="modSp add">
        <pc:chgData name="Andre Janse van Rensburg" userId="c242d890-f940-49be-a646-5509d964c911" providerId="ADAL" clId="{133C4913-D98E-494B-9793-AD25BF4672DF}" dt="2018-06-15T00:23:21.891" v="2715" actId="6549"/>
        <pc:sldMkLst>
          <pc:docMk/>
          <pc:sldMk cId="2623477975" sldId="283"/>
        </pc:sldMkLst>
        <pc:spChg chg="mod">
          <ac:chgData name="Andre Janse van Rensburg" userId="c242d890-f940-49be-a646-5509d964c911" providerId="ADAL" clId="{133C4913-D98E-494B-9793-AD25BF4672DF}" dt="2018-06-13T03:20:28.160" v="1725" actId="20577"/>
          <ac:spMkLst>
            <pc:docMk/>
            <pc:sldMk cId="2623477975" sldId="283"/>
            <ac:spMk id="2" creationId="{6456119A-7384-4296-82C5-938FCBE7A418}"/>
          </ac:spMkLst>
        </pc:spChg>
        <pc:spChg chg="mod">
          <ac:chgData name="Andre Janse van Rensburg" userId="c242d890-f940-49be-a646-5509d964c911" providerId="ADAL" clId="{133C4913-D98E-494B-9793-AD25BF4672DF}" dt="2018-06-15T00:23:21.891" v="2715" actId="6549"/>
          <ac:spMkLst>
            <pc:docMk/>
            <pc:sldMk cId="2623477975" sldId="283"/>
            <ac:spMk id="3" creationId="{A5BAA535-2942-4C37-A393-3F11F7CE5CE3}"/>
          </ac:spMkLst>
        </pc:spChg>
      </pc:sldChg>
      <pc:sldChg chg="modSp add">
        <pc:chgData name="Andre Janse van Rensburg" userId="c242d890-f940-49be-a646-5509d964c911" providerId="ADAL" clId="{133C4913-D98E-494B-9793-AD25BF4672DF}" dt="2018-06-13T03:25:05.859" v="2007" actId="27636"/>
        <pc:sldMkLst>
          <pc:docMk/>
          <pc:sldMk cId="264400685" sldId="284"/>
        </pc:sldMkLst>
        <pc:spChg chg="mod">
          <ac:chgData name="Andre Janse van Rensburg" userId="c242d890-f940-49be-a646-5509d964c911" providerId="ADAL" clId="{133C4913-D98E-494B-9793-AD25BF4672DF}" dt="2018-06-13T03:23:32.964" v="1868" actId="20577"/>
          <ac:spMkLst>
            <pc:docMk/>
            <pc:sldMk cId="264400685" sldId="284"/>
            <ac:spMk id="2" creationId="{9C06426A-C748-4DBC-96DE-CAA456D93877}"/>
          </ac:spMkLst>
        </pc:spChg>
        <pc:spChg chg="mod">
          <ac:chgData name="Andre Janse van Rensburg" userId="c242d890-f940-49be-a646-5509d964c911" providerId="ADAL" clId="{133C4913-D98E-494B-9793-AD25BF4672DF}" dt="2018-06-13T03:25:05.859" v="2007" actId="27636"/>
          <ac:spMkLst>
            <pc:docMk/>
            <pc:sldMk cId="264400685" sldId="284"/>
            <ac:spMk id="3" creationId="{77EBF000-3F08-4131-B1F3-D38BB58FD58D}"/>
          </ac:spMkLst>
        </pc:spChg>
      </pc:sldChg>
      <pc:sldChg chg="addSp modSp add">
        <pc:chgData name="Andre Janse van Rensburg" userId="c242d890-f940-49be-a646-5509d964c911" providerId="ADAL" clId="{133C4913-D98E-494B-9793-AD25BF4672DF}" dt="2018-06-13T03:28:00.773" v="2185" actId="14100"/>
        <pc:sldMkLst>
          <pc:docMk/>
          <pc:sldMk cId="59814408" sldId="285"/>
        </pc:sldMkLst>
        <pc:spChg chg="mod">
          <ac:chgData name="Andre Janse van Rensburg" userId="c242d890-f940-49be-a646-5509d964c911" providerId="ADAL" clId="{133C4913-D98E-494B-9793-AD25BF4672DF}" dt="2018-06-13T03:25:16.670" v="2030" actId="20577"/>
          <ac:spMkLst>
            <pc:docMk/>
            <pc:sldMk cId="59814408" sldId="285"/>
            <ac:spMk id="2" creationId="{F428E5F2-74E9-4349-9A2A-EFC20EDC8A44}"/>
          </ac:spMkLst>
        </pc:spChg>
        <pc:spChg chg="mod">
          <ac:chgData name="Andre Janse van Rensburg" userId="c242d890-f940-49be-a646-5509d964c911" providerId="ADAL" clId="{133C4913-D98E-494B-9793-AD25BF4672DF}" dt="2018-06-13T03:26:45.236" v="2088" actId="20577"/>
          <ac:spMkLst>
            <pc:docMk/>
            <pc:sldMk cId="59814408" sldId="285"/>
            <ac:spMk id="3" creationId="{FE999356-DB6C-4516-9127-5C146EF837DA}"/>
          </ac:spMkLst>
        </pc:spChg>
        <pc:spChg chg="add mod">
          <ac:chgData name="Andre Janse van Rensburg" userId="c242d890-f940-49be-a646-5509d964c911" providerId="ADAL" clId="{133C4913-D98E-494B-9793-AD25BF4672DF}" dt="2018-06-13T03:28:00.773" v="2185" actId="14100"/>
          <ac:spMkLst>
            <pc:docMk/>
            <pc:sldMk cId="59814408" sldId="285"/>
            <ac:spMk id="4" creationId="{29EF5080-31C6-45AA-961A-3E90C7B9B82F}"/>
          </ac:spMkLst>
        </pc:spChg>
      </pc:sldChg>
      <pc:sldChg chg="modSp add">
        <pc:chgData name="Andre Janse van Rensburg" userId="c242d890-f940-49be-a646-5509d964c911" providerId="ADAL" clId="{133C4913-D98E-494B-9793-AD25BF4672DF}" dt="2018-06-13T03:37:54.727" v="2272" actId="20577"/>
        <pc:sldMkLst>
          <pc:docMk/>
          <pc:sldMk cId="1004132636" sldId="286"/>
        </pc:sldMkLst>
        <pc:spChg chg="mod">
          <ac:chgData name="Andre Janse van Rensburg" userId="c242d890-f940-49be-a646-5509d964c911" providerId="ADAL" clId="{133C4913-D98E-494B-9793-AD25BF4672DF}" dt="2018-06-13T03:37:19.247" v="2203" actId="20577"/>
          <ac:spMkLst>
            <pc:docMk/>
            <pc:sldMk cId="1004132636" sldId="286"/>
            <ac:spMk id="2" creationId="{C43B6F9C-5369-41CE-B0CD-513B16CF0E56}"/>
          </ac:spMkLst>
        </pc:spChg>
        <pc:spChg chg="mod">
          <ac:chgData name="Andre Janse van Rensburg" userId="c242d890-f940-49be-a646-5509d964c911" providerId="ADAL" clId="{133C4913-D98E-494B-9793-AD25BF4672DF}" dt="2018-06-13T03:37:54.727" v="2272" actId="20577"/>
          <ac:spMkLst>
            <pc:docMk/>
            <pc:sldMk cId="1004132636" sldId="286"/>
            <ac:spMk id="3" creationId="{DBE026A9-E218-4F6F-8F5B-4A0B96D30A5E}"/>
          </ac:spMkLst>
        </pc:spChg>
      </pc:sldChg>
      <pc:sldChg chg="modSp add">
        <pc:chgData name="Andre Janse van Rensburg" userId="c242d890-f940-49be-a646-5509d964c911" providerId="ADAL" clId="{133C4913-D98E-494B-9793-AD25BF4672DF}" dt="2018-06-20T01:10:31.553" v="2910" actId="790"/>
        <pc:sldMkLst>
          <pc:docMk/>
          <pc:sldMk cId="577015125" sldId="287"/>
        </pc:sldMkLst>
        <pc:spChg chg="mod">
          <ac:chgData name="Andre Janse van Rensburg" userId="c242d890-f940-49be-a646-5509d964c911" providerId="ADAL" clId="{133C4913-D98E-494B-9793-AD25BF4672DF}" dt="2018-06-13T03:38:02.610" v="2294" actId="20577"/>
          <ac:spMkLst>
            <pc:docMk/>
            <pc:sldMk cId="577015125" sldId="287"/>
            <ac:spMk id="2" creationId="{7DC30508-8B03-4A4C-9AEC-7048D4892169}"/>
          </ac:spMkLst>
        </pc:spChg>
        <pc:spChg chg="mod">
          <ac:chgData name="Andre Janse van Rensburg" userId="c242d890-f940-49be-a646-5509d964c911" providerId="ADAL" clId="{133C4913-D98E-494B-9793-AD25BF4672DF}" dt="2018-06-20T01:10:31.553" v="2910" actId="790"/>
          <ac:spMkLst>
            <pc:docMk/>
            <pc:sldMk cId="577015125" sldId="287"/>
            <ac:spMk id="3" creationId="{A0EA3195-C90F-4016-9009-0C182119C5C8}"/>
          </ac:spMkLst>
        </pc:spChg>
      </pc:sldChg>
      <pc:sldChg chg="modSp add">
        <pc:chgData name="Andre Janse van Rensburg" userId="c242d890-f940-49be-a646-5509d964c911" providerId="ADAL" clId="{133C4913-D98E-494B-9793-AD25BF4672DF}" dt="2018-06-13T03:39:42.874" v="2501" actId="313"/>
        <pc:sldMkLst>
          <pc:docMk/>
          <pc:sldMk cId="856316362" sldId="288"/>
        </pc:sldMkLst>
        <pc:spChg chg="mod">
          <ac:chgData name="Andre Janse van Rensburg" userId="c242d890-f940-49be-a646-5509d964c911" providerId="ADAL" clId="{133C4913-D98E-494B-9793-AD25BF4672DF}" dt="2018-06-13T03:38:53.221" v="2402" actId="20577"/>
          <ac:spMkLst>
            <pc:docMk/>
            <pc:sldMk cId="856316362" sldId="288"/>
            <ac:spMk id="2" creationId="{08DBC7F9-ABF7-41AE-9B16-AA7715D37544}"/>
          </ac:spMkLst>
        </pc:spChg>
        <pc:spChg chg="mod">
          <ac:chgData name="Andre Janse van Rensburg" userId="c242d890-f940-49be-a646-5509d964c911" providerId="ADAL" clId="{133C4913-D98E-494B-9793-AD25BF4672DF}" dt="2018-06-13T03:39:42.874" v="2501" actId="313"/>
          <ac:spMkLst>
            <pc:docMk/>
            <pc:sldMk cId="856316362" sldId="288"/>
            <ac:spMk id="3" creationId="{6121DFEB-833E-427B-8EA6-B9FDD9B7A781}"/>
          </ac:spMkLst>
        </pc:spChg>
      </pc:sldChg>
      <pc:sldChg chg="modSp add">
        <pc:chgData name="Andre Janse van Rensburg" userId="c242d890-f940-49be-a646-5509d964c911" providerId="ADAL" clId="{133C4913-D98E-494B-9793-AD25BF4672DF}" dt="2018-06-15T00:21:23.412" v="2562" actId="20577"/>
        <pc:sldMkLst>
          <pc:docMk/>
          <pc:sldMk cId="3580483859" sldId="289"/>
        </pc:sldMkLst>
        <pc:spChg chg="mod">
          <ac:chgData name="Andre Janse van Rensburg" userId="c242d890-f940-49be-a646-5509d964c911" providerId="ADAL" clId="{133C4913-D98E-494B-9793-AD25BF4672DF}" dt="2018-06-13T03:39:51.371" v="2522" actId="20577"/>
          <ac:spMkLst>
            <pc:docMk/>
            <pc:sldMk cId="3580483859" sldId="289"/>
            <ac:spMk id="2" creationId="{24CCD46A-64A4-45E6-9C56-C967E84E7BEC}"/>
          </ac:spMkLst>
        </pc:spChg>
        <pc:spChg chg="mod">
          <ac:chgData name="Andre Janse van Rensburg" userId="c242d890-f940-49be-a646-5509d964c911" providerId="ADAL" clId="{133C4913-D98E-494B-9793-AD25BF4672DF}" dt="2018-06-15T00:21:23.412" v="2562" actId="20577"/>
          <ac:spMkLst>
            <pc:docMk/>
            <pc:sldMk cId="3580483859" sldId="289"/>
            <ac:spMk id="3" creationId="{645B5D96-ABCB-498B-BAAB-40110CE2926F}"/>
          </ac:spMkLst>
        </pc:spChg>
      </pc:sldChg>
      <pc:sldChg chg="modSp add">
        <pc:chgData name="Andre Janse van Rensburg" userId="c242d890-f940-49be-a646-5509d964c911" providerId="ADAL" clId="{133C4913-D98E-494B-9793-AD25BF4672DF}" dt="2018-06-20T01:11:57.992" v="2945" actId="313"/>
        <pc:sldMkLst>
          <pc:docMk/>
          <pc:sldMk cId="3347895896" sldId="290"/>
        </pc:sldMkLst>
        <pc:spChg chg="mod">
          <ac:chgData name="Andre Janse van Rensburg" userId="c242d890-f940-49be-a646-5509d964c911" providerId="ADAL" clId="{133C4913-D98E-494B-9793-AD25BF4672DF}" dt="2018-06-15T00:21:42.881" v="2591" actId="20577"/>
          <ac:spMkLst>
            <pc:docMk/>
            <pc:sldMk cId="3347895896" sldId="290"/>
            <ac:spMk id="2" creationId="{978F31C4-91B1-4481-A1CF-68EA2D8A2D16}"/>
          </ac:spMkLst>
        </pc:spChg>
        <pc:spChg chg="mod">
          <ac:chgData name="Andre Janse van Rensburg" userId="c242d890-f940-49be-a646-5509d964c911" providerId="ADAL" clId="{133C4913-D98E-494B-9793-AD25BF4672DF}" dt="2018-06-20T01:11:57.992" v="2945" actId="313"/>
          <ac:spMkLst>
            <pc:docMk/>
            <pc:sldMk cId="3347895896" sldId="290"/>
            <ac:spMk id="3" creationId="{2C69FE70-1D2B-4086-B7D1-51E144ECC35C}"/>
          </ac:spMkLst>
        </pc:spChg>
      </pc:sldChg>
      <pc:sldChg chg="modSp add">
        <pc:chgData name="Andre Janse van Rensburg" userId="c242d890-f940-49be-a646-5509d964c911" providerId="ADAL" clId="{133C4913-D98E-494B-9793-AD25BF4672DF}" dt="2018-06-20T01:18:00.203" v="3256" actId="14100"/>
        <pc:sldMkLst>
          <pc:docMk/>
          <pc:sldMk cId="3844543105" sldId="291"/>
        </pc:sldMkLst>
        <pc:spChg chg="mod">
          <ac:chgData name="Andre Janse van Rensburg" userId="c242d890-f940-49be-a646-5509d964c911" providerId="ADAL" clId="{133C4913-D98E-494B-9793-AD25BF4672DF}" dt="2018-06-15T00:21:54.170" v="2618" actId="20577"/>
          <ac:spMkLst>
            <pc:docMk/>
            <pc:sldMk cId="3844543105" sldId="291"/>
            <ac:spMk id="2" creationId="{63B978BC-3C9C-4428-9C9E-6CF2AA4D23FC}"/>
          </ac:spMkLst>
        </pc:spChg>
        <pc:spChg chg="mod">
          <ac:chgData name="Andre Janse van Rensburg" userId="c242d890-f940-49be-a646-5509d964c911" providerId="ADAL" clId="{133C4913-D98E-494B-9793-AD25BF4672DF}" dt="2018-06-20T01:18:00.203" v="3256" actId="14100"/>
          <ac:spMkLst>
            <pc:docMk/>
            <pc:sldMk cId="3844543105" sldId="291"/>
            <ac:spMk id="3" creationId="{F39898CC-F90A-4610-B6CE-B7915EB4B38F}"/>
          </ac:spMkLst>
        </pc:spChg>
      </pc:sldChg>
      <pc:sldChg chg="modSp add">
        <pc:chgData name="Andre Janse van Rensburg" userId="c242d890-f940-49be-a646-5509d964c911" providerId="ADAL" clId="{133C4913-D98E-494B-9793-AD25BF4672DF}" dt="2018-06-20T01:13:22.233" v="3036" actId="20577"/>
        <pc:sldMkLst>
          <pc:docMk/>
          <pc:sldMk cId="2928930166" sldId="292"/>
        </pc:sldMkLst>
        <pc:spChg chg="mod">
          <ac:chgData name="Andre Janse van Rensburg" userId="c242d890-f940-49be-a646-5509d964c911" providerId="ADAL" clId="{133C4913-D98E-494B-9793-AD25BF4672DF}" dt="2018-06-15T00:22:12.536" v="2636" actId="20577"/>
          <ac:spMkLst>
            <pc:docMk/>
            <pc:sldMk cId="2928930166" sldId="292"/>
            <ac:spMk id="2" creationId="{9F3DD926-6B2D-4938-A2B5-D1245E62D541}"/>
          </ac:spMkLst>
        </pc:spChg>
        <pc:spChg chg="mod">
          <ac:chgData name="Andre Janse van Rensburg" userId="c242d890-f940-49be-a646-5509d964c911" providerId="ADAL" clId="{133C4913-D98E-494B-9793-AD25BF4672DF}" dt="2018-06-20T01:13:22.233" v="3036" actId="20577"/>
          <ac:spMkLst>
            <pc:docMk/>
            <pc:sldMk cId="2928930166" sldId="292"/>
            <ac:spMk id="3" creationId="{AAC13BD3-F584-410D-9CF8-47CBCFA1F510}"/>
          </ac:spMkLst>
        </pc:spChg>
      </pc:sldChg>
      <pc:sldChg chg="modSp add">
        <pc:chgData name="Andre Janse van Rensburg" userId="c242d890-f940-49be-a646-5509d964c911" providerId="ADAL" clId="{133C4913-D98E-494B-9793-AD25BF4672DF}" dt="2018-06-20T01:27:16.395" v="3544" actId="27636"/>
        <pc:sldMkLst>
          <pc:docMk/>
          <pc:sldMk cId="2192130475" sldId="293"/>
        </pc:sldMkLst>
        <pc:spChg chg="mod">
          <ac:chgData name="Andre Janse van Rensburg" userId="c242d890-f940-49be-a646-5509d964c911" providerId="ADAL" clId="{133C4913-D98E-494B-9793-AD25BF4672DF}" dt="2018-06-20T01:27:12.542" v="3541" actId="20577"/>
          <ac:spMkLst>
            <pc:docMk/>
            <pc:sldMk cId="2192130475" sldId="293"/>
            <ac:spMk id="2" creationId="{F094FCEF-708D-4ECB-B389-3218C5420167}"/>
          </ac:spMkLst>
        </pc:spChg>
        <pc:spChg chg="mod">
          <ac:chgData name="Andre Janse van Rensburg" userId="c242d890-f940-49be-a646-5509d964c911" providerId="ADAL" clId="{133C4913-D98E-494B-9793-AD25BF4672DF}" dt="2018-06-20T01:27:16.395" v="3544" actId="27636"/>
          <ac:spMkLst>
            <pc:docMk/>
            <pc:sldMk cId="2192130475" sldId="293"/>
            <ac:spMk id="3" creationId="{B4A03F1B-FEB0-41B1-BCC9-7D4545A9AF38}"/>
          </ac:spMkLst>
        </pc:spChg>
      </pc:sldChg>
      <pc:sldChg chg="modSp add">
        <pc:chgData name="Andre Janse van Rensburg" userId="c242d890-f940-49be-a646-5509d964c911" providerId="ADAL" clId="{133C4913-D98E-494B-9793-AD25BF4672DF}" dt="2018-06-20T01:14:52.896" v="3054" actId="6549"/>
        <pc:sldMkLst>
          <pc:docMk/>
          <pc:sldMk cId="4182854085" sldId="294"/>
        </pc:sldMkLst>
        <pc:spChg chg="mod">
          <ac:chgData name="Andre Janse van Rensburg" userId="c242d890-f940-49be-a646-5509d964c911" providerId="ADAL" clId="{133C4913-D98E-494B-9793-AD25BF4672DF}" dt="2018-06-15T00:22:29.103" v="2665" actId="20577"/>
          <ac:spMkLst>
            <pc:docMk/>
            <pc:sldMk cId="4182854085" sldId="294"/>
            <ac:spMk id="2" creationId="{1C09848C-3D48-46A1-B40F-B1313C857A76}"/>
          </ac:spMkLst>
        </pc:spChg>
        <pc:spChg chg="mod">
          <ac:chgData name="Andre Janse van Rensburg" userId="c242d890-f940-49be-a646-5509d964c911" providerId="ADAL" clId="{133C4913-D98E-494B-9793-AD25BF4672DF}" dt="2018-06-20T01:14:52.896" v="3054" actId="6549"/>
          <ac:spMkLst>
            <pc:docMk/>
            <pc:sldMk cId="4182854085" sldId="294"/>
            <ac:spMk id="3" creationId="{1C87A87A-1352-4905-B2BA-4436A2472425}"/>
          </ac:spMkLst>
        </pc:spChg>
      </pc:sldChg>
      <pc:sldChg chg="modSp add">
        <pc:chgData name="Andre Janse van Rensburg" userId="c242d890-f940-49be-a646-5509d964c911" providerId="ADAL" clId="{133C4913-D98E-494B-9793-AD25BF4672DF}" dt="2018-06-20T01:15:27.943" v="3088" actId="20577"/>
        <pc:sldMkLst>
          <pc:docMk/>
          <pc:sldMk cId="561955603" sldId="295"/>
        </pc:sldMkLst>
        <pc:spChg chg="mod">
          <ac:chgData name="Andre Janse van Rensburg" userId="c242d890-f940-49be-a646-5509d964c911" providerId="ADAL" clId="{133C4913-D98E-494B-9793-AD25BF4672DF}" dt="2018-06-15T00:22:44.863" v="2692" actId="20577"/>
          <ac:spMkLst>
            <pc:docMk/>
            <pc:sldMk cId="561955603" sldId="295"/>
            <ac:spMk id="2" creationId="{B9D341E9-7177-418B-AAA3-BAD5556D64AD}"/>
          </ac:spMkLst>
        </pc:spChg>
        <pc:spChg chg="mod">
          <ac:chgData name="Andre Janse van Rensburg" userId="c242d890-f940-49be-a646-5509d964c911" providerId="ADAL" clId="{133C4913-D98E-494B-9793-AD25BF4672DF}" dt="2018-06-20T01:15:27.943" v="3088" actId="20577"/>
          <ac:spMkLst>
            <pc:docMk/>
            <pc:sldMk cId="561955603" sldId="295"/>
            <ac:spMk id="3" creationId="{64C7B4D2-9230-4617-9B92-78A541AEB6B8}"/>
          </ac:spMkLst>
        </pc:spChg>
      </pc:sldChg>
      <pc:sldChg chg="modSp add modAnim">
        <pc:chgData name="Andre Janse van Rensburg" userId="c242d890-f940-49be-a646-5509d964c911" providerId="ADAL" clId="{133C4913-D98E-494B-9793-AD25BF4672DF}" dt="2018-06-27T03:08:12.156" v="5167" actId="20577"/>
        <pc:sldMkLst>
          <pc:docMk/>
          <pc:sldMk cId="3610237364" sldId="296"/>
        </pc:sldMkLst>
        <pc:spChg chg="mod">
          <ac:chgData name="Andre Janse van Rensburg" userId="c242d890-f940-49be-a646-5509d964c911" providerId="ADAL" clId="{133C4913-D98E-494B-9793-AD25BF4672DF}" dt="2018-06-27T03:08:12.156" v="5167" actId="20577"/>
          <ac:spMkLst>
            <pc:docMk/>
            <pc:sldMk cId="3610237364" sldId="296"/>
            <ac:spMk id="2" creationId="{BAE0836A-5931-4D0E-9F05-1638CDB33B0D}"/>
          </ac:spMkLst>
        </pc:spChg>
        <pc:spChg chg="mod">
          <ac:chgData name="Andre Janse van Rensburg" userId="c242d890-f940-49be-a646-5509d964c911" providerId="ADAL" clId="{133C4913-D98E-494B-9793-AD25BF4672DF}" dt="2018-06-27T03:07:51.880" v="5157" actId="20577"/>
          <ac:spMkLst>
            <pc:docMk/>
            <pc:sldMk cId="3610237364" sldId="296"/>
            <ac:spMk id="3" creationId="{1B8D64CC-336B-4FEF-953E-FB2CB46E50BE}"/>
          </ac:spMkLst>
        </pc:spChg>
      </pc:sldChg>
      <pc:sldChg chg="modSp add">
        <pc:chgData name="Andre Janse van Rensburg" userId="c242d890-f940-49be-a646-5509d964c911" providerId="ADAL" clId="{133C4913-D98E-494B-9793-AD25BF4672DF}" dt="2018-06-20T01:20:49.587" v="3298" actId="27636"/>
        <pc:sldMkLst>
          <pc:docMk/>
          <pc:sldMk cId="2810472093" sldId="297"/>
        </pc:sldMkLst>
        <pc:spChg chg="mod">
          <ac:chgData name="Andre Janse van Rensburg" userId="c242d890-f940-49be-a646-5509d964c911" providerId="ADAL" clId="{133C4913-D98E-494B-9793-AD25BF4672DF}" dt="2018-06-20T01:18:54.988" v="3272" actId="27636"/>
          <ac:spMkLst>
            <pc:docMk/>
            <pc:sldMk cId="2810472093" sldId="297"/>
            <ac:spMk id="2" creationId="{6A027B4E-336F-4ABE-9B28-71EEEC87D94A}"/>
          </ac:spMkLst>
        </pc:spChg>
        <pc:spChg chg="mod">
          <ac:chgData name="Andre Janse van Rensburg" userId="c242d890-f940-49be-a646-5509d964c911" providerId="ADAL" clId="{133C4913-D98E-494B-9793-AD25BF4672DF}" dt="2018-06-20T01:20:49.587" v="3298" actId="27636"/>
          <ac:spMkLst>
            <pc:docMk/>
            <pc:sldMk cId="2810472093" sldId="297"/>
            <ac:spMk id="3" creationId="{B2ACF08A-A62F-4D82-9884-7E88CF923BDF}"/>
          </ac:spMkLst>
        </pc:spChg>
      </pc:sldChg>
      <pc:sldChg chg="modSp add">
        <pc:chgData name="Andre Janse van Rensburg" userId="c242d890-f940-49be-a646-5509d964c911" providerId="ADAL" clId="{133C4913-D98E-494B-9793-AD25BF4672DF}" dt="2018-06-20T01:20:52.829" v="3299" actId="20577"/>
        <pc:sldMkLst>
          <pc:docMk/>
          <pc:sldMk cId="3630465000" sldId="298"/>
        </pc:sldMkLst>
        <pc:spChg chg="mod">
          <ac:chgData name="Andre Janse van Rensburg" userId="c242d890-f940-49be-a646-5509d964c911" providerId="ADAL" clId="{133C4913-D98E-494B-9793-AD25BF4672DF}" dt="2018-06-20T01:19:00.772" v="3274" actId="20577"/>
          <ac:spMkLst>
            <pc:docMk/>
            <pc:sldMk cId="3630465000" sldId="298"/>
            <ac:spMk id="2" creationId="{D13A720D-4A5C-4BEE-9224-90BD0215BC99}"/>
          </ac:spMkLst>
        </pc:spChg>
        <pc:spChg chg="mod">
          <ac:chgData name="Andre Janse van Rensburg" userId="c242d890-f940-49be-a646-5509d964c911" providerId="ADAL" clId="{133C4913-D98E-494B-9793-AD25BF4672DF}" dt="2018-06-20T01:20:52.829" v="3299" actId="20577"/>
          <ac:spMkLst>
            <pc:docMk/>
            <pc:sldMk cId="3630465000" sldId="298"/>
            <ac:spMk id="3" creationId="{2E57F620-D3E3-45C4-B926-954C29304095}"/>
          </ac:spMkLst>
        </pc:spChg>
      </pc:sldChg>
      <pc:sldChg chg="addSp delSp modSp add">
        <pc:chgData name="Andre Janse van Rensburg" userId="c242d890-f940-49be-a646-5509d964c911" providerId="ADAL" clId="{133C4913-D98E-494B-9793-AD25BF4672DF}" dt="2018-06-20T01:20:42.601" v="3296" actId="20577"/>
        <pc:sldMkLst>
          <pc:docMk/>
          <pc:sldMk cId="2654113175" sldId="299"/>
        </pc:sldMkLst>
        <pc:spChg chg="mod">
          <ac:chgData name="Andre Janse van Rensburg" userId="c242d890-f940-49be-a646-5509d964c911" providerId="ADAL" clId="{133C4913-D98E-494B-9793-AD25BF4672DF}" dt="2018-06-20T01:19:47.838" v="3288" actId="20577"/>
          <ac:spMkLst>
            <pc:docMk/>
            <pc:sldMk cId="2654113175" sldId="299"/>
            <ac:spMk id="2" creationId="{BC129B71-3E77-4795-96E2-D082917A42A1}"/>
          </ac:spMkLst>
        </pc:spChg>
        <pc:spChg chg="add del mod">
          <ac:chgData name="Andre Janse van Rensburg" userId="c242d890-f940-49be-a646-5509d964c911" providerId="ADAL" clId="{133C4913-D98E-494B-9793-AD25BF4672DF}" dt="2018-06-20T01:20:42.601" v="3296" actId="20577"/>
          <ac:spMkLst>
            <pc:docMk/>
            <pc:sldMk cId="2654113175" sldId="299"/>
            <ac:spMk id="3" creationId="{5EC12824-1F3E-4AEC-8DC0-63EB4B016E84}"/>
          </ac:spMkLst>
        </pc:spChg>
        <pc:graphicFrameChg chg="add del mod">
          <ac:chgData name="Andre Janse van Rensburg" userId="c242d890-f940-49be-a646-5509d964c911" providerId="ADAL" clId="{133C4913-D98E-494B-9793-AD25BF4672DF}" dt="2018-06-20T01:20:11.599" v="3292" actId="20577"/>
          <ac:graphicFrameMkLst>
            <pc:docMk/>
            <pc:sldMk cId="2654113175" sldId="299"/>
            <ac:graphicFrameMk id="4" creationId="{72FCE229-44CA-4FAD-B22A-F4AFF9206FCA}"/>
          </ac:graphicFrameMkLst>
        </pc:graphicFrameChg>
      </pc:sldChg>
      <pc:sldChg chg="modSp add">
        <pc:chgData name="Andre Janse van Rensburg" userId="c242d890-f940-49be-a646-5509d964c911" providerId="ADAL" clId="{133C4913-D98E-494B-9793-AD25BF4672DF}" dt="2018-06-20T01:27:27.238" v="3553" actId="20577"/>
        <pc:sldMkLst>
          <pc:docMk/>
          <pc:sldMk cId="3521923670" sldId="300"/>
        </pc:sldMkLst>
        <pc:spChg chg="mod">
          <ac:chgData name="Andre Janse van Rensburg" userId="c242d890-f940-49be-a646-5509d964c911" providerId="ADAL" clId="{133C4913-D98E-494B-9793-AD25BF4672DF}" dt="2018-06-20T01:27:27.238" v="3553" actId="20577"/>
          <ac:spMkLst>
            <pc:docMk/>
            <pc:sldMk cId="3521923670" sldId="300"/>
            <ac:spMk id="2" creationId="{CFCDD037-8E10-4F8A-AAE8-AE22B72C1C13}"/>
          </ac:spMkLst>
        </pc:spChg>
        <pc:spChg chg="mod">
          <ac:chgData name="Andre Janse van Rensburg" userId="c242d890-f940-49be-a646-5509d964c911" providerId="ADAL" clId="{133C4913-D98E-494B-9793-AD25BF4672DF}" dt="2018-06-20T01:27:22.336" v="3548" actId="27636"/>
          <ac:spMkLst>
            <pc:docMk/>
            <pc:sldMk cId="3521923670" sldId="300"/>
            <ac:spMk id="3" creationId="{B38ECD46-CDF0-42F9-9721-B859FF0CA8EF}"/>
          </ac:spMkLst>
        </pc:spChg>
      </pc:sldChg>
      <pc:sldChg chg="modSp add">
        <pc:chgData name="Andre Janse van Rensburg" userId="c242d890-f940-49be-a646-5509d964c911" providerId="ADAL" clId="{133C4913-D98E-494B-9793-AD25BF4672DF}" dt="2018-06-20T01:26:11.561" v="3508" actId="20577"/>
        <pc:sldMkLst>
          <pc:docMk/>
          <pc:sldMk cId="501555266" sldId="301"/>
        </pc:sldMkLst>
        <pc:spChg chg="mod">
          <ac:chgData name="Andre Janse van Rensburg" userId="c242d890-f940-49be-a646-5509d964c911" providerId="ADAL" clId="{133C4913-D98E-494B-9793-AD25BF4672DF}" dt="2018-06-20T01:23:05.155" v="3334" actId="20577"/>
          <ac:spMkLst>
            <pc:docMk/>
            <pc:sldMk cId="501555266" sldId="301"/>
            <ac:spMk id="2" creationId="{9FD52583-ED07-4B1A-9165-7E3DF9D5E84C}"/>
          </ac:spMkLst>
        </pc:spChg>
        <pc:spChg chg="mod">
          <ac:chgData name="Andre Janse van Rensburg" userId="c242d890-f940-49be-a646-5509d964c911" providerId="ADAL" clId="{133C4913-D98E-494B-9793-AD25BF4672DF}" dt="2018-06-20T01:26:11.561" v="3508" actId="20577"/>
          <ac:spMkLst>
            <pc:docMk/>
            <pc:sldMk cId="501555266" sldId="301"/>
            <ac:spMk id="3" creationId="{4BA612AB-DACB-4901-B18F-521130F16894}"/>
          </ac:spMkLst>
        </pc:spChg>
      </pc:sldChg>
      <pc:sldChg chg="modSp add">
        <pc:chgData name="Andre Janse van Rensburg" userId="c242d890-f940-49be-a646-5509d964c911" providerId="ADAL" clId="{133C4913-D98E-494B-9793-AD25BF4672DF}" dt="2018-06-20T01:28:57.423" v="3590" actId="20577"/>
        <pc:sldMkLst>
          <pc:docMk/>
          <pc:sldMk cId="1110161024" sldId="302"/>
        </pc:sldMkLst>
        <pc:spChg chg="mod">
          <ac:chgData name="Andre Janse van Rensburg" userId="c242d890-f940-49be-a646-5509d964c911" providerId="ADAL" clId="{133C4913-D98E-494B-9793-AD25BF4672DF}" dt="2018-06-20T01:26:28.028" v="3532" actId="20577"/>
          <ac:spMkLst>
            <pc:docMk/>
            <pc:sldMk cId="1110161024" sldId="302"/>
            <ac:spMk id="2" creationId="{D1FD7740-23A4-43D1-A0F1-AC3AE7B83DF0}"/>
          </ac:spMkLst>
        </pc:spChg>
        <pc:spChg chg="mod">
          <ac:chgData name="Andre Janse van Rensburg" userId="c242d890-f940-49be-a646-5509d964c911" providerId="ADAL" clId="{133C4913-D98E-494B-9793-AD25BF4672DF}" dt="2018-06-20T01:28:57.423" v="3590" actId="20577"/>
          <ac:spMkLst>
            <pc:docMk/>
            <pc:sldMk cId="1110161024" sldId="302"/>
            <ac:spMk id="3" creationId="{CD604980-A8E3-4FCC-BEF9-73BC3F59E164}"/>
          </ac:spMkLst>
        </pc:spChg>
      </pc:sldChg>
      <pc:sldChg chg="modSp add">
        <pc:chgData name="Andre Janse van Rensburg" userId="c242d890-f940-49be-a646-5509d964c911" providerId="ADAL" clId="{133C4913-D98E-494B-9793-AD25BF4672DF}" dt="2018-06-20T01:27:48.800" v="3566" actId="20577"/>
        <pc:sldMkLst>
          <pc:docMk/>
          <pc:sldMk cId="3103121300" sldId="303"/>
        </pc:sldMkLst>
        <pc:spChg chg="mod">
          <ac:chgData name="Andre Janse van Rensburg" userId="c242d890-f940-49be-a646-5509d964c911" providerId="ADAL" clId="{133C4913-D98E-494B-9793-AD25BF4672DF}" dt="2018-06-20T01:27:43.737" v="3562" actId="20577"/>
          <ac:spMkLst>
            <pc:docMk/>
            <pc:sldMk cId="3103121300" sldId="303"/>
            <ac:spMk id="2" creationId="{BB5D470F-8FEA-475D-9257-2F3AB3E70D08}"/>
          </ac:spMkLst>
        </pc:spChg>
        <pc:spChg chg="mod">
          <ac:chgData name="Andre Janse van Rensburg" userId="c242d890-f940-49be-a646-5509d964c911" providerId="ADAL" clId="{133C4913-D98E-494B-9793-AD25BF4672DF}" dt="2018-06-20T01:27:48.800" v="3566" actId="20577"/>
          <ac:spMkLst>
            <pc:docMk/>
            <pc:sldMk cId="3103121300" sldId="303"/>
            <ac:spMk id="3" creationId="{CA5492CF-5A3F-4262-A29A-79425142067A}"/>
          </ac:spMkLst>
        </pc:spChg>
      </pc:sldChg>
      <pc:sldChg chg="modSp add">
        <pc:chgData name="Andre Janse van Rensburg" userId="c242d890-f940-49be-a646-5509d964c911" providerId="ADAL" clId="{133C4913-D98E-494B-9793-AD25BF4672DF}" dt="2018-06-20T01:28:17.240" v="3585" actId="27636"/>
        <pc:sldMkLst>
          <pc:docMk/>
          <pc:sldMk cId="104606102" sldId="304"/>
        </pc:sldMkLst>
        <pc:spChg chg="mod">
          <ac:chgData name="Andre Janse van Rensburg" userId="c242d890-f940-49be-a646-5509d964c911" providerId="ADAL" clId="{133C4913-D98E-494B-9793-AD25BF4672DF}" dt="2018-06-20T01:27:59.887" v="3580" actId="20577"/>
          <ac:spMkLst>
            <pc:docMk/>
            <pc:sldMk cId="104606102" sldId="304"/>
            <ac:spMk id="2" creationId="{B226C157-26EE-41C4-8BCA-650F0B4D3DB9}"/>
          </ac:spMkLst>
        </pc:spChg>
        <pc:spChg chg="mod">
          <ac:chgData name="Andre Janse van Rensburg" userId="c242d890-f940-49be-a646-5509d964c911" providerId="ADAL" clId="{133C4913-D98E-494B-9793-AD25BF4672DF}" dt="2018-06-20T01:28:17.240" v="3585" actId="27636"/>
          <ac:spMkLst>
            <pc:docMk/>
            <pc:sldMk cId="104606102" sldId="304"/>
            <ac:spMk id="3" creationId="{EDDEC43C-79EF-4D66-BACA-511665AF5A81}"/>
          </ac:spMkLst>
        </pc:spChg>
      </pc:sldChg>
      <pc:sldChg chg="addSp delSp modSp add">
        <pc:chgData name="Andre Janse van Rensburg" userId="c242d890-f940-49be-a646-5509d964c911" providerId="ADAL" clId="{133C4913-D98E-494B-9793-AD25BF4672DF}" dt="2018-06-20T01:51:00.723" v="4020" actId="1076"/>
        <pc:sldMkLst>
          <pc:docMk/>
          <pc:sldMk cId="3419097044" sldId="305"/>
        </pc:sldMkLst>
        <pc:spChg chg="mod">
          <ac:chgData name="Andre Janse van Rensburg" userId="c242d890-f940-49be-a646-5509d964c911" providerId="ADAL" clId="{133C4913-D98E-494B-9793-AD25BF4672DF}" dt="2018-06-20T01:29:13.817" v="3621" actId="20577"/>
          <ac:spMkLst>
            <pc:docMk/>
            <pc:sldMk cId="3419097044" sldId="305"/>
            <ac:spMk id="2" creationId="{313299E8-B460-4FA3-AB28-DBCF402F8D62}"/>
          </ac:spMkLst>
        </pc:spChg>
        <pc:spChg chg="del">
          <ac:chgData name="Andre Janse van Rensburg" userId="c242d890-f940-49be-a646-5509d964c911" providerId="ADAL" clId="{133C4913-D98E-494B-9793-AD25BF4672DF}" dt="2018-06-20T01:29:32.183" v="3622" actId="20577"/>
          <ac:spMkLst>
            <pc:docMk/>
            <pc:sldMk cId="3419097044" sldId="305"/>
            <ac:spMk id="3" creationId="{8E07967D-C021-432E-95D8-AD6E66534C40}"/>
          </ac:spMkLst>
        </pc:spChg>
        <pc:graphicFrameChg chg="add mod modGraphic">
          <ac:chgData name="Andre Janse van Rensburg" userId="c242d890-f940-49be-a646-5509d964c911" providerId="ADAL" clId="{133C4913-D98E-494B-9793-AD25BF4672DF}" dt="2018-06-20T01:51:00.723" v="4020" actId="1076"/>
          <ac:graphicFrameMkLst>
            <pc:docMk/>
            <pc:sldMk cId="3419097044" sldId="305"/>
            <ac:graphicFrameMk id="4" creationId="{1ECA698C-48A3-4F5A-B463-D899A4A28762}"/>
          </ac:graphicFrameMkLst>
        </pc:graphicFrameChg>
      </pc:sldChg>
      <pc:sldChg chg="addSp modSp add">
        <pc:chgData name="Andre Janse van Rensburg" userId="c242d890-f940-49be-a646-5509d964c911" providerId="ADAL" clId="{133C4913-D98E-494B-9793-AD25BF4672DF}" dt="2018-06-20T01:52:47.931" v="4128" actId="20577"/>
        <pc:sldMkLst>
          <pc:docMk/>
          <pc:sldMk cId="1695943649" sldId="306"/>
        </pc:sldMkLst>
        <pc:spChg chg="mod">
          <ac:chgData name="Andre Janse van Rensburg" userId="c242d890-f940-49be-a646-5509d964c911" providerId="ADAL" clId="{133C4913-D98E-494B-9793-AD25BF4672DF}" dt="2018-06-20T01:51:16.804" v="4022" actId="20577"/>
          <ac:spMkLst>
            <pc:docMk/>
            <pc:sldMk cId="1695943649" sldId="306"/>
            <ac:spMk id="2" creationId="{C9C39E9D-8FFB-4763-8390-DBB04BDB0DB5}"/>
          </ac:spMkLst>
        </pc:spChg>
        <pc:spChg chg="mod">
          <ac:chgData name="Andre Janse van Rensburg" userId="c242d890-f940-49be-a646-5509d964c911" providerId="ADAL" clId="{133C4913-D98E-494B-9793-AD25BF4672DF}" dt="2018-06-20T01:51:40.916" v="4026" actId="20577"/>
          <ac:spMkLst>
            <pc:docMk/>
            <pc:sldMk cId="1695943649" sldId="306"/>
            <ac:spMk id="3" creationId="{7AA14B7D-9C25-48F8-839D-20F414B8A6D1}"/>
          </ac:spMkLst>
        </pc:spChg>
        <pc:graphicFrameChg chg="add mod modGraphic">
          <ac:chgData name="Andre Janse van Rensburg" userId="c242d890-f940-49be-a646-5509d964c911" providerId="ADAL" clId="{133C4913-D98E-494B-9793-AD25BF4672DF}" dt="2018-06-20T01:52:47.931" v="4128" actId="20577"/>
          <ac:graphicFrameMkLst>
            <pc:docMk/>
            <pc:sldMk cId="1695943649" sldId="306"/>
            <ac:graphicFrameMk id="4" creationId="{3A8F67A8-9169-46BD-9BAB-4078F972252E}"/>
          </ac:graphicFrameMkLst>
        </pc:graphicFrameChg>
      </pc:sldChg>
      <pc:sldChg chg="modSp add modAnim">
        <pc:chgData name="Andre Janse van Rensburg" userId="c242d890-f940-49be-a646-5509d964c911" providerId="ADAL" clId="{133C4913-D98E-494B-9793-AD25BF4672DF}" dt="2018-06-27T03:09:17.549" v="5185" actId="20577"/>
        <pc:sldMkLst>
          <pc:docMk/>
          <pc:sldMk cId="1089550702" sldId="307"/>
        </pc:sldMkLst>
        <pc:spChg chg="mod">
          <ac:chgData name="Andre Janse van Rensburg" userId="c242d890-f940-49be-a646-5509d964c911" providerId="ADAL" clId="{133C4913-D98E-494B-9793-AD25BF4672DF}" dt="2018-06-20T01:56:32.548" v="4357" actId="20577"/>
          <ac:spMkLst>
            <pc:docMk/>
            <pc:sldMk cId="1089550702" sldId="307"/>
            <ac:spMk id="2" creationId="{595A3188-B698-439E-A90F-A3C886F84B65}"/>
          </ac:spMkLst>
        </pc:spChg>
        <pc:spChg chg="mod">
          <ac:chgData name="Andre Janse van Rensburg" userId="c242d890-f940-49be-a646-5509d964c911" providerId="ADAL" clId="{133C4913-D98E-494B-9793-AD25BF4672DF}" dt="2018-06-27T02:55:04.298" v="4962" actId="20577"/>
          <ac:spMkLst>
            <pc:docMk/>
            <pc:sldMk cId="1089550702" sldId="307"/>
            <ac:spMk id="3" creationId="{4B43C698-EA64-49B4-B656-2A2503F9AA5F}"/>
          </ac:spMkLst>
        </pc:spChg>
      </pc:sldChg>
      <pc:sldChg chg="modSp add">
        <pc:chgData name="Andre Janse van Rensburg" userId="c242d890-f940-49be-a646-5509d964c911" providerId="ADAL" clId="{133C4913-D98E-494B-9793-AD25BF4672DF}" dt="2018-06-27T03:09:56.009" v="5189" actId="20577"/>
        <pc:sldMkLst>
          <pc:docMk/>
          <pc:sldMk cId="2711637908" sldId="308"/>
        </pc:sldMkLst>
        <pc:spChg chg="mod">
          <ac:chgData name="Andre Janse van Rensburg" userId="c242d890-f940-49be-a646-5509d964c911" providerId="ADAL" clId="{133C4913-D98E-494B-9793-AD25BF4672DF}" dt="2018-06-20T02:07:57.326" v="4610" actId="20577"/>
          <ac:spMkLst>
            <pc:docMk/>
            <pc:sldMk cId="2711637908" sldId="308"/>
            <ac:spMk id="2" creationId="{E4C19FBF-33AE-4D88-8C9C-805A2D91ECA4}"/>
          </ac:spMkLst>
        </pc:spChg>
        <pc:spChg chg="mod">
          <ac:chgData name="Andre Janse van Rensburg" userId="c242d890-f940-49be-a646-5509d964c911" providerId="ADAL" clId="{133C4913-D98E-494B-9793-AD25BF4672DF}" dt="2018-06-27T03:09:56.009" v="5189" actId="20577"/>
          <ac:spMkLst>
            <pc:docMk/>
            <pc:sldMk cId="2711637908" sldId="308"/>
            <ac:spMk id="3" creationId="{DEFB8B91-E953-44A2-B4DD-09C6D9EF6AC8}"/>
          </ac:spMkLst>
        </pc:spChg>
      </pc:sldChg>
      <pc:sldChg chg="modSp add">
        <pc:chgData name="Andre Janse van Rensburg" userId="c242d890-f940-49be-a646-5509d964c911" providerId="ADAL" clId="{133C4913-D98E-494B-9793-AD25BF4672DF}" dt="2018-06-28T01:49:54.518" v="5239" actId="20577"/>
        <pc:sldMkLst>
          <pc:docMk/>
          <pc:sldMk cId="772373349" sldId="311"/>
        </pc:sldMkLst>
        <pc:spChg chg="mod">
          <ac:chgData name="Andre Janse van Rensburg" userId="c242d890-f940-49be-a646-5509d964c911" providerId="ADAL" clId="{133C4913-D98E-494B-9793-AD25BF4672DF}" dt="2018-06-28T01:49:25.945" v="5205" actId="20577"/>
          <ac:spMkLst>
            <pc:docMk/>
            <pc:sldMk cId="772373349" sldId="311"/>
            <ac:spMk id="2" creationId="{C27E1E17-BD4E-4D43-92B5-EAFD08E1201F}"/>
          </ac:spMkLst>
        </pc:spChg>
        <pc:spChg chg="mod">
          <ac:chgData name="Andre Janse van Rensburg" userId="c242d890-f940-49be-a646-5509d964c911" providerId="ADAL" clId="{133C4913-D98E-494B-9793-AD25BF4672DF}" dt="2018-06-28T01:49:54.518" v="5239" actId="20577"/>
          <ac:spMkLst>
            <pc:docMk/>
            <pc:sldMk cId="772373349" sldId="311"/>
            <ac:spMk id="3" creationId="{DD3815C9-0569-4B49-A87D-5A9CA081AA54}"/>
          </ac:spMkLst>
        </pc:spChg>
      </pc:sldChg>
      <pc:sldChg chg="modSp add">
        <pc:chgData name="Andre Janse van Rensburg" userId="c242d890-f940-49be-a646-5509d964c911" providerId="ADAL" clId="{133C4913-D98E-494B-9793-AD25BF4672DF}" dt="2018-06-28T01:53:17.703" v="5342" actId="20577"/>
        <pc:sldMkLst>
          <pc:docMk/>
          <pc:sldMk cId="2498633981" sldId="312"/>
        </pc:sldMkLst>
        <pc:spChg chg="mod">
          <ac:chgData name="Andre Janse van Rensburg" userId="c242d890-f940-49be-a646-5509d964c911" providerId="ADAL" clId="{133C4913-D98E-494B-9793-AD25BF4672DF}" dt="2018-06-28T01:50:02.579" v="5258" actId="20577"/>
          <ac:spMkLst>
            <pc:docMk/>
            <pc:sldMk cId="2498633981" sldId="312"/>
            <ac:spMk id="2" creationId="{EEF60868-DEEB-4880-8027-3836A846916B}"/>
          </ac:spMkLst>
        </pc:spChg>
        <pc:spChg chg="mod">
          <ac:chgData name="Andre Janse van Rensburg" userId="c242d890-f940-49be-a646-5509d964c911" providerId="ADAL" clId="{133C4913-D98E-494B-9793-AD25BF4672DF}" dt="2018-06-28T01:53:17.703" v="5342" actId="20577"/>
          <ac:spMkLst>
            <pc:docMk/>
            <pc:sldMk cId="2498633981" sldId="312"/>
            <ac:spMk id="3" creationId="{7AF51EBF-4EC7-45EC-B5CA-981A1D844895}"/>
          </ac:spMkLst>
        </pc:spChg>
      </pc:sldChg>
      <pc:sldChg chg="modSp add">
        <pc:chgData name="Andre Janse van Rensburg" userId="c242d890-f940-49be-a646-5509d964c911" providerId="ADAL" clId="{133C4913-D98E-494B-9793-AD25BF4672DF}" dt="2018-06-28T01:54:11.515" v="5443" actId="20577"/>
        <pc:sldMkLst>
          <pc:docMk/>
          <pc:sldMk cId="3240361784" sldId="313"/>
        </pc:sldMkLst>
        <pc:spChg chg="mod">
          <ac:chgData name="Andre Janse van Rensburg" userId="c242d890-f940-49be-a646-5509d964c911" providerId="ADAL" clId="{133C4913-D98E-494B-9793-AD25BF4672DF}" dt="2018-06-28T01:53:37.937" v="5370" actId="20577"/>
          <ac:spMkLst>
            <pc:docMk/>
            <pc:sldMk cId="3240361784" sldId="313"/>
            <ac:spMk id="2" creationId="{8320C3C9-D3DF-4BFF-8EAF-48662F556BB7}"/>
          </ac:spMkLst>
        </pc:spChg>
        <pc:spChg chg="mod">
          <ac:chgData name="Andre Janse van Rensburg" userId="c242d890-f940-49be-a646-5509d964c911" providerId="ADAL" clId="{133C4913-D98E-494B-9793-AD25BF4672DF}" dt="2018-06-28T01:54:11.515" v="5443" actId="20577"/>
          <ac:spMkLst>
            <pc:docMk/>
            <pc:sldMk cId="3240361784" sldId="313"/>
            <ac:spMk id="3" creationId="{760E2847-C966-4CD7-BB87-D6FA6CB383DF}"/>
          </ac:spMkLst>
        </pc:spChg>
      </pc:sldChg>
      <pc:sldChg chg="modSp add">
        <pc:chgData name="Andre Janse van Rensburg" userId="c242d890-f940-49be-a646-5509d964c911" providerId="ADAL" clId="{133C4913-D98E-494B-9793-AD25BF4672DF}" dt="2018-06-28T01:57:48.747" v="5710" actId="14100"/>
        <pc:sldMkLst>
          <pc:docMk/>
          <pc:sldMk cId="83232000" sldId="314"/>
        </pc:sldMkLst>
        <pc:spChg chg="mod">
          <ac:chgData name="Andre Janse van Rensburg" userId="c242d890-f940-49be-a646-5509d964c911" providerId="ADAL" clId="{133C4913-D98E-494B-9793-AD25BF4672DF}" dt="2018-06-28T01:54:21" v="5467" actId="20577"/>
          <ac:spMkLst>
            <pc:docMk/>
            <pc:sldMk cId="83232000" sldId="314"/>
            <ac:spMk id="2" creationId="{02D957F7-03AC-428E-B9A8-19DA85D38BFF}"/>
          </ac:spMkLst>
        </pc:spChg>
        <pc:spChg chg="mod">
          <ac:chgData name="Andre Janse van Rensburg" userId="c242d890-f940-49be-a646-5509d964c911" providerId="ADAL" clId="{133C4913-D98E-494B-9793-AD25BF4672DF}" dt="2018-06-28T01:57:48.747" v="5710" actId="14100"/>
          <ac:spMkLst>
            <pc:docMk/>
            <pc:sldMk cId="83232000" sldId="314"/>
            <ac:spMk id="3" creationId="{72321E30-E10C-404A-8DA7-F9314A64E45E}"/>
          </ac:spMkLst>
        </pc:spChg>
      </pc:sldChg>
      <pc:sldChg chg="modSp add">
        <pc:chgData name="Andre Janse van Rensburg" userId="c242d890-f940-49be-a646-5509d964c911" providerId="ADAL" clId="{133C4913-D98E-494B-9793-AD25BF4672DF}" dt="2018-06-28T01:55:00.710" v="5565" actId="20577"/>
        <pc:sldMkLst>
          <pc:docMk/>
          <pc:sldMk cId="493473821" sldId="315"/>
        </pc:sldMkLst>
        <pc:spChg chg="mod">
          <ac:chgData name="Andre Janse van Rensburg" userId="c242d890-f940-49be-a646-5509d964c911" providerId="ADAL" clId="{133C4913-D98E-494B-9793-AD25BF4672DF}" dt="2018-06-28T01:54:28.336" v="5487" actId="20577"/>
          <ac:spMkLst>
            <pc:docMk/>
            <pc:sldMk cId="493473821" sldId="315"/>
            <ac:spMk id="2" creationId="{0D42F02A-DB5C-4141-8363-2CB7AE657864}"/>
          </ac:spMkLst>
        </pc:spChg>
        <pc:spChg chg="mod">
          <ac:chgData name="Andre Janse van Rensburg" userId="c242d890-f940-49be-a646-5509d964c911" providerId="ADAL" clId="{133C4913-D98E-494B-9793-AD25BF4672DF}" dt="2018-06-28T01:55:00.710" v="5565" actId="20577"/>
          <ac:spMkLst>
            <pc:docMk/>
            <pc:sldMk cId="493473821" sldId="315"/>
            <ac:spMk id="3" creationId="{120637F6-6E2D-4051-8A4D-60B0E58DBD00}"/>
          </ac:spMkLst>
        </pc:spChg>
      </pc:sldChg>
      <pc:sldChg chg="modSp add">
        <pc:chgData name="Andre Janse van Rensburg" userId="c242d890-f940-49be-a646-5509d964c911" providerId="ADAL" clId="{133C4913-D98E-494B-9793-AD25BF4672DF}" dt="2018-06-28T06:11:20.122" v="6184" actId="20577"/>
        <pc:sldMkLst>
          <pc:docMk/>
          <pc:sldMk cId="323785344" sldId="316"/>
        </pc:sldMkLst>
        <pc:spChg chg="mod">
          <ac:chgData name="Andre Janse van Rensburg" userId="c242d890-f940-49be-a646-5509d964c911" providerId="ADAL" clId="{133C4913-D98E-494B-9793-AD25BF4672DF}" dt="2018-06-28T01:55:07.351" v="5587" actId="20577"/>
          <ac:spMkLst>
            <pc:docMk/>
            <pc:sldMk cId="323785344" sldId="316"/>
            <ac:spMk id="2" creationId="{13905171-9340-4DD3-94C6-72D9FC790321}"/>
          </ac:spMkLst>
        </pc:spChg>
        <pc:spChg chg="mod">
          <ac:chgData name="Andre Janse van Rensburg" userId="c242d890-f940-49be-a646-5509d964c911" providerId="ADAL" clId="{133C4913-D98E-494B-9793-AD25BF4672DF}" dt="2018-06-28T06:11:20.122" v="6184" actId="20577"/>
          <ac:spMkLst>
            <pc:docMk/>
            <pc:sldMk cId="323785344" sldId="316"/>
            <ac:spMk id="3" creationId="{59E72E90-9104-4327-8B2B-469CC7391D04}"/>
          </ac:spMkLst>
        </pc:spChg>
      </pc:sldChg>
      <pc:sldChg chg="modSp add">
        <pc:chgData name="Andre Janse van Rensburg" userId="c242d890-f940-49be-a646-5509d964c911" providerId="ADAL" clId="{133C4913-D98E-494B-9793-AD25BF4672DF}" dt="2018-06-28T01:55:46.365" v="5678" actId="20577"/>
        <pc:sldMkLst>
          <pc:docMk/>
          <pc:sldMk cId="2634170730" sldId="317"/>
        </pc:sldMkLst>
        <pc:spChg chg="mod">
          <ac:chgData name="Andre Janse van Rensburg" userId="c242d890-f940-49be-a646-5509d964c911" providerId="ADAL" clId="{133C4913-D98E-494B-9793-AD25BF4672DF}" dt="2018-06-28T01:55:17.609" v="5606" actId="20577"/>
          <ac:spMkLst>
            <pc:docMk/>
            <pc:sldMk cId="2634170730" sldId="317"/>
            <ac:spMk id="2" creationId="{2DECD812-C35D-44FF-9FC4-BA1BFCC82567}"/>
          </ac:spMkLst>
        </pc:spChg>
        <pc:spChg chg="mod">
          <ac:chgData name="Andre Janse van Rensburg" userId="c242d890-f940-49be-a646-5509d964c911" providerId="ADAL" clId="{133C4913-D98E-494B-9793-AD25BF4672DF}" dt="2018-06-28T01:55:46.365" v="5678" actId="20577"/>
          <ac:spMkLst>
            <pc:docMk/>
            <pc:sldMk cId="2634170730" sldId="317"/>
            <ac:spMk id="3" creationId="{CFAAF578-C95B-4177-B967-23E5769BC754}"/>
          </ac:spMkLst>
        </pc:spChg>
      </pc:sldChg>
      <pc:sldChg chg="modSp add">
        <pc:chgData name="Andre Janse van Rensburg" userId="c242d890-f940-49be-a646-5509d964c911" providerId="ADAL" clId="{133C4913-D98E-494B-9793-AD25BF4672DF}" dt="2018-06-28T06:10:13.649" v="5997" actId="27636"/>
        <pc:sldMkLst>
          <pc:docMk/>
          <pc:sldMk cId="220860314" sldId="318"/>
        </pc:sldMkLst>
        <pc:spChg chg="mod">
          <ac:chgData name="Andre Janse van Rensburg" userId="c242d890-f940-49be-a646-5509d964c911" providerId="ADAL" clId="{133C4913-D98E-494B-9793-AD25BF4672DF}" dt="2018-06-28T01:58:08.312" v="5712" actId="5793"/>
          <ac:spMkLst>
            <pc:docMk/>
            <pc:sldMk cId="220860314" sldId="318"/>
            <ac:spMk id="2" creationId="{6ECFB136-A7C2-4705-BED0-CC6B957A34AA}"/>
          </ac:spMkLst>
        </pc:spChg>
        <pc:spChg chg="mod">
          <ac:chgData name="Andre Janse van Rensburg" userId="c242d890-f940-49be-a646-5509d964c911" providerId="ADAL" clId="{133C4913-D98E-494B-9793-AD25BF4672DF}" dt="2018-06-28T06:10:13.649" v="5997" actId="27636"/>
          <ac:spMkLst>
            <pc:docMk/>
            <pc:sldMk cId="220860314" sldId="318"/>
            <ac:spMk id="3" creationId="{681E3DE6-8926-48DC-806B-B87F7F8B9F16}"/>
          </ac:spMkLst>
        </pc:spChg>
      </pc:sldChg>
      <pc:sldChg chg="modSp add">
        <pc:chgData name="Andre Janse van Rensburg" userId="c242d890-f940-49be-a646-5509d964c911" providerId="ADAL" clId="{133C4913-D98E-494B-9793-AD25BF4672DF}" dt="2018-06-28T06:20:44.465" v="6285" actId="20577"/>
        <pc:sldMkLst>
          <pc:docMk/>
          <pc:sldMk cId="1824483202" sldId="319"/>
        </pc:sldMkLst>
        <pc:spChg chg="mod">
          <ac:chgData name="Andre Janse van Rensburg" userId="c242d890-f940-49be-a646-5509d964c911" providerId="ADAL" clId="{133C4913-D98E-494B-9793-AD25BF4672DF}" dt="2018-06-28T06:14:01.667" v="6256" actId="27636"/>
          <ac:spMkLst>
            <pc:docMk/>
            <pc:sldMk cId="1824483202" sldId="319"/>
            <ac:spMk id="2" creationId="{AD3D5A8C-5F75-4F9D-8C66-5AA00CBBCD3B}"/>
          </ac:spMkLst>
        </pc:spChg>
        <pc:spChg chg="mod">
          <ac:chgData name="Andre Janse van Rensburg" userId="c242d890-f940-49be-a646-5509d964c911" providerId="ADAL" clId="{133C4913-D98E-494B-9793-AD25BF4672DF}" dt="2018-06-28T06:20:44.465" v="6285" actId="20577"/>
          <ac:spMkLst>
            <pc:docMk/>
            <pc:sldMk cId="1824483202" sldId="319"/>
            <ac:spMk id="3" creationId="{76F01FFF-B51E-4EC1-9D45-9FDDEDDDA376}"/>
          </ac:spMkLst>
        </pc:spChg>
      </pc:sldChg>
    </pc:docChg>
  </pc:docChgLst>
  <pc:docChgLst>
    <pc:chgData name="Andre Janse van Rensburg" userId="c242d890-f940-49be-a646-5509d964c911" providerId="ADAL" clId="{698F6CE2-575D-4FAC-A0AB-A18E1D370531}"/>
    <pc:docChg chg="custSel modSld">
      <pc:chgData name="Andre Janse van Rensburg" userId="c242d890-f940-49be-a646-5509d964c911" providerId="ADAL" clId="{698F6CE2-575D-4FAC-A0AB-A18E1D370531}" dt="2018-07-24T04:50:38.935" v="89" actId="313"/>
      <pc:docMkLst>
        <pc:docMk/>
      </pc:docMkLst>
      <pc:sldChg chg="modSp">
        <pc:chgData name="Andre Janse van Rensburg" userId="c242d890-f940-49be-a646-5509d964c911" providerId="ADAL" clId="{698F6CE2-575D-4FAC-A0AB-A18E1D370531}" dt="2018-07-24T04:48:45.843" v="9" actId="20577"/>
        <pc:sldMkLst>
          <pc:docMk/>
          <pc:sldMk cId="772373349" sldId="311"/>
        </pc:sldMkLst>
        <pc:spChg chg="mod">
          <ac:chgData name="Andre Janse van Rensburg" userId="c242d890-f940-49be-a646-5509d964c911" providerId="ADAL" clId="{698F6CE2-575D-4FAC-A0AB-A18E1D370531}" dt="2018-07-24T04:48:45.843" v="9" actId="20577"/>
          <ac:spMkLst>
            <pc:docMk/>
            <pc:sldMk cId="772373349" sldId="311"/>
            <ac:spMk id="2" creationId="{C27E1E17-BD4E-4D43-92B5-EAFD08E1201F}"/>
          </ac:spMkLst>
        </pc:spChg>
      </pc:sldChg>
      <pc:sldChg chg="modSp">
        <pc:chgData name="Andre Janse van Rensburg" userId="c242d890-f940-49be-a646-5509d964c911" providerId="ADAL" clId="{698F6CE2-575D-4FAC-A0AB-A18E1D370531}" dt="2018-07-24T04:48:53.550" v="19" actId="20577"/>
        <pc:sldMkLst>
          <pc:docMk/>
          <pc:sldMk cId="2498633981" sldId="312"/>
        </pc:sldMkLst>
        <pc:spChg chg="mod">
          <ac:chgData name="Andre Janse van Rensburg" userId="c242d890-f940-49be-a646-5509d964c911" providerId="ADAL" clId="{698F6CE2-575D-4FAC-A0AB-A18E1D370531}" dt="2018-07-24T04:48:53.550" v="19" actId="20577"/>
          <ac:spMkLst>
            <pc:docMk/>
            <pc:sldMk cId="2498633981" sldId="312"/>
            <ac:spMk id="2" creationId="{EEF60868-DEEB-4880-8027-3836A846916B}"/>
          </ac:spMkLst>
        </pc:spChg>
      </pc:sldChg>
      <pc:sldChg chg="modSp">
        <pc:chgData name="Andre Janse van Rensburg" userId="c242d890-f940-49be-a646-5509d964c911" providerId="ADAL" clId="{698F6CE2-575D-4FAC-A0AB-A18E1D370531}" dt="2018-07-24T04:50:38.935" v="89" actId="313"/>
        <pc:sldMkLst>
          <pc:docMk/>
          <pc:sldMk cId="3240361784" sldId="313"/>
        </pc:sldMkLst>
        <pc:spChg chg="mod">
          <ac:chgData name="Andre Janse van Rensburg" userId="c242d890-f940-49be-a646-5509d964c911" providerId="ADAL" clId="{698F6CE2-575D-4FAC-A0AB-A18E1D370531}" dt="2018-07-24T04:50:38.935" v="89" actId="313"/>
          <ac:spMkLst>
            <pc:docMk/>
            <pc:sldMk cId="3240361784" sldId="313"/>
            <ac:spMk id="2" creationId="{8320C3C9-D3DF-4BFF-8EAF-48662F556BB7}"/>
          </ac:spMkLst>
        </pc:spChg>
      </pc:sldChg>
      <pc:sldChg chg="modSp">
        <pc:chgData name="Andre Janse van Rensburg" userId="c242d890-f940-49be-a646-5509d964c911" providerId="ADAL" clId="{698F6CE2-575D-4FAC-A0AB-A18E1D370531}" dt="2018-07-24T04:49:15.545" v="38" actId="5793"/>
        <pc:sldMkLst>
          <pc:docMk/>
          <pc:sldMk cId="83232000" sldId="314"/>
        </pc:sldMkLst>
        <pc:spChg chg="mod">
          <ac:chgData name="Andre Janse van Rensburg" userId="c242d890-f940-49be-a646-5509d964c911" providerId="ADAL" clId="{698F6CE2-575D-4FAC-A0AB-A18E1D370531}" dt="2018-07-24T04:49:15.545" v="38" actId="5793"/>
          <ac:spMkLst>
            <pc:docMk/>
            <pc:sldMk cId="83232000" sldId="314"/>
            <ac:spMk id="2" creationId="{02D957F7-03AC-428E-B9A8-19DA85D38BFF}"/>
          </ac:spMkLst>
        </pc:spChg>
      </pc:sldChg>
      <pc:sldChg chg="modSp">
        <pc:chgData name="Andre Janse van Rensburg" userId="c242d890-f940-49be-a646-5509d964c911" providerId="ADAL" clId="{698F6CE2-575D-4FAC-A0AB-A18E1D370531}" dt="2018-07-24T04:50:25.777" v="87" actId="313"/>
        <pc:sldMkLst>
          <pc:docMk/>
          <pc:sldMk cId="493473821" sldId="315"/>
        </pc:sldMkLst>
        <pc:spChg chg="mod">
          <ac:chgData name="Andre Janse van Rensburg" userId="c242d890-f940-49be-a646-5509d964c911" providerId="ADAL" clId="{698F6CE2-575D-4FAC-A0AB-A18E1D370531}" dt="2018-07-24T04:50:25.777" v="87" actId="313"/>
          <ac:spMkLst>
            <pc:docMk/>
            <pc:sldMk cId="493473821" sldId="315"/>
            <ac:spMk id="2" creationId="{0D42F02A-DB5C-4141-8363-2CB7AE657864}"/>
          </ac:spMkLst>
        </pc:spChg>
      </pc:sldChg>
      <pc:sldChg chg="modSp">
        <pc:chgData name="Andre Janse van Rensburg" userId="c242d890-f940-49be-a646-5509d964c911" providerId="ADAL" clId="{698F6CE2-575D-4FAC-A0AB-A18E1D370531}" dt="2018-07-24T04:49:49.313" v="64" actId="20577"/>
        <pc:sldMkLst>
          <pc:docMk/>
          <pc:sldMk cId="323785344" sldId="316"/>
        </pc:sldMkLst>
        <pc:spChg chg="mod">
          <ac:chgData name="Andre Janse van Rensburg" userId="c242d890-f940-49be-a646-5509d964c911" providerId="ADAL" clId="{698F6CE2-575D-4FAC-A0AB-A18E1D370531}" dt="2018-07-24T04:49:49.313" v="64" actId="20577"/>
          <ac:spMkLst>
            <pc:docMk/>
            <pc:sldMk cId="323785344" sldId="316"/>
            <ac:spMk id="2" creationId="{13905171-9340-4DD3-94C6-72D9FC790321}"/>
          </ac:spMkLst>
        </pc:spChg>
      </pc:sldChg>
      <pc:sldChg chg="modSp">
        <pc:chgData name="Andre Janse van Rensburg" userId="c242d890-f940-49be-a646-5509d964c911" providerId="ADAL" clId="{698F6CE2-575D-4FAC-A0AB-A18E1D370531}" dt="2018-07-24T04:50:07.263" v="75" actId="20577"/>
        <pc:sldMkLst>
          <pc:docMk/>
          <pc:sldMk cId="2634170730" sldId="317"/>
        </pc:sldMkLst>
        <pc:spChg chg="mod">
          <ac:chgData name="Andre Janse van Rensburg" userId="c242d890-f940-49be-a646-5509d964c911" providerId="ADAL" clId="{698F6CE2-575D-4FAC-A0AB-A18E1D370531}" dt="2018-07-24T04:50:07.263" v="75" actId="20577"/>
          <ac:spMkLst>
            <pc:docMk/>
            <pc:sldMk cId="2634170730" sldId="317"/>
            <ac:spMk id="2" creationId="{2DECD812-C35D-44FF-9FC4-BA1BFCC82567}"/>
          </ac:spMkLst>
        </pc:spChg>
      </pc:sldChg>
      <pc:sldChg chg="modSp">
        <pc:chgData name="Andre Janse van Rensburg" userId="c242d890-f940-49be-a646-5509d964c911" providerId="ADAL" clId="{698F6CE2-575D-4FAC-A0AB-A18E1D370531}" dt="2018-07-24T04:50:32.044" v="88" actId="313"/>
        <pc:sldMkLst>
          <pc:docMk/>
          <pc:sldMk cId="220860314" sldId="318"/>
        </pc:sldMkLst>
        <pc:spChg chg="mod">
          <ac:chgData name="Andre Janse van Rensburg" userId="c242d890-f940-49be-a646-5509d964c911" providerId="ADAL" clId="{698F6CE2-575D-4FAC-A0AB-A18E1D370531}" dt="2018-07-24T04:50:32.044" v="88" actId="313"/>
          <ac:spMkLst>
            <pc:docMk/>
            <pc:sldMk cId="220860314" sldId="318"/>
            <ac:spMk id="2" creationId="{6ECFB136-A7C2-4705-BED0-CC6B957A34AA}"/>
          </ac:spMkLst>
        </pc:spChg>
      </pc:sldChg>
      <pc:sldChg chg="modSp">
        <pc:chgData name="Andre Janse van Rensburg" userId="c242d890-f940-49be-a646-5509d964c911" providerId="ADAL" clId="{698F6CE2-575D-4FAC-A0AB-A18E1D370531}" dt="2018-07-24T04:50:17.267" v="86" actId="20577"/>
        <pc:sldMkLst>
          <pc:docMk/>
          <pc:sldMk cId="1824483202" sldId="319"/>
        </pc:sldMkLst>
        <pc:spChg chg="mod">
          <ac:chgData name="Andre Janse van Rensburg" userId="c242d890-f940-49be-a646-5509d964c911" providerId="ADAL" clId="{698F6CE2-575D-4FAC-A0AB-A18E1D370531}" dt="2018-07-24T04:50:17.267" v="86" actId="20577"/>
          <ac:spMkLst>
            <pc:docMk/>
            <pc:sldMk cId="1824483202" sldId="319"/>
            <ac:spMk id="2" creationId="{AD3D5A8C-5F75-4F9D-8C66-5AA00CBBCD3B}"/>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D2C1E1-E944-4E8B-8AAC-1BE3008F6AAD}" type="datetimeFigureOut">
              <a:rPr lang="en-AU" smtClean="0"/>
              <a:t>24/07/2018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4013156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18517"/>
            <a:ext cx="10364451" cy="1138975"/>
          </a:xfrm>
        </p:spPr>
        <p:txBody>
          <a:bodyPr>
            <a:normAutofit/>
          </a:bodyPr>
          <a:lstStyle>
            <a:lvl1pPr algn="r">
              <a:defRPr sz="4000"/>
            </a:lvl1pPr>
          </a:lstStyle>
          <a:p>
            <a:r>
              <a:rPr lang="en-US" dirty="0"/>
              <a:t>Click to edit Master title style</a:t>
            </a:r>
          </a:p>
        </p:txBody>
      </p:sp>
      <p:sp>
        <p:nvSpPr>
          <p:cNvPr id="12" name="Content Placeholder 2"/>
          <p:cNvSpPr>
            <a:spLocks noGrp="1"/>
          </p:cNvSpPr>
          <p:nvPr>
            <p:ph sz="quarter" idx="13"/>
          </p:nvPr>
        </p:nvSpPr>
        <p:spPr>
          <a:xfrm>
            <a:off x="913774" y="1955410"/>
            <a:ext cx="10363826" cy="4529796"/>
          </a:xfrm>
        </p:spPr>
        <p:txBody>
          <a:bodyPr>
            <a:normAutofit/>
          </a:bodyPr>
          <a:lstStyle>
            <a:lvl1pPr>
              <a:defRPr sz="3600" cap="none" baseline="0">
                <a:latin typeface="Calibri" panose="020F0502020204030204" pitchFamily="34" charset="0"/>
                <a:cs typeface="Calibri" panose="020F0502020204030204" pitchFamily="34" charset="0"/>
              </a:defRPr>
            </a:lvl1pPr>
            <a:lvl2pPr>
              <a:defRPr sz="3200" cap="none" baseline="0">
                <a:latin typeface="Calibri" panose="020F0502020204030204" pitchFamily="34" charset="0"/>
                <a:cs typeface="Calibri" panose="020F0502020204030204" pitchFamily="34" charset="0"/>
              </a:defRPr>
            </a:lvl2pPr>
            <a:lvl3pPr>
              <a:defRPr sz="2800" cap="none" baseline="0">
                <a:latin typeface="Calibri" panose="020F0502020204030204" pitchFamily="34" charset="0"/>
                <a:cs typeface="Calibri" panose="020F0502020204030204" pitchFamily="34" charset="0"/>
              </a:defRPr>
            </a:lvl3pPr>
            <a:lvl4pPr>
              <a:defRPr sz="2400" cap="none" baseline="0">
                <a:latin typeface="Calibri" panose="020F0502020204030204" pitchFamily="34" charset="0"/>
                <a:cs typeface="Calibri" panose="020F0502020204030204" pitchFamily="34" charset="0"/>
              </a:defRPr>
            </a:lvl4pPr>
            <a:lvl5pPr>
              <a:defRPr sz="2400" cap="none" baseline="0">
                <a:latin typeface="Calibri" panose="020F0502020204030204" pitchFamily="34" charset="0"/>
                <a:cs typeface="Calibri" panose="020F05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D2C1E1-E944-4E8B-8AAC-1BE3008F6AAD}" type="datetimeFigureOut">
              <a:rPr lang="en-AU" smtClean="0"/>
              <a:t>24/07/2018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2099635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6D2C1E1-E944-4E8B-8AAC-1BE3008F6AAD}" type="datetimeFigureOut">
              <a:rPr lang="en-AU" smtClean="0"/>
              <a:t>24/07/2018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137268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D2C1E1-E944-4E8B-8AAC-1BE3008F6AAD}" type="datetimeFigureOut">
              <a:rPr lang="en-AU" smtClean="0"/>
              <a:t>24/07/2018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3432551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D2C1E1-E944-4E8B-8AAC-1BE3008F6AAD}" type="datetimeFigureOut">
              <a:rPr lang="en-AU" smtClean="0"/>
              <a:t>24/07/2018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1019188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D2C1E1-E944-4E8B-8AAC-1BE3008F6AAD}" type="datetimeFigureOut">
              <a:rPr lang="en-AU" smtClean="0"/>
              <a:t>24/07/2018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3380092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76D2C1E1-E944-4E8B-8AAC-1BE3008F6AAD}" type="datetimeFigureOut">
              <a:rPr lang="en-AU" smtClean="0"/>
              <a:t>24/07/2018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1666514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D2C1E1-E944-4E8B-8AAC-1BE3008F6AAD}" type="datetimeFigureOut">
              <a:rPr lang="en-AU" smtClean="0"/>
              <a:t>24/07/2018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3145676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D2C1E1-E944-4E8B-8AAC-1BE3008F6AAD}" type="datetimeFigureOut">
              <a:rPr lang="en-AU" smtClean="0"/>
              <a:t>24/07/2018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3929207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D2C1E1-E944-4E8B-8AAC-1BE3008F6AAD}" type="datetimeFigureOut">
              <a:rPr lang="en-AU" smtClean="0"/>
              <a:t>24/07/2018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162099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D2C1E1-E944-4E8B-8AAC-1BE3008F6AAD}" type="datetimeFigureOut">
              <a:rPr lang="en-AU" smtClean="0"/>
              <a:t>24/07/2018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2098517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D2C1E1-E944-4E8B-8AAC-1BE3008F6AAD}" type="datetimeFigureOut">
              <a:rPr lang="en-AU" smtClean="0"/>
              <a:t>24/07/2018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BE228F-C59D-4486-BB46-E94802FB927D}" type="slidenum">
              <a:rPr lang="en-AU" smtClean="0"/>
              <a:t>‹#›</a:t>
            </a:fld>
            <a:endParaRPr lang="en-AU"/>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21529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6D2C1E1-E944-4E8B-8AAC-1BE3008F6AAD}" type="datetimeFigureOut">
              <a:rPr lang="en-AU" smtClean="0"/>
              <a:t>24/07/2018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2416339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6D2C1E1-E944-4E8B-8AAC-1BE3008F6AAD}" type="datetimeFigureOut">
              <a:rPr lang="en-AU" smtClean="0"/>
              <a:t>24/07/2018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254250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6D2C1E1-E944-4E8B-8AAC-1BE3008F6AAD}" type="datetimeFigureOut">
              <a:rPr lang="en-AU" smtClean="0"/>
              <a:t>24/07/2018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32643259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D2C1E1-E944-4E8B-8AAC-1BE3008F6AAD}" type="datetimeFigureOut">
              <a:rPr lang="en-AU" smtClean="0"/>
              <a:t>24/07/2018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149417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D2C1E1-E944-4E8B-8AAC-1BE3008F6AAD}" type="datetimeFigureOut">
              <a:rPr lang="en-AU" smtClean="0"/>
              <a:t>24/07/2018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BE228F-C59D-4486-BB46-E94802FB927D}" type="slidenum">
              <a:rPr lang="en-AU" smtClean="0"/>
              <a:t>‹#›</a:t>
            </a:fld>
            <a:endParaRPr lang="en-AU"/>
          </a:p>
        </p:txBody>
      </p:sp>
    </p:spTree>
    <p:extLst>
      <p:ext uri="{BB962C8B-B14F-4D97-AF65-F5344CB8AC3E}">
        <p14:creationId xmlns:p14="http://schemas.microsoft.com/office/powerpoint/2010/main" val="934611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C000"/>
            </a:gs>
            <a:gs pos="100000">
              <a:schemeClr val="bg2">
                <a:shade val="92000"/>
                <a:satMod val="170000"/>
                <a:lumMod val="96000"/>
              </a:schemeClr>
            </a:gs>
          </a:gsLst>
          <a:lin ang="5400000" scaled="0"/>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76D2C1E1-E944-4E8B-8AAC-1BE3008F6AAD}" type="datetimeFigureOut">
              <a:rPr lang="en-AU" smtClean="0"/>
              <a:t>24/07/2018</a:t>
            </a:fld>
            <a:endParaRPr lang="en-AU"/>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AU"/>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CBE228F-C59D-4486-BB46-E94802FB927D}" type="slidenum">
              <a:rPr lang="en-AU" smtClean="0"/>
              <a:t>‹#›</a:t>
            </a:fld>
            <a:endParaRPr lang="en-AU"/>
          </a:p>
        </p:txBody>
      </p:sp>
    </p:spTree>
    <p:extLst>
      <p:ext uri="{BB962C8B-B14F-4D97-AF65-F5344CB8AC3E}">
        <p14:creationId xmlns:p14="http://schemas.microsoft.com/office/powerpoint/2010/main" val="236175071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C80BD-5BA0-47A0-9464-C1BB4FD818B3}"/>
              </a:ext>
            </a:extLst>
          </p:cNvPr>
          <p:cNvSpPr>
            <a:spLocks noGrp="1"/>
          </p:cNvSpPr>
          <p:nvPr>
            <p:ph type="ctrTitle"/>
          </p:nvPr>
        </p:nvSpPr>
        <p:spPr/>
        <p:txBody>
          <a:bodyPr/>
          <a:lstStyle/>
          <a:p>
            <a:r>
              <a:rPr lang="en-AU" noProof="0" dirty="0"/>
              <a:t>Stories and Perspectives</a:t>
            </a:r>
          </a:p>
        </p:txBody>
      </p:sp>
      <p:sp>
        <p:nvSpPr>
          <p:cNvPr id="3" name="Subtitle 2">
            <a:extLst>
              <a:ext uri="{FF2B5EF4-FFF2-40B4-BE49-F238E27FC236}">
                <a16:creationId xmlns:a16="http://schemas.microsoft.com/office/drawing/2014/main" id="{E9CA1218-04A8-424A-B670-CB8F33392BF1}"/>
              </a:ext>
            </a:extLst>
          </p:cNvPr>
          <p:cNvSpPr>
            <a:spLocks noGrp="1"/>
          </p:cNvSpPr>
          <p:nvPr>
            <p:ph type="subTitle" idx="1"/>
          </p:nvPr>
        </p:nvSpPr>
        <p:spPr/>
        <p:txBody>
          <a:bodyPr/>
          <a:lstStyle/>
          <a:p>
            <a:r>
              <a:rPr lang="en-AU" noProof="0" dirty="0"/>
              <a:t>Year 12 General English</a:t>
            </a:r>
          </a:p>
          <a:p>
            <a:r>
              <a:rPr lang="en-AU" noProof="0" dirty="0"/>
              <a:t>Task 7 and 8</a:t>
            </a:r>
          </a:p>
        </p:txBody>
      </p:sp>
    </p:spTree>
    <p:extLst>
      <p:ext uri="{BB962C8B-B14F-4D97-AF65-F5344CB8AC3E}">
        <p14:creationId xmlns:p14="http://schemas.microsoft.com/office/powerpoint/2010/main" val="2762584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31664-FBC5-46B4-A664-FE5C6ECF2A3A}"/>
              </a:ext>
            </a:extLst>
          </p:cNvPr>
          <p:cNvSpPr>
            <a:spLocks noGrp="1"/>
          </p:cNvSpPr>
          <p:nvPr>
            <p:ph type="title"/>
          </p:nvPr>
        </p:nvSpPr>
        <p:spPr/>
        <p:txBody>
          <a:bodyPr/>
          <a:lstStyle/>
          <a:p>
            <a:r>
              <a:rPr lang="en-AU" noProof="0" dirty="0"/>
              <a:t>Tuesday</a:t>
            </a:r>
          </a:p>
        </p:txBody>
      </p:sp>
      <p:sp>
        <p:nvSpPr>
          <p:cNvPr id="3" name="Content Placeholder 2">
            <a:extLst>
              <a:ext uri="{FF2B5EF4-FFF2-40B4-BE49-F238E27FC236}">
                <a16:creationId xmlns:a16="http://schemas.microsoft.com/office/drawing/2014/main" id="{0507973F-D600-4432-AAC6-72F4A426BBA7}"/>
              </a:ext>
            </a:extLst>
          </p:cNvPr>
          <p:cNvSpPr>
            <a:spLocks noGrp="1"/>
          </p:cNvSpPr>
          <p:nvPr>
            <p:ph sz="quarter" idx="13"/>
          </p:nvPr>
        </p:nvSpPr>
        <p:spPr/>
        <p:txBody>
          <a:bodyPr/>
          <a:lstStyle/>
          <a:p>
            <a:r>
              <a:rPr lang="en-AU" noProof="0" dirty="0"/>
              <a:t>Learning Intentions</a:t>
            </a:r>
          </a:p>
          <a:p>
            <a:pPr lvl="1"/>
            <a:r>
              <a:rPr lang="en-AU" noProof="0" dirty="0"/>
              <a:t>To revise the conventions associated with short stories</a:t>
            </a:r>
          </a:p>
          <a:p>
            <a:pPr lvl="1"/>
            <a:endParaRPr lang="en-AU" noProof="0" dirty="0"/>
          </a:p>
          <a:p>
            <a:r>
              <a:rPr lang="en-AU" noProof="0" dirty="0"/>
              <a:t>Success Criteria</a:t>
            </a:r>
          </a:p>
          <a:p>
            <a:pPr lvl="1"/>
            <a:r>
              <a:rPr lang="en-AU" noProof="0" dirty="0"/>
              <a:t>Personal exploration of conventions</a:t>
            </a:r>
          </a:p>
          <a:p>
            <a:pPr lvl="1"/>
            <a:r>
              <a:rPr lang="en-AU" noProof="0" dirty="0"/>
              <a:t>Attended to presentation</a:t>
            </a:r>
          </a:p>
        </p:txBody>
      </p:sp>
    </p:spTree>
    <p:extLst>
      <p:ext uri="{BB962C8B-B14F-4D97-AF65-F5344CB8AC3E}">
        <p14:creationId xmlns:p14="http://schemas.microsoft.com/office/powerpoint/2010/main" val="87280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58F2-194A-480B-9747-4E988EEC1650}"/>
              </a:ext>
            </a:extLst>
          </p:cNvPr>
          <p:cNvSpPr>
            <a:spLocks noGrp="1"/>
          </p:cNvSpPr>
          <p:nvPr>
            <p:ph type="title"/>
          </p:nvPr>
        </p:nvSpPr>
        <p:spPr/>
        <p:txBody>
          <a:bodyPr/>
          <a:lstStyle/>
          <a:p>
            <a:r>
              <a:rPr lang="en-AU" noProof="0" dirty="0"/>
              <a:t>Tuesday activities</a:t>
            </a:r>
          </a:p>
        </p:txBody>
      </p:sp>
      <p:sp>
        <p:nvSpPr>
          <p:cNvPr id="3" name="Content Placeholder 2">
            <a:extLst>
              <a:ext uri="{FF2B5EF4-FFF2-40B4-BE49-F238E27FC236}">
                <a16:creationId xmlns:a16="http://schemas.microsoft.com/office/drawing/2014/main" id="{CDFACC8F-5AB4-44AE-AB42-A84AC42DF170}"/>
              </a:ext>
            </a:extLst>
          </p:cNvPr>
          <p:cNvSpPr>
            <a:spLocks noGrp="1"/>
          </p:cNvSpPr>
          <p:nvPr>
            <p:ph sz="quarter" idx="13"/>
          </p:nvPr>
        </p:nvSpPr>
        <p:spPr/>
        <p:txBody>
          <a:bodyPr/>
          <a:lstStyle/>
          <a:p>
            <a:r>
              <a:rPr lang="en-AU" b="1" noProof="0" dirty="0"/>
              <a:t>Graffiti Boards</a:t>
            </a:r>
          </a:p>
          <a:p>
            <a:pPr lvl="1"/>
            <a:r>
              <a:rPr lang="en-AU" noProof="0" dirty="0"/>
              <a:t>Four groups of four</a:t>
            </a:r>
          </a:p>
          <a:p>
            <a:pPr lvl="1"/>
            <a:r>
              <a:rPr lang="en-AU" noProof="0" dirty="0"/>
              <a:t>Each group gets a large sheet of paper</a:t>
            </a:r>
          </a:p>
          <a:p>
            <a:pPr lvl="1"/>
            <a:r>
              <a:rPr lang="en-AU" noProof="0" dirty="0"/>
              <a:t>Each person gets a different coloured marker</a:t>
            </a:r>
          </a:p>
          <a:p>
            <a:pPr lvl="1"/>
            <a:r>
              <a:rPr lang="en-AU" noProof="0" dirty="0"/>
              <a:t>Write on the “board” as much as you can remember about Short Stories and their conventions.</a:t>
            </a:r>
          </a:p>
        </p:txBody>
      </p:sp>
    </p:spTree>
    <p:extLst>
      <p:ext uri="{BB962C8B-B14F-4D97-AF65-F5344CB8AC3E}">
        <p14:creationId xmlns:p14="http://schemas.microsoft.com/office/powerpoint/2010/main" val="3742877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ACA14-91ED-4B4D-AB84-22370D2384A2}"/>
              </a:ext>
            </a:extLst>
          </p:cNvPr>
          <p:cNvSpPr>
            <a:spLocks noGrp="1"/>
          </p:cNvSpPr>
          <p:nvPr>
            <p:ph type="title"/>
          </p:nvPr>
        </p:nvSpPr>
        <p:spPr/>
        <p:txBody>
          <a:bodyPr/>
          <a:lstStyle/>
          <a:p>
            <a:r>
              <a:rPr lang="en-AU" noProof="0" dirty="0"/>
              <a:t>Tuesday Activities 2</a:t>
            </a:r>
          </a:p>
        </p:txBody>
      </p:sp>
      <p:sp>
        <p:nvSpPr>
          <p:cNvPr id="3" name="Content Placeholder 2">
            <a:extLst>
              <a:ext uri="{FF2B5EF4-FFF2-40B4-BE49-F238E27FC236}">
                <a16:creationId xmlns:a16="http://schemas.microsoft.com/office/drawing/2014/main" id="{AC3A855A-42CA-4042-B94B-5B82A7ED3217}"/>
              </a:ext>
            </a:extLst>
          </p:cNvPr>
          <p:cNvSpPr>
            <a:spLocks noGrp="1"/>
          </p:cNvSpPr>
          <p:nvPr>
            <p:ph sz="quarter" idx="13"/>
          </p:nvPr>
        </p:nvSpPr>
        <p:spPr/>
        <p:txBody>
          <a:bodyPr/>
          <a:lstStyle/>
          <a:p>
            <a:r>
              <a:rPr lang="en-AU" noProof="0" dirty="0"/>
              <a:t>Attend the presentation</a:t>
            </a:r>
          </a:p>
          <a:p>
            <a:pPr lvl="1"/>
            <a:r>
              <a:rPr lang="en-AU" noProof="0" dirty="0"/>
              <a:t>Take notes</a:t>
            </a:r>
          </a:p>
          <a:p>
            <a:r>
              <a:rPr lang="en-AU" noProof="0" dirty="0"/>
              <a:t>Infographic</a:t>
            </a:r>
          </a:p>
          <a:p>
            <a:pPr lvl="1"/>
            <a:r>
              <a:rPr lang="en-AU" noProof="0" dirty="0"/>
              <a:t>Groups of four</a:t>
            </a:r>
          </a:p>
          <a:p>
            <a:pPr lvl="1"/>
            <a:r>
              <a:rPr lang="en-AU" noProof="0" dirty="0"/>
              <a:t>Use your notes to create an infographic on short story conventions</a:t>
            </a:r>
          </a:p>
        </p:txBody>
      </p:sp>
    </p:spTree>
    <p:extLst>
      <p:ext uri="{BB962C8B-B14F-4D97-AF65-F5344CB8AC3E}">
        <p14:creationId xmlns:p14="http://schemas.microsoft.com/office/powerpoint/2010/main" val="1455019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F027D-E3F9-421D-96BF-5E4489998BBE}"/>
              </a:ext>
            </a:extLst>
          </p:cNvPr>
          <p:cNvSpPr>
            <a:spLocks noGrp="1"/>
          </p:cNvSpPr>
          <p:nvPr>
            <p:ph type="title"/>
          </p:nvPr>
        </p:nvSpPr>
        <p:spPr/>
        <p:txBody>
          <a:bodyPr/>
          <a:lstStyle/>
          <a:p>
            <a:r>
              <a:rPr lang="en-AU" noProof="0" dirty="0" err="1"/>
              <a:t>wednesday</a:t>
            </a:r>
            <a:endParaRPr lang="en-AU" noProof="0" dirty="0"/>
          </a:p>
        </p:txBody>
      </p:sp>
      <p:sp>
        <p:nvSpPr>
          <p:cNvPr id="3" name="Content Placeholder 2">
            <a:extLst>
              <a:ext uri="{FF2B5EF4-FFF2-40B4-BE49-F238E27FC236}">
                <a16:creationId xmlns:a16="http://schemas.microsoft.com/office/drawing/2014/main" id="{957A26C8-43E9-4C18-9A21-458DFD8B5AC2}"/>
              </a:ext>
            </a:extLst>
          </p:cNvPr>
          <p:cNvSpPr>
            <a:spLocks noGrp="1"/>
          </p:cNvSpPr>
          <p:nvPr>
            <p:ph sz="quarter" idx="13"/>
          </p:nvPr>
        </p:nvSpPr>
        <p:spPr/>
        <p:txBody>
          <a:bodyPr/>
          <a:lstStyle/>
          <a:p>
            <a:r>
              <a:rPr lang="en-AU" noProof="0" dirty="0"/>
              <a:t>Learning Intentions</a:t>
            </a:r>
          </a:p>
          <a:p>
            <a:pPr lvl="1"/>
            <a:r>
              <a:rPr lang="en-AU" noProof="0" dirty="0"/>
              <a:t>To compare assumptions about surfers</a:t>
            </a:r>
          </a:p>
          <a:p>
            <a:pPr marL="457200" lvl="1" indent="0">
              <a:buNone/>
            </a:pPr>
            <a:endParaRPr lang="en-AU" noProof="0" dirty="0"/>
          </a:p>
          <a:p>
            <a:r>
              <a:rPr lang="en-AU" noProof="0" dirty="0"/>
              <a:t>Success Criteria</a:t>
            </a:r>
          </a:p>
          <a:p>
            <a:pPr lvl="1"/>
            <a:r>
              <a:rPr lang="en-AU" noProof="0" dirty="0"/>
              <a:t>Compared assumptions to ideas presented</a:t>
            </a:r>
          </a:p>
          <a:p>
            <a:pPr lvl="1"/>
            <a:endParaRPr lang="en-AU" noProof="0" dirty="0"/>
          </a:p>
          <a:p>
            <a:endParaRPr lang="en-AU" noProof="0" dirty="0"/>
          </a:p>
        </p:txBody>
      </p:sp>
    </p:spTree>
    <p:extLst>
      <p:ext uri="{BB962C8B-B14F-4D97-AF65-F5344CB8AC3E}">
        <p14:creationId xmlns:p14="http://schemas.microsoft.com/office/powerpoint/2010/main" val="2409329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C0D36-B3EB-4945-A8CB-C99CEFCFDF33}"/>
              </a:ext>
            </a:extLst>
          </p:cNvPr>
          <p:cNvSpPr>
            <a:spLocks noGrp="1"/>
          </p:cNvSpPr>
          <p:nvPr>
            <p:ph type="title"/>
          </p:nvPr>
        </p:nvSpPr>
        <p:spPr/>
        <p:txBody>
          <a:bodyPr/>
          <a:lstStyle/>
          <a:p>
            <a:r>
              <a:rPr lang="en-AU" noProof="0" dirty="0"/>
              <a:t>Wednesday Activities</a:t>
            </a:r>
          </a:p>
        </p:txBody>
      </p:sp>
      <p:sp>
        <p:nvSpPr>
          <p:cNvPr id="3" name="Content Placeholder 2">
            <a:extLst>
              <a:ext uri="{FF2B5EF4-FFF2-40B4-BE49-F238E27FC236}">
                <a16:creationId xmlns:a16="http://schemas.microsoft.com/office/drawing/2014/main" id="{7C53708A-3B29-46B7-B8F6-24EC1FDBDEC1}"/>
              </a:ext>
            </a:extLst>
          </p:cNvPr>
          <p:cNvSpPr>
            <a:spLocks noGrp="1"/>
          </p:cNvSpPr>
          <p:nvPr>
            <p:ph sz="quarter" idx="13"/>
          </p:nvPr>
        </p:nvSpPr>
        <p:spPr/>
        <p:txBody>
          <a:bodyPr/>
          <a:lstStyle/>
          <a:p>
            <a:r>
              <a:rPr lang="en-AU" noProof="0" dirty="0"/>
              <a:t>Pair Work</a:t>
            </a:r>
          </a:p>
          <a:p>
            <a:pPr lvl="1"/>
            <a:r>
              <a:rPr lang="en-AU" noProof="0" dirty="0"/>
              <a:t>Handout page 2</a:t>
            </a:r>
          </a:p>
          <a:p>
            <a:pPr lvl="1"/>
            <a:r>
              <a:rPr lang="en-AU" noProof="0" dirty="0"/>
              <a:t>Brainstorm what ideas are suggested by the word ‘surfer’? </a:t>
            </a:r>
          </a:p>
          <a:p>
            <a:r>
              <a:rPr lang="en-AU" noProof="0" dirty="0"/>
              <a:t>Individual work</a:t>
            </a:r>
          </a:p>
          <a:p>
            <a:pPr lvl="1"/>
            <a:r>
              <a:rPr lang="en-AU" noProof="0" dirty="0"/>
              <a:t>Read the story “At Seventeen”</a:t>
            </a:r>
          </a:p>
          <a:p>
            <a:pPr lvl="1"/>
            <a:endParaRPr lang="en-AU" noProof="0" dirty="0"/>
          </a:p>
          <a:p>
            <a:pPr lvl="1"/>
            <a:endParaRPr lang="en-AU" noProof="0" dirty="0"/>
          </a:p>
        </p:txBody>
      </p:sp>
    </p:spTree>
    <p:extLst>
      <p:ext uri="{BB962C8B-B14F-4D97-AF65-F5344CB8AC3E}">
        <p14:creationId xmlns:p14="http://schemas.microsoft.com/office/powerpoint/2010/main" val="3408150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C2668-FBC6-4D65-B0B2-0FF73175A0FE}"/>
              </a:ext>
            </a:extLst>
          </p:cNvPr>
          <p:cNvSpPr>
            <a:spLocks noGrp="1"/>
          </p:cNvSpPr>
          <p:nvPr>
            <p:ph type="title"/>
          </p:nvPr>
        </p:nvSpPr>
        <p:spPr/>
        <p:txBody>
          <a:bodyPr/>
          <a:lstStyle/>
          <a:p>
            <a:r>
              <a:rPr lang="en-AU" noProof="0" dirty="0"/>
              <a:t>Wednesday activities</a:t>
            </a:r>
          </a:p>
        </p:txBody>
      </p:sp>
      <p:sp>
        <p:nvSpPr>
          <p:cNvPr id="3" name="Content Placeholder 2">
            <a:extLst>
              <a:ext uri="{FF2B5EF4-FFF2-40B4-BE49-F238E27FC236}">
                <a16:creationId xmlns:a16="http://schemas.microsoft.com/office/drawing/2014/main" id="{225C79A3-712C-400F-8A4A-9DE0B094336B}"/>
              </a:ext>
            </a:extLst>
          </p:cNvPr>
          <p:cNvSpPr>
            <a:spLocks noGrp="1"/>
          </p:cNvSpPr>
          <p:nvPr>
            <p:ph sz="quarter" idx="13"/>
          </p:nvPr>
        </p:nvSpPr>
        <p:spPr/>
        <p:txBody>
          <a:bodyPr/>
          <a:lstStyle/>
          <a:p>
            <a:r>
              <a:rPr lang="en-AU" noProof="0" dirty="0"/>
              <a:t>After reading the story summarise in dot points what ideas about surfers you think it promotes.</a:t>
            </a:r>
          </a:p>
          <a:p>
            <a:pPr lvl="1"/>
            <a:r>
              <a:rPr lang="en-AU" noProof="0" dirty="0"/>
              <a:t>Page 3 of the handout</a:t>
            </a:r>
          </a:p>
          <a:p>
            <a:r>
              <a:rPr lang="en-AU" noProof="0" dirty="0"/>
              <a:t>Compare the ideas about surfers before and after reading the story</a:t>
            </a:r>
          </a:p>
          <a:p>
            <a:pPr lvl="1"/>
            <a:r>
              <a:rPr lang="en-AU" noProof="0" dirty="0"/>
              <a:t>Page 4 of the handout</a:t>
            </a:r>
          </a:p>
          <a:p>
            <a:endParaRPr lang="en-AU" noProof="0" dirty="0"/>
          </a:p>
        </p:txBody>
      </p:sp>
    </p:spTree>
    <p:extLst>
      <p:ext uri="{BB962C8B-B14F-4D97-AF65-F5344CB8AC3E}">
        <p14:creationId xmlns:p14="http://schemas.microsoft.com/office/powerpoint/2010/main" val="2237631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68804-AC20-4059-8FC3-19ED270EF301}"/>
              </a:ext>
            </a:extLst>
          </p:cNvPr>
          <p:cNvSpPr>
            <a:spLocks noGrp="1"/>
          </p:cNvSpPr>
          <p:nvPr>
            <p:ph type="title"/>
          </p:nvPr>
        </p:nvSpPr>
        <p:spPr/>
        <p:txBody>
          <a:bodyPr/>
          <a:lstStyle/>
          <a:p>
            <a:r>
              <a:rPr lang="en-AU" noProof="0" dirty="0"/>
              <a:t>Thursday</a:t>
            </a:r>
          </a:p>
        </p:txBody>
      </p:sp>
      <p:sp>
        <p:nvSpPr>
          <p:cNvPr id="3" name="Content Placeholder 2">
            <a:extLst>
              <a:ext uri="{FF2B5EF4-FFF2-40B4-BE49-F238E27FC236}">
                <a16:creationId xmlns:a16="http://schemas.microsoft.com/office/drawing/2014/main" id="{4D8610AC-2D23-45B3-8FBF-9F4BC3A7E2DC}"/>
              </a:ext>
            </a:extLst>
          </p:cNvPr>
          <p:cNvSpPr>
            <a:spLocks noGrp="1"/>
          </p:cNvSpPr>
          <p:nvPr>
            <p:ph sz="quarter" idx="13"/>
          </p:nvPr>
        </p:nvSpPr>
        <p:spPr/>
        <p:txBody>
          <a:bodyPr/>
          <a:lstStyle/>
          <a:p>
            <a:r>
              <a:rPr lang="en-AU" noProof="0" dirty="0"/>
              <a:t>Learning Intentions</a:t>
            </a:r>
          </a:p>
          <a:p>
            <a:pPr lvl="1"/>
            <a:r>
              <a:rPr lang="en-AU" noProof="0" dirty="0"/>
              <a:t>To explore the genre of the story</a:t>
            </a:r>
          </a:p>
          <a:p>
            <a:pPr lvl="1"/>
            <a:endParaRPr lang="en-AU" noProof="0" dirty="0"/>
          </a:p>
          <a:p>
            <a:r>
              <a:rPr lang="en-AU" noProof="0" dirty="0"/>
              <a:t>Success Criteria</a:t>
            </a:r>
          </a:p>
          <a:p>
            <a:pPr lvl="1"/>
            <a:r>
              <a:rPr lang="en-AU" noProof="0" dirty="0"/>
              <a:t>Considered the genre of the story</a:t>
            </a:r>
          </a:p>
        </p:txBody>
      </p:sp>
    </p:spTree>
    <p:extLst>
      <p:ext uri="{BB962C8B-B14F-4D97-AF65-F5344CB8AC3E}">
        <p14:creationId xmlns:p14="http://schemas.microsoft.com/office/powerpoint/2010/main" val="1795095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3DE61-5FB2-4891-84BF-4AB15DDD0B50}"/>
              </a:ext>
            </a:extLst>
          </p:cNvPr>
          <p:cNvSpPr>
            <a:spLocks noGrp="1"/>
          </p:cNvSpPr>
          <p:nvPr>
            <p:ph type="title"/>
          </p:nvPr>
        </p:nvSpPr>
        <p:spPr/>
        <p:txBody>
          <a:bodyPr/>
          <a:lstStyle/>
          <a:p>
            <a:r>
              <a:rPr lang="en-AU" noProof="0" dirty="0"/>
              <a:t>Fairy Tales</a:t>
            </a:r>
          </a:p>
        </p:txBody>
      </p:sp>
      <p:sp>
        <p:nvSpPr>
          <p:cNvPr id="3" name="Content Placeholder 2">
            <a:extLst>
              <a:ext uri="{FF2B5EF4-FFF2-40B4-BE49-F238E27FC236}">
                <a16:creationId xmlns:a16="http://schemas.microsoft.com/office/drawing/2014/main" id="{901B55AF-ADDD-4423-B233-38B6C106369A}"/>
              </a:ext>
            </a:extLst>
          </p:cNvPr>
          <p:cNvSpPr>
            <a:spLocks noGrp="1"/>
          </p:cNvSpPr>
          <p:nvPr>
            <p:ph sz="quarter" idx="13"/>
          </p:nvPr>
        </p:nvSpPr>
        <p:spPr/>
        <p:txBody>
          <a:bodyPr/>
          <a:lstStyle/>
          <a:p>
            <a:r>
              <a:rPr lang="en-AU" noProof="0" dirty="0"/>
              <a:t>Group work</a:t>
            </a:r>
          </a:p>
          <a:p>
            <a:pPr lvl="1"/>
            <a:r>
              <a:rPr lang="en-AU" noProof="0" dirty="0"/>
              <a:t>Find and read a fairy tale: </a:t>
            </a:r>
          </a:p>
          <a:p>
            <a:pPr lvl="2"/>
            <a:r>
              <a:rPr lang="en-AU" noProof="0" dirty="0"/>
              <a:t>Snow White</a:t>
            </a:r>
          </a:p>
          <a:p>
            <a:pPr lvl="2"/>
            <a:r>
              <a:rPr lang="en-AU" noProof="0" dirty="0"/>
              <a:t>Cinderella</a:t>
            </a:r>
          </a:p>
          <a:p>
            <a:pPr lvl="2"/>
            <a:r>
              <a:rPr lang="en-AU" noProof="0" dirty="0"/>
              <a:t>Rapunzel</a:t>
            </a:r>
          </a:p>
          <a:p>
            <a:pPr lvl="1"/>
            <a:r>
              <a:rPr lang="en-AU" noProof="0" dirty="0"/>
              <a:t>Identify the structural elements of the story</a:t>
            </a:r>
          </a:p>
        </p:txBody>
      </p:sp>
    </p:spTree>
    <p:extLst>
      <p:ext uri="{BB962C8B-B14F-4D97-AF65-F5344CB8AC3E}">
        <p14:creationId xmlns:p14="http://schemas.microsoft.com/office/powerpoint/2010/main" val="2760870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3D5D8-F7C1-47BB-830B-1F005A78C242}"/>
              </a:ext>
            </a:extLst>
          </p:cNvPr>
          <p:cNvSpPr>
            <a:spLocks noGrp="1"/>
          </p:cNvSpPr>
          <p:nvPr>
            <p:ph type="title"/>
          </p:nvPr>
        </p:nvSpPr>
        <p:spPr/>
        <p:txBody>
          <a:bodyPr/>
          <a:lstStyle/>
          <a:p>
            <a:pPr algn="r"/>
            <a:r>
              <a:rPr lang="en-AU" noProof="0" dirty="0"/>
              <a:t>“at seventeen and fairy Tales</a:t>
            </a:r>
            <a:br>
              <a:rPr lang="en-AU" noProof="0" dirty="0"/>
            </a:br>
            <a:r>
              <a:rPr lang="en-AU" noProof="0" dirty="0"/>
              <a:t>Thursday Activities</a:t>
            </a:r>
          </a:p>
        </p:txBody>
      </p:sp>
      <p:sp>
        <p:nvSpPr>
          <p:cNvPr id="5" name="Text Placeholder 4">
            <a:extLst>
              <a:ext uri="{FF2B5EF4-FFF2-40B4-BE49-F238E27FC236}">
                <a16:creationId xmlns:a16="http://schemas.microsoft.com/office/drawing/2014/main" id="{C69ECD13-6BF4-4753-9D88-3830E40170A4}"/>
              </a:ext>
            </a:extLst>
          </p:cNvPr>
          <p:cNvSpPr>
            <a:spLocks noGrp="1"/>
          </p:cNvSpPr>
          <p:nvPr>
            <p:ph type="body" idx="1"/>
          </p:nvPr>
        </p:nvSpPr>
        <p:spPr>
          <a:xfrm>
            <a:off x="536728" y="1952859"/>
            <a:ext cx="4873474" cy="679994"/>
          </a:xfrm>
        </p:spPr>
        <p:txBody>
          <a:bodyPr/>
          <a:lstStyle/>
          <a:p>
            <a:r>
              <a:rPr lang="en-AU" noProof="0" dirty="0"/>
              <a:t>Fairy Tale</a:t>
            </a:r>
          </a:p>
        </p:txBody>
      </p:sp>
      <p:sp>
        <p:nvSpPr>
          <p:cNvPr id="3" name="Content Placeholder 2">
            <a:extLst>
              <a:ext uri="{FF2B5EF4-FFF2-40B4-BE49-F238E27FC236}">
                <a16:creationId xmlns:a16="http://schemas.microsoft.com/office/drawing/2014/main" id="{2D603570-AD9D-4564-8D4E-095FE9B32084}"/>
              </a:ext>
            </a:extLst>
          </p:cNvPr>
          <p:cNvSpPr>
            <a:spLocks noGrp="1"/>
          </p:cNvSpPr>
          <p:nvPr>
            <p:ph sz="quarter" idx="13"/>
          </p:nvPr>
        </p:nvSpPr>
        <p:spPr>
          <a:xfrm>
            <a:off x="131895" y="2711014"/>
            <a:ext cx="5526783" cy="3968081"/>
          </a:xfrm>
        </p:spPr>
        <p:txBody>
          <a:bodyPr>
            <a:normAutofit lnSpcReduction="10000"/>
          </a:bodyPr>
          <a:lstStyle/>
          <a:p>
            <a:r>
              <a:rPr lang="en-AU" sz="2400" cap="none" noProof="0" dirty="0"/>
              <a:t>Princess in tower.</a:t>
            </a:r>
          </a:p>
          <a:p>
            <a:r>
              <a:rPr lang="en-AU" sz="2400" cap="none" noProof="0" dirty="0"/>
              <a:t>Prince arrives on a horse.</a:t>
            </a:r>
          </a:p>
          <a:p>
            <a:r>
              <a:rPr lang="en-AU" sz="2400" cap="none" noProof="0" dirty="0"/>
              <a:t>Princess spinning at window.</a:t>
            </a:r>
          </a:p>
          <a:p>
            <a:r>
              <a:rPr lang="en-AU" sz="2400" cap="none" noProof="0" dirty="0"/>
              <a:t>Princess sees her, climbs tower, rescues her.</a:t>
            </a:r>
          </a:p>
          <a:p>
            <a:r>
              <a:rPr lang="en-AU" sz="2400" cap="none" noProof="0" dirty="0"/>
              <a:t>Princess thanks him.</a:t>
            </a:r>
          </a:p>
          <a:p>
            <a:r>
              <a:rPr lang="en-AU" sz="2400" cap="none" noProof="0" dirty="0"/>
              <a:t>Prince asks for her hand in marriage. </a:t>
            </a:r>
          </a:p>
          <a:p>
            <a:r>
              <a:rPr lang="en-AU" sz="2400" cap="none" noProof="0" dirty="0"/>
              <a:t>They live happily ever after</a:t>
            </a:r>
            <a:r>
              <a:rPr lang="en-AU" sz="3600" cap="none" noProof="0" dirty="0"/>
              <a:t>.</a:t>
            </a:r>
          </a:p>
          <a:p>
            <a:endParaRPr lang="en-AU" noProof="0" dirty="0"/>
          </a:p>
        </p:txBody>
      </p:sp>
      <p:sp>
        <p:nvSpPr>
          <p:cNvPr id="6" name="Text Placeholder 5">
            <a:extLst>
              <a:ext uri="{FF2B5EF4-FFF2-40B4-BE49-F238E27FC236}">
                <a16:creationId xmlns:a16="http://schemas.microsoft.com/office/drawing/2014/main" id="{037A6F68-D6C6-4FAB-8571-388B020DFAF2}"/>
              </a:ext>
            </a:extLst>
          </p:cNvPr>
          <p:cNvSpPr>
            <a:spLocks noGrp="1"/>
          </p:cNvSpPr>
          <p:nvPr>
            <p:ph type="body" sz="quarter" idx="3"/>
          </p:nvPr>
        </p:nvSpPr>
        <p:spPr>
          <a:xfrm>
            <a:off x="6283998" y="1952859"/>
            <a:ext cx="4881804" cy="679994"/>
          </a:xfrm>
        </p:spPr>
        <p:txBody>
          <a:bodyPr/>
          <a:lstStyle/>
          <a:p>
            <a:r>
              <a:rPr lang="en-AU" noProof="0" dirty="0"/>
              <a:t>“at seventeen”</a:t>
            </a:r>
          </a:p>
        </p:txBody>
      </p:sp>
      <p:sp>
        <p:nvSpPr>
          <p:cNvPr id="7" name="Content Placeholder 6">
            <a:extLst>
              <a:ext uri="{FF2B5EF4-FFF2-40B4-BE49-F238E27FC236}">
                <a16:creationId xmlns:a16="http://schemas.microsoft.com/office/drawing/2014/main" id="{F2330C95-F2BD-4685-91F7-E112EC3DD90F}"/>
              </a:ext>
            </a:extLst>
          </p:cNvPr>
          <p:cNvSpPr>
            <a:spLocks noGrp="1"/>
          </p:cNvSpPr>
          <p:nvPr>
            <p:ph sz="quarter" idx="14"/>
          </p:nvPr>
        </p:nvSpPr>
        <p:spPr>
          <a:xfrm>
            <a:off x="6096000" y="2711015"/>
            <a:ext cx="5867398" cy="3968080"/>
          </a:xfrm>
        </p:spPr>
        <p:txBody>
          <a:bodyPr>
            <a:normAutofit/>
          </a:bodyPr>
          <a:lstStyle/>
          <a:p>
            <a:r>
              <a:rPr lang="en-AU" sz="2200" cap="none" noProof="0" dirty="0"/>
              <a:t>Boy alone on the beach.</a:t>
            </a:r>
          </a:p>
          <a:p>
            <a:r>
              <a:rPr lang="en-AU" sz="2200" cap="none" noProof="0" dirty="0"/>
              <a:t>Girl arrives on a motorbike.</a:t>
            </a:r>
          </a:p>
          <a:p>
            <a:r>
              <a:rPr lang="en-AU" sz="2200" cap="none" noProof="0" dirty="0"/>
              <a:t>Boy surfing, gets into difficulties.</a:t>
            </a:r>
          </a:p>
          <a:p>
            <a:r>
              <a:rPr lang="en-AU" sz="2200" cap="none" noProof="0" dirty="0"/>
              <a:t>Girl watches and then saves him.</a:t>
            </a:r>
          </a:p>
          <a:p>
            <a:r>
              <a:rPr lang="en-AU" sz="2200" cap="none" noProof="0" dirty="0"/>
              <a:t>Boy thanks her.</a:t>
            </a:r>
          </a:p>
          <a:p>
            <a:r>
              <a:rPr lang="en-AU" sz="2400" cap="none" noProof="0" dirty="0"/>
              <a:t>Girls leaves, boy follows.</a:t>
            </a:r>
          </a:p>
          <a:p>
            <a:r>
              <a:rPr lang="en-AU" sz="2400" cap="none" noProof="0" dirty="0"/>
              <a:t>…???</a:t>
            </a:r>
          </a:p>
        </p:txBody>
      </p:sp>
    </p:spTree>
    <p:extLst>
      <p:ext uri="{BB962C8B-B14F-4D97-AF65-F5344CB8AC3E}">
        <p14:creationId xmlns:p14="http://schemas.microsoft.com/office/powerpoint/2010/main" val="95339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9CF490-9496-4C01-AC1F-5898F8DC4F0C}"/>
              </a:ext>
            </a:extLst>
          </p:cNvPr>
          <p:cNvSpPr>
            <a:spLocks noGrp="1"/>
          </p:cNvSpPr>
          <p:nvPr>
            <p:ph type="title"/>
          </p:nvPr>
        </p:nvSpPr>
        <p:spPr/>
        <p:txBody>
          <a:bodyPr>
            <a:normAutofit fontScale="90000"/>
          </a:bodyPr>
          <a:lstStyle/>
          <a:p>
            <a:r>
              <a:rPr lang="en-AU" noProof="0" dirty="0"/>
              <a:t>“At seventeen”: intentions and theme</a:t>
            </a:r>
            <a:br>
              <a:rPr lang="en-AU" noProof="0" dirty="0"/>
            </a:br>
            <a:r>
              <a:rPr lang="en-AU" noProof="0" dirty="0"/>
              <a:t>Thursday Activities</a:t>
            </a:r>
          </a:p>
        </p:txBody>
      </p:sp>
      <p:sp>
        <p:nvSpPr>
          <p:cNvPr id="8" name="Content Placeholder 7">
            <a:extLst>
              <a:ext uri="{FF2B5EF4-FFF2-40B4-BE49-F238E27FC236}">
                <a16:creationId xmlns:a16="http://schemas.microsoft.com/office/drawing/2014/main" id="{E42C2450-BF34-409B-A829-93A5A4FF91E7}"/>
              </a:ext>
            </a:extLst>
          </p:cNvPr>
          <p:cNvSpPr>
            <a:spLocks noGrp="1"/>
          </p:cNvSpPr>
          <p:nvPr>
            <p:ph sz="quarter" idx="13"/>
          </p:nvPr>
        </p:nvSpPr>
        <p:spPr>
          <a:xfrm>
            <a:off x="176981" y="1955409"/>
            <a:ext cx="11680722" cy="4769855"/>
          </a:xfrm>
        </p:spPr>
        <p:txBody>
          <a:bodyPr>
            <a:normAutofit fontScale="92500" lnSpcReduction="20000"/>
          </a:bodyPr>
          <a:lstStyle/>
          <a:p>
            <a:r>
              <a:rPr lang="en-AU" noProof="0" dirty="0"/>
              <a:t>Individual and Class Work</a:t>
            </a:r>
          </a:p>
          <a:p>
            <a:pPr lvl="1"/>
            <a:r>
              <a:rPr lang="en-AU" noProof="0" dirty="0"/>
              <a:t>Word Splash</a:t>
            </a:r>
          </a:p>
          <a:p>
            <a:pPr lvl="2"/>
            <a:r>
              <a:rPr lang="en-AU" noProof="0" dirty="0"/>
              <a:t>Each student gets ONE post-it note</a:t>
            </a:r>
          </a:p>
          <a:p>
            <a:pPr lvl="1"/>
            <a:r>
              <a:rPr lang="en-AU" noProof="0" dirty="0"/>
              <a:t>Write ONE word on the note to summarise the intention of the story “At Seventeen”</a:t>
            </a:r>
          </a:p>
          <a:p>
            <a:pPr lvl="2"/>
            <a:r>
              <a:rPr lang="en-AU" noProof="0" dirty="0"/>
              <a:t>Place the note on the board</a:t>
            </a:r>
          </a:p>
          <a:p>
            <a:pPr lvl="1"/>
            <a:r>
              <a:rPr lang="en-AU" noProof="0" dirty="0"/>
              <a:t>Write ONE word on the note to summarise the theme of the story “At Seventeen”</a:t>
            </a:r>
          </a:p>
          <a:p>
            <a:pPr lvl="2"/>
            <a:r>
              <a:rPr lang="en-AU" noProof="0" dirty="0"/>
              <a:t>Place the note on the board</a:t>
            </a:r>
          </a:p>
          <a:p>
            <a:pPr lvl="1"/>
            <a:endParaRPr lang="en-AU" noProof="0" dirty="0"/>
          </a:p>
          <a:p>
            <a:endParaRPr lang="en-AU" noProof="0" dirty="0"/>
          </a:p>
        </p:txBody>
      </p:sp>
    </p:spTree>
    <p:extLst>
      <p:ext uri="{BB962C8B-B14F-4D97-AF65-F5344CB8AC3E}">
        <p14:creationId xmlns:p14="http://schemas.microsoft.com/office/powerpoint/2010/main" val="3609558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C9EA9-DCBB-4DED-A300-108DC114DD33}"/>
              </a:ext>
            </a:extLst>
          </p:cNvPr>
          <p:cNvSpPr>
            <a:spLocks noGrp="1"/>
          </p:cNvSpPr>
          <p:nvPr>
            <p:ph type="title"/>
          </p:nvPr>
        </p:nvSpPr>
        <p:spPr/>
        <p:txBody>
          <a:bodyPr>
            <a:normAutofit fontScale="90000"/>
          </a:bodyPr>
          <a:lstStyle/>
          <a:p>
            <a:r>
              <a:rPr lang="en-AU" noProof="0" dirty="0"/>
              <a:t>Genre</a:t>
            </a:r>
            <a:br>
              <a:rPr lang="en-AU" noProof="0" dirty="0"/>
            </a:br>
            <a:r>
              <a:rPr lang="en-AU" noProof="0" dirty="0"/>
              <a:t>Thursday Activities</a:t>
            </a:r>
          </a:p>
        </p:txBody>
      </p:sp>
      <p:sp>
        <p:nvSpPr>
          <p:cNvPr id="3" name="Content Placeholder 2">
            <a:extLst>
              <a:ext uri="{FF2B5EF4-FFF2-40B4-BE49-F238E27FC236}">
                <a16:creationId xmlns:a16="http://schemas.microsoft.com/office/drawing/2014/main" id="{75A5A0E0-4248-4374-BE40-76FEBBE90047}"/>
              </a:ext>
            </a:extLst>
          </p:cNvPr>
          <p:cNvSpPr>
            <a:spLocks noGrp="1"/>
          </p:cNvSpPr>
          <p:nvPr>
            <p:ph sz="quarter" idx="13"/>
          </p:nvPr>
        </p:nvSpPr>
        <p:spPr/>
        <p:txBody>
          <a:bodyPr>
            <a:normAutofit fontScale="92500" lnSpcReduction="20000"/>
          </a:bodyPr>
          <a:lstStyle/>
          <a:p>
            <a:r>
              <a:rPr lang="en-AU" noProof="0" dirty="0"/>
              <a:t>What does the term genre mean?</a:t>
            </a:r>
          </a:p>
          <a:p>
            <a:pPr lvl="1"/>
            <a:r>
              <a:rPr lang="en-AU" noProof="0" dirty="0"/>
              <a:t>a style or category of art, music, or literature.</a:t>
            </a:r>
          </a:p>
          <a:p>
            <a:r>
              <a:rPr lang="en-AU" noProof="0" dirty="0"/>
              <a:t>List some genres seen on TV</a:t>
            </a:r>
          </a:p>
          <a:p>
            <a:pPr lvl="1"/>
            <a:r>
              <a:rPr lang="en-AU" noProof="0" dirty="0"/>
              <a:t>Crime</a:t>
            </a:r>
          </a:p>
          <a:p>
            <a:pPr lvl="1"/>
            <a:r>
              <a:rPr lang="en-AU" noProof="0" dirty="0"/>
              <a:t>Action</a:t>
            </a:r>
          </a:p>
          <a:p>
            <a:pPr lvl="1"/>
            <a:r>
              <a:rPr lang="en-AU" noProof="0" dirty="0"/>
              <a:t>Thriller</a:t>
            </a:r>
          </a:p>
          <a:p>
            <a:pPr lvl="1"/>
            <a:r>
              <a:rPr lang="en-AU" noProof="0" dirty="0"/>
              <a:t>Romance</a:t>
            </a:r>
          </a:p>
          <a:p>
            <a:pPr lvl="1"/>
            <a:r>
              <a:rPr lang="en-AU" noProof="0" dirty="0"/>
              <a:t>Comedy </a:t>
            </a:r>
          </a:p>
        </p:txBody>
      </p:sp>
    </p:spTree>
    <p:extLst>
      <p:ext uri="{BB962C8B-B14F-4D97-AF65-F5344CB8AC3E}">
        <p14:creationId xmlns:p14="http://schemas.microsoft.com/office/powerpoint/2010/main" val="274526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D40A8-5A20-4FDD-8072-BF3ABCCB0DB0}"/>
              </a:ext>
            </a:extLst>
          </p:cNvPr>
          <p:cNvSpPr>
            <a:spLocks noGrp="1"/>
          </p:cNvSpPr>
          <p:nvPr>
            <p:ph type="title"/>
          </p:nvPr>
        </p:nvSpPr>
        <p:spPr/>
        <p:txBody>
          <a:bodyPr>
            <a:normAutofit fontScale="90000"/>
          </a:bodyPr>
          <a:lstStyle/>
          <a:p>
            <a:r>
              <a:rPr lang="en-AU" noProof="0" dirty="0"/>
              <a:t>Genre</a:t>
            </a:r>
            <a:br>
              <a:rPr lang="en-AU" noProof="0" dirty="0"/>
            </a:br>
            <a:r>
              <a:rPr lang="en-AU" noProof="0" dirty="0"/>
              <a:t>Thursday activities </a:t>
            </a:r>
          </a:p>
        </p:txBody>
      </p:sp>
      <p:sp>
        <p:nvSpPr>
          <p:cNvPr id="3" name="Content Placeholder 2">
            <a:extLst>
              <a:ext uri="{FF2B5EF4-FFF2-40B4-BE49-F238E27FC236}">
                <a16:creationId xmlns:a16="http://schemas.microsoft.com/office/drawing/2014/main" id="{B608CC52-BC3B-42E5-84C4-C99686EC7B1B}"/>
              </a:ext>
            </a:extLst>
          </p:cNvPr>
          <p:cNvSpPr>
            <a:spLocks noGrp="1"/>
          </p:cNvSpPr>
          <p:nvPr>
            <p:ph sz="quarter" idx="13"/>
          </p:nvPr>
        </p:nvSpPr>
        <p:spPr>
          <a:xfrm>
            <a:off x="913774" y="1955410"/>
            <a:ext cx="10363826" cy="3424973"/>
          </a:xfrm>
        </p:spPr>
        <p:txBody>
          <a:bodyPr/>
          <a:lstStyle/>
          <a:p>
            <a:r>
              <a:rPr lang="en-AU" noProof="0" dirty="0"/>
              <a:t>See PowerPoint on Genres</a:t>
            </a:r>
          </a:p>
          <a:p>
            <a:r>
              <a:rPr lang="en-AU" noProof="0" dirty="0"/>
              <a:t>Group Activity</a:t>
            </a:r>
          </a:p>
          <a:p>
            <a:pPr lvl="1"/>
            <a:r>
              <a:rPr lang="en-AU" noProof="0" dirty="0"/>
              <a:t>Redesign the story “At Seventeen” in genre of own choice</a:t>
            </a:r>
          </a:p>
        </p:txBody>
      </p:sp>
    </p:spTree>
    <p:extLst>
      <p:ext uri="{BB962C8B-B14F-4D97-AF65-F5344CB8AC3E}">
        <p14:creationId xmlns:p14="http://schemas.microsoft.com/office/powerpoint/2010/main" val="2413623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827B-2B5F-49FC-AD87-E3C7D576CB2E}"/>
              </a:ext>
            </a:extLst>
          </p:cNvPr>
          <p:cNvSpPr>
            <a:spLocks noGrp="1"/>
          </p:cNvSpPr>
          <p:nvPr>
            <p:ph type="title"/>
          </p:nvPr>
        </p:nvSpPr>
        <p:spPr/>
        <p:txBody>
          <a:bodyPr/>
          <a:lstStyle/>
          <a:p>
            <a:r>
              <a:rPr lang="en-AU" noProof="0" dirty="0"/>
              <a:t>Monday 11/06</a:t>
            </a:r>
          </a:p>
        </p:txBody>
      </p:sp>
      <p:sp>
        <p:nvSpPr>
          <p:cNvPr id="3" name="Content Placeholder 2">
            <a:extLst>
              <a:ext uri="{FF2B5EF4-FFF2-40B4-BE49-F238E27FC236}">
                <a16:creationId xmlns:a16="http://schemas.microsoft.com/office/drawing/2014/main" id="{42EB7124-FEDD-41EC-85A0-023BD1D33EF0}"/>
              </a:ext>
            </a:extLst>
          </p:cNvPr>
          <p:cNvSpPr>
            <a:spLocks noGrp="1"/>
          </p:cNvSpPr>
          <p:nvPr>
            <p:ph sz="quarter" idx="13"/>
          </p:nvPr>
        </p:nvSpPr>
        <p:spPr/>
        <p:txBody>
          <a:bodyPr/>
          <a:lstStyle/>
          <a:p>
            <a:r>
              <a:rPr lang="en-AU" noProof="0" dirty="0"/>
              <a:t>Learning Intentions</a:t>
            </a:r>
          </a:p>
          <a:p>
            <a:pPr lvl="1"/>
            <a:r>
              <a:rPr lang="en-AU" noProof="0" dirty="0"/>
              <a:t>To write an ending to the story in the form of another genre</a:t>
            </a:r>
          </a:p>
          <a:p>
            <a:pPr lvl="1"/>
            <a:endParaRPr lang="en-AU" noProof="0" dirty="0"/>
          </a:p>
          <a:p>
            <a:r>
              <a:rPr lang="en-AU" noProof="0" dirty="0"/>
              <a:t>Success Criteria</a:t>
            </a:r>
          </a:p>
          <a:p>
            <a:pPr lvl="1"/>
            <a:r>
              <a:rPr lang="en-AU" noProof="0" dirty="0"/>
              <a:t>Completed writing of the ending in one genre</a:t>
            </a:r>
          </a:p>
        </p:txBody>
      </p:sp>
    </p:spTree>
    <p:extLst>
      <p:ext uri="{BB962C8B-B14F-4D97-AF65-F5344CB8AC3E}">
        <p14:creationId xmlns:p14="http://schemas.microsoft.com/office/powerpoint/2010/main" val="652514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A861A-FC88-4AC2-84D8-66B24F558977}"/>
              </a:ext>
            </a:extLst>
          </p:cNvPr>
          <p:cNvSpPr>
            <a:spLocks noGrp="1"/>
          </p:cNvSpPr>
          <p:nvPr>
            <p:ph type="title"/>
          </p:nvPr>
        </p:nvSpPr>
        <p:spPr/>
        <p:txBody>
          <a:bodyPr/>
          <a:lstStyle/>
          <a:p>
            <a:r>
              <a:rPr lang="en-AU" noProof="0" dirty="0"/>
              <a:t>Monday Activity</a:t>
            </a:r>
          </a:p>
        </p:txBody>
      </p:sp>
      <p:sp>
        <p:nvSpPr>
          <p:cNvPr id="3" name="Content Placeholder 2">
            <a:extLst>
              <a:ext uri="{FF2B5EF4-FFF2-40B4-BE49-F238E27FC236}">
                <a16:creationId xmlns:a16="http://schemas.microsoft.com/office/drawing/2014/main" id="{955AFEF5-2614-41A0-A9F1-84C54B32A0A2}"/>
              </a:ext>
            </a:extLst>
          </p:cNvPr>
          <p:cNvSpPr>
            <a:spLocks noGrp="1"/>
          </p:cNvSpPr>
          <p:nvPr>
            <p:ph sz="quarter" idx="13"/>
          </p:nvPr>
        </p:nvSpPr>
        <p:spPr/>
        <p:txBody>
          <a:bodyPr>
            <a:normAutofit lnSpcReduction="10000"/>
          </a:bodyPr>
          <a:lstStyle/>
          <a:p>
            <a:r>
              <a:rPr lang="en-AU" noProof="0" dirty="0"/>
              <a:t>Individual</a:t>
            </a:r>
          </a:p>
          <a:p>
            <a:pPr lvl="1"/>
            <a:r>
              <a:rPr lang="en-AU" noProof="0" dirty="0"/>
              <a:t>Complete the research on your chose genre</a:t>
            </a:r>
          </a:p>
          <a:p>
            <a:pPr lvl="1"/>
            <a:r>
              <a:rPr lang="en-AU" noProof="0" dirty="0"/>
              <a:t>Outline the story “At 17” in the genre of your choice</a:t>
            </a:r>
          </a:p>
          <a:p>
            <a:pPr lvl="1"/>
            <a:r>
              <a:rPr lang="en-AU" noProof="0" dirty="0"/>
              <a:t>Play special attention to the ending</a:t>
            </a:r>
          </a:p>
          <a:p>
            <a:r>
              <a:rPr lang="en-AU" noProof="0" dirty="0"/>
              <a:t>Write an ending to the story in the genre of your choice</a:t>
            </a:r>
          </a:p>
          <a:p>
            <a:pPr lvl="1"/>
            <a:r>
              <a:rPr lang="en-AU" noProof="0" dirty="0"/>
              <a:t>Use the lined paper attached to the planning sheet</a:t>
            </a:r>
          </a:p>
        </p:txBody>
      </p:sp>
    </p:spTree>
    <p:extLst>
      <p:ext uri="{BB962C8B-B14F-4D97-AF65-F5344CB8AC3E}">
        <p14:creationId xmlns:p14="http://schemas.microsoft.com/office/powerpoint/2010/main" val="1571081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6246-AD46-4498-89ED-7F1C194D3843}"/>
              </a:ext>
            </a:extLst>
          </p:cNvPr>
          <p:cNvSpPr>
            <a:spLocks noGrp="1"/>
          </p:cNvSpPr>
          <p:nvPr>
            <p:ph type="title"/>
          </p:nvPr>
        </p:nvSpPr>
        <p:spPr/>
        <p:txBody>
          <a:bodyPr/>
          <a:lstStyle/>
          <a:p>
            <a:r>
              <a:rPr lang="en-AU" noProof="0" dirty="0"/>
              <a:t>Tuesday 12-06</a:t>
            </a:r>
          </a:p>
        </p:txBody>
      </p:sp>
      <p:sp>
        <p:nvSpPr>
          <p:cNvPr id="3" name="Content Placeholder 2">
            <a:extLst>
              <a:ext uri="{FF2B5EF4-FFF2-40B4-BE49-F238E27FC236}">
                <a16:creationId xmlns:a16="http://schemas.microsoft.com/office/drawing/2014/main" id="{C80F79A6-59DD-498D-A2D1-BE48E50BA938}"/>
              </a:ext>
            </a:extLst>
          </p:cNvPr>
          <p:cNvSpPr>
            <a:spLocks noGrp="1"/>
          </p:cNvSpPr>
          <p:nvPr>
            <p:ph sz="quarter" idx="13"/>
          </p:nvPr>
        </p:nvSpPr>
        <p:spPr/>
        <p:txBody>
          <a:bodyPr/>
          <a:lstStyle/>
          <a:p>
            <a:r>
              <a:rPr lang="en-AU" noProof="0" dirty="0"/>
              <a:t>Learning Intentions</a:t>
            </a:r>
          </a:p>
          <a:p>
            <a:pPr lvl="1"/>
            <a:r>
              <a:rPr lang="en-AU" noProof="0" dirty="0"/>
              <a:t>To write an ending to the story in the form of another genre</a:t>
            </a:r>
          </a:p>
          <a:p>
            <a:pPr lvl="1"/>
            <a:endParaRPr lang="en-AU" noProof="0" dirty="0"/>
          </a:p>
          <a:p>
            <a:r>
              <a:rPr lang="en-AU" noProof="0" dirty="0"/>
              <a:t>Success Criteria</a:t>
            </a:r>
          </a:p>
          <a:p>
            <a:pPr lvl="1"/>
            <a:r>
              <a:rPr lang="en-AU" noProof="0" dirty="0"/>
              <a:t>Completed writing of the ending in one genre</a:t>
            </a:r>
          </a:p>
          <a:p>
            <a:endParaRPr lang="en-AU" noProof="0" dirty="0"/>
          </a:p>
        </p:txBody>
      </p:sp>
    </p:spTree>
    <p:extLst>
      <p:ext uri="{BB962C8B-B14F-4D97-AF65-F5344CB8AC3E}">
        <p14:creationId xmlns:p14="http://schemas.microsoft.com/office/powerpoint/2010/main" val="1850413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08F10-E8B5-4214-9FA5-6113AA4BF92D}"/>
              </a:ext>
            </a:extLst>
          </p:cNvPr>
          <p:cNvSpPr>
            <a:spLocks noGrp="1"/>
          </p:cNvSpPr>
          <p:nvPr>
            <p:ph type="title"/>
          </p:nvPr>
        </p:nvSpPr>
        <p:spPr/>
        <p:txBody>
          <a:bodyPr/>
          <a:lstStyle/>
          <a:p>
            <a:r>
              <a:rPr lang="en-AU" noProof="0" dirty="0"/>
              <a:t>Tuesday activities</a:t>
            </a:r>
          </a:p>
        </p:txBody>
      </p:sp>
      <p:sp>
        <p:nvSpPr>
          <p:cNvPr id="3" name="Content Placeholder 2">
            <a:extLst>
              <a:ext uri="{FF2B5EF4-FFF2-40B4-BE49-F238E27FC236}">
                <a16:creationId xmlns:a16="http://schemas.microsoft.com/office/drawing/2014/main" id="{9CA8527C-7C15-499A-89E8-6952CE900C33}"/>
              </a:ext>
            </a:extLst>
          </p:cNvPr>
          <p:cNvSpPr>
            <a:spLocks noGrp="1"/>
          </p:cNvSpPr>
          <p:nvPr>
            <p:ph sz="quarter" idx="13"/>
          </p:nvPr>
        </p:nvSpPr>
        <p:spPr>
          <a:xfrm>
            <a:off x="913774" y="1404730"/>
            <a:ext cx="10363826" cy="5080476"/>
          </a:xfrm>
        </p:spPr>
        <p:txBody>
          <a:bodyPr>
            <a:normAutofit/>
          </a:bodyPr>
          <a:lstStyle/>
          <a:p>
            <a:r>
              <a:rPr lang="en-AU" noProof="0" dirty="0"/>
              <a:t>Individual</a:t>
            </a:r>
          </a:p>
          <a:p>
            <a:pPr lvl="1"/>
            <a:r>
              <a:rPr lang="en-AU" noProof="0" dirty="0"/>
              <a:t>Conduct research on a folk tales as a genre</a:t>
            </a:r>
            <a:br>
              <a:rPr lang="en-AU" noProof="0" dirty="0"/>
            </a:br>
            <a:endParaRPr lang="en-AU" noProof="0" dirty="0"/>
          </a:p>
          <a:p>
            <a:r>
              <a:rPr lang="en-AU" noProof="0" dirty="0"/>
              <a:t>Write an ending to the story as a folk tale</a:t>
            </a:r>
          </a:p>
          <a:p>
            <a:pPr lvl="1"/>
            <a:r>
              <a:rPr lang="en-AU" noProof="0" dirty="0"/>
              <a:t>Use the lined paper attached to the planning sheet</a:t>
            </a:r>
          </a:p>
          <a:p>
            <a:pPr lvl="1"/>
            <a:r>
              <a:rPr lang="en-AU" noProof="0" dirty="0"/>
              <a:t>Write on the reverse side  -which should be blank</a:t>
            </a:r>
          </a:p>
          <a:p>
            <a:endParaRPr lang="en-AU" noProof="0" dirty="0"/>
          </a:p>
        </p:txBody>
      </p:sp>
    </p:spTree>
    <p:extLst>
      <p:ext uri="{BB962C8B-B14F-4D97-AF65-F5344CB8AC3E}">
        <p14:creationId xmlns:p14="http://schemas.microsoft.com/office/powerpoint/2010/main" val="3653986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0963-7F17-4812-A28C-B9018F4DA3EC}"/>
              </a:ext>
            </a:extLst>
          </p:cNvPr>
          <p:cNvSpPr>
            <a:spLocks noGrp="1"/>
          </p:cNvSpPr>
          <p:nvPr>
            <p:ph type="title"/>
          </p:nvPr>
        </p:nvSpPr>
        <p:spPr/>
        <p:txBody>
          <a:bodyPr/>
          <a:lstStyle/>
          <a:p>
            <a:r>
              <a:rPr lang="en-AU" noProof="0" dirty="0"/>
              <a:t>Wednesday 13-06</a:t>
            </a:r>
          </a:p>
        </p:txBody>
      </p:sp>
      <p:sp>
        <p:nvSpPr>
          <p:cNvPr id="3" name="Content Placeholder 2">
            <a:extLst>
              <a:ext uri="{FF2B5EF4-FFF2-40B4-BE49-F238E27FC236}">
                <a16:creationId xmlns:a16="http://schemas.microsoft.com/office/drawing/2014/main" id="{B2BDC457-61F9-4A16-89B9-494D096566C0}"/>
              </a:ext>
            </a:extLst>
          </p:cNvPr>
          <p:cNvSpPr>
            <a:spLocks noGrp="1"/>
          </p:cNvSpPr>
          <p:nvPr>
            <p:ph sz="quarter" idx="13"/>
          </p:nvPr>
        </p:nvSpPr>
        <p:spPr/>
        <p:txBody>
          <a:bodyPr/>
          <a:lstStyle/>
          <a:p>
            <a:r>
              <a:rPr lang="en-AU" noProof="0" dirty="0"/>
              <a:t>Learning Intentions</a:t>
            </a:r>
          </a:p>
          <a:p>
            <a:pPr lvl="1"/>
            <a:r>
              <a:rPr lang="en-AU" noProof="0" dirty="0"/>
              <a:t>To examine the influence of gender stereotyping</a:t>
            </a:r>
          </a:p>
          <a:p>
            <a:pPr lvl="1"/>
            <a:endParaRPr lang="en-AU" noProof="0" dirty="0"/>
          </a:p>
          <a:p>
            <a:r>
              <a:rPr lang="en-AU" noProof="0" dirty="0"/>
              <a:t>Success Criteria</a:t>
            </a:r>
          </a:p>
          <a:p>
            <a:pPr lvl="1"/>
            <a:r>
              <a:rPr lang="en-AU" noProof="0" dirty="0"/>
              <a:t>Completed the activities on pages 7 and 8</a:t>
            </a:r>
          </a:p>
        </p:txBody>
      </p:sp>
    </p:spTree>
    <p:extLst>
      <p:ext uri="{BB962C8B-B14F-4D97-AF65-F5344CB8AC3E}">
        <p14:creationId xmlns:p14="http://schemas.microsoft.com/office/powerpoint/2010/main" val="59216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ED7DF-8466-4C2A-9BAB-05725E3E2BCC}"/>
              </a:ext>
            </a:extLst>
          </p:cNvPr>
          <p:cNvSpPr>
            <a:spLocks noGrp="1"/>
          </p:cNvSpPr>
          <p:nvPr>
            <p:ph type="title"/>
          </p:nvPr>
        </p:nvSpPr>
        <p:spPr/>
        <p:txBody>
          <a:bodyPr>
            <a:normAutofit fontScale="90000"/>
          </a:bodyPr>
          <a:lstStyle/>
          <a:p>
            <a:r>
              <a:rPr lang="en-AU" noProof="0" dirty="0"/>
              <a:t>Gender stereotypes </a:t>
            </a:r>
            <a:br>
              <a:rPr lang="en-AU" noProof="0" dirty="0"/>
            </a:br>
            <a:r>
              <a:rPr lang="en-AU" noProof="0" dirty="0"/>
              <a:t>Wednesday activities</a:t>
            </a:r>
          </a:p>
        </p:txBody>
      </p:sp>
      <p:sp>
        <p:nvSpPr>
          <p:cNvPr id="3" name="Content Placeholder 2">
            <a:extLst>
              <a:ext uri="{FF2B5EF4-FFF2-40B4-BE49-F238E27FC236}">
                <a16:creationId xmlns:a16="http://schemas.microsoft.com/office/drawing/2014/main" id="{8369DED6-3652-4E25-A034-8732134AD7A0}"/>
              </a:ext>
            </a:extLst>
          </p:cNvPr>
          <p:cNvSpPr>
            <a:spLocks noGrp="1"/>
          </p:cNvSpPr>
          <p:nvPr>
            <p:ph sz="quarter" idx="13"/>
          </p:nvPr>
        </p:nvSpPr>
        <p:spPr/>
        <p:txBody>
          <a:bodyPr>
            <a:normAutofit/>
          </a:bodyPr>
          <a:lstStyle/>
          <a:p>
            <a:r>
              <a:rPr lang="en-AU" noProof="0" dirty="0"/>
              <a:t>Gender is involved in both </a:t>
            </a:r>
            <a:r>
              <a:rPr lang="en-AU" i="1" noProof="0" dirty="0"/>
              <a:t>what </a:t>
            </a:r>
            <a:r>
              <a:rPr lang="en-AU" noProof="0" dirty="0"/>
              <a:t>and </a:t>
            </a:r>
            <a:r>
              <a:rPr lang="en-AU" i="1" noProof="0" dirty="0"/>
              <a:t>how </a:t>
            </a:r>
            <a:r>
              <a:rPr lang="en-AU" noProof="0" dirty="0"/>
              <a:t>you read.</a:t>
            </a:r>
            <a:br>
              <a:rPr lang="en-AU" noProof="0" dirty="0"/>
            </a:br>
            <a:endParaRPr lang="en-AU" noProof="0" dirty="0"/>
          </a:p>
          <a:p>
            <a:r>
              <a:rPr lang="en-AU" noProof="0" dirty="0"/>
              <a:t>Assigning Gender: </a:t>
            </a:r>
          </a:p>
          <a:p>
            <a:pPr lvl="1"/>
            <a:r>
              <a:rPr lang="en-AU" noProof="0" dirty="0"/>
              <a:t>In pairs read texts 1 and 2 below.  They are written in the first person.  Assign a gender to the ‘speaker’ in each and give your reasons</a:t>
            </a:r>
          </a:p>
        </p:txBody>
      </p:sp>
    </p:spTree>
    <p:extLst>
      <p:ext uri="{BB962C8B-B14F-4D97-AF65-F5344CB8AC3E}">
        <p14:creationId xmlns:p14="http://schemas.microsoft.com/office/powerpoint/2010/main" val="4014894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B9375-4D7F-469A-A6E4-2196E91475C6}"/>
              </a:ext>
            </a:extLst>
          </p:cNvPr>
          <p:cNvSpPr>
            <a:spLocks noGrp="1"/>
          </p:cNvSpPr>
          <p:nvPr>
            <p:ph type="title"/>
          </p:nvPr>
        </p:nvSpPr>
        <p:spPr/>
        <p:txBody>
          <a:bodyPr>
            <a:normAutofit fontScale="90000"/>
          </a:bodyPr>
          <a:lstStyle/>
          <a:p>
            <a:r>
              <a:rPr lang="en-AU" noProof="0" dirty="0"/>
              <a:t>Gender stereotypes</a:t>
            </a:r>
            <a:br>
              <a:rPr lang="en-AU" noProof="0" dirty="0"/>
            </a:br>
            <a:r>
              <a:rPr lang="en-AU" noProof="0" dirty="0"/>
              <a:t>Wednesday activity </a:t>
            </a:r>
          </a:p>
        </p:txBody>
      </p:sp>
      <p:sp>
        <p:nvSpPr>
          <p:cNvPr id="3" name="Content Placeholder 2">
            <a:extLst>
              <a:ext uri="{FF2B5EF4-FFF2-40B4-BE49-F238E27FC236}">
                <a16:creationId xmlns:a16="http://schemas.microsoft.com/office/drawing/2014/main" id="{906671ED-5AF6-4642-BFC9-3D4369B0C5A8}"/>
              </a:ext>
            </a:extLst>
          </p:cNvPr>
          <p:cNvSpPr>
            <a:spLocks noGrp="1"/>
          </p:cNvSpPr>
          <p:nvPr>
            <p:ph sz="quarter" idx="13"/>
          </p:nvPr>
        </p:nvSpPr>
        <p:spPr/>
        <p:txBody>
          <a:bodyPr>
            <a:normAutofit fontScale="92500" lnSpcReduction="10000"/>
          </a:bodyPr>
          <a:lstStyle/>
          <a:p>
            <a:r>
              <a:rPr lang="en-AU" noProof="0" dirty="0"/>
              <a:t>Changing Gender: </a:t>
            </a:r>
          </a:p>
          <a:p>
            <a:pPr lvl="1"/>
            <a:r>
              <a:rPr lang="en-AU" noProof="0" dirty="0"/>
              <a:t>The passage from ‘Debut ‘ by Kristin Hunter is printed in two versions with the genders of the characters swapped. </a:t>
            </a:r>
          </a:p>
          <a:p>
            <a:r>
              <a:rPr lang="en-AU" noProof="0" dirty="0"/>
              <a:t>Discuss the passage and say what type of male or female stereotype you think the characters are.  </a:t>
            </a:r>
          </a:p>
          <a:p>
            <a:pPr lvl="1"/>
            <a:r>
              <a:rPr lang="en-AU" noProof="0" dirty="0"/>
              <a:t>Why do you think that is?</a:t>
            </a:r>
          </a:p>
          <a:p>
            <a:r>
              <a:rPr lang="en-AU" noProof="0" dirty="0"/>
              <a:t>Briefly give your ideas about each of the characters</a:t>
            </a:r>
          </a:p>
          <a:p>
            <a:endParaRPr lang="en-AU" noProof="0" dirty="0"/>
          </a:p>
        </p:txBody>
      </p:sp>
    </p:spTree>
    <p:extLst>
      <p:ext uri="{BB962C8B-B14F-4D97-AF65-F5344CB8AC3E}">
        <p14:creationId xmlns:p14="http://schemas.microsoft.com/office/powerpoint/2010/main" val="2621646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DFF4-F0F6-4EDD-8C18-370368E8B08F}"/>
              </a:ext>
            </a:extLst>
          </p:cNvPr>
          <p:cNvSpPr>
            <a:spLocks noGrp="1"/>
          </p:cNvSpPr>
          <p:nvPr>
            <p:ph type="title"/>
          </p:nvPr>
        </p:nvSpPr>
        <p:spPr/>
        <p:txBody>
          <a:bodyPr>
            <a:normAutofit fontScale="90000"/>
          </a:bodyPr>
          <a:lstStyle/>
          <a:p>
            <a:r>
              <a:rPr lang="en-AU" noProof="0" dirty="0"/>
              <a:t>Gender stereotypes</a:t>
            </a:r>
            <a:br>
              <a:rPr lang="en-AU" noProof="0" dirty="0"/>
            </a:br>
            <a:r>
              <a:rPr lang="en-AU" noProof="0" dirty="0"/>
              <a:t>Wednesday activity </a:t>
            </a:r>
          </a:p>
        </p:txBody>
      </p:sp>
      <p:sp>
        <p:nvSpPr>
          <p:cNvPr id="3" name="Content Placeholder 2">
            <a:extLst>
              <a:ext uri="{FF2B5EF4-FFF2-40B4-BE49-F238E27FC236}">
                <a16:creationId xmlns:a16="http://schemas.microsoft.com/office/drawing/2014/main" id="{28275283-2B3F-4455-9B97-52F24131B43A}"/>
              </a:ext>
            </a:extLst>
          </p:cNvPr>
          <p:cNvSpPr>
            <a:spLocks noGrp="1"/>
          </p:cNvSpPr>
          <p:nvPr>
            <p:ph sz="quarter" idx="13"/>
          </p:nvPr>
        </p:nvSpPr>
        <p:spPr>
          <a:xfrm>
            <a:off x="913774" y="1955409"/>
            <a:ext cx="10363826" cy="4670677"/>
          </a:xfrm>
        </p:spPr>
        <p:txBody>
          <a:bodyPr>
            <a:normAutofit/>
          </a:bodyPr>
          <a:lstStyle/>
          <a:p>
            <a:r>
              <a:rPr lang="en-AU" noProof="0" dirty="0"/>
              <a:t>Paired  discussion and response</a:t>
            </a:r>
          </a:p>
          <a:p>
            <a:pPr lvl="1"/>
            <a:r>
              <a:rPr lang="en-AU" noProof="0" dirty="0"/>
              <a:t>Apart from pronouns what else has changed in version 2?</a:t>
            </a:r>
          </a:p>
        </p:txBody>
      </p:sp>
    </p:spTree>
    <p:extLst>
      <p:ext uri="{BB962C8B-B14F-4D97-AF65-F5344CB8AC3E}">
        <p14:creationId xmlns:p14="http://schemas.microsoft.com/office/powerpoint/2010/main" val="845478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C588D-5A86-49EB-8C78-CD74F05783B8}"/>
              </a:ext>
            </a:extLst>
          </p:cNvPr>
          <p:cNvSpPr>
            <a:spLocks noGrp="1"/>
          </p:cNvSpPr>
          <p:nvPr>
            <p:ph type="title"/>
          </p:nvPr>
        </p:nvSpPr>
        <p:spPr/>
        <p:txBody>
          <a:bodyPr/>
          <a:lstStyle/>
          <a:p>
            <a:r>
              <a:rPr lang="en-AU" noProof="0" dirty="0"/>
              <a:t>Thursday 14-06</a:t>
            </a:r>
          </a:p>
        </p:txBody>
      </p:sp>
      <p:sp>
        <p:nvSpPr>
          <p:cNvPr id="3" name="Content Placeholder 2">
            <a:extLst>
              <a:ext uri="{FF2B5EF4-FFF2-40B4-BE49-F238E27FC236}">
                <a16:creationId xmlns:a16="http://schemas.microsoft.com/office/drawing/2014/main" id="{43938A8C-6C1F-4EB1-AF0B-65F9F8C9B6B8}"/>
              </a:ext>
            </a:extLst>
          </p:cNvPr>
          <p:cNvSpPr>
            <a:spLocks noGrp="1"/>
          </p:cNvSpPr>
          <p:nvPr>
            <p:ph sz="quarter" idx="13"/>
          </p:nvPr>
        </p:nvSpPr>
        <p:spPr/>
        <p:txBody>
          <a:bodyPr>
            <a:normAutofit lnSpcReduction="10000"/>
          </a:bodyPr>
          <a:lstStyle/>
          <a:p>
            <a:r>
              <a:rPr lang="en-AU" noProof="0" dirty="0"/>
              <a:t>Learning Intentions</a:t>
            </a:r>
          </a:p>
          <a:p>
            <a:pPr lvl="1"/>
            <a:r>
              <a:rPr lang="en-AU" noProof="0" dirty="0"/>
              <a:t>To read the text “A Blow, A Kiss” </a:t>
            </a:r>
          </a:p>
          <a:p>
            <a:pPr lvl="1"/>
            <a:r>
              <a:rPr lang="en-AU" noProof="0" dirty="0"/>
              <a:t>To respond to the text.</a:t>
            </a:r>
          </a:p>
          <a:p>
            <a:pPr lvl="1"/>
            <a:endParaRPr lang="en-AU" noProof="0" dirty="0"/>
          </a:p>
          <a:p>
            <a:r>
              <a:rPr lang="en-AU" noProof="0" dirty="0"/>
              <a:t>Success Criteria</a:t>
            </a:r>
          </a:p>
          <a:p>
            <a:pPr lvl="1"/>
            <a:r>
              <a:rPr lang="en-AU" noProof="0" dirty="0"/>
              <a:t>Completed a reading of the text</a:t>
            </a:r>
          </a:p>
          <a:p>
            <a:pPr lvl="1"/>
            <a:r>
              <a:rPr lang="en-AU" noProof="0" dirty="0"/>
              <a:t>Responded to the questions on content and character</a:t>
            </a:r>
          </a:p>
        </p:txBody>
      </p:sp>
    </p:spTree>
    <p:extLst>
      <p:ext uri="{BB962C8B-B14F-4D97-AF65-F5344CB8AC3E}">
        <p14:creationId xmlns:p14="http://schemas.microsoft.com/office/powerpoint/2010/main" val="2777839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2A581-FC89-4F3C-A4C1-219C6D9FD093}"/>
              </a:ext>
            </a:extLst>
          </p:cNvPr>
          <p:cNvSpPr>
            <a:spLocks noGrp="1"/>
          </p:cNvSpPr>
          <p:nvPr>
            <p:ph type="title"/>
          </p:nvPr>
        </p:nvSpPr>
        <p:spPr/>
        <p:txBody>
          <a:bodyPr/>
          <a:lstStyle/>
          <a:p>
            <a:r>
              <a:rPr lang="en-AU" noProof="0" dirty="0"/>
              <a:t>Thursday activities</a:t>
            </a:r>
          </a:p>
        </p:txBody>
      </p:sp>
      <p:sp>
        <p:nvSpPr>
          <p:cNvPr id="3" name="Content Placeholder 2">
            <a:extLst>
              <a:ext uri="{FF2B5EF4-FFF2-40B4-BE49-F238E27FC236}">
                <a16:creationId xmlns:a16="http://schemas.microsoft.com/office/drawing/2014/main" id="{A033EE11-031E-4747-A379-A7779E977103}"/>
              </a:ext>
            </a:extLst>
          </p:cNvPr>
          <p:cNvSpPr>
            <a:spLocks noGrp="1"/>
          </p:cNvSpPr>
          <p:nvPr>
            <p:ph sz="quarter" idx="13"/>
          </p:nvPr>
        </p:nvSpPr>
        <p:spPr/>
        <p:txBody>
          <a:bodyPr/>
          <a:lstStyle/>
          <a:p>
            <a:r>
              <a:rPr lang="en-AU" noProof="0" dirty="0"/>
              <a:t>Individual response</a:t>
            </a:r>
          </a:p>
          <a:p>
            <a:pPr lvl="1"/>
            <a:r>
              <a:rPr lang="en-AU" noProof="0" dirty="0"/>
              <a:t>Write a short paragraph explaining what you think the story is about</a:t>
            </a:r>
          </a:p>
          <a:p>
            <a:pPr lvl="1"/>
            <a:r>
              <a:rPr lang="en-AU" noProof="0" dirty="0"/>
              <a:t>Briefly give your ideas about each of the characters</a:t>
            </a:r>
          </a:p>
          <a:p>
            <a:endParaRPr lang="en-AU" noProof="0" dirty="0"/>
          </a:p>
        </p:txBody>
      </p:sp>
    </p:spTree>
    <p:extLst>
      <p:ext uri="{BB962C8B-B14F-4D97-AF65-F5344CB8AC3E}">
        <p14:creationId xmlns:p14="http://schemas.microsoft.com/office/powerpoint/2010/main" val="2475589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D66D2-028E-4F52-88E6-3478FDF658B6}"/>
              </a:ext>
            </a:extLst>
          </p:cNvPr>
          <p:cNvSpPr>
            <a:spLocks noGrp="1"/>
          </p:cNvSpPr>
          <p:nvPr>
            <p:ph type="title"/>
          </p:nvPr>
        </p:nvSpPr>
        <p:spPr/>
        <p:txBody>
          <a:bodyPr/>
          <a:lstStyle/>
          <a:p>
            <a:r>
              <a:rPr lang="en-AU" noProof="0" dirty="0"/>
              <a:t>Monday 18-06</a:t>
            </a:r>
          </a:p>
        </p:txBody>
      </p:sp>
      <p:sp>
        <p:nvSpPr>
          <p:cNvPr id="3" name="Content Placeholder 2">
            <a:extLst>
              <a:ext uri="{FF2B5EF4-FFF2-40B4-BE49-F238E27FC236}">
                <a16:creationId xmlns:a16="http://schemas.microsoft.com/office/drawing/2014/main" id="{AA15291B-115E-4750-8EAF-D9418CD7B784}"/>
              </a:ext>
            </a:extLst>
          </p:cNvPr>
          <p:cNvSpPr>
            <a:spLocks noGrp="1"/>
          </p:cNvSpPr>
          <p:nvPr>
            <p:ph sz="quarter" idx="13"/>
          </p:nvPr>
        </p:nvSpPr>
        <p:spPr/>
        <p:txBody>
          <a:bodyPr/>
          <a:lstStyle/>
          <a:p>
            <a:r>
              <a:rPr lang="en-AU" noProof="0" dirty="0"/>
              <a:t>Learning Intentions</a:t>
            </a:r>
          </a:p>
          <a:p>
            <a:pPr lvl="1"/>
            <a:r>
              <a:rPr lang="en-AU" noProof="0" dirty="0"/>
              <a:t>To discuss the theme of the story</a:t>
            </a:r>
            <a:endParaRPr lang="en-AU" sz="3600" noProof="0" dirty="0"/>
          </a:p>
          <a:p>
            <a:pPr lvl="1"/>
            <a:r>
              <a:rPr lang="en-AU" noProof="0" dirty="0"/>
              <a:t>To summarise the decisions of a group discussion </a:t>
            </a:r>
          </a:p>
          <a:p>
            <a:r>
              <a:rPr lang="en-AU" noProof="0" dirty="0"/>
              <a:t>Success Criteria</a:t>
            </a:r>
          </a:p>
          <a:p>
            <a:pPr lvl="1"/>
            <a:r>
              <a:rPr lang="en-AU" noProof="0" dirty="0"/>
              <a:t>Understanding of the story discussed</a:t>
            </a:r>
          </a:p>
          <a:p>
            <a:pPr lvl="1"/>
            <a:r>
              <a:rPr lang="en-AU" noProof="0" dirty="0"/>
              <a:t>Summary of discussion recorded</a:t>
            </a:r>
          </a:p>
        </p:txBody>
      </p:sp>
    </p:spTree>
    <p:extLst>
      <p:ext uri="{BB962C8B-B14F-4D97-AF65-F5344CB8AC3E}">
        <p14:creationId xmlns:p14="http://schemas.microsoft.com/office/powerpoint/2010/main" val="2578140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EFFC-27BA-4429-9B55-A6C5980765B9}"/>
              </a:ext>
            </a:extLst>
          </p:cNvPr>
          <p:cNvSpPr>
            <a:spLocks noGrp="1"/>
          </p:cNvSpPr>
          <p:nvPr>
            <p:ph type="title"/>
          </p:nvPr>
        </p:nvSpPr>
        <p:spPr/>
        <p:txBody>
          <a:bodyPr/>
          <a:lstStyle/>
          <a:p>
            <a:r>
              <a:rPr lang="en-AU" noProof="0" dirty="0"/>
              <a:t>Monday activities</a:t>
            </a:r>
          </a:p>
        </p:txBody>
      </p:sp>
      <p:sp>
        <p:nvSpPr>
          <p:cNvPr id="3" name="Content Placeholder 2">
            <a:extLst>
              <a:ext uri="{FF2B5EF4-FFF2-40B4-BE49-F238E27FC236}">
                <a16:creationId xmlns:a16="http://schemas.microsoft.com/office/drawing/2014/main" id="{8F5F8FB3-786B-4B9A-8825-1636D71D63C1}"/>
              </a:ext>
            </a:extLst>
          </p:cNvPr>
          <p:cNvSpPr>
            <a:spLocks noGrp="1"/>
          </p:cNvSpPr>
          <p:nvPr>
            <p:ph sz="quarter" idx="13"/>
          </p:nvPr>
        </p:nvSpPr>
        <p:spPr/>
        <p:txBody>
          <a:bodyPr>
            <a:normAutofit fontScale="70000" lnSpcReduction="20000"/>
          </a:bodyPr>
          <a:lstStyle/>
          <a:p>
            <a:r>
              <a:rPr lang="en-AU" noProof="0" dirty="0"/>
              <a:t>In pairs choose statements from the list (page 12 of the handout) which best describes your reading of the story. [10 minutes]</a:t>
            </a:r>
          </a:p>
          <a:p>
            <a:pPr lvl="1"/>
            <a:r>
              <a:rPr lang="en-AU" noProof="0" dirty="0"/>
              <a:t>Share with the whole group. [Each pair describes for 3 minutes]</a:t>
            </a:r>
          </a:p>
          <a:p>
            <a:pPr lvl="1"/>
            <a:r>
              <a:rPr lang="en-AU" noProof="0" dirty="0"/>
              <a:t>Be prepared to justify your reading. </a:t>
            </a:r>
          </a:p>
          <a:p>
            <a:pPr lvl="1"/>
            <a:r>
              <a:rPr lang="en-AU" noProof="0" dirty="0"/>
              <a:t>Think about how similar or different the findings are in the group and why this might be so.</a:t>
            </a:r>
          </a:p>
          <a:p>
            <a:r>
              <a:rPr lang="en-AU" noProof="0" dirty="0"/>
              <a:t>Summarise the findings of the class (page 13 of the handout). </a:t>
            </a:r>
          </a:p>
          <a:p>
            <a:r>
              <a:rPr lang="en-AU" noProof="0" dirty="0"/>
              <a:t>Comment on how similar or different the findings were across the whole group and give your opinion on why this might be so. [remainder of the lesson]</a:t>
            </a:r>
          </a:p>
          <a:p>
            <a:endParaRPr lang="en-AU" noProof="0" dirty="0"/>
          </a:p>
        </p:txBody>
      </p:sp>
    </p:spTree>
    <p:extLst>
      <p:ext uri="{BB962C8B-B14F-4D97-AF65-F5344CB8AC3E}">
        <p14:creationId xmlns:p14="http://schemas.microsoft.com/office/powerpoint/2010/main" val="2607634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119A-7384-4296-82C5-938FCBE7A418}"/>
              </a:ext>
            </a:extLst>
          </p:cNvPr>
          <p:cNvSpPr>
            <a:spLocks noGrp="1"/>
          </p:cNvSpPr>
          <p:nvPr>
            <p:ph type="title"/>
          </p:nvPr>
        </p:nvSpPr>
        <p:spPr/>
        <p:txBody>
          <a:bodyPr/>
          <a:lstStyle/>
          <a:p>
            <a:r>
              <a:rPr lang="en-AU" noProof="0" dirty="0"/>
              <a:t>Tuesday 19-06</a:t>
            </a:r>
          </a:p>
        </p:txBody>
      </p:sp>
      <p:sp>
        <p:nvSpPr>
          <p:cNvPr id="3" name="Content Placeholder 2">
            <a:extLst>
              <a:ext uri="{FF2B5EF4-FFF2-40B4-BE49-F238E27FC236}">
                <a16:creationId xmlns:a16="http://schemas.microsoft.com/office/drawing/2014/main" id="{A5BAA535-2942-4C37-A393-3F11F7CE5CE3}"/>
              </a:ext>
            </a:extLst>
          </p:cNvPr>
          <p:cNvSpPr>
            <a:spLocks noGrp="1"/>
          </p:cNvSpPr>
          <p:nvPr>
            <p:ph sz="quarter" idx="13"/>
          </p:nvPr>
        </p:nvSpPr>
        <p:spPr/>
        <p:txBody>
          <a:bodyPr/>
          <a:lstStyle/>
          <a:p>
            <a:r>
              <a:rPr lang="en-AU" noProof="0" dirty="0"/>
              <a:t>Learning Intentions</a:t>
            </a:r>
          </a:p>
          <a:p>
            <a:pPr lvl="1"/>
            <a:r>
              <a:rPr lang="en-AU" noProof="0" dirty="0"/>
              <a:t>To plan the rewriting of one section of the story.</a:t>
            </a:r>
          </a:p>
          <a:p>
            <a:pPr lvl="1"/>
            <a:endParaRPr lang="en-AU" noProof="0" dirty="0"/>
          </a:p>
          <a:p>
            <a:r>
              <a:rPr lang="en-AU" noProof="0" dirty="0"/>
              <a:t>Success Criteria</a:t>
            </a:r>
          </a:p>
          <a:p>
            <a:pPr lvl="1"/>
            <a:r>
              <a:rPr lang="en-AU" noProof="0" dirty="0"/>
              <a:t>Identification of a section to be rewritten</a:t>
            </a:r>
          </a:p>
          <a:p>
            <a:pPr lvl="1"/>
            <a:r>
              <a:rPr lang="en-AU" noProof="0" dirty="0"/>
              <a:t>Outline of how to restructure the section</a:t>
            </a:r>
          </a:p>
        </p:txBody>
      </p:sp>
    </p:spTree>
    <p:extLst>
      <p:ext uri="{BB962C8B-B14F-4D97-AF65-F5344CB8AC3E}">
        <p14:creationId xmlns:p14="http://schemas.microsoft.com/office/powerpoint/2010/main" val="2623477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6426A-C748-4DBC-96DE-CAA456D93877}"/>
              </a:ext>
            </a:extLst>
          </p:cNvPr>
          <p:cNvSpPr>
            <a:spLocks noGrp="1"/>
          </p:cNvSpPr>
          <p:nvPr>
            <p:ph type="title"/>
          </p:nvPr>
        </p:nvSpPr>
        <p:spPr/>
        <p:txBody>
          <a:bodyPr/>
          <a:lstStyle/>
          <a:p>
            <a:r>
              <a:rPr lang="en-AU" noProof="0" dirty="0"/>
              <a:t>Tuesday activities</a:t>
            </a:r>
          </a:p>
        </p:txBody>
      </p:sp>
      <p:sp>
        <p:nvSpPr>
          <p:cNvPr id="3" name="Content Placeholder 2">
            <a:extLst>
              <a:ext uri="{FF2B5EF4-FFF2-40B4-BE49-F238E27FC236}">
                <a16:creationId xmlns:a16="http://schemas.microsoft.com/office/drawing/2014/main" id="{77EBF000-3F08-4131-B1F3-D38BB58FD58D}"/>
              </a:ext>
            </a:extLst>
          </p:cNvPr>
          <p:cNvSpPr>
            <a:spLocks noGrp="1"/>
          </p:cNvSpPr>
          <p:nvPr>
            <p:ph sz="quarter" idx="13"/>
          </p:nvPr>
        </p:nvSpPr>
        <p:spPr/>
        <p:txBody>
          <a:bodyPr>
            <a:normAutofit/>
          </a:bodyPr>
          <a:lstStyle/>
          <a:p>
            <a:r>
              <a:rPr lang="en-AU" noProof="0" dirty="0"/>
              <a:t>TASK: </a:t>
            </a:r>
          </a:p>
          <a:p>
            <a:pPr lvl="1"/>
            <a:r>
              <a:rPr lang="en-AU" noProof="0" dirty="0"/>
              <a:t>Rewrite one section of the story as if it was about a girl and her mother. 	(300-400 words)</a:t>
            </a:r>
          </a:p>
          <a:p>
            <a:pPr lvl="2"/>
            <a:endParaRPr lang="en-AU" noProof="0" dirty="0"/>
          </a:p>
          <a:p>
            <a:endParaRPr lang="en-AU" noProof="0" dirty="0"/>
          </a:p>
        </p:txBody>
      </p:sp>
    </p:spTree>
    <p:extLst>
      <p:ext uri="{BB962C8B-B14F-4D97-AF65-F5344CB8AC3E}">
        <p14:creationId xmlns:p14="http://schemas.microsoft.com/office/powerpoint/2010/main" val="264400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E5F2-74E9-4349-9A2A-EFC20EDC8A44}"/>
              </a:ext>
            </a:extLst>
          </p:cNvPr>
          <p:cNvSpPr>
            <a:spLocks noGrp="1"/>
          </p:cNvSpPr>
          <p:nvPr>
            <p:ph type="title"/>
          </p:nvPr>
        </p:nvSpPr>
        <p:spPr/>
        <p:txBody>
          <a:bodyPr/>
          <a:lstStyle/>
          <a:p>
            <a:r>
              <a:rPr lang="en-AU" noProof="0" dirty="0"/>
              <a:t>Tuesday activities</a:t>
            </a:r>
          </a:p>
        </p:txBody>
      </p:sp>
      <p:sp>
        <p:nvSpPr>
          <p:cNvPr id="3" name="Content Placeholder 2">
            <a:extLst>
              <a:ext uri="{FF2B5EF4-FFF2-40B4-BE49-F238E27FC236}">
                <a16:creationId xmlns:a16="http://schemas.microsoft.com/office/drawing/2014/main" id="{FE999356-DB6C-4516-9127-5C146EF837DA}"/>
              </a:ext>
            </a:extLst>
          </p:cNvPr>
          <p:cNvSpPr>
            <a:spLocks noGrp="1"/>
          </p:cNvSpPr>
          <p:nvPr>
            <p:ph sz="quarter" idx="13"/>
          </p:nvPr>
        </p:nvSpPr>
        <p:spPr/>
        <p:txBody>
          <a:bodyPr>
            <a:normAutofit fontScale="92500" lnSpcReduction="10000"/>
          </a:bodyPr>
          <a:lstStyle/>
          <a:p>
            <a:r>
              <a:rPr lang="en-AU" noProof="0" dirty="0"/>
              <a:t>ACTIONS</a:t>
            </a:r>
          </a:p>
          <a:p>
            <a:pPr lvl="1"/>
            <a:r>
              <a:rPr lang="en-AU" noProof="0" dirty="0"/>
              <a:t>Identify which section you want to rewrite</a:t>
            </a:r>
          </a:p>
          <a:p>
            <a:pPr lvl="2"/>
            <a:r>
              <a:rPr lang="en-AU" noProof="0" dirty="0"/>
              <a:t>20 minutes</a:t>
            </a:r>
          </a:p>
          <a:p>
            <a:pPr lvl="1"/>
            <a:r>
              <a:rPr lang="en-AU" noProof="0" dirty="0"/>
              <a:t>Outline consequences</a:t>
            </a:r>
          </a:p>
          <a:p>
            <a:pPr lvl="2"/>
            <a:r>
              <a:rPr lang="en-AU" noProof="0" dirty="0"/>
              <a:t>Pronouns</a:t>
            </a:r>
          </a:p>
          <a:p>
            <a:pPr lvl="2"/>
            <a:r>
              <a:rPr lang="en-AU" noProof="0" dirty="0"/>
              <a:t>Appearance </a:t>
            </a:r>
          </a:p>
          <a:p>
            <a:pPr lvl="2"/>
            <a:r>
              <a:rPr lang="en-AU" noProof="0" dirty="0"/>
              <a:t>Behaviour</a:t>
            </a:r>
          </a:p>
          <a:p>
            <a:pPr lvl="2"/>
            <a:r>
              <a:rPr lang="en-AU" noProof="0" dirty="0"/>
              <a:t>Perceptions </a:t>
            </a:r>
          </a:p>
        </p:txBody>
      </p:sp>
      <p:sp>
        <p:nvSpPr>
          <p:cNvPr id="4" name="TextBox 3">
            <a:extLst>
              <a:ext uri="{FF2B5EF4-FFF2-40B4-BE49-F238E27FC236}">
                <a16:creationId xmlns:a16="http://schemas.microsoft.com/office/drawing/2014/main" id="{29EF5080-31C6-45AA-961A-3E90C7B9B82F}"/>
              </a:ext>
            </a:extLst>
          </p:cNvPr>
          <p:cNvSpPr txBox="1"/>
          <p:nvPr/>
        </p:nvSpPr>
        <p:spPr>
          <a:xfrm>
            <a:off x="5804452" y="3538330"/>
            <a:ext cx="4969565" cy="2554545"/>
          </a:xfrm>
          <a:prstGeom prst="rect">
            <a:avLst/>
          </a:prstGeom>
          <a:noFill/>
        </p:spPr>
        <p:txBody>
          <a:bodyPr wrap="square" rtlCol="0">
            <a:spAutoFit/>
          </a:bodyPr>
          <a:lstStyle/>
          <a:p>
            <a:r>
              <a:rPr lang="en-US" sz="3200" b="1" dirty="0">
                <a:solidFill>
                  <a:srgbClr val="FF0000"/>
                </a:solidFill>
              </a:rPr>
              <a:t>Respond on the lined paper provided.</a:t>
            </a:r>
          </a:p>
          <a:p>
            <a:r>
              <a:rPr lang="en-US" sz="3200" b="1" dirty="0">
                <a:solidFill>
                  <a:srgbClr val="FF0000"/>
                </a:solidFill>
              </a:rPr>
              <a:t>Indicate</a:t>
            </a:r>
          </a:p>
          <a:p>
            <a:pPr marL="285750" indent="-285750">
              <a:buFont typeface="Arial" panose="020B0604020202020204" pitchFamily="34" charset="0"/>
              <a:buChar char="•"/>
            </a:pPr>
            <a:r>
              <a:rPr lang="en-US" sz="3200" b="1" dirty="0">
                <a:solidFill>
                  <a:srgbClr val="FF0000"/>
                </a:solidFill>
              </a:rPr>
              <a:t>Plot section</a:t>
            </a:r>
          </a:p>
          <a:p>
            <a:pPr marL="285750" indent="-285750">
              <a:buFont typeface="Arial" panose="020B0604020202020204" pitchFamily="34" charset="0"/>
              <a:buChar char="•"/>
            </a:pPr>
            <a:r>
              <a:rPr lang="en-US" sz="3200" b="1" dirty="0">
                <a:solidFill>
                  <a:srgbClr val="FF0000"/>
                </a:solidFill>
              </a:rPr>
              <a:t>consequences</a:t>
            </a:r>
            <a:endParaRPr lang="en-AU" sz="3200" b="1" dirty="0">
              <a:solidFill>
                <a:srgbClr val="FF0000"/>
              </a:solidFill>
            </a:endParaRPr>
          </a:p>
        </p:txBody>
      </p:sp>
    </p:spTree>
    <p:extLst>
      <p:ext uri="{BB962C8B-B14F-4D97-AF65-F5344CB8AC3E}">
        <p14:creationId xmlns:p14="http://schemas.microsoft.com/office/powerpoint/2010/main" val="59814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B6F9C-5369-41CE-B0CD-513B16CF0E56}"/>
              </a:ext>
            </a:extLst>
          </p:cNvPr>
          <p:cNvSpPr>
            <a:spLocks noGrp="1"/>
          </p:cNvSpPr>
          <p:nvPr>
            <p:ph type="title"/>
          </p:nvPr>
        </p:nvSpPr>
        <p:spPr/>
        <p:txBody>
          <a:bodyPr/>
          <a:lstStyle/>
          <a:p>
            <a:r>
              <a:rPr lang="en-AU" noProof="0" dirty="0"/>
              <a:t>Wednesday 20-06 </a:t>
            </a:r>
          </a:p>
        </p:txBody>
      </p:sp>
      <p:sp>
        <p:nvSpPr>
          <p:cNvPr id="3" name="Content Placeholder 2">
            <a:extLst>
              <a:ext uri="{FF2B5EF4-FFF2-40B4-BE49-F238E27FC236}">
                <a16:creationId xmlns:a16="http://schemas.microsoft.com/office/drawing/2014/main" id="{DBE026A9-E218-4F6F-8F5B-4A0B96D30A5E}"/>
              </a:ext>
            </a:extLst>
          </p:cNvPr>
          <p:cNvSpPr>
            <a:spLocks noGrp="1"/>
          </p:cNvSpPr>
          <p:nvPr>
            <p:ph sz="quarter" idx="13"/>
          </p:nvPr>
        </p:nvSpPr>
        <p:spPr/>
        <p:txBody>
          <a:bodyPr/>
          <a:lstStyle/>
          <a:p>
            <a:r>
              <a:rPr lang="en-AU" noProof="0" dirty="0"/>
              <a:t>Learning Intentions</a:t>
            </a:r>
          </a:p>
          <a:p>
            <a:pPr lvl="1"/>
            <a:r>
              <a:rPr lang="en-AU" noProof="0" dirty="0"/>
              <a:t>To write and edit one section of the story</a:t>
            </a:r>
          </a:p>
          <a:p>
            <a:pPr lvl="1"/>
            <a:endParaRPr lang="en-AU" noProof="0" dirty="0"/>
          </a:p>
          <a:p>
            <a:r>
              <a:rPr lang="en-AU" noProof="0" dirty="0"/>
              <a:t>Success Criteria</a:t>
            </a:r>
          </a:p>
          <a:p>
            <a:pPr lvl="1"/>
            <a:r>
              <a:rPr lang="en-AU" noProof="0" dirty="0"/>
              <a:t>One section of the story rewritten and edited </a:t>
            </a:r>
          </a:p>
        </p:txBody>
      </p:sp>
    </p:spTree>
    <p:extLst>
      <p:ext uri="{BB962C8B-B14F-4D97-AF65-F5344CB8AC3E}">
        <p14:creationId xmlns:p14="http://schemas.microsoft.com/office/powerpoint/2010/main" val="1004132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30508-8B03-4A4C-9AEC-7048D4892169}"/>
              </a:ext>
            </a:extLst>
          </p:cNvPr>
          <p:cNvSpPr>
            <a:spLocks noGrp="1"/>
          </p:cNvSpPr>
          <p:nvPr>
            <p:ph type="title"/>
          </p:nvPr>
        </p:nvSpPr>
        <p:spPr/>
        <p:txBody>
          <a:bodyPr/>
          <a:lstStyle/>
          <a:p>
            <a:r>
              <a:rPr lang="en-AU" noProof="0" dirty="0"/>
              <a:t>Wednesday activities</a:t>
            </a:r>
          </a:p>
        </p:txBody>
      </p:sp>
      <p:sp>
        <p:nvSpPr>
          <p:cNvPr id="3" name="Content Placeholder 2">
            <a:extLst>
              <a:ext uri="{FF2B5EF4-FFF2-40B4-BE49-F238E27FC236}">
                <a16:creationId xmlns:a16="http://schemas.microsoft.com/office/drawing/2014/main" id="{A0EA3195-C90F-4016-9009-0C182119C5C8}"/>
              </a:ext>
            </a:extLst>
          </p:cNvPr>
          <p:cNvSpPr>
            <a:spLocks noGrp="1"/>
          </p:cNvSpPr>
          <p:nvPr>
            <p:ph sz="quarter" idx="13"/>
          </p:nvPr>
        </p:nvSpPr>
        <p:spPr/>
        <p:txBody>
          <a:bodyPr/>
          <a:lstStyle/>
          <a:p>
            <a:r>
              <a:rPr lang="en-AU" noProof="0" dirty="0"/>
              <a:t>Rewrite the section chosen</a:t>
            </a:r>
          </a:p>
          <a:p>
            <a:r>
              <a:rPr lang="en-AU" noProof="0" dirty="0"/>
              <a:t>Check and edit</a:t>
            </a:r>
          </a:p>
          <a:p>
            <a:pPr lvl="1"/>
            <a:r>
              <a:rPr lang="en-AU" noProof="0" dirty="0"/>
              <a:t>Pronouns</a:t>
            </a:r>
          </a:p>
          <a:p>
            <a:pPr lvl="1"/>
            <a:r>
              <a:rPr lang="en-AU" noProof="0" dirty="0"/>
              <a:t>Appearance</a:t>
            </a:r>
          </a:p>
          <a:p>
            <a:pPr lvl="1"/>
            <a:r>
              <a:rPr lang="en-AU" noProof="0" dirty="0"/>
              <a:t>Behaviour</a:t>
            </a:r>
          </a:p>
          <a:p>
            <a:pPr lvl="1"/>
            <a:endParaRPr lang="en-AU" noProof="0" dirty="0"/>
          </a:p>
        </p:txBody>
      </p:sp>
    </p:spTree>
    <p:extLst>
      <p:ext uri="{BB962C8B-B14F-4D97-AF65-F5344CB8AC3E}">
        <p14:creationId xmlns:p14="http://schemas.microsoft.com/office/powerpoint/2010/main" val="577015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C7F9-ABF7-41AE-9B16-AA7715D37544}"/>
              </a:ext>
            </a:extLst>
          </p:cNvPr>
          <p:cNvSpPr>
            <a:spLocks noGrp="1"/>
          </p:cNvSpPr>
          <p:nvPr>
            <p:ph type="title"/>
          </p:nvPr>
        </p:nvSpPr>
        <p:spPr/>
        <p:txBody>
          <a:bodyPr/>
          <a:lstStyle/>
          <a:p>
            <a:r>
              <a:rPr lang="en-AU" noProof="0" dirty="0"/>
              <a:t>Thursday 21-06</a:t>
            </a:r>
          </a:p>
        </p:txBody>
      </p:sp>
      <p:sp>
        <p:nvSpPr>
          <p:cNvPr id="3" name="Content Placeholder 2">
            <a:extLst>
              <a:ext uri="{FF2B5EF4-FFF2-40B4-BE49-F238E27FC236}">
                <a16:creationId xmlns:a16="http://schemas.microsoft.com/office/drawing/2014/main" id="{6121DFEB-833E-427B-8EA6-B9FDD9B7A781}"/>
              </a:ext>
            </a:extLst>
          </p:cNvPr>
          <p:cNvSpPr>
            <a:spLocks noGrp="1"/>
          </p:cNvSpPr>
          <p:nvPr>
            <p:ph sz="quarter" idx="13"/>
          </p:nvPr>
        </p:nvSpPr>
        <p:spPr/>
        <p:txBody>
          <a:bodyPr/>
          <a:lstStyle/>
          <a:p>
            <a:r>
              <a:rPr lang="en-AU" noProof="0" dirty="0"/>
              <a:t>Learning Intentions</a:t>
            </a:r>
          </a:p>
          <a:p>
            <a:pPr lvl="1"/>
            <a:r>
              <a:rPr lang="en-AU" noProof="0" dirty="0"/>
              <a:t>To read and respond to the text</a:t>
            </a:r>
          </a:p>
          <a:p>
            <a:pPr lvl="1"/>
            <a:endParaRPr lang="en-AU" noProof="0" dirty="0"/>
          </a:p>
          <a:p>
            <a:r>
              <a:rPr lang="en-AU" noProof="0" dirty="0"/>
              <a:t>Success Criteria</a:t>
            </a:r>
          </a:p>
          <a:p>
            <a:pPr lvl="1"/>
            <a:r>
              <a:rPr lang="en-AU" noProof="0" dirty="0"/>
              <a:t>Responded to pre-writing prompt</a:t>
            </a:r>
          </a:p>
          <a:p>
            <a:pPr lvl="1"/>
            <a:r>
              <a:rPr lang="en-AU" noProof="0" dirty="0"/>
              <a:t>Read story “Big World”</a:t>
            </a:r>
          </a:p>
        </p:txBody>
      </p:sp>
    </p:spTree>
    <p:extLst>
      <p:ext uri="{BB962C8B-B14F-4D97-AF65-F5344CB8AC3E}">
        <p14:creationId xmlns:p14="http://schemas.microsoft.com/office/powerpoint/2010/main" val="856316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CD46A-64A4-45E6-9C56-C967E84E7BEC}"/>
              </a:ext>
            </a:extLst>
          </p:cNvPr>
          <p:cNvSpPr>
            <a:spLocks noGrp="1"/>
          </p:cNvSpPr>
          <p:nvPr>
            <p:ph type="title"/>
          </p:nvPr>
        </p:nvSpPr>
        <p:spPr/>
        <p:txBody>
          <a:bodyPr/>
          <a:lstStyle/>
          <a:p>
            <a:r>
              <a:rPr lang="en-AU" noProof="0" dirty="0"/>
              <a:t>Thursday Activities</a:t>
            </a:r>
          </a:p>
        </p:txBody>
      </p:sp>
      <p:sp>
        <p:nvSpPr>
          <p:cNvPr id="3" name="Content Placeholder 2">
            <a:extLst>
              <a:ext uri="{FF2B5EF4-FFF2-40B4-BE49-F238E27FC236}">
                <a16:creationId xmlns:a16="http://schemas.microsoft.com/office/drawing/2014/main" id="{645B5D96-ABCB-498B-BAAB-40110CE2926F}"/>
              </a:ext>
            </a:extLst>
          </p:cNvPr>
          <p:cNvSpPr>
            <a:spLocks noGrp="1"/>
          </p:cNvSpPr>
          <p:nvPr>
            <p:ph sz="quarter" idx="13"/>
          </p:nvPr>
        </p:nvSpPr>
        <p:spPr/>
        <p:txBody>
          <a:bodyPr/>
          <a:lstStyle/>
          <a:p>
            <a:r>
              <a:rPr lang="en-AU" noProof="0" dirty="0"/>
              <a:t>Imagine yourself at this time in one year.  </a:t>
            </a:r>
          </a:p>
          <a:p>
            <a:pPr lvl="1"/>
            <a:r>
              <a:rPr lang="en-AU" noProof="0" dirty="0"/>
              <a:t>Take some notes of words and phrases to describe the place and your feelings.  </a:t>
            </a:r>
          </a:p>
          <a:p>
            <a:pPr lvl="1"/>
            <a:r>
              <a:rPr lang="en-AU" noProof="0" dirty="0"/>
              <a:t>Share your ideas in a group.</a:t>
            </a:r>
          </a:p>
          <a:p>
            <a:r>
              <a:rPr lang="en-AU" noProof="0" dirty="0"/>
              <a:t>Read the text</a:t>
            </a:r>
          </a:p>
          <a:p>
            <a:pPr lvl="1"/>
            <a:r>
              <a:rPr lang="en-AU" noProof="0" dirty="0"/>
              <a:t>“Big World”</a:t>
            </a:r>
          </a:p>
        </p:txBody>
      </p:sp>
    </p:spTree>
    <p:extLst>
      <p:ext uri="{BB962C8B-B14F-4D97-AF65-F5344CB8AC3E}">
        <p14:creationId xmlns:p14="http://schemas.microsoft.com/office/powerpoint/2010/main" val="3580483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F31C4-91B1-4481-A1CF-68EA2D8A2D16}"/>
              </a:ext>
            </a:extLst>
          </p:cNvPr>
          <p:cNvSpPr>
            <a:spLocks noGrp="1"/>
          </p:cNvSpPr>
          <p:nvPr>
            <p:ph type="title"/>
          </p:nvPr>
        </p:nvSpPr>
        <p:spPr/>
        <p:txBody>
          <a:bodyPr/>
          <a:lstStyle/>
          <a:p>
            <a:r>
              <a:rPr lang="en-AU" noProof="0" dirty="0"/>
              <a:t>Monday, 25-06</a:t>
            </a:r>
          </a:p>
        </p:txBody>
      </p:sp>
      <p:sp>
        <p:nvSpPr>
          <p:cNvPr id="3" name="Content Placeholder 2">
            <a:extLst>
              <a:ext uri="{FF2B5EF4-FFF2-40B4-BE49-F238E27FC236}">
                <a16:creationId xmlns:a16="http://schemas.microsoft.com/office/drawing/2014/main" id="{2C69FE70-1D2B-4086-B7D1-51E144ECC35C}"/>
              </a:ext>
            </a:extLst>
          </p:cNvPr>
          <p:cNvSpPr>
            <a:spLocks noGrp="1"/>
          </p:cNvSpPr>
          <p:nvPr>
            <p:ph sz="quarter" idx="13"/>
          </p:nvPr>
        </p:nvSpPr>
        <p:spPr/>
        <p:txBody>
          <a:bodyPr/>
          <a:lstStyle/>
          <a:p>
            <a:r>
              <a:rPr lang="en-AU" noProof="0" dirty="0"/>
              <a:t>Learning Intentions</a:t>
            </a:r>
          </a:p>
          <a:p>
            <a:pPr lvl="1"/>
            <a:r>
              <a:rPr lang="en-AU" noProof="0" dirty="0"/>
              <a:t>To read and respond to the text</a:t>
            </a:r>
          </a:p>
          <a:p>
            <a:pPr lvl="1"/>
            <a:endParaRPr lang="en-AU" noProof="0" dirty="0"/>
          </a:p>
          <a:p>
            <a:r>
              <a:rPr lang="en-AU" noProof="0" dirty="0"/>
              <a:t>Success Criteria</a:t>
            </a:r>
          </a:p>
          <a:p>
            <a:pPr lvl="1"/>
            <a:r>
              <a:rPr lang="en-AU" noProof="0" dirty="0"/>
              <a:t>Identify and discuss figurative language in the Story “Big World”</a:t>
            </a:r>
          </a:p>
          <a:p>
            <a:endParaRPr lang="en-AU" noProof="0" dirty="0"/>
          </a:p>
        </p:txBody>
      </p:sp>
    </p:spTree>
    <p:extLst>
      <p:ext uri="{BB962C8B-B14F-4D97-AF65-F5344CB8AC3E}">
        <p14:creationId xmlns:p14="http://schemas.microsoft.com/office/powerpoint/2010/main" val="3347895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978BC-3C9C-4428-9C9E-6CF2AA4D23FC}"/>
              </a:ext>
            </a:extLst>
          </p:cNvPr>
          <p:cNvSpPr>
            <a:spLocks noGrp="1"/>
          </p:cNvSpPr>
          <p:nvPr>
            <p:ph type="title"/>
          </p:nvPr>
        </p:nvSpPr>
        <p:spPr/>
        <p:txBody>
          <a:bodyPr/>
          <a:lstStyle/>
          <a:p>
            <a:r>
              <a:rPr lang="en-AU" noProof="0" dirty="0"/>
              <a:t>Monday activities</a:t>
            </a:r>
          </a:p>
        </p:txBody>
      </p:sp>
      <p:sp>
        <p:nvSpPr>
          <p:cNvPr id="3" name="Content Placeholder 2">
            <a:extLst>
              <a:ext uri="{FF2B5EF4-FFF2-40B4-BE49-F238E27FC236}">
                <a16:creationId xmlns:a16="http://schemas.microsoft.com/office/drawing/2014/main" id="{F39898CC-F90A-4610-B6CE-B7915EB4B38F}"/>
              </a:ext>
            </a:extLst>
          </p:cNvPr>
          <p:cNvSpPr>
            <a:spLocks noGrp="1"/>
          </p:cNvSpPr>
          <p:nvPr>
            <p:ph sz="quarter" idx="13"/>
          </p:nvPr>
        </p:nvSpPr>
        <p:spPr>
          <a:xfrm>
            <a:off x="424070" y="1616765"/>
            <a:ext cx="11304104" cy="4868441"/>
          </a:xfrm>
        </p:spPr>
        <p:txBody>
          <a:bodyPr>
            <a:normAutofit fontScale="92500" lnSpcReduction="10000"/>
          </a:bodyPr>
          <a:lstStyle/>
          <a:p>
            <a:pPr marL="0" indent="0">
              <a:buNone/>
            </a:pPr>
            <a:r>
              <a:rPr lang="en-AU" noProof="0" dirty="0"/>
              <a:t>Identify each of the lines given from the story as a simile or metaphor.   For each, list what qualities are being emphasised by the comparison.</a:t>
            </a:r>
          </a:p>
          <a:p>
            <a:pPr marL="0" indent="0">
              <a:buNone/>
            </a:pPr>
            <a:r>
              <a:rPr lang="en-AU" noProof="0" dirty="0"/>
              <a:t>Example</a:t>
            </a:r>
          </a:p>
          <a:p>
            <a:r>
              <a:rPr lang="en-AU" noProof="0" dirty="0"/>
              <a:t>November arrives and leaves as suddenly as a spring storm</a:t>
            </a:r>
          </a:p>
          <a:p>
            <a:pPr lvl="1"/>
            <a:r>
              <a:rPr lang="en-AU" noProof="0" dirty="0"/>
              <a:t>Simile</a:t>
            </a:r>
          </a:p>
          <a:p>
            <a:pPr lvl="1"/>
            <a:r>
              <a:rPr lang="en-AU" noProof="0" dirty="0"/>
              <a:t>Sudden onset and departure of November is compared to the sudden beginning and ending of a storm in spring. </a:t>
            </a:r>
          </a:p>
        </p:txBody>
      </p:sp>
    </p:spTree>
    <p:extLst>
      <p:ext uri="{BB962C8B-B14F-4D97-AF65-F5344CB8AC3E}">
        <p14:creationId xmlns:p14="http://schemas.microsoft.com/office/powerpoint/2010/main" val="3844543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7B4E-336F-4ABE-9B28-71EEEC87D94A}"/>
              </a:ext>
            </a:extLst>
          </p:cNvPr>
          <p:cNvSpPr>
            <a:spLocks noGrp="1"/>
          </p:cNvSpPr>
          <p:nvPr>
            <p:ph type="title"/>
          </p:nvPr>
        </p:nvSpPr>
        <p:spPr/>
        <p:txBody>
          <a:bodyPr>
            <a:normAutofit/>
          </a:bodyPr>
          <a:lstStyle/>
          <a:p>
            <a:r>
              <a:rPr lang="en-AU" b="1" noProof="0" dirty="0"/>
              <a:t>Figurative Language  </a:t>
            </a:r>
            <a:endParaRPr lang="en-AU" noProof="0" dirty="0"/>
          </a:p>
        </p:txBody>
      </p:sp>
      <p:sp>
        <p:nvSpPr>
          <p:cNvPr id="3" name="Content Placeholder 2">
            <a:extLst>
              <a:ext uri="{FF2B5EF4-FFF2-40B4-BE49-F238E27FC236}">
                <a16:creationId xmlns:a16="http://schemas.microsoft.com/office/drawing/2014/main" id="{B2ACF08A-A62F-4D82-9884-7E88CF923BDF}"/>
              </a:ext>
            </a:extLst>
          </p:cNvPr>
          <p:cNvSpPr>
            <a:spLocks noGrp="1"/>
          </p:cNvSpPr>
          <p:nvPr>
            <p:ph sz="quarter" idx="13"/>
          </p:nvPr>
        </p:nvSpPr>
        <p:spPr/>
        <p:txBody>
          <a:bodyPr>
            <a:normAutofit lnSpcReduction="10000"/>
          </a:bodyPr>
          <a:lstStyle/>
          <a:p>
            <a:r>
              <a:rPr lang="en-AU" noProof="0" dirty="0"/>
              <a:t>The southern sky presses down</a:t>
            </a:r>
          </a:p>
          <a:p>
            <a:r>
              <a:rPr lang="en-AU" noProof="0" dirty="0"/>
              <a:t>I white ant him</a:t>
            </a:r>
          </a:p>
          <a:p>
            <a:r>
              <a:rPr lang="en-AU" noProof="0" dirty="0"/>
              <a:t>Our getaway vehicle is a garden shed on wheels</a:t>
            </a:r>
          </a:p>
          <a:p>
            <a:r>
              <a:rPr lang="en-AU" noProof="0" dirty="0"/>
              <a:t>We get all nervous and giggly like a pair of tipsy netballers</a:t>
            </a:r>
          </a:p>
          <a:p>
            <a:r>
              <a:rPr lang="en-AU" noProof="0" dirty="0"/>
              <a:t>Live in each other’s pockets</a:t>
            </a:r>
          </a:p>
          <a:p>
            <a:endParaRPr lang="en-AU" noProof="0" dirty="0"/>
          </a:p>
          <a:p>
            <a:endParaRPr lang="en-AU" noProof="0" dirty="0"/>
          </a:p>
        </p:txBody>
      </p:sp>
    </p:spTree>
    <p:extLst>
      <p:ext uri="{BB962C8B-B14F-4D97-AF65-F5344CB8AC3E}">
        <p14:creationId xmlns:p14="http://schemas.microsoft.com/office/powerpoint/2010/main" val="2810472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A720D-4A5C-4BEE-9224-90BD0215BC99}"/>
              </a:ext>
            </a:extLst>
          </p:cNvPr>
          <p:cNvSpPr>
            <a:spLocks noGrp="1"/>
          </p:cNvSpPr>
          <p:nvPr>
            <p:ph type="title"/>
          </p:nvPr>
        </p:nvSpPr>
        <p:spPr/>
        <p:txBody>
          <a:bodyPr/>
          <a:lstStyle/>
          <a:p>
            <a:r>
              <a:rPr lang="en-AU" b="1" noProof="0" dirty="0"/>
              <a:t>Figurative Language </a:t>
            </a:r>
            <a:endParaRPr lang="en-AU" noProof="0" dirty="0"/>
          </a:p>
        </p:txBody>
      </p:sp>
      <p:sp>
        <p:nvSpPr>
          <p:cNvPr id="3" name="Content Placeholder 2">
            <a:extLst>
              <a:ext uri="{FF2B5EF4-FFF2-40B4-BE49-F238E27FC236}">
                <a16:creationId xmlns:a16="http://schemas.microsoft.com/office/drawing/2014/main" id="{2E57F620-D3E3-45C4-B926-954C29304095}"/>
              </a:ext>
            </a:extLst>
          </p:cNvPr>
          <p:cNvSpPr>
            <a:spLocks noGrp="1"/>
          </p:cNvSpPr>
          <p:nvPr>
            <p:ph sz="quarter" idx="13"/>
          </p:nvPr>
        </p:nvSpPr>
        <p:spPr/>
        <p:txBody>
          <a:bodyPr>
            <a:normAutofit/>
          </a:bodyPr>
          <a:lstStyle/>
          <a:p>
            <a:r>
              <a:rPr lang="en-AU" noProof="0" dirty="0"/>
              <a:t>Biggie’s not the brightest crayon in the box</a:t>
            </a:r>
          </a:p>
          <a:p>
            <a:r>
              <a:rPr lang="en-AU" noProof="0" dirty="0"/>
              <a:t>The VW shakes like a boiling billy</a:t>
            </a:r>
          </a:p>
          <a:p>
            <a:r>
              <a:rPr lang="en-AU" noProof="0" dirty="0"/>
              <a:t>With a rodent’s big eyes and narrow teeth</a:t>
            </a:r>
          </a:p>
          <a:p>
            <a:r>
              <a:rPr lang="en-AU" noProof="0" dirty="0"/>
              <a:t>The sweet melon sound of his head hitting the path</a:t>
            </a:r>
          </a:p>
          <a:p>
            <a:r>
              <a:rPr lang="en-AU" noProof="0" dirty="0"/>
              <a:t>Hair like a satin pillowslip</a:t>
            </a:r>
          </a:p>
          <a:p>
            <a:endParaRPr lang="en-AU" noProof="0" dirty="0"/>
          </a:p>
          <a:p>
            <a:endParaRPr lang="en-AU" noProof="0" dirty="0"/>
          </a:p>
        </p:txBody>
      </p:sp>
    </p:spTree>
    <p:extLst>
      <p:ext uri="{BB962C8B-B14F-4D97-AF65-F5344CB8AC3E}">
        <p14:creationId xmlns:p14="http://schemas.microsoft.com/office/powerpoint/2010/main" val="3630465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29B71-3E77-4795-96E2-D082917A42A1}"/>
              </a:ext>
            </a:extLst>
          </p:cNvPr>
          <p:cNvSpPr>
            <a:spLocks noGrp="1"/>
          </p:cNvSpPr>
          <p:nvPr>
            <p:ph type="title"/>
          </p:nvPr>
        </p:nvSpPr>
        <p:spPr/>
        <p:txBody>
          <a:bodyPr/>
          <a:lstStyle/>
          <a:p>
            <a:r>
              <a:rPr lang="en-AU" b="1" noProof="0" dirty="0"/>
              <a:t>Figurative Language </a:t>
            </a:r>
            <a:endParaRPr lang="en-AU" noProof="0" dirty="0"/>
          </a:p>
        </p:txBody>
      </p:sp>
      <p:sp>
        <p:nvSpPr>
          <p:cNvPr id="3" name="Content Placeholder 2">
            <a:extLst>
              <a:ext uri="{FF2B5EF4-FFF2-40B4-BE49-F238E27FC236}">
                <a16:creationId xmlns:a16="http://schemas.microsoft.com/office/drawing/2014/main" id="{5EC12824-1F3E-4AEC-8DC0-63EB4B016E84}"/>
              </a:ext>
            </a:extLst>
          </p:cNvPr>
          <p:cNvSpPr>
            <a:spLocks noGrp="1"/>
          </p:cNvSpPr>
          <p:nvPr>
            <p:ph sz="quarter" idx="13"/>
          </p:nvPr>
        </p:nvSpPr>
        <p:spPr/>
        <p:txBody>
          <a:bodyPr/>
          <a:lstStyle/>
          <a:p>
            <a:r>
              <a:rPr lang="en-AU" noProof="0" dirty="0"/>
              <a:t>A long, long kiss deep and playful as a conversation</a:t>
            </a:r>
          </a:p>
          <a:p>
            <a:r>
              <a:rPr lang="en-AU" noProof="0" dirty="0"/>
              <a:t>With a back pack the size of an elephant saddle</a:t>
            </a:r>
          </a:p>
          <a:p>
            <a:r>
              <a:rPr lang="en-AU" noProof="0" dirty="0"/>
              <a:t>Every time she lifts an arm there’s a blast of BO that could kill a wildebeest</a:t>
            </a:r>
          </a:p>
          <a:p>
            <a:r>
              <a:rPr lang="en-AU" noProof="0" dirty="0"/>
              <a:t>Meg is as thick as a box of hammers</a:t>
            </a:r>
          </a:p>
          <a:p>
            <a:endParaRPr lang="en-AU" noProof="0" dirty="0"/>
          </a:p>
          <a:p>
            <a:endParaRPr lang="en-AU" noProof="0" dirty="0"/>
          </a:p>
        </p:txBody>
      </p:sp>
    </p:spTree>
    <p:extLst>
      <p:ext uri="{BB962C8B-B14F-4D97-AF65-F5344CB8AC3E}">
        <p14:creationId xmlns:p14="http://schemas.microsoft.com/office/powerpoint/2010/main" val="2654113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52583-ED07-4B1A-9165-7E3DF9D5E84C}"/>
              </a:ext>
            </a:extLst>
          </p:cNvPr>
          <p:cNvSpPr>
            <a:spLocks noGrp="1"/>
          </p:cNvSpPr>
          <p:nvPr>
            <p:ph type="title"/>
          </p:nvPr>
        </p:nvSpPr>
        <p:spPr/>
        <p:txBody>
          <a:bodyPr/>
          <a:lstStyle/>
          <a:p>
            <a:r>
              <a:rPr lang="en-AU" noProof="0" dirty="0"/>
              <a:t>activities</a:t>
            </a:r>
          </a:p>
        </p:txBody>
      </p:sp>
      <p:sp>
        <p:nvSpPr>
          <p:cNvPr id="3" name="Content Placeholder 2">
            <a:extLst>
              <a:ext uri="{FF2B5EF4-FFF2-40B4-BE49-F238E27FC236}">
                <a16:creationId xmlns:a16="http://schemas.microsoft.com/office/drawing/2014/main" id="{4BA612AB-DACB-4901-B18F-521130F16894}"/>
              </a:ext>
            </a:extLst>
          </p:cNvPr>
          <p:cNvSpPr>
            <a:spLocks noGrp="1"/>
          </p:cNvSpPr>
          <p:nvPr>
            <p:ph sz="quarter" idx="13"/>
          </p:nvPr>
        </p:nvSpPr>
        <p:spPr/>
        <p:txBody>
          <a:bodyPr/>
          <a:lstStyle/>
          <a:p>
            <a:r>
              <a:rPr lang="en-AU" noProof="0" dirty="0"/>
              <a:t>What is a symbol?</a:t>
            </a:r>
          </a:p>
          <a:p>
            <a:r>
              <a:rPr lang="en-AU" noProof="0" dirty="0"/>
              <a:t>What is the function of a symbol?</a:t>
            </a:r>
          </a:p>
          <a:p>
            <a:r>
              <a:rPr lang="en-AU" noProof="0" dirty="0"/>
              <a:t>List some common examples of symbols</a:t>
            </a:r>
          </a:p>
          <a:p>
            <a:r>
              <a:rPr lang="en-AU" noProof="0" dirty="0"/>
              <a:t>Why do writers use symbols?</a:t>
            </a:r>
          </a:p>
          <a:p>
            <a:r>
              <a:rPr lang="en-AU" noProof="0" dirty="0"/>
              <a:t>How can symbols tell us something of a person?</a:t>
            </a:r>
          </a:p>
        </p:txBody>
      </p:sp>
    </p:spTree>
    <p:extLst>
      <p:ext uri="{BB962C8B-B14F-4D97-AF65-F5344CB8AC3E}">
        <p14:creationId xmlns:p14="http://schemas.microsoft.com/office/powerpoint/2010/main" val="501555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DD926-6B2D-4938-A2B5-D1245E62D541}"/>
              </a:ext>
            </a:extLst>
          </p:cNvPr>
          <p:cNvSpPr>
            <a:spLocks noGrp="1"/>
          </p:cNvSpPr>
          <p:nvPr>
            <p:ph type="title"/>
          </p:nvPr>
        </p:nvSpPr>
        <p:spPr/>
        <p:txBody>
          <a:bodyPr/>
          <a:lstStyle/>
          <a:p>
            <a:r>
              <a:rPr lang="en-AU" noProof="0" dirty="0"/>
              <a:t>Tuesday, 26-06</a:t>
            </a:r>
          </a:p>
        </p:txBody>
      </p:sp>
      <p:sp>
        <p:nvSpPr>
          <p:cNvPr id="3" name="Content Placeholder 2">
            <a:extLst>
              <a:ext uri="{FF2B5EF4-FFF2-40B4-BE49-F238E27FC236}">
                <a16:creationId xmlns:a16="http://schemas.microsoft.com/office/drawing/2014/main" id="{AAC13BD3-F584-410D-9CF8-47CBCFA1F510}"/>
              </a:ext>
            </a:extLst>
          </p:cNvPr>
          <p:cNvSpPr>
            <a:spLocks noGrp="1"/>
          </p:cNvSpPr>
          <p:nvPr>
            <p:ph sz="quarter" idx="13"/>
          </p:nvPr>
        </p:nvSpPr>
        <p:spPr/>
        <p:txBody>
          <a:bodyPr>
            <a:normAutofit lnSpcReduction="10000"/>
          </a:bodyPr>
          <a:lstStyle/>
          <a:p>
            <a:r>
              <a:rPr lang="en-AU" noProof="0" dirty="0"/>
              <a:t>Learning Intentions</a:t>
            </a:r>
          </a:p>
          <a:p>
            <a:pPr lvl="1"/>
            <a:r>
              <a:rPr lang="en-AU" noProof="0" dirty="0"/>
              <a:t>To identify and explain what ideas about the characters’ lives the symbols suggest</a:t>
            </a:r>
          </a:p>
          <a:p>
            <a:pPr lvl="1"/>
            <a:endParaRPr lang="en-AU" noProof="0" dirty="0"/>
          </a:p>
          <a:p>
            <a:r>
              <a:rPr lang="en-AU" noProof="0" dirty="0"/>
              <a:t>Success Criteria</a:t>
            </a:r>
          </a:p>
          <a:p>
            <a:pPr lvl="1"/>
            <a:r>
              <a:rPr lang="en-AU" noProof="0" dirty="0"/>
              <a:t>To explain which ideas are suggested about the characters’ lives</a:t>
            </a:r>
          </a:p>
        </p:txBody>
      </p:sp>
    </p:spTree>
    <p:extLst>
      <p:ext uri="{BB962C8B-B14F-4D97-AF65-F5344CB8AC3E}">
        <p14:creationId xmlns:p14="http://schemas.microsoft.com/office/powerpoint/2010/main" val="2928930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4FCEF-708D-4ECB-B389-3218C5420167}"/>
              </a:ext>
            </a:extLst>
          </p:cNvPr>
          <p:cNvSpPr>
            <a:spLocks noGrp="1"/>
          </p:cNvSpPr>
          <p:nvPr>
            <p:ph type="title"/>
          </p:nvPr>
        </p:nvSpPr>
        <p:spPr/>
        <p:txBody>
          <a:bodyPr/>
          <a:lstStyle/>
          <a:p>
            <a:r>
              <a:rPr lang="en-AU" noProof="0" dirty="0"/>
              <a:t>Tuesday activities: Sky</a:t>
            </a:r>
          </a:p>
        </p:txBody>
      </p:sp>
      <p:sp>
        <p:nvSpPr>
          <p:cNvPr id="3" name="Content Placeholder 2">
            <a:extLst>
              <a:ext uri="{FF2B5EF4-FFF2-40B4-BE49-F238E27FC236}">
                <a16:creationId xmlns:a16="http://schemas.microsoft.com/office/drawing/2014/main" id="{B4A03F1B-FEB0-41B1-BCC9-7D4545A9AF38}"/>
              </a:ext>
            </a:extLst>
          </p:cNvPr>
          <p:cNvSpPr>
            <a:spLocks noGrp="1"/>
          </p:cNvSpPr>
          <p:nvPr>
            <p:ph sz="quarter" idx="13"/>
          </p:nvPr>
        </p:nvSpPr>
        <p:spPr/>
        <p:txBody>
          <a:bodyPr>
            <a:normAutofit fontScale="85000" lnSpcReduction="20000"/>
          </a:bodyPr>
          <a:lstStyle/>
          <a:p>
            <a:pPr marL="0" indent="0">
              <a:buNone/>
            </a:pPr>
            <a:r>
              <a:rPr lang="en-AU" noProof="0" dirty="0"/>
              <a:t>Explain what ideas about the characters’ lives the following suggest?</a:t>
            </a:r>
          </a:p>
          <a:p>
            <a:pPr lvl="1"/>
            <a:r>
              <a:rPr lang="en-AU" noProof="0" dirty="0"/>
              <a:t>The southern sky presses down</a:t>
            </a:r>
          </a:p>
          <a:p>
            <a:pPr lvl="1"/>
            <a:r>
              <a:rPr lang="en-AU" noProof="0" dirty="0"/>
              <a:t>The horizon around our ears</a:t>
            </a:r>
          </a:p>
          <a:p>
            <a:pPr lvl="1"/>
            <a:r>
              <a:rPr lang="en-AU" noProof="0" dirty="0"/>
              <a:t>Dream…to find some blue sky</a:t>
            </a:r>
          </a:p>
          <a:p>
            <a:pPr lvl="1"/>
            <a:r>
              <a:rPr lang="en-AU" noProof="0" dirty="0"/>
              <a:t>The longer we drive the more the sky and the bush open up</a:t>
            </a:r>
          </a:p>
          <a:p>
            <a:pPr lvl="1"/>
            <a:r>
              <a:rPr lang="en-AU" noProof="0" dirty="0"/>
              <a:t>With sky as blue as mouthwash ahead</a:t>
            </a:r>
          </a:p>
          <a:p>
            <a:pPr lvl="1"/>
            <a:r>
              <a:rPr lang="en-AU" noProof="0" dirty="0"/>
              <a:t>The sun flattens itself against the saltpan and disappears.  </a:t>
            </a:r>
          </a:p>
          <a:p>
            <a:pPr lvl="1"/>
            <a:r>
              <a:rPr lang="en-AU" noProof="0" dirty="0"/>
              <a:t>The sky goes all acid blue and there’s just this huge silence.</a:t>
            </a:r>
          </a:p>
          <a:p>
            <a:endParaRPr lang="en-AU" noProof="0" dirty="0"/>
          </a:p>
        </p:txBody>
      </p:sp>
    </p:spTree>
    <p:extLst>
      <p:ext uri="{BB962C8B-B14F-4D97-AF65-F5344CB8AC3E}">
        <p14:creationId xmlns:p14="http://schemas.microsoft.com/office/powerpoint/2010/main" val="21921304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D037-8E10-4F8A-AAE8-AE22B72C1C13}"/>
              </a:ext>
            </a:extLst>
          </p:cNvPr>
          <p:cNvSpPr>
            <a:spLocks noGrp="1"/>
          </p:cNvSpPr>
          <p:nvPr>
            <p:ph type="title"/>
          </p:nvPr>
        </p:nvSpPr>
        <p:spPr/>
        <p:txBody>
          <a:bodyPr/>
          <a:lstStyle/>
          <a:p>
            <a:r>
              <a:rPr lang="en-AU" noProof="0" dirty="0"/>
              <a:t>Tuesday activities: Car</a:t>
            </a:r>
          </a:p>
        </p:txBody>
      </p:sp>
      <p:sp>
        <p:nvSpPr>
          <p:cNvPr id="3" name="Content Placeholder 2">
            <a:extLst>
              <a:ext uri="{FF2B5EF4-FFF2-40B4-BE49-F238E27FC236}">
                <a16:creationId xmlns:a16="http://schemas.microsoft.com/office/drawing/2014/main" id="{B38ECD46-CDF0-42F9-9721-B859FF0CA8EF}"/>
              </a:ext>
            </a:extLst>
          </p:cNvPr>
          <p:cNvSpPr>
            <a:spLocks noGrp="1"/>
          </p:cNvSpPr>
          <p:nvPr>
            <p:ph sz="quarter" idx="13"/>
          </p:nvPr>
        </p:nvSpPr>
        <p:spPr>
          <a:xfrm>
            <a:off x="304799" y="1757492"/>
            <a:ext cx="11529391" cy="4727714"/>
          </a:xfrm>
        </p:spPr>
        <p:txBody>
          <a:bodyPr>
            <a:normAutofit fontScale="62500" lnSpcReduction="20000"/>
          </a:bodyPr>
          <a:lstStyle/>
          <a:p>
            <a:r>
              <a:rPr lang="en-AU" noProof="0" dirty="0"/>
              <a:t>(Dream of ) V8 Sandman – mag wheels, lurid spray job like something off a Yes album and a filthy great mattress in the back.  A chick magnet, that’s what we want.</a:t>
            </a:r>
          </a:p>
          <a:p>
            <a:r>
              <a:rPr lang="en-AU" noProof="0" dirty="0"/>
              <a:t>We ditch the Sandman idea and buy a Kombi from a hippy on the wharf.</a:t>
            </a:r>
          </a:p>
          <a:p>
            <a:r>
              <a:rPr lang="en-AU" noProof="0" dirty="0"/>
              <a:t>Our getaway vehicle is a garden shed on wheels.</a:t>
            </a:r>
          </a:p>
          <a:p>
            <a:r>
              <a:rPr lang="en-AU" noProof="0" dirty="0"/>
              <a:t>Biggie drives.  He has the habit of punctuating his sentences with jabs on the accelerator and although the gutless old </a:t>
            </a:r>
            <a:r>
              <a:rPr lang="en-AU" noProof="0" dirty="0" err="1"/>
              <a:t>Volksie</a:t>
            </a:r>
            <a:r>
              <a:rPr lang="en-AU" noProof="0" dirty="0"/>
              <a:t> doesn’t exactly give you whiplash at every flourish, it’s enough to give a bloke a headache.</a:t>
            </a:r>
          </a:p>
          <a:p>
            <a:r>
              <a:rPr lang="en-AU" noProof="0" dirty="0"/>
              <a:t>The VW shakes like a boiling billy.</a:t>
            </a:r>
          </a:p>
          <a:p>
            <a:r>
              <a:rPr lang="en-AU" noProof="0" dirty="0"/>
              <a:t>…we’re standing back out there in the litter of our belongings waiting for the VW to explode.  But it just smoulders and hisses a while as the sun sinks behind us.  In the end, with the smoke almost gone and the wiring cooked, it’s obvious we’re not going anywhere.</a:t>
            </a:r>
          </a:p>
        </p:txBody>
      </p:sp>
    </p:spTree>
    <p:extLst>
      <p:ext uri="{BB962C8B-B14F-4D97-AF65-F5344CB8AC3E}">
        <p14:creationId xmlns:p14="http://schemas.microsoft.com/office/powerpoint/2010/main" val="35219236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D470F-8FEA-475D-9257-2F3AB3E70D08}"/>
              </a:ext>
            </a:extLst>
          </p:cNvPr>
          <p:cNvSpPr>
            <a:spLocks noGrp="1"/>
          </p:cNvSpPr>
          <p:nvPr>
            <p:ph type="title"/>
          </p:nvPr>
        </p:nvSpPr>
        <p:spPr/>
        <p:txBody>
          <a:bodyPr/>
          <a:lstStyle/>
          <a:p>
            <a:r>
              <a:rPr lang="en-AU" noProof="0" dirty="0"/>
              <a:t>Tuesday activities: Clothes</a:t>
            </a:r>
          </a:p>
        </p:txBody>
      </p:sp>
      <p:sp>
        <p:nvSpPr>
          <p:cNvPr id="3" name="Content Placeholder 2">
            <a:extLst>
              <a:ext uri="{FF2B5EF4-FFF2-40B4-BE49-F238E27FC236}">
                <a16:creationId xmlns:a16="http://schemas.microsoft.com/office/drawing/2014/main" id="{CA5492CF-5A3F-4262-A29A-79425142067A}"/>
              </a:ext>
            </a:extLst>
          </p:cNvPr>
          <p:cNvSpPr>
            <a:spLocks noGrp="1"/>
          </p:cNvSpPr>
          <p:nvPr>
            <p:ph sz="quarter" idx="13"/>
          </p:nvPr>
        </p:nvSpPr>
        <p:spPr/>
        <p:txBody>
          <a:bodyPr>
            <a:normAutofit fontScale="77500" lnSpcReduction="20000"/>
          </a:bodyPr>
          <a:lstStyle/>
          <a:p>
            <a:r>
              <a:rPr lang="en-AU" noProof="0" dirty="0"/>
              <a:t>Biggie and me, heading to work every morning in a frigid wind in the January of our new lives, still in jeans and boots and flannel shirts, with beanies on our heads and the horizon around our ears.</a:t>
            </a:r>
          </a:p>
          <a:p>
            <a:r>
              <a:rPr lang="en-AU" noProof="0" dirty="0"/>
              <a:t>Two mad southern boys still wearing beanies in March.</a:t>
            </a:r>
          </a:p>
          <a:p>
            <a:r>
              <a:rPr lang="en-AU" noProof="0" dirty="0"/>
              <a:t>We’ve finally woken up to ourselves and sheepishly dragged our beanies off.</a:t>
            </a:r>
          </a:p>
          <a:p>
            <a:r>
              <a:rPr lang="en-AU" noProof="0" dirty="0"/>
              <a:t>…each of us still in our southern-boy uniform of boots, jeans and flannel shirt…</a:t>
            </a:r>
          </a:p>
        </p:txBody>
      </p:sp>
    </p:spTree>
    <p:extLst>
      <p:ext uri="{BB962C8B-B14F-4D97-AF65-F5344CB8AC3E}">
        <p14:creationId xmlns:p14="http://schemas.microsoft.com/office/powerpoint/2010/main" val="3103121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6C157-26EE-41C4-8BCA-650F0B4D3DB9}"/>
              </a:ext>
            </a:extLst>
          </p:cNvPr>
          <p:cNvSpPr>
            <a:spLocks noGrp="1"/>
          </p:cNvSpPr>
          <p:nvPr>
            <p:ph type="title"/>
          </p:nvPr>
        </p:nvSpPr>
        <p:spPr/>
        <p:txBody>
          <a:bodyPr/>
          <a:lstStyle/>
          <a:p>
            <a:r>
              <a:rPr lang="en-AU" noProof="0" dirty="0"/>
              <a:t>Tuesday activities: burning kite</a:t>
            </a:r>
          </a:p>
        </p:txBody>
      </p:sp>
      <p:sp>
        <p:nvSpPr>
          <p:cNvPr id="3" name="Content Placeholder 2">
            <a:extLst>
              <a:ext uri="{FF2B5EF4-FFF2-40B4-BE49-F238E27FC236}">
                <a16:creationId xmlns:a16="http://schemas.microsoft.com/office/drawing/2014/main" id="{EDDEC43C-79EF-4D66-BACA-511665AF5A81}"/>
              </a:ext>
            </a:extLst>
          </p:cNvPr>
          <p:cNvSpPr>
            <a:spLocks noGrp="1"/>
          </p:cNvSpPr>
          <p:nvPr>
            <p:ph sz="quarter" idx="13"/>
          </p:nvPr>
        </p:nvSpPr>
        <p:spPr/>
        <p:txBody>
          <a:bodyPr>
            <a:normAutofit fontScale="85000" lnSpcReduction="20000"/>
          </a:bodyPr>
          <a:lstStyle/>
          <a:p>
            <a:pPr marL="0" indent="0">
              <a:buNone/>
            </a:pPr>
            <a:r>
              <a:rPr lang="en-AU" noProof="0" dirty="0"/>
              <a:t> I get to thinking about the last night of school and the bonfire at Massacre Point, the beginning of that short period of grace when my very limbs tingled with relief and the dread of failure had yet to set in.  Someone had a kite in the air and its tail was on fire looping and spiralling orange and pink against the night sky, so beautiful I almost cried…I really felt that I’d reached the edge of something. I had a power and a promise I’d never sensed before.  The fact that the burning kite consumed its own tail and fluttered down into the sea didn’t really register</a:t>
            </a:r>
          </a:p>
        </p:txBody>
      </p:sp>
    </p:spTree>
    <p:extLst>
      <p:ext uri="{BB962C8B-B14F-4D97-AF65-F5344CB8AC3E}">
        <p14:creationId xmlns:p14="http://schemas.microsoft.com/office/powerpoint/2010/main" val="1046061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9848C-3D48-46A1-B40F-B1313C857A76}"/>
              </a:ext>
            </a:extLst>
          </p:cNvPr>
          <p:cNvSpPr>
            <a:spLocks noGrp="1"/>
          </p:cNvSpPr>
          <p:nvPr>
            <p:ph type="title"/>
          </p:nvPr>
        </p:nvSpPr>
        <p:spPr/>
        <p:txBody>
          <a:bodyPr/>
          <a:lstStyle/>
          <a:p>
            <a:r>
              <a:rPr lang="en-AU" noProof="0" dirty="0"/>
              <a:t>Wednesday, 27-06</a:t>
            </a:r>
          </a:p>
        </p:txBody>
      </p:sp>
      <p:sp>
        <p:nvSpPr>
          <p:cNvPr id="3" name="Content Placeholder 2">
            <a:extLst>
              <a:ext uri="{FF2B5EF4-FFF2-40B4-BE49-F238E27FC236}">
                <a16:creationId xmlns:a16="http://schemas.microsoft.com/office/drawing/2014/main" id="{1C87A87A-1352-4905-B2BA-4436A2472425}"/>
              </a:ext>
            </a:extLst>
          </p:cNvPr>
          <p:cNvSpPr>
            <a:spLocks noGrp="1"/>
          </p:cNvSpPr>
          <p:nvPr>
            <p:ph sz="quarter" idx="13"/>
          </p:nvPr>
        </p:nvSpPr>
        <p:spPr/>
        <p:txBody>
          <a:bodyPr>
            <a:normAutofit lnSpcReduction="10000"/>
          </a:bodyPr>
          <a:lstStyle/>
          <a:p>
            <a:r>
              <a:rPr lang="en-AU" noProof="0" dirty="0"/>
              <a:t>Learning Intentions</a:t>
            </a:r>
          </a:p>
          <a:p>
            <a:pPr lvl="1"/>
            <a:r>
              <a:rPr lang="en-AU" noProof="0" dirty="0"/>
              <a:t>To consider details that have been included in descriptions to explain why the author chose them.</a:t>
            </a:r>
            <a:br>
              <a:rPr lang="en-AU" noProof="0" dirty="0"/>
            </a:br>
            <a:endParaRPr lang="en-AU" noProof="0" dirty="0"/>
          </a:p>
          <a:p>
            <a:r>
              <a:rPr lang="en-AU" noProof="0" dirty="0"/>
              <a:t>Success Criteria</a:t>
            </a:r>
          </a:p>
          <a:p>
            <a:pPr lvl="1"/>
            <a:r>
              <a:rPr lang="en-AU" noProof="0" dirty="0"/>
              <a:t>Considered the details have been included in descriptions</a:t>
            </a:r>
          </a:p>
        </p:txBody>
      </p:sp>
    </p:spTree>
    <p:extLst>
      <p:ext uri="{BB962C8B-B14F-4D97-AF65-F5344CB8AC3E}">
        <p14:creationId xmlns:p14="http://schemas.microsoft.com/office/powerpoint/2010/main" val="41828540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D7740-23A4-43D1-A0F1-AC3AE7B83DF0}"/>
              </a:ext>
            </a:extLst>
          </p:cNvPr>
          <p:cNvSpPr>
            <a:spLocks noGrp="1"/>
          </p:cNvSpPr>
          <p:nvPr>
            <p:ph type="title"/>
          </p:nvPr>
        </p:nvSpPr>
        <p:spPr/>
        <p:txBody>
          <a:bodyPr/>
          <a:lstStyle/>
          <a:p>
            <a:r>
              <a:rPr lang="en-AU" noProof="0" dirty="0"/>
              <a:t>Wednesday activities</a:t>
            </a:r>
          </a:p>
        </p:txBody>
      </p:sp>
      <p:sp>
        <p:nvSpPr>
          <p:cNvPr id="3" name="Content Placeholder 2">
            <a:extLst>
              <a:ext uri="{FF2B5EF4-FFF2-40B4-BE49-F238E27FC236}">
                <a16:creationId xmlns:a16="http://schemas.microsoft.com/office/drawing/2014/main" id="{CD604980-A8E3-4FCC-BEF9-73BC3F59E164}"/>
              </a:ext>
            </a:extLst>
          </p:cNvPr>
          <p:cNvSpPr>
            <a:spLocks noGrp="1"/>
          </p:cNvSpPr>
          <p:nvPr>
            <p:ph sz="quarter" idx="13"/>
          </p:nvPr>
        </p:nvSpPr>
        <p:spPr/>
        <p:txBody>
          <a:bodyPr/>
          <a:lstStyle/>
          <a:p>
            <a:r>
              <a:rPr lang="en-AU" noProof="0" dirty="0"/>
              <a:t>Consider what details have been included in the descriptions, </a:t>
            </a:r>
            <a:r>
              <a:rPr lang="en-AU" noProof="0" dirty="0" err="1"/>
              <a:t>eg</a:t>
            </a:r>
            <a:r>
              <a:rPr lang="en-AU" noProof="0" dirty="0"/>
              <a:t> how the drizzle hangs from their noses, the birds.  </a:t>
            </a:r>
          </a:p>
          <a:p>
            <a:r>
              <a:rPr lang="en-AU" noProof="0" dirty="0"/>
              <a:t>Give some examples and explain why you think the author chose them.</a:t>
            </a:r>
          </a:p>
        </p:txBody>
      </p:sp>
    </p:spTree>
    <p:extLst>
      <p:ext uri="{BB962C8B-B14F-4D97-AF65-F5344CB8AC3E}">
        <p14:creationId xmlns:p14="http://schemas.microsoft.com/office/powerpoint/2010/main" val="1110161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10071-FA0D-47EC-8F3D-58AB6D6C1865}"/>
              </a:ext>
            </a:extLst>
          </p:cNvPr>
          <p:cNvSpPr>
            <a:spLocks noGrp="1"/>
          </p:cNvSpPr>
          <p:nvPr>
            <p:ph type="title"/>
          </p:nvPr>
        </p:nvSpPr>
        <p:spPr/>
        <p:txBody>
          <a:bodyPr/>
          <a:lstStyle/>
          <a:p>
            <a:r>
              <a:rPr lang="en-AU" noProof="0" dirty="0"/>
              <a:t>Text 1</a:t>
            </a:r>
          </a:p>
        </p:txBody>
      </p:sp>
      <p:sp>
        <p:nvSpPr>
          <p:cNvPr id="3" name="Content Placeholder 2">
            <a:extLst>
              <a:ext uri="{FF2B5EF4-FFF2-40B4-BE49-F238E27FC236}">
                <a16:creationId xmlns:a16="http://schemas.microsoft.com/office/drawing/2014/main" id="{DE3F4D49-4DBD-4682-84FC-666E5EBF90D8}"/>
              </a:ext>
            </a:extLst>
          </p:cNvPr>
          <p:cNvSpPr>
            <a:spLocks noGrp="1"/>
          </p:cNvSpPr>
          <p:nvPr>
            <p:ph sz="quarter" idx="13"/>
          </p:nvPr>
        </p:nvSpPr>
        <p:spPr/>
        <p:txBody>
          <a:bodyPr/>
          <a:lstStyle/>
          <a:p>
            <a:pPr marL="0" indent="0">
              <a:buNone/>
            </a:pPr>
            <a:r>
              <a:rPr lang="en-AU" noProof="0" dirty="0"/>
              <a:t>Week after week an </a:t>
            </a:r>
            <a:r>
              <a:rPr lang="en-AU" i="1" noProof="0" dirty="0"/>
              <a:t>endless</a:t>
            </a:r>
            <a:r>
              <a:rPr lang="en-AU" noProof="0" dirty="0"/>
              <a:t> misting drizzle wafts in from the sea.  It beads in our hair and hangs from the tips of our noses while we </a:t>
            </a:r>
            <a:r>
              <a:rPr lang="en-AU" i="1" noProof="0" dirty="0"/>
              <a:t>trudge</a:t>
            </a:r>
            <a:r>
              <a:rPr lang="en-AU" noProof="0" dirty="0"/>
              <a:t> around town in the vain hope of scaring up some action.  The southern sky presses down and the beaches and bays turn </a:t>
            </a:r>
            <a:r>
              <a:rPr lang="en-AU" i="1" noProof="0" dirty="0"/>
              <a:t>the colour of dirty tin</a:t>
            </a:r>
            <a:r>
              <a:rPr lang="en-AU" noProof="0" dirty="0"/>
              <a:t>.</a:t>
            </a:r>
          </a:p>
          <a:p>
            <a:endParaRPr lang="en-AU" noProof="0" dirty="0"/>
          </a:p>
        </p:txBody>
      </p:sp>
    </p:spTree>
    <p:extLst>
      <p:ext uri="{BB962C8B-B14F-4D97-AF65-F5344CB8AC3E}">
        <p14:creationId xmlns:p14="http://schemas.microsoft.com/office/powerpoint/2010/main" val="39643086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299E8-B460-4FA3-AB28-DBCF402F8D62}"/>
              </a:ext>
            </a:extLst>
          </p:cNvPr>
          <p:cNvSpPr>
            <a:spLocks noGrp="1"/>
          </p:cNvSpPr>
          <p:nvPr>
            <p:ph type="title"/>
          </p:nvPr>
        </p:nvSpPr>
        <p:spPr/>
        <p:txBody>
          <a:bodyPr/>
          <a:lstStyle/>
          <a:p>
            <a:r>
              <a:rPr lang="en-AU" noProof="0" dirty="0"/>
              <a:t>Wednesday activities: Retrieval chart</a:t>
            </a:r>
          </a:p>
        </p:txBody>
      </p:sp>
      <p:graphicFrame>
        <p:nvGraphicFramePr>
          <p:cNvPr id="4" name="Content Placeholder 3">
            <a:extLst>
              <a:ext uri="{FF2B5EF4-FFF2-40B4-BE49-F238E27FC236}">
                <a16:creationId xmlns:a16="http://schemas.microsoft.com/office/drawing/2014/main" id="{1ECA698C-48A3-4F5A-B463-D899A4A28762}"/>
              </a:ext>
            </a:extLst>
          </p:cNvPr>
          <p:cNvGraphicFramePr>
            <a:graphicFrameLocks noGrp="1"/>
          </p:cNvGraphicFramePr>
          <p:nvPr>
            <p:ph sz="quarter" idx="13"/>
            <p:extLst>
              <p:ext uri="{D42A27DB-BD31-4B8C-83A1-F6EECF244321}">
                <p14:modId xmlns:p14="http://schemas.microsoft.com/office/powerpoint/2010/main" val="3328108080"/>
              </p:ext>
            </p:extLst>
          </p:nvPr>
        </p:nvGraphicFramePr>
        <p:xfrm>
          <a:off x="913775" y="1524000"/>
          <a:ext cx="10364452" cy="5004755"/>
        </p:xfrm>
        <a:graphic>
          <a:graphicData uri="http://schemas.openxmlformats.org/drawingml/2006/table">
            <a:tbl>
              <a:tblPr firstRow="1" firstCol="1" bandRow="1">
                <a:tableStyleId>{5C22544A-7EE6-4342-B048-85BDC9FD1C3A}</a:tableStyleId>
              </a:tblPr>
              <a:tblGrid>
                <a:gridCol w="4161809">
                  <a:extLst>
                    <a:ext uri="{9D8B030D-6E8A-4147-A177-3AD203B41FA5}">
                      <a16:colId xmlns:a16="http://schemas.microsoft.com/office/drawing/2014/main" val="1977509767"/>
                    </a:ext>
                  </a:extLst>
                </a:gridCol>
                <a:gridCol w="6202643">
                  <a:extLst>
                    <a:ext uri="{9D8B030D-6E8A-4147-A177-3AD203B41FA5}">
                      <a16:colId xmlns:a16="http://schemas.microsoft.com/office/drawing/2014/main" val="1303509187"/>
                    </a:ext>
                  </a:extLst>
                </a:gridCol>
              </a:tblGrid>
              <a:tr h="1080000">
                <a:tc>
                  <a:txBody>
                    <a:bodyPr/>
                    <a:lstStyle/>
                    <a:p>
                      <a:pPr>
                        <a:lnSpc>
                          <a:spcPct val="130000"/>
                        </a:lnSpc>
                        <a:spcAft>
                          <a:spcPts val="0"/>
                        </a:spcAft>
                      </a:pPr>
                      <a:r>
                        <a:rPr lang="en-US" sz="3600" dirty="0">
                          <a:effectLst/>
                        </a:rPr>
                        <a:t>Example</a:t>
                      </a:r>
                      <a:endParaRPr lang="en-AU" sz="3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30000"/>
                        </a:lnSpc>
                        <a:spcAft>
                          <a:spcPts val="0"/>
                        </a:spcAft>
                      </a:pPr>
                      <a:r>
                        <a:rPr lang="en-US" sz="3600" dirty="0">
                          <a:effectLst/>
                        </a:rPr>
                        <a:t>Why chosen</a:t>
                      </a:r>
                      <a:endParaRPr lang="en-AU" sz="3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16108127"/>
                  </a:ext>
                </a:extLst>
              </a:tr>
              <a:tr h="1440000">
                <a:tc>
                  <a:txBody>
                    <a:bodyPr/>
                    <a:lstStyle/>
                    <a:p>
                      <a:pPr>
                        <a:lnSpc>
                          <a:spcPct val="130000"/>
                        </a:lnSpc>
                        <a:spcAft>
                          <a:spcPts val="0"/>
                        </a:spcAft>
                      </a:pPr>
                      <a:r>
                        <a:rPr lang="en-US" sz="3200" dirty="0">
                          <a:effectLst/>
                          <a:latin typeface="Calibri" panose="020F0502020204030204" pitchFamily="34" charset="0"/>
                          <a:cs typeface="Calibri" panose="020F0502020204030204" pitchFamily="34" charset="0"/>
                        </a:rPr>
                        <a:t>  Quote example here</a:t>
                      </a:r>
                      <a:endParaRPr lang="en-AU" sz="3200" dirty="0">
                        <a:effectLst/>
                        <a:latin typeface="Calibri" panose="020F0502020204030204" pitchFamily="34" charset="0"/>
                        <a:ea typeface="MS Mincho" panose="02020609040205080304" pitchFamily="49" charset="-128"/>
                        <a:cs typeface="Calibri" panose="020F0502020204030204" pitchFamily="34" charset="0"/>
                      </a:endParaRPr>
                    </a:p>
                  </a:txBody>
                  <a:tcPr marL="68580" marR="68580" marT="0" marB="0" anchor="ctr"/>
                </a:tc>
                <a:tc>
                  <a:txBody>
                    <a:bodyPr/>
                    <a:lstStyle/>
                    <a:p>
                      <a:pPr>
                        <a:lnSpc>
                          <a:spcPct val="130000"/>
                        </a:lnSpc>
                        <a:spcAft>
                          <a:spcPts val="0"/>
                        </a:spcAft>
                      </a:pPr>
                      <a:r>
                        <a:rPr lang="en-US" sz="3200" dirty="0">
                          <a:effectLst/>
                          <a:latin typeface="Calibri" panose="020F0502020204030204" pitchFamily="34" charset="0"/>
                          <a:cs typeface="Calibri" panose="020F0502020204030204" pitchFamily="34" charset="0"/>
                        </a:rPr>
                        <a:t>Describe the emotion this example evokes</a:t>
                      </a:r>
                    </a:p>
                  </a:txBody>
                  <a:tcPr marL="68580" marR="68580" marT="0" marB="0" anchor="ctr"/>
                </a:tc>
                <a:extLst>
                  <a:ext uri="{0D108BD9-81ED-4DB2-BD59-A6C34878D82A}">
                    <a16:rowId xmlns:a16="http://schemas.microsoft.com/office/drawing/2014/main" val="20770523"/>
                  </a:ext>
                </a:extLst>
              </a:tr>
              <a:tr h="1440000">
                <a:tc>
                  <a:txBody>
                    <a:bodyPr/>
                    <a:lstStyle/>
                    <a:p>
                      <a:pPr>
                        <a:lnSpc>
                          <a:spcPct val="130000"/>
                        </a:lnSpc>
                        <a:spcAft>
                          <a:spcPts val="0"/>
                        </a:spcAft>
                      </a:pPr>
                      <a:r>
                        <a:rPr lang="en-US" sz="3200" dirty="0">
                          <a:effectLst/>
                          <a:latin typeface="Calibri" panose="020F0502020204030204" pitchFamily="34" charset="0"/>
                          <a:ea typeface="MS Mincho" panose="02020609040205080304" pitchFamily="49" charset="-128"/>
                          <a:cs typeface="Calibri" panose="020F0502020204030204" pitchFamily="34" charset="0"/>
                        </a:rPr>
                        <a:t>The drizzle hangs from their noses</a:t>
                      </a:r>
                      <a:endParaRPr lang="en-AU" sz="3200" dirty="0">
                        <a:effectLst/>
                        <a:latin typeface="Calibri" panose="020F0502020204030204" pitchFamily="34" charset="0"/>
                        <a:ea typeface="MS Mincho" panose="02020609040205080304" pitchFamily="49" charset="-128"/>
                        <a:cs typeface="Calibri" panose="020F0502020204030204" pitchFamily="34" charset="0"/>
                      </a:endParaRPr>
                    </a:p>
                  </a:txBody>
                  <a:tcPr marL="68580" marR="68580" marT="0" marB="0" anchor="ctr"/>
                </a:tc>
                <a:tc>
                  <a:txBody>
                    <a:bodyPr/>
                    <a:lstStyle/>
                    <a:p>
                      <a:pPr>
                        <a:lnSpc>
                          <a:spcPct val="130000"/>
                        </a:lnSpc>
                        <a:spcAft>
                          <a:spcPts val="0"/>
                        </a:spcAft>
                      </a:pPr>
                      <a:r>
                        <a:rPr lang="en-US" sz="3200" dirty="0">
                          <a:effectLst/>
                          <a:latin typeface="Calibri" panose="020F0502020204030204" pitchFamily="34" charset="0"/>
                          <a:ea typeface="MS Mincho" panose="02020609040205080304" pitchFamily="49" charset="-128"/>
                          <a:cs typeface="Calibri" panose="020F0502020204030204" pitchFamily="34" charset="0"/>
                        </a:rPr>
                        <a:t>This suggests that they are helpless in the face of the drizzle; almost like young children with mucus running from their noses. </a:t>
                      </a:r>
                      <a:endParaRPr lang="en-AU" sz="3200" dirty="0">
                        <a:effectLst/>
                        <a:latin typeface="Calibri" panose="020F0502020204030204" pitchFamily="34" charset="0"/>
                        <a:ea typeface="MS Mincho" panose="02020609040205080304" pitchFamily="49" charset="-128"/>
                        <a:cs typeface="Calibri" panose="020F0502020204030204" pitchFamily="34" charset="0"/>
                      </a:endParaRPr>
                    </a:p>
                  </a:txBody>
                  <a:tcPr marL="68580" marR="68580" marT="0" marB="0" anchor="ctr"/>
                </a:tc>
                <a:extLst>
                  <a:ext uri="{0D108BD9-81ED-4DB2-BD59-A6C34878D82A}">
                    <a16:rowId xmlns:a16="http://schemas.microsoft.com/office/drawing/2014/main" val="3806948680"/>
                  </a:ext>
                </a:extLst>
              </a:tr>
            </a:tbl>
          </a:graphicData>
        </a:graphic>
      </p:graphicFrame>
    </p:spTree>
    <p:extLst>
      <p:ext uri="{BB962C8B-B14F-4D97-AF65-F5344CB8AC3E}">
        <p14:creationId xmlns:p14="http://schemas.microsoft.com/office/powerpoint/2010/main" val="3419097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3DF9-7325-43A2-A9D0-7C707067A1D3}"/>
              </a:ext>
            </a:extLst>
          </p:cNvPr>
          <p:cNvSpPr>
            <a:spLocks noGrp="1"/>
          </p:cNvSpPr>
          <p:nvPr>
            <p:ph type="title"/>
          </p:nvPr>
        </p:nvSpPr>
        <p:spPr/>
        <p:txBody>
          <a:bodyPr/>
          <a:lstStyle/>
          <a:p>
            <a:r>
              <a:rPr lang="en-AU" noProof="0" dirty="0"/>
              <a:t>Text 2</a:t>
            </a:r>
          </a:p>
        </p:txBody>
      </p:sp>
      <p:sp>
        <p:nvSpPr>
          <p:cNvPr id="3" name="Content Placeholder 2">
            <a:extLst>
              <a:ext uri="{FF2B5EF4-FFF2-40B4-BE49-F238E27FC236}">
                <a16:creationId xmlns:a16="http://schemas.microsoft.com/office/drawing/2014/main" id="{AA22BD37-0948-44EE-815A-D52DADA8B645}"/>
              </a:ext>
            </a:extLst>
          </p:cNvPr>
          <p:cNvSpPr>
            <a:spLocks noGrp="1"/>
          </p:cNvSpPr>
          <p:nvPr>
            <p:ph sz="quarter" idx="13"/>
          </p:nvPr>
        </p:nvSpPr>
        <p:spPr/>
        <p:txBody>
          <a:bodyPr>
            <a:normAutofit fontScale="85000" lnSpcReduction="20000"/>
          </a:bodyPr>
          <a:lstStyle/>
          <a:p>
            <a:pPr marL="0" indent="0">
              <a:buNone/>
            </a:pPr>
            <a:r>
              <a:rPr lang="en-AU" noProof="0" dirty="0"/>
              <a:t>…I convinced him to get up with me and swim </a:t>
            </a:r>
            <a:r>
              <a:rPr lang="en-AU" i="1" noProof="0" dirty="0"/>
              <a:t>bare-arsed</a:t>
            </a:r>
            <a:r>
              <a:rPr lang="en-AU" noProof="0" dirty="0"/>
              <a:t> in the cold</a:t>
            </a:r>
            <a:r>
              <a:rPr lang="en-AU" i="1" noProof="0" dirty="0"/>
              <a:t> clear</a:t>
            </a:r>
            <a:r>
              <a:rPr lang="en-AU" noProof="0" dirty="0"/>
              <a:t> water inside the rocky promontory before we stole back through the sleeping crowd towards my mother’s car.  That was a great feeling, </a:t>
            </a:r>
            <a:r>
              <a:rPr lang="en-AU" i="1" noProof="0" dirty="0"/>
              <a:t>tingling</a:t>
            </a:r>
            <a:r>
              <a:rPr lang="en-AU" noProof="0" dirty="0"/>
              <a:t>, awake, up first, seeing everybody sprawled in hilarious and unlikely pairings and postures.  The air was soupy, salty, and as we</a:t>
            </a:r>
            <a:r>
              <a:rPr lang="en-AU" i="1" noProof="0" dirty="0"/>
              <a:t> padded</a:t>
            </a:r>
            <a:r>
              <a:rPr lang="en-AU" noProof="0" dirty="0"/>
              <a:t> up the sand track with birds in the </a:t>
            </a:r>
            <a:r>
              <a:rPr lang="en-AU" i="1" noProof="0" dirty="0"/>
              <a:t>mint-scented</a:t>
            </a:r>
            <a:r>
              <a:rPr lang="en-AU" noProof="0" dirty="0"/>
              <a:t> scrub all around, I just couldn’t imagine disappointment.  The world felt new, specially made for us</a:t>
            </a:r>
          </a:p>
        </p:txBody>
      </p:sp>
    </p:spTree>
    <p:extLst>
      <p:ext uri="{BB962C8B-B14F-4D97-AF65-F5344CB8AC3E}">
        <p14:creationId xmlns:p14="http://schemas.microsoft.com/office/powerpoint/2010/main" val="32181651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39E9D-8FFB-4763-8390-DBB04BDB0DB5}"/>
              </a:ext>
            </a:extLst>
          </p:cNvPr>
          <p:cNvSpPr>
            <a:spLocks noGrp="1"/>
          </p:cNvSpPr>
          <p:nvPr>
            <p:ph type="title"/>
          </p:nvPr>
        </p:nvSpPr>
        <p:spPr/>
        <p:txBody>
          <a:bodyPr/>
          <a:lstStyle/>
          <a:p>
            <a:r>
              <a:rPr lang="en-AU" noProof="0" dirty="0"/>
              <a:t>Wednesday activities</a:t>
            </a:r>
          </a:p>
        </p:txBody>
      </p:sp>
      <p:sp>
        <p:nvSpPr>
          <p:cNvPr id="3" name="Content Placeholder 2">
            <a:extLst>
              <a:ext uri="{FF2B5EF4-FFF2-40B4-BE49-F238E27FC236}">
                <a16:creationId xmlns:a16="http://schemas.microsoft.com/office/drawing/2014/main" id="{7AA14B7D-9C25-48F8-839D-20F414B8A6D1}"/>
              </a:ext>
            </a:extLst>
          </p:cNvPr>
          <p:cNvSpPr>
            <a:spLocks noGrp="1"/>
          </p:cNvSpPr>
          <p:nvPr>
            <p:ph sz="quarter" idx="13"/>
          </p:nvPr>
        </p:nvSpPr>
        <p:spPr/>
        <p:txBody>
          <a:bodyPr/>
          <a:lstStyle/>
          <a:p>
            <a:pPr marL="0" indent="0">
              <a:buNone/>
            </a:pPr>
            <a:r>
              <a:rPr lang="en-AU" noProof="0" dirty="0"/>
              <a:t>What feelings are communicated by the particular use of the words in italics?  What emotions and senses are suggested?</a:t>
            </a:r>
          </a:p>
          <a:p>
            <a:pPr marL="0" indent="0">
              <a:buNone/>
            </a:pPr>
            <a:endParaRPr lang="en-AU" noProof="0" dirty="0"/>
          </a:p>
        </p:txBody>
      </p:sp>
      <p:graphicFrame>
        <p:nvGraphicFramePr>
          <p:cNvPr id="4" name="Table 3">
            <a:extLst>
              <a:ext uri="{FF2B5EF4-FFF2-40B4-BE49-F238E27FC236}">
                <a16:creationId xmlns:a16="http://schemas.microsoft.com/office/drawing/2014/main" id="{3A8F67A8-9169-46BD-9BAB-4078F972252E}"/>
              </a:ext>
            </a:extLst>
          </p:cNvPr>
          <p:cNvGraphicFramePr>
            <a:graphicFrameLocks noGrp="1"/>
          </p:cNvGraphicFramePr>
          <p:nvPr>
            <p:extLst>
              <p:ext uri="{D42A27DB-BD31-4B8C-83A1-F6EECF244321}">
                <p14:modId xmlns:p14="http://schemas.microsoft.com/office/powerpoint/2010/main" val="3397577049"/>
              </p:ext>
            </p:extLst>
          </p:nvPr>
        </p:nvGraphicFramePr>
        <p:xfrm>
          <a:off x="913773" y="4077845"/>
          <a:ext cx="10363825" cy="2432304"/>
        </p:xfrm>
        <a:graphic>
          <a:graphicData uri="http://schemas.openxmlformats.org/drawingml/2006/table">
            <a:tbl>
              <a:tblPr firstRow="1" firstCol="1" bandRow="1">
                <a:tableStyleId>{5C22544A-7EE6-4342-B048-85BDC9FD1C3A}</a:tableStyleId>
              </a:tblPr>
              <a:tblGrid>
                <a:gridCol w="2711554">
                  <a:extLst>
                    <a:ext uri="{9D8B030D-6E8A-4147-A177-3AD203B41FA5}">
                      <a16:colId xmlns:a16="http://schemas.microsoft.com/office/drawing/2014/main" val="2350209730"/>
                    </a:ext>
                  </a:extLst>
                </a:gridCol>
                <a:gridCol w="7652271">
                  <a:extLst>
                    <a:ext uri="{9D8B030D-6E8A-4147-A177-3AD203B41FA5}">
                      <a16:colId xmlns:a16="http://schemas.microsoft.com/office/drawing/2014/main" val="891587541"/>
                    </a:ext>
                  </a:extLst>
                </a:gridCol>
              </a:tblGrid>
              <a:tr h="517385">
                <a:tc>
                  <a:txBody>
                    <a:bodyPr/>
                    <a:lstStyle/>
                    <a:p>
                      <a:pPr>
                        <a:lnSpc>
                          <a:spcPct val="130000"/>
                        </a:lnSpc>
                        <a:spcAft>
                          <a:spcPts val="0"/>
                        </a:spcAft>
                      </a:pPr>
                      <a:r>
                        <a:rPr lang="en-US" sz="3200" dirty="0">
                          <a:effectLst/>
                        </a:rPr>
                        <a:t>Example</a:t>
                      </a:r>
                      <a:endParaRPr lang="en-AU" sz="3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30000"/>
                        </a:lnSpc>
                        <a:spcAft>
                          <a:spcPts val="0"/>
                        </a:spcAft>
                      </a:pPr>
                      <a:r>
                        <a:rPr lang="en-US" sz="3200" dirty="0">
                          <a:effectLst/>
                        </a:rPr>
                        <a:t>Emotions and senses - Connotation</a:t>
                      </a:r>
                      <a:endParaRPr lang="en-AU" sz="3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95770534"/>
                  </a:ext>
                </a:extLst>
              </a:tr>
              <a:tr h="1644253">
                <a:tc>
                  <a:txBody>
                    <a:bodyPr/>
                    <a:lstStyle/>
                    <a:p>
                      <a:pPr>
                        <a:lnSpc>
                          <a:spcPct val="130000"/>
                        </a:lnSpc>
                        <a:spcAft>
                          <a:spcPts val="0"/>
                        </a:spcAft>
                      </a:pPr>
                      <a:r>
                        <a:rPr lang="en-US" sz="3200">
                          <a:effectLst/>
                        </a:rPr>
                        <a:t>Endless</a:t>
                      </a:r>
                      <a:endParaRPr lang="en-AU" sz="3200">
                        <a:effectLst/>
                      </a:endParaRPr>
                    </a:p>
                    <a:p>
                      <a:pPr>
                        <a:lnSpc>
                          <a:spcPct val="130000"/>
                        </a:lnSpc>
                        <a:spcAft>
                          <a:spcPts val="0"/>
                        </a:spcAft>
                      </a:pPr>
                      <a:r>
                        <a:rPr lang="en-US" sz="3200">
                          <a:effectLst/>
                        </a:rPr>
                        <a:t> </a:t>
                      </a:r>
                      <a:endParaRPr lang="en-AU" sz="3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30000"/>
                        </a:lnSpc>
                        <a:spcAft>
                          <a:spcPts val="0"/>
                        </a:spcAft>
                      </a:pPr>
                      <a:r>
                        <a:rPr lang="en-US" sz="3200" dirty="0">
                          <a:effectLst/>
                        </a:rPr>
                        <a:t> frustration, anger(?) and resignation – giving up to the inevitable. </a:t>
                      </a:r>
                      <a:endParaRPr lang="en-AU" sz="3200" dirty="0">
                        <a:effectLst/>
                      </a:endParaRPr>
                    </a:p>
                    <a:p>
                      <a:pPr>
                        <a:lnSpc>
                          <a:spcPct val="130000"/>
                        </a:lnSpc>
                        <a:spcAft>
                          <a:spcPts val="0"/>
                        </a:spcAft>
                      </a:pPr>
                      <a:r>
                        <a:rPr lang="en-US" sz="3200" dirty="0">
                          <a:effectLst/>
                        </a:rPr>
                        <a:t> </a:t>
                      </a:r>
                      <a:endParaRPr lang="en-AU" sz="3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21172172"/>
                  </a:ext>
                </a:extLst>
              </a:tr>
            </a:tbl>
          </a:graphicData>
        </a:graphic>
      </p:graphicFrame>
    </p:spTree>
    <p:extLst>
      <p:ext uri="{BB962C8B-B14F-4D97-AF65-F5344CB8AC3E}">
        <p14:creationId xmlns:p14="http://schemas.microsoft.com/office/powerpoint/2010/main" val="16959436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341E9-7177-418B-AAA3-BAD5556D64AD}"/>
              </a:ext>
            </a:extLst>
          </p:cNvPr>
          <p:cNvSpPr>
            <a:spLocks noGrp="1"/>
          </p:cNvSpPr>
          <p:nvPr>
            <p:ph type="title"/>
          </p:nvPr>
        </p:nvSpPr>
        <p:spPr/>
        <p:txBody>
          <a:bodyPr/>
          <a:lstStyle/>
          <a:p>
            <a:r>
              <a:rPr lang="en-AU" noProof="0" dirty="0"/>
              <a:t>Thursday, 28-6</a:t>
            </a:r>
          </a:p>
        </p:txBody>
      </p:sp>
      <p:sp>
        <p:nvSpPr>
          <p:cNvPr id="3" name="Content Placeholder 2">
            <a:extLst>
              <a:ext uri="{FF2B5EF4-FFF2-40B4-BE49-F238E27FC236}">
                <a16:creationId xmlns:a16="http://schemas.microsoft.com/office/drawing/2014/main" id="{64C7B4D2-9230-4617-9B92-78A541AEB6B8}"/>
              </a:ext>
            </a:extLst>
          </p:cNvPr>
          <p:cNvSpPr>
            <a:spLocks noGrp="1"/>
          </p:cNvSpPr>
          <p:nvPr>
            <p:ph sz="quarter" idx="13"/>
          </p:nvPr>
        </p:nvSpPr>
        <p:spPr/>
        <p:txBody>
          <a:bodyPr/>
          <a:lstStyle/>
          <a:p>
            <a:r>
              <a:rPr lang="en-AU" noProof="0" dirty="0"/>
              <a:t>Learning Intentions</a:t>
            </a:r>
          </a:p>
          <a:p>
            <a:pPr lvl="1"/>
            <a:r>
              <a:rPr lang="en-AU" noProof="0" dirty="0"/>
              <a:t>To plan the opening or other section of the story, including a particular and detailed setting.</a:t>
            </a:r>
            <a:br>
              <a:rPr lang="en-AU" noProof="0" dirty="0"/>
            </a:br>
            <a:endParaRPr lang="en-AU" noProof="0" dirty="0"/>
          </a:p>
          <a:p>
            <a:r>
              <a:rPr lang="en-AU" noProof="0" dirty="0"/>
              <a:t>Success Criteria</a:t>
            </a:r>
          </a:p>
          <a:p>
            <a:pPr lvl="1"/>
            <a:r>
              <a:rPr lang="en-AU" noProof="0" dirty="0"/>
              <a:t>Planning completed </a:t>
            </a:r>
          </a:p>
        </p:txBody>
      </p:sp>
    </p:spTree>
    <p:extLst>
      <p:ext uri="{BB962C8B-B14F-4D97-AF65-F5344CB8AC3E}">
        <p14:creationId xmlns:p14="http://schemas.microsoft.com/office/powerpoint/2010/main" val="5619556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0836A-5931-4D0E-9F05-1638CDB33B0D}"/>
              </a:ext>
            </a:extLst>
          </p:cNvPr>
          <p:cNvSpPr>
            <a:spLocks noGrp="1"/>
          </p:cNvSpPr>
          <p:nvPr>
            <p:ph type="title"/>
          </p:nvPr>
        </p:nvSpPr>
        <p:spPr/>
        <p:txBody>
          <a:bodyPr/>
          <a:lstStyle/>
          <a:p>
            <a:r>
              <a:rPr lang="en-AU" noProof="0" dirty="0"/>
              <a:t>Thursday activities: Task and planning</a:t>
            </a:r>
          </a:p>
        </p:txBody>
      </p:sp>
      <p:sp>
        <p:nvSpPr>
          <p:cNvPr id="3" name="Content Placeholder 2">
            <a:extLst>
              <a:ext uri="{FF2B5EF4-FFF2-40B4-BE49-F238E27FC236}">
                <a16:creationId xmlns:a16="http://schemas.microsoft.com/office/drawing/2014/main" id="{1B8D64CC-336B-4FEF-953E-FB2CB46E50BE}"/>
              </a:ext>
            </a:extLst>
          </p:cNvPr>
          <p:cNvSpPr>
            <a:spLocks noGrp="1"/>
          </p:cNvSpPr>
          <p:nvPr>
            <p:ph sz="quarter" idx="13"/>
          </p:nvPr>
        </p:nvSpPr>
        <p:spPr>
          <a:xfrm>
            <a:off x="913774" y="1510748"/>
            <a:ext cx="10363826" cy="4974458"/>
          </a:xfrm>
        </p:spPr>
        <p:txBody>
          <a:bodyPr>
            <a:normAutofit lnSpcReduction="10000"/>
          </a:bodyPr>
          <a:lstStyle/>
          <a:p>
            <a:pPr marL="0" indent="0">
              <a:buNone/>
            </a:pPr>
            <a:r>
              <a:rPr lang="en-AU" noProof="0" dirty="0"/>
              <a:t>Write </a:t>
            </a:r>
            <a:r>
              <a:rPr lang="en-AU" noProof="0" dirty="0">
                <a:solidFill>
                  <a:srgbClr val="FF0000"/>
                </a:solidFill>
              </a:rPr>
              <a:t>the opening </a:t>
            </a:r>
            <a:r>
              <a:rPr lang="en-AU" noProof="0" dirty="0"/>
              <a:t>or </a:t>
            </a:r>
            <a:r>
              <a:rPr lang="en-AU" noProof="0" dirty="0">
                <a:solidFill>
                  <a:srgbClr val="FF0000"/>
                </a:solidFill>
              </a:rPr>
              <a:t>other section </a:t>
            </a:r>
            <a:r>
              <a:rPr lang="en-AU" noProof="0" dirty="0"/>
              <a:t>of your </a:t>
            </a:r>
            <a:r>
              <a:rPr lang="en-AU" b="1" noProof="0" dirty="0">
                <a:solidFill>
                  <a:schemeClr val="accent2">
                    <a:lumMod val="75000"/>
                  </a:schemeClr>
                </a:solidFill>
              </a:rPr>
              <a:t>own story </a:t>
            </a:r>
            <a:r>
              <a:rPr lang="en-AU" noProof="0" dirty="0"/>
              <a:t>including a particular and detailed setting.</a:t>
            </a:r>
          </a:p>
          <a:p>
            <a:pPr marL="0" indent="0">
              <a:buNone/>
            </a:pPr>
            <a:r>
              <a:rPr lang="en-AU" sz="4400" b="1" noProof="0" dirty="0">
                <a:solidFill>
                  <a:schemeClr val="accent3">
                    <a:lumMod val="75000"/>
                  </a:schemeClr>
                </a:solidFill>
              </a:rPr>
              <a:t>Planning required</a:t>
            </a:r>
          </a:p>
          <a:p>
            <a:r>
              <a:rPr lang="en-AU" noProof="0" dirty="0"/>
              <a:t>Create own story</a:t>
            </a:r>
          </a:p>
          <a:p>
            <a:pPr lvl="1"/>
            <a:r>
              <a:rPr lang="en-AU" noProof="0" dirty="0"/>
              <a:t>Who:	Characters</a:t>
            </a:r>
          </a:p>
          <a:p>
            <a:pPr lvl="1"/>
            <a:r>
              <a:rPr lang="en-AU" noProof="0" dirty="0"/>
              <a:t>What:	Plot – starting situation; problem; solution</a:t>
            </a:r>
          </a:p>
          <a:p>
            <a:pPr lvl="1"/>
            <a:r>
              <a:rPr lang="en-AU" noProof="0" dirty="0"/>
              <a:t>How: 	Action – basic events</a:t>
            </a:r>
          </a:p>
          <a:p>
            <a:pPr lvl="2"/>
            <a:endParaRPr lang="en-AU" noProof="0" dirty="0"/>
          </a:p>
          <a:p>
            <a:pPr marL="0" indent="0">
              <a:buNone/>
            </a:pPr>
            <a:endParaRPr lang="en-AU" noProof="0" dirty="0"/>
          </a:p>
          <a:p>
            <a:pPr marL="0" indent="0">
              <a:buNone/>
            </a:pPr>
            <a:endParaRPr lang="en-AU" noProof="0" dirty="0"/>
          </a:p>
          <a:p>
            <a:pPr marL="0" indent="0">
              <a:buNone/>
            </a:pPr>
            <a:endParaRPr lang="en-AU" noProof="0" dirty="0"/>
          </a:p>
          <a:p>
            <a:pPr marL="0" indent="0">
              <a:buNone/>
            </a:pPr>
            <a:endParaRPr lang="en-AU" noProof="0" dirty="0"/>
          </a:p>
          <a:p>
            <a:endParaRPr lang="en-AU" noProof="0" dirty="0"/>
          </a:p>
        </p:txBody>
      </p:sp>
    </p:spTree>
    <p:extLst>
      <p:ext uri="{BB962C8B-B14F-4D97-AF65-F5344CB8AC3E}">
        <p14:creationId xmlns:p14="http://schemas.microsoft.com/office/powerpoint/2010/main" val="361023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2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1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1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500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1000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1500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A3188-B698-439E-A90F-A3C886F84B65}"/>
              </a:ext>
            </a:extLst>
          </p:cNvPr>
          <p:cNvSpPr>
            <a:spLocks noGrp="1"/>
          </p:cNvSpPr>
          <p:nvPr>
            <p:ph type="title"/>
          </p:nvPr>
        </p:nvSpPr>
        <p:spPr/>
        <p:txBody>
          <a:bodyPr/>
          <a:lstStyle/>
          <a:p>
            <a:r>
              <a:rPr lang="en-AU" noProof="0" dirty="0"/>
              <a:t>Thursday activities: planning</a:t>
            </a:r>
          </a:p>
        </p:txBody>
      </p:sp>
      <p:sp>
        <p:nvSpPr>
          <p:cNvPr id="3" name="Content Placeholder 2">
            <a:extLst>
              <a:ext uri="{FF2B5EF4-FFF2-40B4-BE49-F238E27FC236}">
                <a16:creationId xmlns:a16="http://schemas.microsoft.com/office/drawing/2014/main" id="{4B43C698-EA64-49B4-B656-2A2503F9AA5F}"/>
              </a:ext>
            </a:extLst>
          </p:cNvPr>
          <p:cNvSpPr>
            <a:spLocks noGrp="1"/>
          </p:cNvSpPr>
          <p:nvPr>
            <p:ph sz="quarter" idx="13"/>
          </p:nvPr>
        </p:nvSpPr>
        <p:spPr/>
        <p:txBody>
          <a:bodyPr>
            <a:normAutofit/>
          </a:bodyPr>
          <a:lstStyle/>
          <a:p>
            <a:r>
              <a:rPr lang="en-AU" noProof="0" dirty="0"/>
              <a:t>When:	Setting</a:t>
            </a:r>
          </a:p>
          <a:p>
            <a:pPr lvl="2"/>
            <a:r>
              <a:rPr lang="en-AU" noProof="0" dirty="0"/>
              <a:t>Time </a:t>
            </a:r>
          </a:p>
          <a:p>
            <a:pPr lvl="3"/>
            <a:r>
              <a:rPr lang="en-AU" noProof="0" dirty="0"/>
              <a:t>Of year and of day</a:t>
            </a:r>
          </a:p>
          <a:p>
            <a:pPr lvl="3"/>
            <a:r>
              <a:rPr lang="en-AU" noProof="0" dirty="0"/>
              <a:t>Weather? </a:t>
            </a:r>
          </a:p>
          <a:p>
            <a:r>
              <a:rPr lang="en-AU" noProof="0" dirty="0"/>
              <a:t>Where: 	Place</a:t>
            </a:r>
          </a:p>
          <a:p>
            <a:pPr lvl="3"/>
            <a:r>
              <a:rPr lang="en-AU" noProof="0" dirty="0"/>
              <a:t>Locale: physical placement </a:t>
            </a:r>
          </a:p>
          <a:p>
            <a:pPr lvl="3"/>
            <a:r>
              <a:rPr lang="en-AU" noProof="0" dirty="0"/>
              <a:t>Appearance: landscape, scenery,</a:t>
            </a:r>
          </a:p>
        </p:txBody>
      </p:sp>
    </p:spTree>
    <p:extLst>
      <p:ext uri="{BB962C8B-B14F-4D97-AF65-F5344CB8AC3E}">
        <p14:creationId xmlns:p14="http://schemas.microsoft.com/office/powerpoint/2010/main" val="108955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3000"/>
                                        <p:tgtEl>
                                          <p:spTgt spid="3">
                                            <p:txEl>
                                              <p:pRg st="0" end="0"/>
                                            </p:txEl>
                                          </p:spTgt>
                                        </p:tgtEl>
                                      </p:cBhvr>
                                    </p:animEffect>
                                    <p:anim calcmode="lin" valueType="num">
                                      <p:cBhvr>
                                        <p:cTn id="8" dur="3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3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3000"/>
                                        <p:tgtEl>
                                          <p:spTgt spid="3">
                                            <p:txEl>
                                              <p:pRg st="1" end="1"/>
                                            </p:txEl>
                                          </p:spTgt>
                                        </p:tgtEl>
                                      </p:cBhvr>
                                    </p:animEffect>
                                    <p:anim calcmode="lin" valueType="num">
                                      <p:cBhvr>
                                        <p:cTn id="13" dur="3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3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3000"/>
                                        <p:tgtEl>
                                          <p:spTgt spid="3">
                                            <p:txEl>
                                              <p:pRg st="2" end="2"/>
                                            </p:txEl>
                                          </p:spTgt>
                                        </p:tgtEl>
                                      </p:cBhvr>
                                    </p:animEffect>
                                    <p:anim calcmode="lin" valueType="num">
                                      <p:cBhvr>
                                        <p:cTn id="18" dur="3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3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3000"/>
                                        <p:tgtEl>
                                          <p:spTgt spid="3">
                                            <p:txEl>
                                              <p:pRg st="3" end="3"/>
                                            </p:txEl>
                                          </p:spTgt>
                                        </p:tgtEl>
                                      </p:cBhvr>
                                    </p:animEffect>
                                    <p:anim calcmode="lin" valueType="num">
                                      <p:cBhvr>
                                        <p:cTn id="23" dur="3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3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200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200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200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19FBF-33AE-4D88-8C9C-805A2D91ECA4}"/>
              </a:ext>
            </a:extLst>
          </p:cNvPr>
          <p:cNvSpPr>
            <a:spLocks noGrp="1"/>
          </p:cNvSpPr>
          <p:nvPr>
            <p:ph type="title"/>
          </p:nvPr>
        </p:nvSpPr>
        <p:spPr/>
        <p:txBody>
          <a:bodyPr/>
          <a:lstStyle/>
          <a:p>
            <a:r>
              <a:rPr lang="en-AU" noProof="0" dirty="0"/>
              <a:t>Thursday activities: writing</a:t>
            </a:r>
          </a:p>
        </p:txBody>
      </p:sp>
      <p:sp>
        <p:nvSpPr>
          <p:cNvPr id="3" name="Content Placeholder 2">
            <a:extLst>
              <a:ext uri="{FF2B5EF4-FFF2-40B4-BE49-F238E27FC236}">
                <a16:creationId xmlns:a16="http://schemas.microsoft.com/office/drawing/2014/main" id="{DEFB8B91-E953-44A2-B4DD-09C6D9EF6AC8}"/>
              </a:ext>
            </a:extLst>
          </p:cNvPr>
          <p:cNvSpPr>
            <a:spLocks noGrp="1"/>
          </p:cNvSpPr>
          <p:nvPr>
            <p:ph sz="quarter" idx="13"/>
          </p:nvPr>
        </p:nvSpPr>
        <p:spPr>
          <a:xfrm>
            <a:off x="530087" y="1955410"/>
            <a:ext cx="10747513" cy="4529796"/>
          </a:xfrm>
        </p:spPr>
        <p:txBody>
          <a:bodyPr>
            <a:normAutofit fontScale="92500" lnSpcReduction="10000"/>
          </a:bodyPr>
          <a:lstStyle/>
          <a:p>
            <a:pPr marL="0" indent="0">
              <a:buNone/>
            </a:pPr>
            <a:r>
              <a:rPr lang="en-AU" noProof="0" dirty="0"/>
              <a:t>Now write to describe the setting. </a:t>
            </a:r>
          </a:p>
          <a:p>
            <a:r>
              <a:rPr lang="en-AU" noProof="0" dirty="0"/>
              <a:t>This can take the form of </a:t>
            </a:r>
          </a:p>
          <a:p>
            <a:pPr lvl="1"/>
            <a:r>
              <a:rPr lang="en-AU" noProof="0" dirty="0"/>
              <a:t>An introduction to the story</a:t>
            </a:r>
          </a:p>
          <a:p>
            <a:pPr lvl="1"/>
            <a:r>
              <a:rPr lang="en-AU" noProof="0" dirty="0"/>
              <a:t>The middle of the plot</a:t>
            </a:r>
          </a:p>
          <a:p>
            <a:pPr lvl="1"/>
            <a:r>
              <a:rPr lang="en-AU" noProof="0" dirty="0"/>
              <a:t>The ending of the story</a:t>
            </a:r>
          </a:p>
          <a:p>
            <a:r>
              <a:rPr lang="en-AU" noProof="0" dirty="0"/>
              <a:t>Remember the requirement of 150-300 words or about ½ to 1½  page/s</a:t>
            </a:r>
          </a:p>
          <a:p>
            <a:endParaRPr lang="en-AU" noProof="0" dirty="0"/>
          </a:p>
          <a:p>
            <a:endParaRPr lang="en-AU" noProof="0" dirty="0"/>
          </a:p>
        </p:txBody>
      </p:sp>
    </p:spTree>
    <p:extLst>
      <p:ext uri="{BB962C8B-B14F-4D97-AF65-F5344CB8AC3E}">
        <p14:creationId xmlns:p14="http://schemas.microsoft.com/office/powerpoint/2010/main" val="27116379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E1E17-BD4E-4D43-92B5-EAFD08E1201F}"/>
              </a:ext>
            </a:extLst>
          </p:cNvPr>
          <p:cNvSpPr>
            <a:spLocks noGrp="1"/>
          </p:cNvSpPr>
          <p:nvPr>
            <p:ph type="title"/>
          </p:nvPr>
        </p:nvSpPr>
        <p:spPr/>
        <p:txBody>
          <a:bodyPr/>
          <a:lstStyle/>
          <a:p>
            <a:r>
              <a:rPr lang="en-AU" noProof="0" dirty="0"/>
              <a:t>Tuesday, 24 July</a:t>
            </a:r>
          </a:p>
        </p:txBody>
      </p:sp>
      <p:sp>
        <p:nvSpPr>
          <p:cNvPr id="3" name="Content Placeholder 2">
            <a:extLst>
              <a:ext uri="{FF2B5EF4-FFF2-40B4-BE49-F238E27FC236}">
                <a16:creationId xmlns:a16="http://schemas.microsoft.com/office/drawing/2014/main" id="{DD3815C9-0569-4B49-A87D-5A9CA081AA54}"/>
              </a:ext>
            </a:extLst>
          </p:cNvPr>
          <p:cNvSpPr>
            <a:spLocks noGrp="1"/>
          </p:cNvSpPr>
          <p:nvPr>
            <p:ph sz="quarter" idx="13"/>
          </p:nvPr>
        </p:nvSpPr>
        <p:spPr/>
        <p:txBody>
          <a:bodyPr/>
          <a:lstStyle/>
          <a:p>
            <a:r>
              <a:rPr lang="en-AU" noProof="0" dirty="0"/>
              <a:t>Learning Intentions</a:t>
            </a:r>
          </a:p>
          <a:p>
            <a:pPr lvl="1"/>
            <a:r>
              <a:rPr lang="en-AU" noProof="0" dirty="0"/>
              <a:t>To write the opening or other section of the story, including a particular and detailed setting.</a:t>
            </a:r>
          </a:p>
          <a:p>
            <a:r>
              <a:rPr lang="en-AU" noProof="0" dirty="0"/>
              <a:t>Success Criteria</a:t>
            </a:r>
          </a:p>
          <a:p>
            <a:pPr lvl="1"/>
            <a:r>
              <a:rPr lang="en-AU" noProof="0" dirty="0"/>
              <a:t>Submitted own writing</a:t>
            </a:r>
          </a:p>
        </p:txBody>
      </p:sp>
    </p:spTree>
    <p:extLst>
      <p:ext uri="{BB962C8B-B14F-4D97-AF65-F5344CB8AC3E}">
        <p14:creationId xmlns:p14="http://schemas.microsoft.com/office/powerpoint/2010/main" val="7723733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60868-DEEB-4880-8027-3836A846916B}"/>
              </a:ext>
            </a:extLst>
          </p:cNvPr>
          <p:cNvSpPr>
            <a:spLocks noGrp="1"/>
          </p:cNvSpPr>
          <p:nvPr>
            <p:ph type="title"/>
          </p:nvPr>
        </p:nvSpPr>
        <p:spPr/>
        <p:txBody>
          <a:bodyPr/>
          <a:lstStyle/>
          <a:p>
            <a:r>
              <a:rPr lang="en-AU" noProof="0" dirty="0"/>
              <a:t> Tuesday activities</a:t>
            </a:r>
          </a:p>
        </p:txBody>
      </p:sp>
      <p:sp>
        <p:nvSpPr>
          <p:cNvPr id="3" name="Content Placeholder 2">
            <a:extLst>
              <a:ext uri="{FF2B5EF4-FFF2-40B4-BE49-F238E27FC236}">
                <a16:creationId xmlns:a16="http://schemas.microsoft.com/office/drawing/2014/main" id="{7AF51EBF-4EC7-45EC-B5CA-981A1D844895}"/>
              </a:ext>
            </a:extLst>
          </p:cNvPr>
          <p:cNvSpPr>
            <a:spLocks noGrp="1"/>
          </p:cNvSpPr>
          <p:nvPr>
            <p:ph sz="quarter" idx="13"/>
          </p:nvPr>
        </p:nvSpPr>
        <p:spPr/>
        <p:txBody>
          <a:bodyPr/>
          <a:lstStyle/>
          <a:p>
            <a:r>
              <a:rPr lang="en-AU" noProof="0" dirty="0"/>
              <a:t>Read through own planning</a:t>
            </a:r>
          </a:p>
          <a:p>
            <a:r>
              <a:rPr lang="en-AU" noProof="0" dirty="0"/>
              <a:t>Write the opening or other section of the story, </a:t>
            </a:r>
          </a:p>
          <a:p>
            <a:r>
              <a:rPr lang="en-AU" noProof="0" dirty="0"/>
              <a:t>Show particular and detailed setting.</a:t>
            </a:r>
          </a:p>
          <a:p>
            <a:r>
              <a:rPr lang="en-AU" noProof="0" dirty="0"/>
              <a:t>150 to 300 words</a:t>
            </a:r>
          </a:p>
        </p:txBody>
      </p:sp>
    </p:spTree>
    <p:extLst>
      <p:ext uri="{BB962C8B-B14F-4D97-AF65-F5344CB8AC3E}">
        <p14:creationId xmlns:p14="http://schemas.microsoft.com/office/powerpoint/2010/main" val="24986339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0C3C9-D3DF-4BFF-8EAF-48662F556BB7}"/>
              </a:ext>
            </a:extLst>
          </p:cNvPr>
          <p:cNvSpPr>
            <a:spLocks noGrp="1"/>
          </p:cNvSpPr>
          <p:nvPr>
            <p:ph type="title"/>
          </p:nvPr>
        </p:nvSpPr>
        <p:spPr/>
        <p:txBody>
          <a:bodyPr/>
          <a:lstStyle/>
          <a:p>
            <a:r>
              <a:rPr lang="en-AU" noProof="0" dirty="0"/>
              <a:t>Wednesday, 25 July</a:t>
            </a:r>
          </a:p>
        </p:txBody>
      </p:sp>
      <p:sp>
        <p:nvSpPr>
          <p:cNvPr id="3" name="Content Placeholder 2">
            <a:extLst>
              <a:ext uri="{FF2B5EF4-FFF2-40B4-BE49-F238E27FC236}">
                <a16:creationId xmlns:a16="http://schemas.microsoft.com/office/drawing/2014/main" id="{760E2847-C966-4CD7-BB87-D6FA6CB383DF}"/>
              </a:ext>
            </a:extLst>
          </p:cNvPr>
          <p:cNvSpPr>
            <a:spLocks noGrp="1"/>
          </p:cNvSpPr>
          <p:nvPr>
            <p:ph sz="quarter" idx="13"/>
          </p:nvPr>
        </p:nvSpPr>
        <p:spPr/>
        <p:txBody>
          <a:bodyPr/>
          <a:lstStyle/>
          <a:p>
            <a:r>
              <a:rPr lang="en-AU" noProof="0" dirty="0"/>
              <a:t>Learning Intentions</a:t>
            </a:r>
          </a:p>
          <a:p>
            <a:pPr lvl="1"/>
            <a:r>
              <a:rPr lang="en-AU" noProof="0" dirty="0"/>
              <a:t>To plan a completed narrative or section of a narrative</a:t>
            </a:r>
          </a:p>
          <a:p>
            <a:pPr lvl="1"/>
            <a:endParaRPr lang="en-AU" noProof="0" dirty="0"/>
          </a:p>
          <a:p>
            <a:r>
              <a:rPr lang="en-AU" noProof="0" dirty="0"/>
              <a:t>Success Criteria</a:t>
            </a:r>
          </a:p>
          <a:p>
            <a:pPr lvl="1"/>
            <a:r>
              <a:rPr lang="en-AU" noProof="0" dirty="0"/>
              <a:t>Completed a plan for a narrative or section of a narrative</a:t>
            </a:r>
          </a:p>
        </p:txBody>
      </p:sp>
    </p:spTree>
    <p:extLst>
      <p:ext uri="{BB962C8B-B14F-4D97-AF65-F5344CB8AC3E}">
        <p14:creationId xmlns:p14="http://schemas.microsoft.com/office/powerpoint/2010/main" val="32403617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57F7-03AC-428E-B9A8-19DA85D38BFF}"/>
              </a:ext>
            </a:extLst>
          </p:cNvPr>
          <p:cNvSpPr>
            <a:spLocks noGrp="1"/>
          </p:cNvSpPr>
          <p:nvPr>
            <p:ph type="title"/>
          </p:nvPr>
        </p:nvSpPr>
        <p:spPr/>
        <p:txBody>
          <a:bodyPr/>
          <a:lstStyle/>
          <a:p>
            <a:r>
              <a:rPr lang="en-AU" dirty="0"/>
              <a:t>Wednesday activities</a:t>
            </a:r>
            <a:endParaRPr lang="en-AU" noProof="0" dirty="0"/>
          </a:p>
        </p:txBody>
      </p:sp>
      <p:sp>
        <p:nvSpPr>
          <p:cNvPr id="3" name="Content Placeholder 2">
            <a:extLst>
              <a:ext uri="{FF2B5EF4-FFF2-40B4-BE49-F238E27FC236}">
                <a16:creationId xmlns:a16="http://schemas.microsoft.com/office/drawing/2014/main" id="{72321E30-E10C-404A-8DA7-F9314A64E45E}"/>
              </a:ext>
            </a:extLst>
          </p:cNvPr>
          <p:cNvSpPr>
            <a:spLocks noGrp="1"/>
          </p:cNvSpPr>
          <p:nvPr>
            <p:ph sz="quarter" idx="13"/>
          </p:nvPr>
        </p:nvSpPr>
        <p:spPr>
          <a:xfrm>
            <a:off x="344557" y="1470991"/>
            <a:ext cx="11661913" cy="5387009"/>
          </a:xfrm>
        </p:spPr>
        <p:txBody>
          <a:bodyPr>
            <a:normAutofit fontScale="77500" lnSpcReduction="20000"/>
          </a:bodyPr>
          <a:lstStyle/>
          <a:p>
            <a:r>
              <a:rPr lang="en-AU" noProof="0" dirty="0"/>
              <a:t>Write a completed narrative or section of a narrative, either based on your writing for the first sections or choose from below</a:t>
            </a:r>
          </a:p>
          <a:p>
            <a:pPr lvl="1"/>
            <a:r>
              <a:rPr lang="en-AU" noProof="0" dirty="0"/>
              <a:t>Based on the plot of a fairy tale.</a:t>
            </a:r>
            <a:endParaRPr lang="en-AU" sz="2800" noProof="0" dirty="0"/>
          </a:p>
          <a:p>
            <a:pPr lvl="1"/>
            <a:r>
              <a:rPr lang="en-AU" noProof="0" dirty="0"/>
              <a:t>With a character who challenges conventional stereotypes. </a:t>
            </a:r>
            <a:endParaRPr lang="en-AU" sz="2800" noProof="0" dirty="0"/>
          </a:p>
          <a:p>
            <a:pPr lvl="1"/>
            <a:r>
              <a:rPr lang="en-AU" noProof="0" dirty="0"/>
              <a:t>With an ending which challenges the conventions of a genre. </a:t>
            </a:r>
            <a:endParaRPr lang="en-AU" sz="2800" noProof="0" dirty="0"/>
          </a:p>
          <a:p>
            <a:pPr lvl="1"/>
            <a:r>
              <a:rPr lang="en-AU" noProof="0" dirty="0"/>
              <a:t>A ‘coming-of-age’ story where an event in a character’s life sees him or her moving to a new stage of life.</a:t>
            </a:r>
            <a:endParaRPr lang="en-AU" sz="2800" noProof="0" dirty="0"/>
          </a:p>
          <a:p>
            <a:pPr lvl="1"/>
            <a:r>
              <a:rPr lang="en-AU" noProof="0" dirty="0"/>
              <a:t>About an incident between a parent and child where one or both learn something.</a:t>
            </a:r>
            <a:endParaRPr lang="en-AU" sz="2800" noProof="0" dirty="0"/>
          </a:p>
          <a:p>
            <a:pPr lvl="1"/>
            <a:r>
              <a:rPr lang="en-AU" noProof="0" dirty="0"/>
              <a:t>With a distinctive setting.</a:t>
            </a:r>
            <a:endParaRPr lang="en-AU" sz="2800" noProof="0" dirty="0"/>
          </a:p>
          <a:p>
            <a:pPr lvl="1"/>
            <a:r>
              <a:rPr lang="en-AU" noProof="0" dirty="0"/>
              <a:t>Where good fortune leads to unhappiness or bad luck leads to a good outcome.</a:t>
            </a:r>
            <a:endParaRPr lang="en-AU" sz="2800" noProof="0" dirty="0"/>
          </a:p>
          <a:p>
            <a:pPr lvl="1"/>
            <a:r>
              <a:rPr lang="en-AU" noProof="0" dirty="0"/>
              <a:t>Inspired by your own reading, viewing or life!</a:t>
            </a:r>
          </a:p>
        </p:txBody>
      </p:sp>
    </p:spTree>
    <p:extLst>
      <p:ext uri="{BB962C8B-B14F-4D97-AF65-F5344CB8AC3E}">
        <p14:creationId xmlns:p14="http://schemas.microsoft.com/office/powerpoint/2010/main" val="832320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B136-A7C2-4705-BED0-CC6B957A34AA}"/>
              </a:ext>
            </a:extLst>
          </p:cNvPr>
          <p:cNvSpPr>
            <a:spLocks noGrp="1"/>
          </p:cNvSpPr>
          <p:nvPr>
            <p:ph type="title"/>
          </p:nvPr>
        </p:nvSpPr>
        <p:spPr/>
        <p:txBody>
          <a:bodyPr/>
          <a:lstStyle/>
          <a:p>
            <a:r>
              <a:rPr lang="en-AU" dirty="0"/>
              <a:t> Wednesday activities</a:t>
            </a:r>
            <a:endParaRPr lang="en-AU" noProof="0" dirty="0"/>
          </a:p>
        </p:txBody>
      </p:sp>
      <p:sp>
        <p:nvSpPr>
          <p:cNvPr id="3" name="Content Placeholder 2">
            <a:extLst>
              <a:ext uri="{FF2B5EF4-FFF2-40B4-BE49-F238E27FC236}">
                <a16:creationId xmlns:a16="http://schemas.microsoft.com/office/drawing/2014/main" id="{681E3DE6-8926-48DC-806B-B87F7F8B9F16}"/>
              </a:ext>
            </a:extLst>
          </p:cNvPr>
          <p:cNvSpPr>
            <a:spLocks noGrp="1"/>
          </p:cNvSpPr>
          <p:nvPr>
            <p:ph sz="quarter" idx="13"/>
          </p:nvPr>
        </p:nvSpPr>
        <p:spPr>
          <a:xfrm>
            <a:off x="410817" y="1577009"/>
            <a:ext cx="10866783" cy="5102087"/>
          </a:xfrm>
        </p:spPr>
        <p:txBody>
          <a:bodyPr>
            <a:normAutofit fontScale="77500" lnSpcReduction="20000"/>
          </a:bodyPr>
          <a:lstStyle/>
          <a:p>
            <a:r>
              <a:rPr lang="en-AU" noProof="0" dirty="0"/>
              <a:t>Choose a topic or narrative and then plan</a:t>
            </a:r>
          </a:p>
          <a:p>
            <a:r>
              <a:rPr lang="en-AU" noProof="0" dirty="0"/>
              <a:t>Introduction </a:t>
            </a:r>
          </a:p>
          <a:p>
            <a:pPr lvl="1"/>
            <a:r>
              <a:rPr lang="en-AU" noProof="0" dirty="0"/>
              <a:t>Sets the scene and mood, introduces characters. </a:t>
            </a:r>
          </a:p>
          <a:p>
            <a:pPr lvl="1"/>
            <a:r>
              <a:rPr lang="en-AU" noProof="0" dirty="0"/>
              <a:t>When, Where, Who or what?</a:t>
            </a:r>
          </a:p>
          <a:p>
            <a:r>
              <a:rPr lang="en-AU" noProof="0" dirty="0"/>
              <a:t>Complication: </a:t>
            </a:r>
          </a:p>
          <a:p>
            <a:pPr lvl="1"/>
            <a:r>
              <a:rPr lang="en-AU" noProof="0" dirty="0"/>
              <a:t>Dilemma or problem that sets off a sequence of interesting events</a:t>
            </a:r>
          </a:p>
          <a:p>
            <a:r>
              <a:rPr lang="en-AU" noProof="0" dirty="0"/>
              <a:t>Rising Action</a:t>
            </a:r>
          </a:p>
          <a:p>
            <a:pPr lvl="1"/>
            <a:r>
              <a:rPr lang="en-AU" noProof="0" dirty="0"/>
              <a:t>Sequence of events: Triggered by the complication</a:t>
            </a:r>
          </a:p>
          <a:p>
            <a:r>
              <a:rPr lang="en-AU" noProof="0" dirty="0"/>
              <a:t>Resolution</a:t>
            </a:r>
          </a:p>
          <a:p>
            <a:pPr lvl="1"/>
            <a:r>
              <a:rPr lang="en-AU" noProof="0" dirty="0"/>
              <a:t>Climax and ending where the problem is resolved</a:t>
            </a:r>
          </a:p>
          <a:p>
            <a:pPr marL="457200" lvl="1" indent="0">
              <a:buNone/>
            </a:pPr>
            <a:endParaRPr lang="en-AU" noProof="0" dirty="0"/>
          </a:p>
          <a:p>
            <a:pPr lvl="1"/>
            <a:endParaRPr lang="en-AU" noProof="0" dirty="0"/>
          </a:p>
        </p:txBody>
      </p:sp>
    </p:spTree>
    <p:extLst>
      <p:ext uri="{BB962C8B-B14F-4D97-AF65-F5344CB8AC3E}">
        <p14:creationId xmlns:p14="http://schemas.microsoft.com/office/powerpoint/2010/main" val="2208603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F02A-DB5C-4141-8363-2CB7AE657864}"/>
              </a:ext>
            </a:extLst>
          </p:cNvPr>
          <p:cNvSpPr>
            <a:spLocks noGrp="1"/>
          </p:cNvSpPr>
          <p:nvPr>
            <p:ph type="title"/>
          </p:nvPr>
        </p:nvSpPr>
        <p:spPr/>
        <p:txBody>
          <a:bodyPr/>
          <a:lstStyle/>
          <a:p>
            <a:r>
              <a:rPr lang="en-AU" noProof="0" dirty="0"/>
              <a:t>Thursday, 26 July</a:t>
            </a:r>
          </a:p>
        </p:txBody>
      </p:sp>
      <p:sp>
        <p:nvSpPr>
          <p:cNvPr id="3" name="Content Placeholder 2">
            <a:extLst>
              <a:ext uri="{FF2B5EF4-FFF2-40B4-BE49-F238E27FC236}">
                <a16:creationId xmlns:a16="http://schemas.microsoft.com/office/drawing/2014/main" id="{120637F6-6E2D-4051-8A4D-60B0E58DBD00}"/>
              </a:ext>
            </a:extLst>
          </p:cNvPr>
          <p:cNvSpPr>
            <a:spLocks noGrp="1"/>
          </p:cNvSpPr>
          <p:nvPr>
            <p:ph sz="quarter" idx="13"/>
          </p:nvPr>
        </p:nvSpPr>
        <p:spPr/>
        <p:txBody>
          <a:bodyPr/>
          <a:lstStyle/>
          <a:p>
            <a:r>
              <a:rPr lang="en-AU" noProof="0" dirty="0"/>
              <a:t>Learning Intentions</a:t>
            </a:r>
          </a:p>
          <a:p>
            <a:pPr lvl="1"/>
            <a:r>
              <a:rPr lang="en-AU" noProof="0" dirty="0"/>
              <a:t>To write a completed narrative or section of a narrative</a:t>
            </a:r>
          </a:p>
          <a:p>
            <a:pPr lvl="1"/>
            <a:endParaRPr lang="en-AU" noProof="0" dirty="0"/>
          </a:p>
          <a:p>
            <a:r>
              <a:rPr lang="en-AU" noProof="0" dirty="0"/>
              <a:t>Success Criteria</a:t>
            </a:r>
          </a:p>
          <a:p>
            <a:pPr lvl="1"/>
            <a:r>
              <a:rPr lang="en-AU" noProof="0" dirty="0"/>
              <a:t>Submitted completed narrative </a:t>
            </a:r>
          </a:p>
        </p:txBody>
      </p:sp>
    </p:spTree>
    <p:extLst>
      <p:ext uri="{BB962C8B-B14F-4D97-AF65-F5344CB8AC3E}">
        <p14:creationId xmlns:p14="http://schemas.microsoft.com/office/powerpoint/2010/main" val="4934738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05171-9340-4DD3-94C6-72D9FC790321}"/>
              </a:ext>
            </a:extLst>
          </p:cNvPr>
          <p:cNvSpPr>
            <a:spLocks noGrp="1"/>
          </p:cNvSpPr>
          <p:nvPr>
            <p:ph type="title"/>
          </p:nvPr>
        </p:nvSpPr>
        <p:spPr/>
        <p:txBody>
          <a:bodyPr/>
          <a:lstStyle/>
          <a:p>
            <a:r>
              <a:rPr lang="en-AU" dirty="0"/>
              <a:t> Thursday </a:t>
            </a:r>
            <a:r>
              <a:rPr lang="en-AU" noProof="0" dirty="0"/>
              <a:t>Activities</a:t>
            </a:r>
          </a:p>
        </p:txBody>
      </p:sp>
      <p:sp>
        <p:nvSpPr>
          <p:cNvPr id="3" name="Content Placeholder 2">
            <a:extLst>
              <a:ext uri="{FF2B5EF4-FFF2-40B4-BE49-F238E27FC236}">
                <a16:creationId xmlns:a16="http://schemas.microsoft.com/office/drawing/2014/main" id="{59E72E90-9104-4327-8B2B-469CC7391D04}"/>
              </a:ext>
            </a:extLst>
          </p:cNvPr>
          <p:cNvSpPr>
            <a:spLocks noGrp="1"/>
          </p:cNvSpPr>
          <p:nvPr>
            <p:ph sz="quarter" idx="13"/>
          </p:nvPr>
        </p:nvSpPr>
        <p:spPr/>
        <p:txBody>
          <a:bodyPr/>
          <a:lstStyle/>
          <a:p>
            <a:r>
              <a:rPr lang="en-AU" noProof="0" dirty="0"/>
              <a:t>Use your plan to write the narrative.</a:t>
            </a:r>
          </a:p>
          <a:p>
            <a:r>
              <a:rPr lang="en-AU" noProof="0" dirty="0"/>
              <a:t>Remember to allocate time to the editing</a:t>
            </a:r>
          </a:p>
          <a:p>
            <a:r>
              <a:rPr lang="en-AU" noProof="0" dirty="0"/>
              <a:t>Check</a:t>
            </a:r>
          </a:p>
          <a:p>
            <a:pPr lvl="1"/>
            <a:r>
              <a:rPr lang="en-AU" noProof="0" dirty="0"/>
              <a:t>Sentences are complete</a:t>
            </a:r>
          </a:p>
          <a:p>
            <a:pPr lvl="1"/>
            <a:r>
              <a:rPr lang="en-AU" noProof="0" dirty="0"/>
              <a:t>Punctuation is complete</a:t>
            </a:r>
          </a:p>
          <a:p>
            <a:pPr lvl="1"/>
            <a:r>
              <a:rPr lang="en-AU" noProof="0" dirty="0"/>
              <a:t>Spelling is correct.</a:t>
            </a:r>
          </a:p>
        </p:txBody>
      </p:sp>
    </p:spTree>
    <p:extLst>
      <p:ext uri="{BB962C8B-B14F-4D97-AF65-F5344CB8AC3E}">
        <p14:creationId xmlns:p14="http://schemas.microsoft.com/office/powerpoint/2010/main" val="3237853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CD812-C35D-44FF-9FC4-BA1BFCC82567}"/>
              </a:ext>
            </a:extLst>
          </p:cNvPr>
          <p:cNvSpPr>
            <a:spLocks noGrp="1"/>
          </p:cNvSpPr>
          <p:nvPr>
            <p:ph type="title"/>
          </p:nvPr>
        </p:nvSpPr>
        <p:spPr/>
        <p:txBody>
          <a:bodyPr/>
          <a:lstStyle/>
          <a:p>
            <a:r>
              <a:rPr lang="en-AU" noProof="0" dirty="0"/>
              <a:t>Monday, 30 July</a:t>
            </a:r>
          </a:p>
        </p:txBody>
      </p:sp>
      <p:sp>
        <p:nvSpPr>
          <p:cNvPr id="3" name="Content Placeholder 2">
            <a:extLst>
              <a:ext uri="{FF2B5EF4-FFF2-40B4-BE49-F238E27FC236}">
                <a16:creationId xmlns:a16="http://schemas.microsoft.com/office/drawing/2014/main" id="{CFAAF578-C95B-4177-B967-23E5769BC754}"/>
              </a:ext>
            </a:extLst>
          </p:cNvPr>
          <p:cNvSpPr>
            <a:spLocks noGrp="1"/>
          </p:cNvSpPr>
          <p:nvPr>
            <p:ph sz="quarter" idx="13"/>
          </p:nvPr>
        </p:nvSpPr>
        <p:spPr/>
        <p:txBody>
          <a:bodyPr/>
          <a:lstStyle/>
          <a:p>
            <a:r>
              <a:rPr lang="en-AU" noProof="0" dirty="0"/>
              <a:t>Learning Intentions</a:t>
            </a:r>
          </a:p>
          <a:p>
            <a:pPr lvl="1"/>
            <a:r>
              <a:rPr lang="en-AU" noProof="0" dirty="0"/>
              <a:t>To complete an In-class explanation on the narrative written</a:t>
            </a:r>
          </a:p>
          <a:p>
            <a:pPr lvl="1"/>
            <a:endParaRPr lang="en-AU" noProof="0" dirty="0"/>
          </a:p>
          <a:p>
            <a:r>
              <a:rPr lang="en-AU" noProof="0" dirty="0"/>
              <a:t>Success Criteria</a:t>
            </a:r>
          </a:p>
          <a:p>
            <a:pPr lvl="1"/>
            <a:r>
              <a:rPr lang="en-AU" noProof="0" dirty="0"/>
              <a:t>Submit completed explanation of the narrative written</a:t>
            </a:r>
          </a:p>
        </p:txBody>
      </p:sp>
    </p:spTree>
    <p:extLst>
      <p:ext uri="{BB962C8B-B14F-4D97-AF65-F5344CB8AC3E}">
        <p14:creationId xmlns:p14="http://schemas.microsoft.com/office/powerpoint/2010/main" val="26341707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5A8C-5F75-4F9D-8C66-5AA00CBBCD3B}"/>
              </a:ext>
            </a:extLst>
          </p:cNvPr>
          <p:cNvSpPr>
            <a:spLocks noGrp="1"/>
          </p:cNvSpPr>
          <p:nvPr>
            <p:ph type="title"/>
          </p:nvPr>
        </p:nvSpPr>
        <p:spPr/>
        <p:txBody>
          <a:bodyPr>
            <a:normAutofit/>
          </a:bodyPr>
          <a:lstStyle/>
          <a:p>
            <a:r>
              <a:rPr lang="en-AU" noProof="0" dirty="0"/>
              <a:t> Monday activities: In class explanation</a:t>
            </a:r>
          </a:p>
        </p:txBody>
      </p:sp>
      <p:sp>
        <p:nvSpPr>
          <p:cNvPr id="3" name="Content Placeholder 2">
            <a:extLst>
              <a:ext uri="{FF2B5EF4-FFF2-40B4-BE49-F238E27FC236}">
                <a16:creationId xmlns:a16="http://schemas.microsoft.com/office/drawing/2014/main" id="{76F01FFF-B51E-4EC1-9D45-9FDDEDDDA376}"/>
              </a:ext>
            </a:extLst>
          </p:cNvPr>
          <p:cNvSpPr>
            <a:spLocks noGrp="1"/>
          </p:cNvSpPr>
          <p:nvPr>
            <p:ph sz="quarter" idx="13"/>
          </p:nvPr>
        </p:nvSpPr>
        <p:spPr/>
        <p:txBody>
          <a:bodyPr>
            <a:normAutofit fontScale="92500" lnSpcReduction="10000"/>
          </a:bodyPr>
          <a:lstStyle/>
          <a:p>
            <a:pPr lvl="1"/>
            <a:r>
              <a:rPr lang="en-AU" noProof="0" dirty="0"/>
              <a:t>Working time for the task: 	30 minutes</a:t>
            </a:r>
          </a:p>
          <a:p>
            <a:pPr lvl="1"/>
            <a:r>
              <a:rPr lang="en-AU" noProof="0" dirty="0"/>
              <a:t>Refer to the narrative, or section of a narrative, that you composed for Task 8, Section 4.</a:t>
            </a:r>
          </a:p>
          <a:p>
            <a:pPr lvl="1"/>
            <a:r>
              <a:rPr lang="en-AU" noProof="0" dirty="0"/>
              <a:t>Question 1: Write an explanation of your story</a:t>
            </a:r>
          </a:p>
          <a:p>
            <a:pPr lvl="1"/>
            <a:r>
              <a:rPr lang="en-AU" noProof="0" dirty="0"/>
              <a:t>Question 2</a:t>
            </a:r>
            <a:r>
              <a:rPr lang="en-AU" noProof="0"/>
              <a:t>: Explain </a:t>
            </a:r>
            <a:r>
              <a:rPr lang="en-AU" noProof="0" dirty="0"/>
              <a:t>how you used writing techniques or short story conventions in your narrative writing. </a:t>
            </a:r>
          </a:p>
          <a:p>
            <a:pPr lvl="1"/>
            <a:r>
              <a:rPr lang="en-AU" noProof="0" dirty="0"/>
              <a:t>Question 3: 	Rate your own story. Write (at least) 2 sentences to support your own rating</a:t>
            </a:r>
          </a:p>
          <a:p>
            <a:endParaRPr lang="en-AU" noProof="0" dirty="0"/>
          </a:p>
        </p:txBody>
      </p:sp>
    </p:spTree>
    <p:extLst>
      <p:ext uri="{BB962C8B-B14F-4D97-AF65-F5344CB8AC3E}">
        <p14:creationId xmlns:p14="http://schemas.microsoft.com/office/powerpoint/2010/main" val="182448320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TM04033925[[fn=Droplet]]</Template>
  <TotalTime>810</TotalTime>
  <Words>2523</Words>
  <Application>Microsoft Office PowerPoint</Application>
  <PresentationFormat>Widescreen</PresentationFormat>
  <Paragraphs>392</Paragraphs>
  <Slides>62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MS Mincho</vt:lpstr>
      <vt:lpstr>Arial</vt:lpstr>
      <vt:lpstr>Calibri</vt:lpstr>
      <vt:lpstr>Times New Roman</vt:lpstr>
      <vt:lpstr>Tw Cen MT</vt:lpstr>
      <vt:lpstr>Droplet</vt:lpstr>
      <vt:lpstr>Stories and Perspectives</vt:lpstr>
      <vt:lpstr>Tuesday</vt:lpstr>
      <vt:lpstr>Tuesday activities</vt:lpstr>
      <vt:lpstr>Tuesday Activities 2</vt:lpstr>
      <vt:lpstr>wednesday</vt:lpstr>
      <vt:lpstr>Wednesday Activities</vt:lpstr>
      <vt:lpstr>Wednesday activities</vt:lpstr>
      <vt:lpstr>Thursday</vt:lpstr>
      <vt:lpstr>Fairy Tales</vt:lpstr>
      <vt:lpstr>“at seventeen and fairy Tales Thursday Activities</vt:lpstr>
      <vt:lpstr>“At seventeen”: intentions and theme Thursday Activities</vt:lpstr>
      <vt:lpstr>Genre Thursday Activities</vt:lpstr>
      <vt:lpstr>Genre Thursday activities </vt:lpstr>
      <vt:lpstr>Monday 11/06</vt:lpstr>
      <vt:lpstr>Monday Activity</vt:lpstr>
      <vt:lpstr>Tuesday 12-06</vt:lpstr>
      <vt:lpstr>Tuesday activities</vt:lpstr>
      <vt:lpstr>Wednesday 13-06</vt:lpstr>
      <vt:lpstr>Gender stereotypes  Wednesday activities</vt:lpstr>
      <vt:lpstr>Gender stereotypes Wednesday activity </vt:lpstr>
      <vt:lpstr>Gender stereotypes Wednesday activity </vt:lpstr>
      <vt:lpstr>Thursday 14-06</vt:lpstr>
      <vt:lpstr>Thursday activities</vt:lpstr>
      <vt:lpstr>Monday 18-06</vt:lpstr>
      <vt:lpstr>Monday activities</vt:lpstr>
      <vt:lpstr>Tuesday 19-06</vt:lpstr>
      <vt:lpstr>Tuesday activities</vt:lpstr>
      <vt:lpstr>Tuesday activities</vt:lpstr>
      <vt:lpstr>Wednesday 20-06 </vt:lpstr>
      <vt:lpstr>Wednesday activities</vt:lpstr>
      <vt:lpstr>Thursday 21-06</vt:lpstr>
      <vt:lpstr>Thursday Activities</vt:lpstr>
      <vt:lpstr>Monday, 25-06</vt:lpstr>
      <vt:lpstr>Monday activities</vt:lpstr>
      <vt:lpstr>Figurative Language  </vt:lpstr>
      <vt:lpstr>Figurative Language </vt:lpstr>
      <vt:lpstr>Figurative Language </vt:lpstr>
      <vt:lpstr>activities</vt:lpstr>
      <vt:lpstr>Tuesday, 26-06</vt:lpstr>
      <vt:lpstr>Tuesday activities: Sky</vt:lpstr>
      <vt:lpstr>Tuesday activities: Car</vt:lpstr>
      <vt:lpstr>Tuesday activities: Clothes</vt:lpstr>
      <vt:lpstr>Tuesday activities: burning kite</vt:lpstr>
      <vt:lpstr>Wednesday, 27-06</vt:lpstr>
      <vt:lpstr>Wednesday activities</vt:lpstr>
      <vt:lpstr>Text 1</vt:lpstr>
      <vt:lpstr>Wednesday activities: Retrieval chart</vt:lpstr>
      <vt:lpstr>Text 2</vt:lpstr>
      <vt:lpstr>Wednesday activities</vt:lpstr>
      <vt:lpstr>Thursday, 28-6</vt:lpstr>
      <vt:lpstr>Thursday activities: Task and planning</vt:lpstr>
      <vt:lpstr>Thursday activities: planning</vt:lpstr>
      <vt:lpstr>Thursday activities: writing</vt:lpstr>
      <vt:lpstr>Tuesday, 24 July</vt:lpstr>
      <vt:lpstr> Tuesday activities</vt:lpstr>
      <vt:lpstr>Wednesday, 25 July</vt:lpstr>
      <vt:lpstr>Wednesday activities</vt:lpstr>
      <vt:lpstr> Wednesday activities</vt:lpstr>
      <vt:lpstr>Thursday, 26 July</vt:lpstr>
      <vt:lpstr> Thursday Activities</vt:lpstr>
      <vt:lpstr>Monday, 30 July</vt:lpstr>
      <vt:lpstr> Monday activities: In class explanation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Stories and Perspectives</dc:title>
  <dc:creator>Andre Janse van Rensburg</dc:creator>
  <cp:lastModifiedBy>Andre Janse van Rensburg</cp:lastModifiedBy>
  <cp:revision>5</cp:revision>
  <dcterms:created xsi:type="dcterms:W3CDTF">2018-05-10T02:07:46Z</dcterms:created>
  <dcterms:modified xsi:type="dcterms:W3CDTF">2018-07-24T04:50:47Z</dcterms:modified>
</cp:coreProperties>
</file>