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39" r:id="rId1"/>
  </p:sldMasterIdLst>
  <p:notesMasterIdLst>
    <p:notesMasterId r:id="rId33"/>
  </p:notesMasterIdLst>
  <p:sldIdLst>
    <p:sldId id="256" r:id="rId2"/>
    <p:sldId id="273" r:id="rId3"/>
    <p:sldId id="274" r:id="rId4"/>
    <p:sldId id="281" r:id="rId5"/>
    <p:sldId id="258" r:id="rId6"/>
    <p:sldId id="257" r:id="rId7"/>
    <p:sldId id="259" r:id="rId8"/>
    <p:sldId id="260" r:id="rId9"/>
    <p:sldId id="267" r:id="rId10"/>
    <p:sldId id="269" r:id="rId11"/>
    <p:sldId id="282" r:id="rId12"/>
    <p:sldId id="276" r:id="rId13"/>
    <p:sldId id="285" r:id="rId14"/>
    <p:sldId id="277" r:id="rId15"/>
    <p:sldId id="283" r:id="rId16"/>
    <p:sldId id="264" r:id="rId17"/>
    <p:sldId id="263" r:id="rId18"/>
    <p:sldId id="265" r:id="rId19"/>
    <p:sldId id="270" r:id="rId20"/>
    <p:sldId id="271" r:id="rId21"/>
    <p:sldId id="284" r:id="rId22"/>
    <p:sldId id="278" r:id="rId23"/>
    <p:sldId id="279" r:id="rId24"/>
    <p:sldId id="272" r:id="rId25"/>
    <p:sldId id="286" r:id="rId26"/>
    <p:sldId id="287" r:id="rId27"/>
    <p:sldId id="288" r:id="rId28"/>
    <p:sldId id="289" r:id="rId29"/>
    <p:sldId id="290" r:id="rId30"/>
    <p:sldId id="291" r:id="rId31"/>
    <p:sldId id="292"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291" autoAdjust="0"/>
  </p:normalViewPr>
  <p:slideViewPr>
    <p:cSldViewPr>
      <p:cViewPr varScale="1">
        <p:scale>
          <a:sx n="68" d="100"/>
          <a:sy n="68" d="100"/>
        </p:scale>
        <p:origin x="1446" y="72"/>
      </p:cViewPr>
      <p:guideLst>
        <p:guide orient="horz" pos="2160"/>
        <p:guide pos="2880"/>
      </p:guideLst>
    </p:cSldViewPr>
  </p:slideViewPr>
  <p:outlineViewPr>
    <p:cViewPr>
      <p:scale>
        <a:sx n="33" d="100"/>
        <a:sy n="33" d="100"/>
      </p:scale>
      <p:origin x="0" y="-14154"/>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 Janse van Rensburg" userId="c242d890-f940-49be-a646-5509d964c911" providerId="ADAL" clId="{C9C32848-83D0-438A-A246-9648F51409C6}"/>
    <pc:docChg chg="undo custSel delSld modSld modMainMaster">
      <pc:chgData name="Andre Janse van Rensburg" userId="c242d890-f940-49be-a646-5509d964c911" providerId="ADAL" clId="{C9C32848-83D0-438A-A246-9648F51409C6}" dt="2018-08-29T06:04:53.771" v="386" actId="14100"/>
      <pc:docMkLst>
        <pc:docMk/>
      </pc:docMkLst>
      <pc:sldChg chg="modSp setBg">
        <pc:chgData name="Andre Janse van Rensburg" userId="c242d890-f940-49be-a646-5509d964c911" providerId="ADAL" clId="{C9C32848-83D0-438A-A246-9648F51409C6}" dt="2018-08-29T05:49:34.770" v="84" actId="27636"/>
        <pc:sldMkLst>
          <pc:docMk/>
          <pc:sldMk cId="0" sldId="256"/>
        </pc:sldMkLst>
        <pc:spChg chg="mod">
          <ac:chgData name="Andre Janse van Rensburg" userId="c242d890-f940-49be-a646-5509d964c911" providerId="ADAL" clId="{C9C32848-83D0-438A-A246-9648F51409C6}" dt="2018-08-29T05:49:34.770" v="84" actId="27636"/>
          <ac:spMkLst>
            <pc:docMk/>
            <pc:sldMk cId="0" sldId="256"/>
            <ac:spMk id="2050" creationId="{684376C8-B131-411A-A7B1-CCE7C931B254}"/>
          </ac:spMkLst>
        </pc:spChg>
        <pc:spChg chg="mod">
          <ac:chgData name="Andre Janse van Rensburg" userId="c242d890-f940-49be-a646-5509d964c911" providerId="ADAL" clId="{C9C32848-83D0-438A-A246-9648F51409C6}" dt="2018-08-29T05:49:34.770" v="84" actId="27636"/>
          <ac:spMkLst>
            <pc:docMk/>
            <pc:sldMk cId="0" sldId="256"/>
            <ac:spMk id="2051" creationId="{9AA2295C-DFEF-4FCE-A0DD-3D97706B467E}"/>
          </ac:spMkLst>
        </pc:spChg>
      </pc:sldChg>
      <pc:sldChg chg="addSp delSp modSp">
        <pc:chgData name="Andre Janse van Rensburg" userId="c242d890-f940-49be-a646-5509d964c911" providerId="ADAL" clId="{C9C32848-83D0-438A-A246-9648F51409C6}" dt="2018-08-29T05:52:53.035" v="157" actId="403"/>
        <pc:sldMkLst>
          <pc:docMk/>
          <pc:sldMk cId="0" sldId="257"/>
        </pc:sldMkLst>
        <pc:spChg chg="add del mod">
          <ac:chgData name="Andre Janse van Rensburg" userId="c242d890-f940-49be-a646-5509d964c911" providerId="ADAL" clId="{C9C32848-83D0-438A-A246-9648F51409C6}" dt="2018-08-29T05:52:23.199" v="145" actId="478"/>
          <ac:spMkLst>
            <pc:docMk/>
            <pc:sldMk cId="0" sldId="257"/>
            <ac:spMk id="2" creationId="{E6103398-A5DA-40A4-BAA0-6133442592E6}"/>
          </ac:spMkLst>
        </pc:spChg>
        <pc:spChg chg="mod">
          <ac:chgData name="Andre Janse van Rensburg" userId="c242d890-f940-49be-a646-5509d964c911" providerId="ADAL" clId="{C9C32848-83D0-438A-A246-9648F51409C6}" dt="2018-08-29T05:52:53.035" v="157" actId="403"/>
          <ac:spMkLst>
            <pc:docMk/>
            <pc:sldMk cId="0" sldId="257"/>
            <ac:spMk id="4098" creationId="{2DDF0A07-A149-42D4-BAF2-17CB1949A6E0}"/>
          </ac:spMkLst>
        </pc:spChg>
        <pc:spChg chg="mod">
          <ac:chgData name="Andre Janse van Rensburg" userId="c242d890-f940-49be-a646-5509d964c911" providerId="ADAL" clId="{C9C32848-83D0-438A-A246-9648F51409C6}" dt="2018-08-29T05:52:48.668" v="155" actId="20577"/>
          <ac:spMkLst>
            <pc:docMk/>
            <pc:sldMk cId="0" sldId="257"/>
            <ac:spMk id="4099" creationId="{BF7EE166-BD02-4B75-A78C-B672F6C39AF7}"/>
          </ac:spMkLst>
        </pc:spChg>
      </pc:sldChg>
      <pc:sldChg chg="modSp">
        <pc:chgData name="Andre Janse van Rensburg" userId="c242d890-f940-49be-a646-5509d964c911" providerId="ADAL" clId="{C9C32848-83D0-438A-A246-9648F51409C6}" dt="2018-08-29T05:51:51.724" v="139" actId="27636"/>
        <pc:sldMkLst>
          <pc:docMk/>
          <pc:sldMk cId="0" sldId="258"/>
        </pc:sldMkLst>
        <pc:spChg chg="mod">
          <ac:chgData name="Andre Janse van Rensburg" userId="c242d890-f940-49be-a646-5509d964c911" providerId="ADAL" clId="{C9C32848-83D0-438A-A246-9648F51409C6}" dt="2018-08-29T05:50:56.509" v="110" actId="113"/>
          <ac:spMkLst>
            <pc:docMk/>
            <pc:sldMk cId="0" sldId="258"/>
            <ac:spMk id="6146" creationId="{F89B75BA-148E-4E88-9A12-2440DB5ACE40}"/>
          </ac:spMkLst>
        </pc:spChg>
        <pc:spChg chg="mod">
          <ac:chgData name="Andre Janse van Rensburg" userId="c242d890-f940-49be-a646-5509d964c911" providerId="ADAL" clId="{C9C32848-83D0-438A-A246-9648F51409C6}" dt="2018-08-29T05:51:51.724" v="139" actId="27636"/>
          <ac:spMkLst>
            <pc:docMk/>
            <pc:sldMk cId="0" sldId="258"/>
            <ac:spMk id="6147" creationId="{F81F8A2C-A8D9-49E2-ABF2-9D1D633A0114}"/>
          </ac:spMkLst>
        </pc:spChg>
      </pc:sldChg>
      <pc:sldChg chg="addSp delSp modSp">
        <pc:chgData name="Andre Janse van Rensburg" userId="c242d890-f940-49be-a646-5509d964c911" providerId="ADAL" clId="{C9C32848-83D0-438A-A246-9648F51409C6}" dt="2018-08-29T05:53:52.718" v="180" actId="20577"/>
        <pc:sldMkLst>
          <pc:docMk/>
          <pc:sldMk cId="0" sldId="259"/>
        </pc:sldMkLst>
        <pc:spChg chg="add mod">
          <ac:chgData name="Andre Janse van Rensburg" userId="c242d890-f940-49be-a646-5509d964c911" providerId="ADAL" clId="{C9C32848-83D0-438A-A246-9648F51409C6}" dt="2018-08-29T05:53:10.556" v="160"/>
          <ac:spMkLst>
            <pc:docMk/>
            <pc:sldMk cId="0" sldId="259"/>
            <ac:spMk id="3" creationId="{F5DC2D86-BAC0-4B2A-9396-78D74E4792BE}"/>
          </ac:spMkLst>
        </pc:spChg>
        <pc:spChg chg="add del mod">
          <ac:chgData name="Andre Janse van Rensburg" userId="c242d890-f940-49be-a646-5509d964c911" providerId="ADAL" clId="{C9C32848-83D0-438A-A246-9648F51409C6}" dt="2018-08-29T05:53:20.588" v="164" actId="478"/>
          <ac:spMkLst>
            <pc:docMk/>
            <pc:sldMk cId="0" sldId="259"/>
            <ac:spMk id="4" creationId="{6ED0414F-DB0D-41DC-8C6A-2BC88F56E399}"/>
          </ac:spMkLst>
        </pc:spChg>
        <pc:spChg chg="del mod">
          <ac:chgData name="Andre Janse van Rensburg" userId="c242d890-f940-49be-a646-5509d964c911" providerId="ADAL" clId="{C9C32848-83D0-438A-A246-9648F51409C6}" dt="2018-08-29T05:53:02.487" v="158" actId="478"/>
          <ac:spMkLst>
            <pc:docMk/>
            <pc:sldMk cId="0" sldId="259"/>
            <ac:spMk id="7170" creationId="{B34CB886-1C22-433A-BE7A-84DA92BFE54C}"/>
          </ac:spMkLst>
        </pc:spChg>
        <pc:spChg chg="mod">
          <ac:chgData name="Andre Janse van Rensburg" userId="c242d890-f940-49be-a646-5509d964c911" providerId="ADAL" clId="{C9C32848-83D0-438A-A246-9648F51409C6}" dt="2018-08-29T05:53:52.718" v="180" actId="20577"/>
          <ac:spMkLst>
            <pc:docMk/>
            <pc:sldMk cId="0" sldId="259"/>
            <ac:spMk id="7171" creationId="{D4E244F7-8515-4506-8A4B-EC116C586370}"/>
          </ac:spMkLst>
        </pc:spChg>
      </pc:sldChg>
      <pc:sldChg chg="addSp delSp modSp">
        <pc:chgData name="Andre Janse van Rensburg" userId="c242d890-f940-49be-a646-5509d964c911" providerId="ADAL" clId="{C9C32848-83D0-438A-A246-9648F51409C6}" dt="2018-08-29T05:54:35.184" v="196" actId="14100"/>
        <pc:sldMkLst>
          <pc:docMk/>
          <pc:sldMk cId="0" sldId="260"/>
        </pc:sldMkLst>
        <pc:spChg chg="add mod">
          <ac:chgData name="Andre Janse van Rensburg" userId="c242d890-f940-49be-a646-5509d964c911" providerId="ADAL" clId="{C9C32848-83D0-438A-A246-9648F51409C6}" dt="2018-08-29T05:54:08.332" v="183"/>
          <ac:spMkLst>
            <pc:docMk/>
            <pc:sldMk cId="0" sldId="260"/>
            <ac:spMk id="3" creationId="{95864875-06CA-4AE9-B0A0-92F697C490AF}"/>
          </ac:spMkLst>
        </pc:spChg>
        <pc:spChg chg="add del mod">
          <ac:chgData name="Andre Janse van Rensburg" userId="c242d890-f940-49be-a646-5509d964c911" providerId="ADAL" clId="{C9C32848-83D0-438A-A246-9648F51409C6}" dt="2018-08-29T05:54:16.350" v="187" actId="478"/>
          <ac:spMkLst>
            <pc:docMk/>
            <pc:sldMk cId="0" sldId="260"/>
            <ac:spMk id="4" creationId="{87DE18DB-FA8C-45FD-859B-7EBA9EDD8573}"/>
          </ac:spMkLst>
        </pc:spChg>
        <pc:spChg chg="del mod">
          <ac:chgData name="Andre Janse van Rensburg" userId="c242d890-f940-49be-a646-5509d964c911" providerId="ADAL" clId="{C9C32848-83D0-438A-A246-9648F51409C6}" dt="2018-08-29T05:54:00.936" v="181" actId="478"/>
          <ac:spMkLst>
            <pc:docMk/>
            <pc:sldMk cId="0" sldId="260"/>
            <ac:spMk id="8194" creationId="{5806D109-8FE8-4827-B157-0CF25945DC05}"/>
          </ac:spMkLst>
        </pc:spChg>
        <pc:spChg chg="mod">
          <ac:chgData name="Andre Janse van Rensburg" userId="c242d890-f940-49be-a646-5509d964c911" providerId="ADAL" clId="{C9C32848-83D0-438A-A246-9648F51409C6}" dt="2018-08-29T05:54:35.184" v="196" actId="14100"/>
          <ac:spMkLst>
            <pc:docMk/>
            <pc:sldMk cId="0" sldId="260"/>
            <ac:spMk id="8195" creationId="{AFA30C2A-855C-49F7-B8B8-04C2AE81E051}"/>
          </ac:spMkLst>
        </pc:spChg>
      </pc:sldChg>
      <pc:sldChg chg="modSp">
        <pc:chgData name="Andre Janse van Rensburg" userId="c242d890-f940-49be-a646-5509d964c911" providerId="ADAL" clId="{C9C32848-83D0-438A-A246-9648F51409C6}" dt="2018-08-29T06:02:00.981" v="327" actId="12"/>
        <pc:sldMkLst>
          <pc:docMk/>
          <pc:sldMk cId="0" sldId="263"/>
        </pc:sldMkLst>
        <pc:spChg chg="mod">
          <ac:chgData name="Andre Janse van Rensburg" userId="c242d890-f940-49be-a646-5509d964c911" providerId="ADAL" clId="{C9C32848-83D0-438A-A246-9648F51409C6}" dt="2018-08-29T05:49:34.770" v="84" actId="27636"/>
          <ac:spMkLst>
            <pc:docMk/>
            <pc:sldMk cId="0" sldId="263"/>
            <ac:spMk id="11266" creationId="{8175BA31-D469-4F39-9073-CF33882BAF01}"/>
          </ac:spMkLst>
        </pc:spChg>
        <pc:spChg chg="mod">
          <ac:chgData name="Andre Janse van Rensburg" userId="c242d890-f940-49be-a646-5509d964c911" providerId="ADAL" clId="{C9C32848-83D0-438A-A246-9648F51409C6}" dt="2018-08-29T06:02:00.981" v="327" actId="12"/>
          <ac:spMkLst>
            <pc:docMk/>
            <pc:sldMk cId="0" sldId="263"/>
            <ac:spMk id="11267" creationId="{DDA43BC1-D7C4-4686-BBD5-1C5FCA173AAA}"/>
          </ac:spMkLst>
        </pc:spChg>
      </pc:sldChg>
      <pc:sldChg chg="modSp">
        <pc:chgData name="Andre Janse van Rensburg" userId="c242d890-f940-49be-a646-5509d964c911" providerId="ADAL" clId="{C9C32848-83D0-438A-A246-9648F51409C6}" dt="2018-08-29T06:01:48.818" v="323" actId="27636"/>
        <pc:sldMkLst>
          <pc:docMk/>
          <pc:sldMk cId="0" sldId="264"/>
        </pc:sldMkLst>
        <pc:spChg chg="mod">
          <ac:chgData name="Andre Janse van Rensburg" userId="c242d890-f940-49be-a646-5509d964c911" providerId="ADAL" clId="{C9C32848-83D0-438A-A246-9648F51409C6}" dt="2018-08-29T05:49:34.770" v="84" actId="27636"/>
          <ac:spMkLst>
            <pc:docMk/>
            <pc:sldMk cId="0" sldId="264"/>
            <ac:spMk id="12290" creationId="{806937A9-8E97-4BD8-82E3-106344A023FA}"/>
          </ac:spMkLst>
        </pc:spChg>
        <pc:spChg chg="mod">
          <ac:chgData name="Andre Janse van Rensburg" userId="c242d890-f940-49be-a646-5509d964c911" providerId="ADAL" clId="{C9C32848-83D0-438A-A246-9648F51409C6}" dt="2018-08-29T06:01:48.818" v="323" actId="27636"/>
          <ac:spMkLst>
            <pc:docMk/>
            <pc:sldMk cId="0" sldId="264"/>
            <ac:spMk id="12291" creationId="{D8E348F1-F7F1-4FDA-B046-655B11A92701}"/>
          </ac:spMkLst>
        </pc:spChg>
      </pc:sldChg>
      <pc:sldChg chg="modSp">
        <pc:chgData name="Andre Janse van Rensburg" userId="c242d890-f940-49be-a646-5509d964c911" providerId="ADAL" clId="{C9C32848-83D0-438A-A246-9648F51409C6}" dt="2018-08-29T06:02:19.053" v="332" actId="14100"/>
        <pc:sldMkLst>
          <pc:docMk/>
          <pc:sldMk cId="0" sldId="265"/>
        </pc:sldMkLst>
        <pc:spChg chg="mod">
          <ac:chgData name="Andre Janse van Rensburg" userId="c242d890-f940-49be-a646-5509d964c911" providerId="ADAL" clId="{C9C32848-83D0-438A-A246-9648F51409C6}" dt="2018-08-29T05:49:34.770" v="84" actId="27636"/>
          <ac:spMkLst>
            <pc:docMk/>
            <pc:sldMk cId="0" sldId="265"/>
            <ac:spMk id="14338" creationId="{30C7B160-8ABD-4AA8-BA29-786BBA59EE13}"/>
          </ac:spMkLst>
        </pc:spChg>
        <pc:spChg chg="mod">
          <ac:chgData name="Andre Janse van Rensburg" userId="c242d890-f940-49be-a646-5509d964c911" providerId="ADAL" clId="{C9C32848-83D0-438A-A246-9648F51409C6}" dt="2018-08-29T06:02:13.998" v="331" actId="12"/>
          <ac:spMkLst>
            <pc:docMk/>
            <pc:sldMk cId="0" sldId="265"/>
            <ac:spMk id="14339" creationId="{3C3A8E59-B1D4-4B24-8D09-B68C2168AEAC}"/>
          </ac:spMkLst>
        </pc:spChg>
        <pc:picChg chg="mod">
          <ac:chgData name="Andre Janse van Rensburg" userId="c242d890-f940-49be-a646-5509d964c911" providerId="ADAL" clId="{C9C32848-83D0-438A-A246-9648F51409C6}" dt="2018-08-29T06:02:19.053" v="332" actId="14100"/>
          <ac:picMkLst>
            <pc:docMk/>
            <pc:sldMk cId="0" sldId="265"/>
            <ac:picMk id="52227" creationId="{75432FC1-5F52-4FDE-9A10-7DB19B08B0C5}"/>
          </ac:picMkLst>
        </pc:picChg>
      </pc:sldChg>
      <pc:sldChg chg="addSp delSp modSp">
        <pc:chgData name="Andre Janse van Rensburg" userId="c242d890-f940-49be-a646-5509d964c911" providerId="ADAL" clId="{C9C32848-83D0-438A-A246-9648F51409C6}" dt="2018-08-29T05:55:25.365" v="220" actId="14100"/>
        <pc:sldMkLst>
          <pc:docMk/>
          <pc:sldMk cId="0" sldId="267"/>
        </pc:sldMkLst>
        <pc:spChg chg="add mod">
          <ac:chgData name="Andre Janse van Rensburg" userId="c242d890-f940-49be-a646-5509d964c911" providerId="ADAL" clId="{C9C32848-83D0-438A-A246-9648F51409C6}" dt="2018-08-29T05:55:01.933" v="207" actId="113"/>
          <ac:spMkLst>
            <pc:docMk/>
            <pc:sldMk cId="0" sldId="267"/>
            <ac:spMk id="3" creationId="{DE96E879-5FF3-4FA0-A154-895CC2AD8ED5}"/>
          </ac:spMkLst>
        </pc:spChg>
        <pc:spChg chg="add del mod">
          <ac:chgData name="Andre Janse van Rensburg" userId="c242d890-f940-49be-a646-5509d964c911" providerId="ADAL" clId="{C9C32848-83D0-438A-A246-9648F51409C6}" dt="2018-08-29T05:55:09.642" v="211" actId="478"/>
          <ac:spMkLst>
            <pc:docMk/>
            <pc:sldMk cId="0" sldId="267"/>
            <ac:spMk id="4" creationId="{15C705D2-B463-4F07-872B-97FDD725B801}"/>
          </ac:spMkLst>
        </pc:spChg>
        <pc:spChg chg="del mod">
          <ac:chgData name="Andre Janse van Rensburg" userId="c242d890-f940-49be-a646-5509d964c911" providerId="ADAL" clId="{C9C32848-83D0-438A-A246-9648F51409C6}" dt="2018-08-29T05:54:40.769" v="197" actId="478"/>
          <ac:spMkLst>
            <pc:docMk/>
            <pc:sldMk cId="0" sldId="267"/>
            <ac:spMk id="16386" creationId="{FD057FB0-4B4C-4563-A4FC-9B58FEAAB199}"/>
          </ac:spMkLst>
        </pc:spChg>
        <pc:spChg chg="mod">
          <ac:chgData name="Andre Janse van Rensburg" userId="c242d890-f940-49be-a646-5509d964c911" providerId="ADAL" clId="{C9C32848-83D0-438A-A246-9648F51409C6}" dt="2018-08-29T05:55:25.365" v="220" actId="14100"/>
          <ac:spMkLst>
            <pc:docMk/>
            <pc:sldMk cId="0" sldId="267"/>
            <ac:spMk id="16387" creationId="{B29314D2-DC92-4CAB-9A2E-C4D925BE98D0}"/>
          </ac:spMkLst>
        </pc:spChg>
      </pc:sldChg>
      <pc:sldChg chg="modSp">
        <pc:chgData name="Andre Janse van Rensburg" userId="c242d890-f940-49be-a646-5509d964c911" providerId="ADAL" clId="{C9C32848-83D0-438A-A246-9648F51409C6}" dt="2018-08-29T05:58:46.588" v="258" actId="14100"/>
        <pc:sldMkLst>
          <pc:docMk/>
          <pc:sldMk cId="0" sldId="269"/>
        </pc:sldMkLst>
        <pc:spChg chg="mod">
          <ac:chgData name="Andre Janse van Rensburg" userId="c242d890-f940-49be-a646-5509d964c911" providerId="ADAL" clId="{C9C32848-83D0-438A-A246-9648F51409C6}" dt="2018-08-29T05:57:59.711" v="235" actId="242"/>
          <ac:spMkLst>
            <pc:docMk/>
            <pc:sldMk cId="0" sldId="269"/>
            <ac:spMk id="18434" creationId="{1C71E161-B1BA-422C-9857-428C37A1936B}"/>
          </ac:spMkLst>
        </pc:spChg>
        <pc:spChg chg="mod">
          <ac:chgData name="Andre Janse van Rensburg" userId="c242d890-f940-49be-a646-5509d964c911" providerId="ADAL" clId="{C9C32848-83D0-438A-A246-9648F51409C6}" dt="2018-08-29T05:58:40.089" v="257" actId="27636"/>
          <ac:spMkLst>
            <pc:docMk/>
            <pc:sldMk cId="0" sldId="269"/>
            <ac:spMk id="18435" creationId="{43207F75-46D6-4D5C-95EF-DDFE67FEA935}"/>
          </ac:spMkLst>
        </pc:spChg>
        <pc:picChg chg="mod">
          <ac:chgData name="Andre Janse van Rensburg" userId="c242d890-f940-49be-a646-5509d964c911" providerId="ADAL" clId="{C9C32848-83D0-438A-A246-9648F51409C6}" dt="2018-08-29T05:58:46.588" v="258" actId="14100"/>
          <ac:picMkLst>
            <pc:docMk/>
            <pc:sldMk cId="0" sldId="269"/>
            <ac:picMk id="35843" creationId="{30012751-7CB2-4E5B-996E-71656CD52DB3}"/>
          </ac:picMkLst>
        </pc:picChg>
      </pc:sldChg>
      <pc:sldChg chg="modSp">
        <pc:chgData name="Andre Janse van Rensburg" userId="c242d890-f940-49be-a646-5509d964c911" providerId="ADAL" clId="{C9C32848-83D0-438A-A246-9648F51409C6}" dt="2018-08-29T06:02:41.631" v="338" actId="20577"/>
        <pc:sldMkLst>
          <pc:docMk/>
          <pc:sldMk cId="0" sldId="270"/>
        </pc:sldMkLst>
        <pc:spChg chg="mod">
          <ac:chgData name="Andre Janse van Rensburg" userId="c242d890-f940-49be-a646-5509d964c911" providerId="ADAL" clId="{C9C32848-83D0-438A-A246-9648F51409C6}" dt="2018-08-29T05:49:34.770" v="84" actId="27636"/>
          <ac:spMkLst>
            <pc:docMk/>
            <pc:sldMk cId="0" sldId="270"/>
            <ac:spMk id="19458" creationId="{31A08767-5723-4E19-8521-92AAF24C2538}"/>
          </ac:spMkLst>
        </pc:spChg>
        <pc:spChg chg="mod">
          <ac:chgData name="Andre Janse van Rensburg" userId="c242d890-f940-49be-a646-5509d964c911" providerId="ADAL" clId="{C9C32848-83D0-438A-A246-9648F51409C6}" dt="2018-08-29T06:02:41.631" v="338" actId="20577"/>
          <ac:spMkLst>
            <pc:docMk/>
            <pc:sldMk cId="0" sldId="270"/>
            <ac:spMk id="19459" creationId="{DAB01288-937A-4742-9E9A-0C38D38B6E3E}"/>
          </ac:spMkLst>
        </pc:spChg>
      </pc:sldChg>
      <pc:sldChg chg="modSp">
        <pc:chgData name="Andre Janse van Rensburg" userId="c242d890-f940-49be-a646-5509d964c911" providerId="ADAL" clId="{C9C32848-83D0-438A-A246-9648F51409C6}" dt="2018-08-29T06:03:04.606" v="346" actId="1076"/>
        <pc:sldMkLst>
          <pc:docMk/>
          <pc:sldMk cId="0" sldId="271"/>
        </pc:sldMkLst>
        <pc:spChg chg="mod">
          <ac:chgData name="Andre Janse van Rensburg" userId="c242d890-f940-49be-a646-5509d964c911" providerId="ADAL" clId="{C9C32848-83D0-438A-A246-9648F51409C6}" dt="2018-08-29T05:49:34.770" v="84" actId="27636"/>
          <ac:spMkLst>
            <pc:docMk/>
            <pc:sldMk cId="0" sldId="271"/>
            <ac:spMk id="21506" creationId="{1A7B3EEA-8E0C-4ADF-874E-712ECF47A335}"/>
          </ac:spMkLst>
        </pc:spChg>
        <pc:spChg chg="mod">
          <ac:chgData name="Andre Janse van Rensburg" userId="c242d890-f940-49be-a646-5509d964c911" providerId="ADAL" clId="{C9C32848-83D0-438A-A246-9648F51409C6}" dt="2018-08-29T06:03:04.606" v="346" actId="1076"/>
          <ac:spMkLst>
            <pc:docMk/>
            <pc:sldMk cId="0" sldId="271"/>
            <ac:spMk id="21507" creationId="{DC14C67C-3B2A-440F-B742-A32301DBA671}"/>
          </ac:spMkLst>
        </pc:spChg>
        <pc:picChg chg="mod">
          <ac:chgData name="Andre Janse van Rensburg" userId="c242d890-f940-49be-a646-5509d964c911" providerId="ADAL" clId="{C9C32848-83D0-438A-A246-9648F51409C6}" dt="2018-08-29T06:03:00.418" v="345" actId="14100"/>
          <ac:picMkLst>
            <pc:docMk/>
            <pc:sldMk cId="0" sldId="271"/>
            <ac:picMk id="56323" creationId="{AAA4A9C5-5342-4F95-879E-F4AE4C40E70C}"/>
          </ac:picMkLst>
        </pc:picChg>
      </pc:sldChg>
      <pc:sldChg chg="modSp">
        <pc:chgData name="Andre Janse van Rensburg" userId="c242d890-f940-49be-a646-5509d964c911" providerId="ADAL" clId="{C9C32848-83D0-438A-A246-9648F51409C6}" dt="2018-08-29T06:04:53.771" v="386" actId="14100"/>
        <pc:sldMkLst>
          <pc:docMk/>
          <pc:sldMk cId="0" sldId="272"/>
        </pc:sldMkLst>
        <pc:spChg chg="mod">
          <ac:chgData name="Andre Janse van Rensburg" userId="c242d890-f940-49be-a646-5509d964c911" providerId="ADAL" clId="{C9C32848-83D0-438A-A246-9648F51409C6}" dt="2018-08-29T05:49:34.770" v="84" actId="27636"/>
          <ac:spMkLst>
            <pc:docMk/>
            <pc:sldMk cId="0" sldId="272"/>
            <ac:spMk id="23554" creationId="{F451CF31-BA0E-4606-B10C-02DC411C130C}"/>
          </ac:spMkLst>
        </pc:spChg>
        <pc:spChg chg="mod">
          <ac:chgData name="Andre Janse van Rensburg" userId="c242d890-f940-49be-a646-5509d964c911" providerId="ADAL" clId="{C9C32848-83D0-438A-A246-9648F51409C6}" dt="2018-08-29T06:04:53.771" v="386" actId="14100"/>
          <ac:spMkLst>
            <pc:docMk/>
            <pc:sldMk cId="0" sldId="272"/>
            <ac:spMk id="23555" creationId="{8D8385FA-D5E2-4E23-B117-14B65224C36A}"/>
          </ac:spMkLst>
        </pc:spChg>
      </pc:sldChg>
      <pc:sldChg chg="modSp">
        <pc:chgData name="Andre Janse van Rensburg" userId="c242d890-f940-49be-a646-5509d964c911" providerId="ADAL" clId="{C9C32848-83D0-438A-A246-9648F51409C6}" dt="2018-08-29T05:49:34.770" v="84" actId="27636"/>
        <pc:sldMkLst>
          <pc:docMk/>
          <pc:sldMk cId="0" sldId="273"/>
        </pc:sldMkLst>
        <pc:spChg chg="mod">
          <ac:chgData name="Andre Janse van Rensburg" userId="c242d890-f940-49be-a646-5509d964c911" providerId="ADAL" clId="{C9C32848-83D0-438A-A246-9648F51409C6}" dt="2018-08-29T05:49:34.770" v="84" actId="27636"/>
          <ac:spMkLst>
            <pc:docMk/>
            <pc:sldMk cId="0" sldId="273"/>
            <ac:spMk id="26626" creationId="{85924F08-FE7D-4EEA-A2F9-D4C744AA601C}"/>
          </ac:spMkLst>
        </pc:spChg>
        <pc:spChg chg="mod">
          <ac:chgData name="Andre Janse van Rensburg" userId="c242d890-f940-49be-a646-5509d964c911" providerId="ADAL" clId="{C9C32848-83D0-438A-A246-9648F51409C6}" dt="2018-08-29T05:49:34.770" v="84" actId="27636"/>
          <ac:spMkLst>
            <pc:docMk/>
            <pc:sldMk cId="0" sldId="273"/>
            <ac:spMk id="26627" creationId="{945CFE6E-8C37-480B-8BE0-B5A1167AB4E4}"/>
          </ac:spMkLst>
        </pc:spChg>
      </pc:sldChg>
      <pc:sldChg chg="modSp">
        <pc:chgData name="Andre Janse van Rensburg" userId="c242d890-f940-49be-a646-5509d964c911" providerId="ADAL" clId="{C9C32848-83D0-438A-A246-9648F51409C6}" dt="2018-08-29T05:50:19.108" v="93" actId="27636"/>
        <pc:sldMkLst>
          <pc:docMk/>
          <pc:sldMk cId="0" sldId="274"/>
        </pc:sldMkLst>
        <pc:spChg chg="mod">
          <ac:chgData name="Andre Janse van Rensburg" userId="c242d890-f940-49be-a646-5509d964c911" providerId="ADAL" clId="{C9C32848-83D0-438A-A246-9648F51409C6}" dt="2018-08-29T05:49:34.770" v="84" actId="27636"/>
          <ac:spMkLst>
            <pc:docMk/>
            <pc:sldMk cId="0" sldId="274"/>
            <ac:spMk id="27650" creationId="{E8071FD6-98D7-491C-9156-6BF9BEDF8BC1}"/>
          </ac:spMkLst>
        </pc:spChg>
        <pc:spChg chg="mod">
          <ac:chgData name="Andre Janse van Rensburg" userId="c242d890-f940-49be-a646-5509d964c911" providerId="ADAL" clId="{C9C32848-83D0-438A-A246-9648F51409C6}" dt="2018-08-29T05:50:19.108" v="93" actId="27636"/>
          <ac:spMkLst>
            <pc:docMk/>
            <pc:sldMk cId="0" sldId="274"/>
            <ac:spMk id="27651" creationId="{EA208775-825B-4180-898F-6B924A030290}"/>
          </ac:spMkLst>
        </pc:spChg>
      </pc:sldChg>
      <pc:sldChg chg="modSp">
        <pc:chgData name="Andre Janse van Rensburg" userId="c242d890-f940-49be-a646-5509d964c911" providerId="ADAL" clId="{C9C32848-83D0-438A-A246-9648F51409C6}" dt="2018-08-29T06:00:12.195" v="278" actId="20577"/>
        <pc:sldMkLst>
          <pc:docMk/>
          <pc:sldMk cId="0" sldId="276"/>
        </pc:sldMkLst>
        <pc:spChg chg="mod">
          <ac:chgData name="Andre Janse van Rensburg" userId="c242d890-f940-49be-a646-5509d964c911" providerId="ADAL" clId="{C9C32848-83D0-438A-A246-9648F51409C6}" dt="2018-08-29T05:49:34.770" v="84" actId="27636"/>
          <ac:spMkLst>
            <pc:docMk/>
            <pc:sldMk cId="0" sldId="276"/>
            <ac:spMk id="18434" creationId="{13FC6417-8F7A-4C69-B47D-174C0A7BA88B}"/>
          </ac:spMkLst>
        </pc:spChg>
        <pc:spChg chg="mod">
          <ac:chgData name="Andre Janse van Rensburg" userId="c242d890-f940-49be-a646-5509d964c911" providerId="ADAL" clId="{C9C32848-83D0-438A-A246-9648F51409C6}" dt="2018-08-29T06:00:12.195" v="278" actId="20577"/>
          <ac:spMkLst>
            <pc:docMk/>
            <pc:sldMk cId="0" sldId="276"/>
            <ac:spMk id="18435" creationId="{5E411A81-4F96-470F-AA67-ECF6EF3EC65E}"/>
          </ac:spMkLst>
        </pc:spChg>
      </pc:sldChg>
      <pc:sldChg chg="modSp">
        <pc:chgData name="Andre Janse van Rensburg" userId="c242d890-f940-49be-a646-5509d964c911" providerId="ADAL" clId="{C9C32848-83D0-438A-A246-9648F51409C6}" dt="2018-08-29T06:00:58.336" v="298" actId="1076"/>
        <pc:sldMkLst>
          <pc:docMk/>
          <pc:sldMk cId="0" sldId="277"/>
        </pc:sldMkLst>
        <pc:spChg chg="mod">
          <ac:chgData name="Andre Janse van Rensburg" userId="c242d890-f940-49be-a646-5509d964c911" providerId="ADAL" clId="{C9C32848-83D0-438A-A246-9648F51409C6}" dt="2018-08-29T06:00:58.336" v="298" actId="1076"/>
          <ac:spMkLst>
            <pc:docMk/>
            <pc:sldMk cId="0" sldId="277"/>
            <ac:spMk id="18434" creationId="{66C92358-3495-4562-8089-83E497A3BB8E}"/>
          </ac:spMkLst>
        </pc:spChg>
        <pc:spChg chg="mod">
          <ac:chgData name="Andre Janse van Rensburg" userId="c242d890-f940-49be-a646-5509d964c911" providerId="ADAL" clId="{C9C32848-83D0-438A-A246-9648F51409C6}" dt="2018-08-29T06:00:55.282" v="297" actId="27636"/>
          <ac:spMkLst>
            <pc:docMk/>
            <pc:sldMk cId="0" sldId="277"/>
            <ac:spMk id="18435" creationId="{9810922E-2969-42E7-8A2A-8A17DA62C817}"/>
          </ac:spMkLst>
        </pc:spChg>
      </pc:sldChg>
      <pc:sldChg chg="modSp">
        <pc:chgData name="Andre Janse van Rensburg" userId="c242d890-f940-49be-a646-5509d964c911" providerId="ADAL" clId="{C9C32848-83D0-438A-A246-9648F51409C6}" dt="2018-08-29T06:04:03.391" v="369" actId="27636"/>
        <pc:sldMkLst>
          <pc:docMk/>
          <pc:sldMk cId="0" sldId="278"/>
        </pc:sldMkLst>
        <pc:spChg chg="mod">
          <ac:chgData name="Andre Janse van Rensburg" userId="c242d890-f940-49be-a646-5509d964c911" providerId="ADAL" clId="{C9C32848-83D0-438A-A246-9648F51409C6}" dt="2018-08-29T05:49:34.770" v="84" actId="27636"/>
          <ac:spMkLst>
            <pc:docMk/>
            <pc:sldMk cId="0" sldId="278"/>
            <ac:spMk id="21506" creationId="{21EB7ED1-BFBD-46CA-84BA-A1CB449559DE}"/>
          </ac:spMkLst>
        </pc:spChg>
        <pc:spChg chg="mod">
          <ac:chgData name="Andre Janse van Rensburg" userId="c242d890-f940-49be-a646-5509d964c911" providerId="ADAL" clId="{C9C32848-83D0-438A-A246-9648F51409C6}" dt="2018-08-29T06:04:03.391" v="369" actId="27636"/>
          <ac:spMkLst>
            <pc:docMk/>
            <pc:sldMk cId="0" sldId="278"/>
            <ac:spMk id="21507" creationId="{A0B780AC-A08B-4852-BB13-8788A39ADE93}"/>
          </ac:spMkLst>
        </pc:spChg>
      </pc:sldChg>
      <pc:sldChg chg="modSp">
        <pc:chgData name="Andre Janse van Rensburg" userId="c242d890-f940-49be-a646-5509d964c911" providerId="ADAL" clId="{C9C32848-83D0-438A-A246-9648F51409C6}" dt="2018-08-29T06:04:22.660" v="378" actId="27636"/>
        <pc:sldMkLst>
          <pc:docMk/>
          <pc:sldMk cId="0" sldId="279"/>
        </pc:sldMkLst>
        <pc:spChg chg="mod">
          <ac:chgData name="Andre Janse van Rensburg" userId="c242d890-f940-49be-a646-5509d964c911" providerId="ADAL" clId="{C9C32848-83D0-438A-A246-9648F51409C6}" dt="2018-08-29T05:49:34.770" v="84" actId="27636"/>
          <ac:spMkLst>
            <pc:docMk/>
            <pc:sldMk cId="0" sldId="279"/>
            <ac:spMk id="21506" creationId="{A2904589-B002-4387-863B-15F1C53D05AF}"/>
          </ac:spMkLst>
        </pc:spChg>
        <pc:spChg chg="mod">
          <ac:chgData name="Andre Janse van Rensburg" userId="c242d890-f940-49be-a646-5509d964c911" providerId="ADAL" clId="{C9C32848-83D0-438A-A246-9648F51409C6}" dt="2018-08-29T06:04:22.660" v="378" actId="27636"/>
          <ac:spMkLst>
            <pc:docMk/>
            <pc:sldMk cId="0" sldId="279"/>
            <ac:spMk id="21507" creationId="{5C9F6F5C-FE9E-4DB9-B7FD-B36AA920ED08}"/>
          </ac:spMkLst>
        </pc:spChg>
      </pc:sldChg>
      <pc:sldChg chg="modSp">
        <pc:chgData name="Andre Janse van Rensburg" userId="c242d890-f940-49be-a646-5509d964c911" providerId="ADAL" clId="{C9C32848-83D0-438A-A246-9648F51409C6}" dt="2018-08-29T05:50:44.598" v="102" actId="1076"/>
        <pc:sldMkLst>
          <pc:docMk/>
          <pc:sldMk cId="0" sldId="281"/>
        </pc:sldMkLst>
        <pc:spChg chg="mod">
          <ac:chgData name="Andre Janse van Rensburg" userId="c242d890-f940-49be-a646-5509d964c911" providerId="ADAL" clId="{C9C32848-83D0-438A-A246-9648F51409C6}" dt="2018-08-29T05:49:34.770" v="84" actId="27636"/>
          <ac:spMkLst>
            <pc:docMk/>
            <pc:sldMk cId="0" sldId="281"/>
            <ac:spMk id="27650" creationId="{E1229579-D9B7-437A-9605-607E43824788}"/>
          </ac:spMkLst>
        </pc:spChg>
        <pc:spChg chg="mod">
          <ac:chgData name="Andre Janse van Rensburg" userId="c242d890-f940-49be-a646-5509d964c911" providerId="ADAL" clId="{C9C32848-83D0-438A-A246-9648F51409C6}" dt="2018-08-29T05:50:44.598" v="102" actId="1076"/>
          <ac:spMkLst>
            <pc:docMk/>
            <pc:sldMk cId="0" sldId="281"/>
            <ac:spMk id="27651" creationId="{B8972279-9641-4188-BC36-FF14CDF83323}"/>
          </ac:spMkLst>
        </pc:spChg>
      </pc:sldChg>
      <pc:sldChg chg="modSp">
        <pc:chgData name="Andre Janse van Rensburg" userId="c242d890-f940-49be-a646-5509d964c911" providerId="ADAL" clId="{C9C32848-83D0-438A-A246-9648F51409C6}" dt="2018-08-29T05:59:49.840" v="272" actId="27636"/>
        <pc:sldMkLst>
          <pc:docMk/>
          <pc:sldMk cId="0" sldId="282"/>
        </pc:sldMkLst>
        <pc:spChg chg="mod">
          <ac:chgData name="Andre Janse van Rensburg" userId="c242d890-f940-49be-a646-5509d964c911" providerId="ADAL" clId="{C9C32848-83D0-438A-A246-9648F51409C6}" dt="2018-08-29T05:49:34.770" v="84" actId="27636"/>
          <ac:spMkLst>
            <pc:docMk/>
            <pc:sldMk cId="0" sldId="282"/>
            <ac:spMk id="18434" creationId="{C6FCEA84-F5CF-42A3-BFCA-C927E48F1D2C}"/>
          </ac:spMkLst>
        </pc:spChg>
        <pc:spChg chg="mod">
          <ac:chgData name="Andre Janse van Rensburg" userId="c242d890-f940-49be-a646-5509d964c911" providerId="ADAL" clId="{C9C32848-83D0-438A-A246-9648F51409C6}" dt="2018-08-29T05:59:49.840" v="272" actId="27636"/>
          <ac:spMkLst>
            <pc:docMk/>
            <pc:sldMk cId="0" sldId="282"/>
            <ac:spMk id="18435" creationId="{91FEA3AA-9B27-4845-A11B-7F540F25BF2E}"/>
          </ac:spMkLst>
        </pc:spChg>
      </pc:sldChg>
      <pc:sldChg chg="modSp">
        <pc:chgData name="Andre Janse van Rensburg" userId="c242d890-f940-49be-a646-5509d964c911" providerId="ADAL" clId="{C9C32848-83D0-438A-A246-9648F51409C6}" dt="2018-08-29T06:01:23.124" v="310" actId="20577"/>
        <pc:sldMkLst>
          <pc:docMk/>
          <pc:sldMk cId="0" sldId="283"/>
        </pc:sldMkLst>
        <pc:spChg chg="mod">
          <ac:chgData name="Andre Janse van Rensburg" userId="c242d890-f940-49be-a646-5509d964c911" providerId="ADAL" clId="{C9C32848-83D0-438A-A246-9648F51409C6}" dt="2018-08-29T06:01:08.258" v="300" actId="1076"/>
          <ac:spMkLst>
            <pc:docMk/>
            <pc:sldMk cId="0" sldId="283"/>
            <ac:spMk id="18434" creationId="{925024FA-7CA4-40C4-B880-E1D409B7A40F}"/>
          </ac:spMkLst>
        </pc:spChg>
        <pc:spChg chg="mod">
          <ac:chgData name="Andre Janse van Rensburg" userId="c242d890-f940-49be-a646-5509d964c911" providerId="ADAL" clId="{C9C32848-83D0-438A-A246-9648F51409C6}" dt="2018-08-29T06:01:23.124" v="310" actId="20577"/>
          <ac:spMkLst>
            <pc:docMk/>
            <pc:sldMk cId="0" sldId="283"/>
            <ac:spMk id="18435" creationId="{27E5776D-5424-41F6-BD1A-4EFD6F1011AB}"/>
          </ac:spMkLst>
        </pc:spChg>
      </pc:sldChg>
      <pc:sldChg chg="modSp">
        <pc:chgData name="Andre Janse van Rensburg" userId="c242d890-f940-49be-a646-5509d964c911" providerId="ADAL" clId="{C9C32848-83D0-438A-A246-9648F51409C6}" dt="2018-08-29T06:03:29.169" v="354" actId="14100"/>
        <pc:sldMkLst>
          <pc:docMk/>
          <pc:sldMk cId="0" sldId="284"/>
        </pc:sldMkLst>
        <pc:spChg chg="mod">
          <ac:chgData name="Andre Janse van Rensburg" userId="c242d890-f940-49be-a646-5509d964c911" providerId="ADAL" clId="{C9C32848-83D0-438A-A246-9648F51409C6}" dt="2018-08-29T05:49:34.770" v="84" actId="27636"/>
          <ac:spMkLst>
            <pc:docMk/>
            <pc:sldMk cId="0" sldId="284"/>
            <ac:spMk id="21506" creationId="{E399E648-D15D-43AF-90AB-29230D03D40F}"/>
          </ac:spMkLst>
        </pc:spChg>
        <pc:spChg chg="mod">
          <ac:chgData name="Andre Janse van Rensburg" userId="c242d890-f940-49be-a646-5509d964c911" providerId="ADAL" clId="{C9C32848-83D0-438A-A246-9648F51409C6}" dt="2018-08-29T06:03:22.238" v="352" actId="20577"/>
          <ac:spMkLst>
            <pc:docMk/>
            <pc:sldMk cId="0" sldId="284"/>
            <ac:spMk id="21507" creationId="{03F66465-2914-4A1B-A698-516974140A77}"/>
          </ac:spMkLst>
        </pc:spChg>
        <pc:picChg chg="mod">
          <ac:chgData name="Andre Janse van Rensburg" userId="c242d890-f940-49be-a646-5509d964c911" providerId="ADAL" clId="{C9C32848-83D0-438A-A246-9648F51409C6}" dt="2018-08-29T06:03:29.169" v="354" actId="14100"/>
          <ac:picMkLst>
            <pc:docMk/>
            <pc:sldMk cId="0" sldId="284"/>
            <ac:picMk id="58371" creationId="{5EA73836-E43E-450E-A094-D0BEB85615B4}"/>
          </ac:picMkLst>
        </pc:picChg>
      </pc:sldChg>
      <pc:sldChg chg="modSp">
        <pc:chgData name="Andre Janse van Rensburg" userId="c242d890-f940-49be-a646-5509d964c911" providerId="ADAL" clId="{C9C32848-83D0-438A-A246-9648F51409C6}" dt="2018-08-29T06:00:33.409" v="286" actId="27636"/>
        <pc:sldMkLst>
          <pc:docMk/>
          <pc:sldMk cId="0" sldId="285"/>
        </pc:sldMkLst>
        <pc:spChg chg="mod">
          <ac:chgData name="Andre Janse van Rensburg" userId="c242d890-f940-49be-a646-5509d964c911" providerId="ADAL" clId="{C9C32848-83D0-438A-A246-9648F51409C6}" dt="2018-08-29T05:49:34.770" v="84" actId="27636"/>
          <ac:spMkLst>
            <pc:docMk/>
            <pc:sldMk cId="0" sldId="285"/>
            <ac:spMk id="18434" creationId="{5CCEFD00-E351-4821-B79B-DA94F9BB0CAC}"/>
          </ac:spMkLst>
        </pc:spChg>
        <pc:spChg chg="mod">
          <ac:chgData name="Andre Janse van Rensburg" userId="c242d890-f940-49be-a646-5509d964c911" providerId="ADAL" clId="{C9C32848-83D0-438A-A246-9648F51409C6}" dt="2018-08-29T06:00:33.409" v="286" actId="27636"/>
          <ac:spMkLst>
            <pc:docMk/>
            <pc:sldMk cId="0" sldId="285"/>
            <ac:spMk id="18435" creationId="{29A97835-8E23-42E0-82F9-646DD80CF4B4}"/>
          </ac:spMkLst>
        </pc:spChg>
      </pc:sldChg>
      <pc:sldChg chg="modSp">
        <pc:chgData name="Andre Janse van Rensburg" userId="c242d890-f940-49be-a646-5509d964c911" providerId="ADAL" clId="{C9C32848-83D0-438A-A246-9648F51409C6}" dt="2018-08-29T05:49:34.770" v="84" actId="27636"/>
        <pc:sldMkLst>
          <pc:docMk/>
          <pc:sldMk cId="0" sldId="286"/>
        </pc:sldMkLst>
        <pc:spChg chg="mod">
          <ac:chgData name="Andre Janse van Rensburg" userId="c242d890-f940-49be-a646-5509d964c911" providerId="ADAL" clId="{C9C32848-83D0-438A-A246-9648F51409C6}" dt="2018-08-29T05:49:34.770" v="84" actId="27636"/>
          <ac:spMkLst>
            <pc:docMk/>
            <pc:sldMk cId="0" sldId="286"/>
            <ac:spMk id="2050" creationId="{DCB92878-82FB-4AA8-9C3E-835280958580}"/>
          </ac:spMkLst>
        </pc:spChg>
        <pc:spChg chg="mod">
          <ac:chgData name="Andre Janse van Rensburg" userId="c242d890-f940-49be-a646-5509d964c911" providerId="ADAL" clId="{C9C32848-83D0-438A-A246-9648F51409C6}" dt="2018-08-29T05:49:34.770" v="84" actId="27636"/>
          <ac:spMkLst>
            <pc:docMk/>
            <pc:sldMk cId="0" sldId="286"/>
            <ac:spMk id="2051" creationId="{B4DA763B-3FC5-4431-B348-B469FE3F7485}"/>
          </ac:spMkLst>
        </pc:spChg>
      </pc:sldChg>
      <pc:sldChg chg="del">
        <pc:chgData name="Andre Janse van Rensburg" userId="c242d890-f940-49be-a646-5509d964c911" providerId="ADAL" clId="{C9C32848-83D0-438A-A246-9648F51409C6}" dt="2018-08-29T05:39:40.944" v="3" actId="2696"/>
        <pc:sldMkLst>
          <pc:docMk/>
          <pc:sldMk cId="0" sldId="293"/>
        </pc:sldMkLst>
      </pc:sldChg>
      <pc:sldChg chg="del">
        <pc:chgData name="Andre Janse van Rensburg" userId="c242d890-f940-49be-a646-5509d964c911" providerId="ADAL" clId="{C9C32848-83D0-438A-A246-9648F51409C6}" dt="2018-08-29T05:39:40.944" v="4" actId="2696"/>
        <pc:sldMkLst>
          <pc:docMk/>
          <pc:sldMk cId="0" sldId="294"/>
        </pc:sldMkLst>
      </pc:sldChg>
      <pc:sldMasterChg chg="setBg modSldLayout">
        <pc:chgData name="Andre Janse van Rensburg" userId="c242d890-f940-49be-a646-5509d964c911" providerId="ADAL" clId="{C9C32848-83D0-438A-A246-9648F51409C6}" dt="2018-08-29T05:59:28.449" v="262" actId="14100"/>
        <pc:sldMasterMkLst>
          <pc:docMk/>
          <pc:sldMasterMk cId="1769611332" sldId="2147483739"/>
        </pc:sldMasterMkLst>
        <pc:sldLayoutChg chg="modSp setBg">
          <pc:chgData name="Andre Janse van Rensburg" userId="c242d890-f940-49be-a646-5509d964c911" providerId="ADAL" clId="{C9C32848-83D0-438A-A246-9648F51409C6}" dt="2018-08-29T05:43:10.519" v="19" actId="403"/>
          <pc:sldLayoutMkLst>
            <pc:docMk/>
            <pc:sldMasterMk cId="1769611332" sldId="2147483739"/>
            <pc:sldLayoutMk cId="3254198670" sldId="2147483740"/>
          </pc:sldLayoutMkLst>
          <pc:spChg chg="mod">
            <ac:chgData name="Andre Janse van Rensburg" userId="c242d890-f940-49be-a646-5509d964c911" providerId="ADAL" clId="{C9C32848-83D0-438A-A246-9648F51409C6}" dt="2018-08-29T05:42:59.419" v="16" actId="403"/>
            <ac:spMkLst>
              <pc:docMk/>
              <pc:sldMasterMk cId="1769611332" sldId="2147483739"/>
              <pc:sldLayoutMk cId="3254198670" sldId="2147483740"/>
              <ac:spMk id="2" creationId="{160D3B86-91DA-490C-930A-3CB78E41B12C}"/>
            </ac:spMkLst>
          </pc:spChg>
          <pc:spChg chg="mod">
            <ac:chgData name="Andre Janse van Rensburg" userId="c242d890-f940-49be-a646-5509d964c911" providerId="ADAL" clId="{C9C32848-83D0-438A-A246-9648F51409C6}" dt="2018-08-29T05:43:10.519" v="19" actId="403"/>
            <ac:spMkLst>
              <pc:docMk/>
              <pc:sldMasterMk cId="1769611332" sldId="2147483739"/>
              <pc:sldLayoutMk cId="3254198670" sldId="2147483740"/>
              <ac:spMk id="3" creationId="{0C578D76-8DCF-4068-8E92-B4EA9B64934A}"/>
            </ac:spMkLst>
          </pc:spChg>
        </pc:sldLayoutChg>
        <pc:sldLayoutChg chg="modSp setBg">
          <pc:chgData name="Andre Janse van Rensburg" userId="c242d890-f940-49be-a646-5509d964c911" providerId="ADAL" clId="{C9C32848-83D0-438A-A246-9648F51409C6}" dt="2018-08-29T05:50:28.804" v="97" actId="14100"/>
          <pc:sldLayoutMkLst>
            <pc:docMk/>
            <pc:sldMasterMk cId="1769611332" sldId="2147483739"/>
            <pc:sldLayoutMk cId="44798318" sldId="2147483741"/>
          </pc:sldLayoutMkLst>
          <pc:spChg chg="mod">
            <ac:chgData name="Andre Janse van Rensburg" userId="c242d890-f940-49be-a646-5509d964c911" providerId="ADAL" clId="{C9C32848-83D0-438A-A246-9648F51409C6}" dt="2018-08-29T05:50:28.804" v="97" actId="14100"/>
            <ac:spMkLst>
              <pc:docMk/>
              <pc:sldMasterMk cId="1769611332" sldId="2147483739"/>
              <pc:sldLayoutMk cId="44798318" sldId="2147483741"/>
              <ac:spMk id="2" creationId="{194BE181-3366-4BC0-882C-7444F9692A9C}"/>
            </ac:spMkLst>
          </pc:spChg>
          <pc:spChg chg="mod">
            <ac:chgData name="Andre Janse van Rensburg" userId="c242d890-f940-49be-a646-5509d964c911" providerId="ADAL" clId="{C9C32848-83D0-438A-A246-9648F51409C6}" dt="2018-08-29T05:50:24.178" v="95" actId="14100"/>
            <ac:spMkLst>
              <pc:docMk/>
              <pc:sldMasterMk cId="1769611332" sldId="2147483739"/>
              <pc:sldLayoutMk cId="44798318" sldId="2147483741"/>
              <ac:spMk id="3" creationId="{E6C3F25F-E60C-4701-82AC-ED0CDA9B5178}"/>
            </ac:spMkLst>
          </pc:spChg>
        </pc:sldLayoutChg>
        <pc:sldLayoutChg chg="modSp setBg">
          <pc:chgData name="Andre Janse van Rensburg" userId="c242d890-f940-49be-a646-5509d964c911" providerId="ADAL" clId="{C9C32848-83D0-438A-A246-9648F51409C6}" dt="2018-08-29T05:43:58.876" v="45" actId="403"/>
          <pc:sldLayoutMkLst>
            <pc:docMk/>
            <pc:sldMasterMk cId="1769611332" sldId="2147483739"/>
            <pc:sldLayoutMk cId="1171960990" sldId="2147483742"/>
          </pc:sldLayoutMkLst>
          <pc:spChg chg="mod">
            <ac:chgData name="Andre Janse van Rensburg" userId="c242d890-f940-49be-a646-5509d964c911" providerId="ADAL" clId="{C9C32848-83D0-438A-A246-9648F51409C6}" dt="2018-08-29T05:43:58.876" v="45" actId="403"/>
            <ac:spMkLst>
              <pc:docMk/>
              <pc:sldMasterMk cId="1769611332" sldId="2147483739"/>
              <pc:sldLayoutMk cId="1171960990" sldId="2147483742"/>
              <ac:spMk id="2" creationId="{ABC6A202-1D83-4127-9EBC-BEAA64DC30FE}"/>
            </ac:spMkLst>
          </pc:spChg>
        </pc:sldLayoutChg>
        <pc:sldLayoutChg chg="modSp setBg">
          <pc:chgData name="Andre Janse van Rensburg" userId="c242d890-f940-49be-a646-5509d964c911" providerId="ADAL" clId="{C9C32848-83D0-438A-A246-9648F51409C6}" dt="2018-08-29T05:47:02.504" v="67" actId="403"/>
          <pc:sldLayoutMkLst>
            <pc:docMk/>
            <pc:sldMasterMk cId="1769611332" sldId="2147483739"/>
            <pc:sldLayoutMk cId="1764023236" sldId="2147483743"/>
          </pc:sldLayoutMkLst>
          <pc:spChg chg="mod">
            <ac:chgData name="Andre Janse van Rensburg" userId="c242d890-f940-49be-a646-5509d964c911" providerId="ADAL" clId="{C9C32848-83D0-438A-A246-9648F51409C6}" dt="2018-08-29T05:46:43.098" v="53" actId="113"/>
            <ac:spMkLst>
              <pc:docMk/>
              <pc:sldMasterMk cId="1769611332" sldId="2147483739"/>
              <pc:sldLayoutMk cId="1764023236" sldId="2147483743"/>
              <ac:spMk id="2" creationId="{5C172408-EA65-43C3-B343-87AE36B53AD6}"/>
            </ac:spMkLst>
          </pc:spChg>
          <pc:spChg chg="mod">
            <ac:chgData name="Andre Janse van Rensburg" userId="c242d890-f940-49be-a646-5509d964c911" providerId="ADAL" clId="{C9C32848-83D0-438A-A246-9648F51409C6}" dt="2018-08-29T05:46:56.004" v="62" actId="404"/>
            <ac:spMkLst>
              <pc:docMk/>
              <pc:sldMasterMk cId="1769611332" sldId="2147483739"/>
              <pc:sldLayoutMk cId="1764023236" sldId="2147483743"/>
              <ac:spMk id="3" creationId="{91D88C16-23DE-4F02-9DD5-0D31011337C5}"/>
            </ac:spMkLst>
          </pc:spChg>
          <pc:spChg chg="mod">
            <ac:chgData name="Andre Janse van Rensburg" userId="c242d890-f940-49be-a646-5509d964c911" providerId="ADAL" clId="{C9C32848-83D0-438A-A246-9648F51409C6}" dt="2018-08-29T05:47:02.504" v="67" actId="403"/>
            <ac:spMkLst>
              <pc:docMk/>
              <pc:sldMasterMk cId="1769611332" sldId="2147483739"/>
              <pc:sldLayoutMk cId="1764023236" sldId="2147483743"/>
              <ac:spMk id="4" creationId="{C64CC765-444E-4EC1-B028-6F85013AE779}"/>
            </ac:spMkLst>
          </pc:spChg>
        </pc:sldLayoutChg>
        <pc:sldLayoutChg chg="setBg">
          <pc:chgData name="Andre Janse van Rensburg" userId="c242d890-f940-49be-a646-5509d964c911" providerId="ADAL" clId="{C9C32848-83D0-438A-A246-9648F51409C6}" dt="2018-08-29T05:42:28.025" v="9"/>
          <pc:sldLayoutMkLst>
            <pc:docMk/>
            <pc:sldMasterMk cId="1769611332" sldId="2147483739"/>
            <pc:sldLayoutMk cId="2630468660" sldId="2147483744"/>
          </pc:sldLayoutMkLst>
        </pc:sldLayoutChg>
        <pc:sldLayoutChg chg="modSp setBg">
          <pc:chgData name="Andre Janse van Rensburg" userId="c242d890-f940-49be-a646-5509d964c911" providerId="ADAL" clId="{C9C32848-83D0-438A-A246-9648F51409C6}" dt="2018-08-29T05:47:52.258" v="75" actId="113"/>
          <pc:sldLayoutMkLst>
            <pc:docMk/>
            <pc:sldMasterMk cId="1769611332" sldId="2147483739"/>
            <pc:sldLayoutMk cId="3731846852" sldId="2147483745"/>
          </pc:sldLayoutMkLst>
          <pc:spChg chg="mod">
            <ac:chgData name="Andre Janse van Rensburg" userId="c242d890-f940-49be-a646-5509d964c911" providerId="ADAL" clId="{C9C32848-83D0-438A-A246-9648F51409C6}" dt="2018-08-29T05:47:52.258" v="75" actId="113"/>
            <ac:spMkLst>
              <pc:docMk/>
              <pc:sldMasterMk cId="1769611332" sldId="2147483739"/>
              <pc:sldLayoutMk cId="3731846852" sldId="2147483745"/>
              <ac:spMk id="2" creationId="{ABBDCE90-F752-4ECC-8A18-E78AA40FBD6E}"/>
            </ac:spMkLst>
          </pc:spChg>
        </pc:sldLayoutChg>
        <pc:sldLayoutChg chg="setBg">
          <pc:chgData name="Andre Janse van Rensburg" userId="c242d890-f940-49be-a646-5509d964c911" providerId="ADAL" clId="{C9C32848-83D0-438A-A246-9648F51409C6}" dt="2018-08-29T05:42:28.025" v="9"/>
          <pc:sldLayoutMkLst>
            <pc:docMk/>
            <pc:sldMasterMk cId="1769611332" sldId="2147483739"/>
            <pc:sldLayoutMk cId="4290253184" sldId="2147483746"/>
          </pc:sldLayoutMkLst>
        </pc:sldLayoutChg>
        <pc:sldLayoutChg chg="delSp modSp setBg">
          <pc:chgData name="Andre Janse van Rensburg" userId="c242d890-f940-49be-a646-5509d964c911" providerId="ADAL" clId="{C9C32848-83D0-438A-A246-9648F51409C6}" dt="2018-08-29T05:59:28.449" v="262" actId="14100"/>
          <pc:sldLayoutMkLst>
            <pc:docMk/>
            <pc:sldMasterMk cId="1769611332" sldId="2147483739"/>
            <pc:sldLayoutMk cId="299541939" sldId="2147483747"/>
          </pc:sldLayoutMkLst>
          <pc:spChg chg="mod">
            <ac:chgData name="Andre Janse van Rensburg" userId="c242d890-f940-49be-a646-5509d964c911" providerId="ADAL" clId="{C9C32848-83D0-438A-A246-9648F51409C6}" dt="2018-08-29T05:59:19.105" v="261" actId="14100"/>
            <ac:spMkLst>
              <pc:docMk/>
              <pc:sldMasterMk cId="1769611332" sldId="2147483739"/>
              <pc:sldLayoutMk cId="299541939" sldId="2147483747"/>
              <ac:spMk id="2" creationId="{86DAFA73-3E6A-44A3-8B92-6267D9E928A8}"/>
            </ac:spMkLst>
          </pc:spChg>
          <pc:spChg chg="del">
            <ac:chgData name="Andre Janse van Rensburg" userId="c242d890-f940-49be-a646-5509d964c911" providerId="ADAL" clId="{C9C32848-83D0-438A-A246-9648F51409C6}" dt="2018-08-29T05:56:57.154" v="221" actId="478"/>
            <ac:spMkLst>
              <pc:docMk/>
              <pc:sldMasterMk cId="1769611332" sldId="2147483739"/>
              <pc:sldLayoutMk cId="299541939" sldId="2147483747"/>
              <ac:spMk id="3" creationId="{5DEE9D5D-6B7D-4494-8FB1-2FC8D7F7BA03}"/>
            </ac:spMkLst>
          </pc:spChg>
          <pc:spChg chg="mod">
            <ac:chgData name="Andre Janse van Rensburg" userId="c242d890-f940-49be-a646-5509d964c911" providerId="ADAL" clId="{C9C32848-83D0-438A-A246-9648F51409C6}" dt="2018-08-29T05:59:28.449" v="262" actId="14100"/>
            <ac:spMkLst>
              <pc:docMk/>
              <pc:sldMasterMk cId="1769611332" sldId="2147483739"/>
              <pc:sldLayoutMk cId="299541939" sldId="2147483747"/>
              <ac:spMk id="4" creationId="{19AB8A86-C2BF-4284-BE20-1A081EA4509B}"/>
            </ac:spMkLst>
          </pc:spChg>
        </pc:sldLayoutChg>
        <pc:sldLayoutChg chg="setBg">
          <pc:chgData name="Andre Janse van Rensburg" userId="c242d890-f940-49be-a646-5509d964c911" providerId="ADAL" clId="{C9C32848-83D0-438A-A246-9648F51409C6}" dt="2018-08-29T05:42:28.025" v="9"/>
          <pc:sldLayoutMkLst>
            <pc:docMk/>
            <pc:sldMasterMk cId="1769611332" sldId="2147483739"/>
            <pc:sldLayoutMk cId="2650923829" sldId="2147483748"/>
          </pc:sldLayoutMkLst>
        </pc:sldLayoutChg>
        <pc:sldLayoutChg chg="setBg">
          <pc:chgData name="Andre Janse van Rensburg" userId="c242d890-f940-49be-a646-5509d964c911" providerId="ADAL" clId="{C9C32848-83D0-438A-A246-9648F51409C6}" dt="2018-08-29T05:42:28.025" v="9"/>
          <pc:sldLayoutMkLst>
            <pc:docMk/>
            <pc:sldMasterMk cId="1769611332" sldId="2147483739"/>
            <pc:sldLayoutMk cId="2204628403" sldId="2147483749"/>
          </pc:sldLayoutMkLst>
        </pc:sldLayoutChg>
        <pc:sldLayoutChg chg="setBg">
          <pc:chgData name="Andre Janse van Rensburg" userId="c242d890-f940-49be-a646-5509d964c911" providerId="ADAL" clId="{C9C32848-83D0-438A-A246-9648F51409C6}" dt="2018-08-29T05:42:28.025" v="9"/>
          <pc:sldLayoutMkLst>
            <pc:docMk/>
            <pc:sldMasterMk cId="1769611332" sldId="2147483739"/>
            <pc:sldLayoutMk cId="2514296321" sldId="2147483750"/>
          </pc:sldLayoutMkLst>
        </pc:sldLayoutChg>
        <pc:sldLayoutChg chg="setBg">
          <pc:chgData name="Andre Janse van Rensburg" userId="c242d890-f940-49be-a646-5509d964c911" providerId="ADAL" clId="{C9C32848-83D0-438A-A246-9648F51409C6}" dt="2018-08-29T05:42:28.025" v="9"/>
          <pc:sldLayoutMkLst>
            <pc:docMk/>
            <pc:sldMasterMk cId="1769611332" sldId="2147483739"/>
            <pc:sldLayoutMk cId="2884249977" sldId="2147483751"/>
          </pc:sldLayoutMkLst>
        </pc:sldLayoutChg>
        <pc:sldLayoutChg chg="setBg">
          <pc:chgData name="Andre Janse van Rensburg" userId="c242d890-f940-49be-a646-5509d964c911" providerId="ADAL" clId="{C9C32848-83D0-438A-A246-9648F51409C6}" dt="2018-08-29T05:42:28.025" v="9"/>
          <pc:sldLayoutMkLst>
            <pc:docMk/>
            <pc:sldMasterMk cId="1769611332" sldId="2147483739"/>
            <pc:sldLayoutMk cId="478837525" sldId="214748375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597B9835-49B2-4790-9738-DBA58461199E}"/>
              </a:ext>
            </a:extLst>
          </p:cNvPr>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defRPr sz="1200">
                <a:latin typeface="Arial" charset="0"/>
                <a:ea typeface="ＭＳ Ｐゴシック" charset="0"/>
                <a:cs typeface="ＭＳ Ｐゴシック" charset="0"/>
              </a:defRPr>
            </a:lvl1pPr>
          </a:lstStyle>
          <a:p>
            <a:pPr>
              <a:defRPr/>
            </a:pPr>
            <a:endParaRPr lang="en-AU"/>
          </a:p>
        </p:txBody>
      </p:sp>
      <p:sp>
        <p:nvSpPr>
          <p:cNvPr id="43011" name="Rectangle 3">
            <a:extLst>
              <a:ext uri="{FF2B5EF4-FFF2-40B4-BE49-F238E27FC236}">
                <a16:creationId xmlns:a16="http://schemas.microsoft.com/office/drawing/2014/main" id="{05B1D5E9-AD7E-40A1-8BB6-26F6994C2C6E}"/>
              </a:ext>
            </a:extLst>
          </p:cNvPr>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200">
                <a:latin typeface="Arial" charset="0"/>
                <a:ea typeface="ＭＳ Ｐゴシック" charset="0"/>
                <a:cs typeface="ＭＳ Ｐゴシック" charset="0"/>
              </a:defRPr>
            </a:lvl1pPr>
          </a:lstStyle>
          <a:p>
            <a:pPr>
              <a:defRPr/>
            </a:pPr>
            <a:endParaRPr lang="en-AU"/>
          </a:p>
        </p:txBody>
      </p:sp>
      <p:sp>
        <p:nvSpPr>
          <p:cNvPr id="43012" name="Rectangle 4">
            <a:extLst>
              <a:ext uri="{FF2B5EF4-FFF2-40B4-BE49-F238E27FC236}">
                <a16:creationId xmlns:a16="http://schemas.microsoft.com/office/drawing/2014/main" id="{90B24032-450C-4CCB-A51E-112A0745D9D5}"/>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43013" name="Rectangle 5">
            <a:extLst>
              <a:ext uri="{FF2B5EF4-FFF2-40B4-BE49-F238E27FC236}">
                <a16:creationId xmlns:a16="http://schemas.microsoft.com/office/drawing/2014/main" id="{E85CC162-4434-4291-AA23-0FCEFC4FAC65}"/>
              </a:ext>
            </a:extLst>
          </p:cNvPr>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43014" name="Rectangle 6">
            <a:extLst>
              <a:ext uri="{FF2B5EF4-FFF2-40B4-BE49-F238E27FC236}">
                <a16:creationId xmlns:a16="http://schemas.microsoft.com/office/drawing/2014/main" id="{94D8C129-DAE9-44B1-A5DB-B589367215A5}"/>
              </a:ext>
            </a:extLst>
          </p:cNvPr>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defRPr sz="1200">
                <a:latin typeface="Arial" charset="0"/>
                <a:ea typeface="ＭＳ Ｐゴシック" charset="0"/>
                <a:cs typeface="ＭＳ Ｐゴシック" charset="0"/>
              </a:defRPr>
            </a:lvl1pPr>
          </a:lstStyle>
          <a:p>
            <a:pPr>
              <a:defRPr/>
            </a:pPr>
            <a:endParaRPr lang="en-AU"/>
          </a:p>
        </p:txBody>
      </p:sp>
      <p:sp>
        <p:nvSpPr>
          <p:cNvPr id="43015" name="Rectangle 7">
            <a:extLst>
              <a:ext uri="{FF2B5EF4-FFF2-40B4-BE49-F238E27FC236}">
                <a16:creationId xmlns:a16="http://schemas.microsoft.com/office/drawing/2014/main" id="{D2852424-7F0B-4D5A-BA01-3980681B818E}"/>
              </a:ext>
            </a:extLst>
          </p:cNvPr>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lgn="r">
              <a:defRPr sz="1200"/>
            </a:lvl1pPr>
          </a:lstStyle>
          <a:p>
            <a:fld id="{2CF4F7ED-BBA1-4140-82AB-6D27E3EA12C2}" type="slidenum">
              <a:rPr lang="en-AU" altLang="en-US"/>
              <a:pPr/>
              <a:t>‹#›</a:t>
            </a:fld>
            <a:endParaRPr lang="en-AU"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F9734440-11E2-4D2B-B183-BA586AEED5A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8BBF5408-B0A8-4EFD-B468-CD5C3033E1B3}" type="slidenum">
              <a:rPr lang="en-AU" altLang="en-US" sz="1200"/>
              <a:pPr/>
              <a:t>1</a:t>
            </a:fld>
            <a:endParaRPr lang="en-AU" altLang="en-US" sz="1200"/>
          </a:p>
        </p:txBody>
      </p:sp>
      <p:sp>
        <p:nvSpPr>
          <p:cNvPr id="44034" name="Rectangle 2">
            <a:extLst>
              <a:ext uri="{FF2B5EF4-FFF2-40B4-BE49-F238E27FC236}">
                <a16:creationId xmlns:a16="http://schemas.microsoft.com/office/drawing/2014/main" id="{DE933B0A-DD38-42DC-B0BC-240BCF94E26E}"/>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8435" name="Rectangle 3">
            <a:extLst>
              <a:ext uri="{FF2B5EF4-FFF2-40B4-BE49-F238E27FC236}">
                <a16:creationId xmlns:a16="http://schemas.microsoft.com/office/drawing/2014/main" id="{E1CE862C-D0DE-4CFA-9C3A-DB98791E889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EC29BC21-8340-4D58-AC50-752CE43BAB5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7EECF496-3EEE-4BD6-8668-7802998D988C}" type="slidenum">
              <a:rPr lang="en-AU" altLang="en-US" sz="1200"/>
              <a:pPr/>
              <a:t>2</a:t>
            </a:fld>
            <a:endParaRPr lang="en-AU" altLang="en-US" sz="1200"/>
          </a:p>
        </p:txBody>
      </p:sp>
      <p:sp>
        <p:nvSpPr>
          <p:cNvPr id="45058" name="Rectangle 2">
            <a:extLst>
              <a:ext uri="{FF2B5EF4-FFF2-40B4-BE49-F238E27FC236}">
                <a16:creationId xmlns:a16="http://schemas.microsoft.com/office/drawing/2014/main" id="{D9742911-C05F-4E08-9A83-FD800147D2D0}"/>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0483" name="Rectangle 3">
            <a:extLst>
              <a:ext uri="{FF2B5EF4-FFF2-40B4-BE49-F238E27FC236}">
                <a16:creationId xmlns:a16="http://schemas.microsoft.com/office/drawing/2014/main" id="{6C4F02AB-7281-478E-825B-F9EAC6AEECF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46CCBFA5-3882-402E-A76B-E65EE172E3A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CA01BD65-D5F1-46BB-9FAC-0E1BAD165925}" type="slidenum">
              <a:rPr lang="en-AU" altLang="en-US" sz="1200"/>
              <a:pPr/>
              <a:t>3</a:t>
            </a:fld>
            <a:endParaRPr lang="en-AU" altLang="en-US" sz="1200"/>
          </a:p>
        </p:txBody>
      </p:sp>
      <p:sp>
        <p:nvSpPr>
          <p:cNvPr id="46082" name="Rectangle 2">
            <a:extLst>
              <a:ext uri="{FF2B5EF4-FFF2-40B4-BE49-F238E27FC236}">
                <a16:creationId xmlns:a16="http://schemas.microsoft.com/office/drawing/2014/main" id="{96E9747D-9AB7-401D-AC81-3FAA8E930AD4}"/>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2531" name="Rectangle 3">
            <a:extLst>
              <a:ext uri="{FF2B5EF4-FFF2-40B4-BE49-F238E27FC236}">
                <a16:creationId xmlns:a16="http://schemas.microsoft.com/office/drawing/2014/main" id="{D6451A4A-4A43-464A-860A-DD452172D8D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DEC4D1A5-5486-45FC-A0C4-F78EF561E58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395B2E8-BC71-4044-8391-586595890053}" type="slidenum">
              <a:rPr lang="en-AU" altLang="en-US" sz="1200"/>
              <a:pPr/>
              <a:t>4</a:t>
            </a:fld>
            <a:endParaRPr lang="en-AU" altLang="en-US" sz="1200"/>
          </a:p>
        </p:txBody>
      </p:sp>
      <p:sp>
        <p:nvSpPr>
          <p:cNvPr id="46082" name="Rectangle 2">
            <a:extLst>
              <a:ext uri="{FF2B5EF4-FFF2-40B4-BE49-F238E27FC236}">
                <a16:creationId xmlns:a16="http://schemas.microsoft.com/office/drawing/2014/main" id="{9C6BC975-36D2-44F1-AD4F-5153532968C0}"/>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4579" name="Rectangle 3">
            <a:extLst>
              <a:ext uri="{FF2B5EF4-FFF2-40B4-BE49-F238E27FC236}">
                <a16:creationId xmlns:a16="http://schemas.microsoft.com/office/drawing/2014/main" id="{1772508D-50FF-4665-8E83-CBD8354DBC0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616DEBCF-D89F-4BA2-A8F3-5B8D96AA8A5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359445F6-EAC6-4DEE-9E1F-E07514CC37EE}" type="slidenum">
              <a:rPr lang="en-AU" altLang="en-US" sz="1200"/>
              <a:pPr/>
              <a:t>5</a:t>
            </a:fld>
            <a:endParaRPr lang="en-AU" altLang="en-US" sz="1200"/>
          </a:p>
        </p:txBody>
      </p:sp>
      <p:sp>
        <p:nvSpPr>
          <p:cNvPr id="49154" name="Rectangle 2">
            <a:extLst>
              <a:ext uri="{FF2B5EF4-FFF2-40B4-BE49-F238E27FC236}">
                <a16:creationId xmlns:a16="http://schemas.microsoft.com/office/drawing/2014/main" id="{550ACF02-FA86-4324-AE22-222D644E4F1B}"/>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627" name="Rectangle 3">
            <a:extLst>
              <a:ext uri="{FF2B5EF4-FFF2-40B4-BE49-F238E27FC236}">
                <a16:creationId xmlns:a16="http://schemas.microsoft.com/office/drawing/2014/main" id="{D449D75F-1681-4734-A3A5-E08A100702C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A2461F07-4891-4841-B606-C9656E05D07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1C6B3197-E72A-4A9C-8E5D-0E281B8B3201}" type="slidenum">
              <a:rPr lang="en-AU" altLang="en-US" sz="1200"/>
              <a:pPr/>
              <a:t>6</a:t>
            </a:fld>
            <a:endParaRPr lang="en-AU" altLang="en-US" sz="1200"/>
          </a:p>
        </p:txBody>
      </p:sp>
      <p:sp>
        <p:nvSpPr>
          <p:cNvPr id="48130" name="Rectangle 2">
            <a:extLst>
              <a:ext uri="{FF2B5EF4-FFF2-40B4-BE49-F238E27FC236}">
                <a16:creationId xmlns:a16="http://schemas.microsoft.com/office/drawing/2014/main" id="{69EFC29F-874D-4041-9D28-926AD2B7E180}"/>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8675" name="Rectangle 3">
            <a:extLst>
              <a:ext uri="{FF2B5EF4-FFF2-40B4-BE49-F238E27FC236}">
                <a16:creationId xmlns:a16="http://schemas.microsoft.com/office/drawing/2014/main" id="{EF129A73-DE01-464F-8581-47423CC75E8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8AD0D009-CA20-4F46-8974-880FF4472C1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05B62712-E8C4-4289-ADD4-D7B0290A0F9D}" type="slidenum">
              <a:rPr lang="en-AU" altLang="en-US" sz="1200"/>
              <a:pPr/>
              <a:t>7</a:t>
            </a:fld>
            <a:endParaRPr lang="en-AU" altLang="en-US" sz="1200"/>
          </a:p>
        </p:txBody>
      </p:sp>
      <p:sp>
        <p:nvSpPr>
          <p:cNvPr id="50178" name="Rectangle 2">
            <a:extLst>
              <a:ext uri="{FF2B5EF4-FFF2-40B4-BE49-F238E27FC236}">
                <a16:creationId xmlns:a16="http://schemas.microsoft.com/office/drawing/2014/main" id="{9ABA34A5-B5BC-4A77-9ECF-E39ABB5791AB}"/>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0723" name="Rectangle 3">
            <a:extLst>
              <a:ext uri="{FF2B5EF4-FFF2-40B4-BE49-F238E27FC236}">
                <a16:creationId xmlns:a16="http://schemas.microsoft.com/office/drawing/2014/main" id="{C73BFD34-A024-4B98-81D0-673116BECFF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E8EEDF18-D4C0-4AFB-B2C9-7BF9857E4B4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30659A69-46EB-4174-8C40-A4486D4709B4}" type="slidenum">
              <a:rPr lang="en-AU" altLang="en-US" sz="1200"/>
              <a:pPr/>
              <a:t>8</a:t>
            </a:fld>
            <a:endParaRPr lang="en-AU" altLang="en-US" sz="1200"/>
          </a:p>
        </p:txBody>
      </p:sp>
      <p:sp>
        <p:nvSpPr>
          <p:cNvPr id="52226" name="Rectangle 2">
            <a:extLst>
              <a:ext uri="{FF2B5EF4-FFF2-40B4-BE49-F238E27FC236}">
                <a16:creationId xmlns:a16="http://schemas.microsoft.com/office/drawing/2014/main" id="{06675AA8-1371-454E-91AF-52EF6A2CC911}"/>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2771" name="Rectangle 3">
            <a:extLst>
              <a:ext uri="{FF2B5EF4-FFF2-40B4-BE49-F238E27FC236}">
                <a16:creationId xmlns:a16="http://schemas.microsoft.com/office/drawing/2014/main" id="{3F463EFD-172C-44E2-B6BD-ADFC5579BA9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AEB541AC-7479-40EF-A4BF-169A9109390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0A9B2638-D00D-46EC-8E24-C133E26F4EDC}" type="slidenum">
              <a:rPr lang="en-AU" altLang="en-US" sz="1200"/>
              <a:pPr/>
              <a:t>9</a:t>
            </a:fld>
            <a:endParaRPr lang="en-AU" altLang="en-US" sz="1200"/>
          </a:p>
        </p:txBody>
      </p:sp>
      <p:sp>
        <p:nvSpPr>
          <p:cNvPr id="53250" name="Rectangle 2">
            <a:extLst>
              <a:ext uri="{FF2B5EF4-FFF2-40B4-BE49-F238E27FC236}">
                <a16:creationId xmlns:a16="http://schemas.microsoft.com/office/drawing/2014/main" id="{0DE651B5-5ECF-470B-9C31-D15698DFAAEB}"/>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4819" name="Rectangle 3">
            <a:extLst>
              <a:ext uri="{FF2B5EF4-FFF2-40B4-BE49-F238E27FC236}">
                <a16:creationId xmlns:a16="http://schemas.microsoft.com/office/drawing/2014/main" id="{C238A797-91FB-408C-A583-7F7416A63E8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FC0685D9-384C-4560-85AF-3780917DDEB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6250B6A9-EA7D-48F9-ADFC-F0E0644E3533}" type="slidenum">
              <a:rPr lang="en-AU" altLang="en-US" sz="1200"/>
              <a:pPr/>
              <a:t>10</a:t>
            </a:fld>
            <a:endParaRPr lang="en-AU" altLang="en-US" sz="1200"/>
          </a:p>
        </p:txBody>
      </p:sp>
      <p:sp>
        <p:nvSpPr>
          <p:cNvPr id="54274" name="Rectangle 2">
            <a:extLst>
              <a:ext uri="{FF2B5EF4-FFF2-40B4-BE49-F238E27FC236}">
                <a16:creationId xmlns:a16="http://schemas.microsoft.com/office/drawing/2014/main" id="{A81D7709-E954-43A2-8B15-8F747FB0187C}"/>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6867" name="Rectangle 3">
            <a:extLst>
              <a:ext uri="{FF2B5EF4-FFF2-40B4-BE49-F238E27FC236}">
                <a16:creationId xmlns:a16="http://schemas.microsoft.com/office/drawing/2014/main" id="{34997088-D0A0-4926-BBDA-ADD739D3606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91D5E136-71A9-4B3B-8572-A45D6555D69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26805531-2F1B-4833-B07F-9144AA8FF253}" type="slidenum">
              <a:rPr lang="en-AU" altLang="en-US" sz="1200"/>
              <a:pPr/>
              <a:t>11</a:t>
            </a:fld>
            <a:endParaRPr lang="en-AU" altLang="en-US" sz="1200"/>
          </a:p>
        </p:txBody>
      </p:sp>
      <p:sp>
        <p:nvSpPr>
          <p:cNvPr id="54274" name="Rectangle 2">
            <a:extLst>
              <a:ext uri="{FF2B5EF4-FFF2-40B4-BE49-F238E27FC236}">
                <a16:creationId xmlns:a16="http://schemas.microsoft.com/office/drawing/2014/main" id="{602ED932-2999-4C39-B14F-3FBBD6E076FB}"/>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8915" name="Rectangle 3">
            <a:extLst>
              <a:ext uri="{FF2B5EF4-FFF2-40B4-BE49-F238E27FC236}">
                <a16:creationId xmlns:a16="http://schemas.microsoft.com/office/drawing/2014/main" id="{96C20ABB-9C7D-4B5D-B285-372C81FDD15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4DC2C41C-4F81-4C9D-ABA6-3F73A7C92DE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3671DB97-BE26-4A51-B3DC-691F0D887E18}" type="slidenum">
              <a:rPr lang="en-AU" altLang="en-US" sz="1200"/>
              <a:pPr/>
              <a:t>12</a:t>
            </a:fld>
            <a:endParaRPr lang="en-AU" altLang="en-US" sz="1200"/>
          </a:p>
        </p:txBody>
      </p:sp>
      <p:sp>
        <p:nvSpPr>
          <p:cNvPr id="54274" name="Rectangle 2">
            <a:extLst>
              <a:ext uri="{FF2B5EF4-FFF2-40B4-BE49-F238E27FC236}">
                <a16:creationId xmlns:a16="http://schemas.microsoft.com/office/drawing/2014/main" id="{DEC63EA6-2AF8-4CE3-A566-ADA413FA0870}"/>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0963" name="Rectangle 3">
            <a:extLst>
              <a:ext uri="{FF2B5EF4-FFF2-40B4-BE49-F238E27FC236}">
                <a16:creationId xmlns:a16="http://schemas.microsoft.com/office/drawing/2014/main" id="{15BCF822-C710-4282-BAAD-67790DAF6DA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6FB7048B-1715-4F4E-A318-D1BB6CCA874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562662EF-6B54-40EC-93FF-BC038F28B7EA}" type="slidenum">
              <a:rPr lang="en-AU" altLang="en-US" sz="1200"/>
              <a:pPr/>
              <a:t>13</a:t>
            </a:fld>
            <a:endParaRPr lang="en-AU" altLang="en-US" sz="1200"/>
          </a:p>
        </p:txBody>
      </p:sp>
      <p:sp>
        <p:nvSpPr>
          <p:cNvPr id="54274" name="Rectangle 2">
            <a:extLst>
              <a:ext uri="{FF2B5EF4-FFF2-40B4-BE49-F238E27FC236}">
                <a16:creationId xmlns:a16="http://schemas.microsoft.com/office/drawing/2014/main" id="{B54F70A1-8A53-4EE5-A4FD-C49317B14A99}"/>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3011" name="Rectangle 3">
            <a:extLst>
              <a:ext uri="{FF2B5EF4-FFF2-40B4-BE49-F238E27FC236}">
                <a16:creationId xmlns:a16="http://schemas.microsoft.com/office/drawing/2014/main" id="{9F3B0087-BE55-40E4-B294-5D5CB4C8AED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E53308C1-B41D-49D9-B2A5-31739455E39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7026C8DB-F7FE-4F02-8620-D7B4AF313637}" type="slidenum">
              <a:rPr lang="en-AU" altLang="en-US" sz="1200"/>
              <a:pPr/>
              <a:t>14</a:t>
            </a:fld>
            <a:endParaRPr lang="en-AU" altLang="en-US" sz="1200"/>
          </a:p>
        </p:txBody>
      </p:sp>
      <p:sp>
        <p:nvSpPr>
          <p:cNvPr id="54274" name="Rectangle 2">
            <a:extLst>
              <a:ext uri="{FF2B5EF4-FFF2-40B4-BE49-F238E27FC236}">
                <a16:creationId xmlns:a16="http://schemas.microsoft.com/office/drawing/2014/main" id="{B4D1D1A3-8545-4FA6-BBD4-5B61170EA6DD}"/>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5059" name="Rectangle 3">
            <a:extLst>
              <a:ext uri="{FF2B5EF4-FFF2-40B4-BE49-F238E27FC236}">
                <a16:creationId xmlns:a16="http://schemas.microsoft.com/office/drawing/2014/main" id="{C3378E26-2DA4-4A23-BB97-AA48934BE60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089574F7-E9C2-422B-A9F2-4A200C16BC5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6D710086-427D-450F-B380-D21778F5C037}" type="slidenum">
              <a:rPr lang="en-AU" altLang="en-US" sz="1200"/>
              <a:pPr/>
              <a:t>15</a:t>
            </a:fld>
            <a:endParaRPr lang="en-AU" altLang="en-US" sz="1200"/>
          </a:p>
        </p:txBody>
      </p:sp>
      <p:sp>
        <p:nvSpPr>
          <p:cNvPr id="54274" name="Rectangle 2">
            <a:extLst>
              <a:ext uri="{FF2B5EF4-FFF2-40B4-BE49-F238E27FC236}">
                <a16:creationId xmlns:a16="http://schemas.microsoft.com/office/drawing/2014/main" id="{D653B0FF-0732-4A63-BC0B-1C752A553628}"/>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7107" name="Rectangle 3">
            <a:extLst>
              <a:ext uri="{FF2B5EF4-FFF2-40B4-BE49-F238E27FC236}">
                <a16:creationId xmlns:a16="http://schemas.microsoft.com/office/drawing/2014/main" id="{5C191152-38A3-439B-A28D-1B324F67C97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07FDAF54-F914-46BF-AEA8-26DE36573CC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39946231-650B-4B05-A101-F7555F6C8C17}" type="slidenum">
              <a:rPr lang="en-AU" altLang="en-US" sz="1200"/>
              <a:pPr/>
              <a:t>16</a:t>
            </a:fld>
            <a:endParaRPr lang="en-AU" altLang="en-US" sz="1200"/>
          </a:p>
        </p:txBody>
      </p:sp>
      <p:sp>
        <p:nvSpPr>
          <p:cNvPr id="56322" name="Rectangle 2">
            <a:extLst>
              <a:ext uri="{FF2B5EF4-FFF2-40B4-BE49-F238E27FC236}">
                <a16:creationId xmlns:a16="http://schemas.microsoft.com/office/drawing/2014/main" id="{9A38CEC9-3EC0-4B42-BD5C-7BCECD174375}"/>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9155" name="Rectangle 3">
            <a:extLst>
              <a:ext uri="{FF2B5EF4-FFF2-40B4-BE49-F238E27FC236}">
                <a16:creationId xmlns:a16="http://schemas.microsoft.com/office/drawing/2014/main" id="{2C37FC7E-2CEA-4628-8FEF-7FAAE6DCE9D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CE57CD98-32D5-4D20-871C-64822FCCFEA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AF7F3792-89ED-4D93-981E-830AFDB075CF}" type="slidenum">
              <a:rPr lang="en-AU" altLang="en-US" sz="1200"/>
              <a:pPr/>
              <a:t>17</a:t>
            </a:fld>
            <a:endParaRPr lang="en-AU" altLang="en-US" sz="1200"/>
          </a:p>
        </p:txBody>
      </p:sp>
      <p:sp>
        <p:nvSpPr>
          <p:cNvPr id="57346" name="Rectangle 2">
            <a:extLst>
              <a:ext uri="{FF2B5EF4-FFF2-40B4-BE49-F238E27FC236}">
                <a16:creationId xmlns:a16="http://schemas.microsoft.com/office/drawing/2014/main" id="{17454F3B-241A-4D7A-A903-53E13B786EDA}"/>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51203" name="Rectangle 3">
            <a:extLst>
              <a:ext uri="{FF2B5EF4-FFF2-40B4-BE49-F238E27FC236}">
                <a16:creationId xmlns:a16="http://schemas.microsoft.com/office/drawing/2014/main" id="{E7CC2187-9602-42BD-B3A2-434C2F25154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63517B13-2F99-4AF5-918B-15E5FBD6018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098016AA-C1FE-4D88-9E61-4A9A353E3D7B}" type="slidenum">
              <a:rPr lang="en-AU" altLang="en-US" sz="1200"/>
              <a:pPr/>
              <a:t>18</a:t>
            </a:fld>
            <a:endParaRPr lang="en-AU" altLang="en-US" sz="1200"/>
          </a:p>
        </p:txBody>
      </p:sp>
      <p:sp>
        <p:nvSpPr>
          <p:cNvPr id="58370" name="Rectangle 2">
            <a:extLst>
              <a:ext uri="{FF2B5EF4-FFF2-40B4-BE49-F238E27FC236}">
                <a16:creationId xmlns:a16="http://schemas.microsoft.com/office/drawing/2014/main" id="{24619A24-B802-44BB-A1EA-1DF608DA26F6}"/>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53251" name="Rectangle 3">
            <a:extLst>
              <a:ext uri="{FF2B5EF4-FFF2-40B4-BE49-F238E27FC236}">
                <a16:creationId xmlns:a16="http://schemas.microsoft.com/office/drawing/2014/main" id="{AA02AF42-DD39-4ACA-94CE-8C3C89BCCD7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1E203C96-1CDB-4432-A06A-4550D3A9780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A1465011-EE2D-4A79-9916-16FC033A0ACE}" type="slidenum">
              <a:rPr lang="en-AU" altLang="en-US" sz="1200"/>
              <a:pPr/>
              <a:t>19</a:t>
            </a:fld>
            <a:endParaRPr lang="en-AU" altLang="en-US" sz="1200"/>
          </a:p>
        </p:txBody>
      </p:sp>
      <p:sp>
        <p:nvSpPr>
          <p:cNvPr id="59394" name="Rectangle 2">
            <a:extLst>
              <a:ext uri="{FF2B5EF4-FFF2-40B4-BE49-F238E27FC236}">
                <a16:creationId xmlns:a16="http://schemas.microsoft.com/office/drawing/2014/main" id="{668C0D47-8853-4634-BF74-B0135A2B8305}"/>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55299" name="Rectangle 3">
            <a:extLst>
              <a:ext uri="{FF2B5EF4-FFF2-40B4-BE49-F238E27FC236}">
                <a16:creationId xmlns:a16="http://schemas.microsoft.com/office/drawing/2014/main" id="{7F79674A-EE5C-43AC-8AF8-4CE3B849EAC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FF3947AC-6EDA-44F8-91D2-7EC7F69A391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E0B140BE-C6A8-4395-A615-A22A6622D394}" type="slidenum">
              <a:rPr lang="en-AU" altLang="en-US" sz="1200"/>
              <a:pPr/>
              <a:t>20</a:t>
            </a:fld>
            <a:endParaRPr lang="en-AU" altLang="en-US" sz="1200"/>
          </a:p>
        </p:txBody>
      </p:sp>
      <p:sp>
        <p:nvSpPr>
          <p:cNvPr id="60418" name="Rectangle 2">
            <a:extLst>
              <a:ext uri="{FF2B5EF4-FFF2-40B4-BE49-F238E27FC236}">
                <a16:creationId xmlns:a16="http://schemas.microsoft.com/office/drawing/2014/main" id="{31BA7367-46A1-4AE7-A457-5117E629F524}"/>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57347" name="Rectangle 3">
            <a:extLst>
              <a:ext uri="{FF2B5EF4-FFF2-40B4-BE49-F238E27FC236}">
                <a16:creationId xmlns:a16="http://schemas.microsoft.com/office/drawing/2014/main" id="{9E9F2864-78E5-4168-AD8A-6F1887CD169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38348EB9-7A35-49D9-B81F-83D661D13F9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3E248A69-5427-42BE-ABC8-835E6B8CB2A7}" type="slidenum">
              <a:rPr lang="en-AU" altLang="en-US" sz="1200"/>
              <a:pPr/>
              <a:t>21</a:t>
            </a:fld>
            <a:endParaRPr lang="en-AU" altLang="en-US" sz="1200"/>
          </a:p>
        </p:txBody>
      </p:sp>
      <p:sp>
        <p:nvSpPr>
          <p:cNvPr id="60418" name="Rectangle 2">
            <a:extLst>
              <a:ext uri="{FF2B5EF4-FFF2-40B4-BE49-F238E27FC236}">
                <a16:creationId xmlns:a16="http://schemas.microsoft.com/office/drawing/2014/main" id="{A80CF106-2657-4592-869F-6D8A080DD66E}"/>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59395" name="Rectangle 3">
            <a:extLst>
              <a:ext uri="{FF2B5EF4-FFF2-40B4-BE49-F238E27FC236}">
                <a16:creationId xmlns:a16="http://schemas.microsoft.com/office/drawing/2014/main" id="{5F6F94C8-3F34-4258-8678-05C1B4553B3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C6B3939C-536E-40B6-B577-6A45FD71359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1CDC2CE7-7D83-4E15-BD98-89D7FA0B404B}" type="slidenum">
              <a:rPr lang="en-AU" altLang="en-US" sz="1200"/>
              <a:pPr/>
              <a:t>22</a:t>
            </a:fld>
            <a:endParaRPr lang="en-AU" altLang="en-US" sz="1200"/>
          </a:p>
        </p:txBody>
      </p:sp>
      <p:sp>
        <p:nvSpPr>
          <p:cNvPr id="60418" name="Rectangle 2">
            <a:extLst>
              <a:ext uri="{FF2B5EF4-FFF2-40B4-BE49-F238E27FC236}">
                <a16:creationId xmlns:a16="http://schemas.microsoft.com/office/drawing/2014/main" id="{065D4183-76B6-4658-B101-00204FDADA85}"/>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61443" name="Rectangle 3">
            <a:extLst>
              <a:ext uri="{FF2B5EF4-FFF2-40B4-BE49-F238E27FC236}">
                <a16:creationId xmlns:a16="http://schemas.microsoft.com/office/drawing/2014/main" id="{B9A00B34-6ED5-40F5-9816-7929606BD33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227B6926-366C-4AEC-A119-09B71A5FCC5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BB477E4A-0847-46D0-94BA-5F6A55D3682E}" type="slidenum">
              <a:rPr lang="en-AU" altLang="en-US" sz="1200"/>
              <a:pPr/>
              <a:t>23</a:t>
            </a:fld>
            <a:endParaRPr lang="en-AU" altLang="en-US" sz="1200"/>
          </a:p>
        </p:txBody>
      </p:sp>
      <p:sp>
        <p:nvSpPr>
          <p:cNvPr id="60418" name="Rectangle 2">
            <a:extLst>
              <a:ext uri="{FF2B5EF4-FFF2-40B4-BE49-F238E27FC236}">
                <a16:creationId xmlns:a16="http://schemas.microsoft.com/office/drawing/2014/main" id="{9CDFEF5C-0EA7-492E-979D-E79AA5AEFDC1}"/>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63491" name="Rectangle 3">
            <a:extLst>
              <a:ext uri="{FF2B5EF4-FFF2-40B4-BE49-F238E27FC236}">
                <a16:creationId xmlns:a16="http://schemas.microsoft.com/office/drawing/2014/main" id="{4DCA3711-B64B-4644-9CD7-7FE33A99555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D62118F8-C0AC-423B-BE08-B0F16DB9B03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89ABC3F9-41F4-462A-8FAB-513F102FA1B0}" type="slidenum">
              <a:rPr lang="en-AU" altLang="en-US" sz="1200"/>
              <a:pPr/>
              <a:t>24</a:t>
            </a:fld>
            <a:endParaRPr lang="en-AU" altLang="en-US" sz="1200"/>
          </a:p>
        </p:txBody>
      </p:sp>
      <p:sp>
        <p:nvSpPr>
          <p:cNvPr id="61442" name="Rectangle 2">
            <a:extLst>
              <a:ext uri="{FF2B5EF4-FFF2-40B4-BE49-F238E27FC236}">
                <a16:creationId xmlns:a16="http://schemas.microsoft.com/office/drawing/2014/main" id="{D4203F35-222F-4A50-8A36-67698A72DAEA}"/>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65539" name="Rectangle 3">
            <a:extLst>
              <a:ext uri="{FF2B5EF4-FFF2-40B4-BE49-F238E27FC236}">
                <a16:creationId xmlns:a16="http://schemas.microsoft.com/office/drawing/2014/main" id="{F8A92798-BF2B-4D3B-823D-C4EB6A6AD45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529A57DA-4C21-4DF3-8768-151C572EB89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0CA7192E-4CAF-4BA4-8F17-FDB7CF2097CD}" type="slidenum">
              <a:rPr lang="en-AU" altLang="en-US" sz="1200"/>
              <a:pPr/>
              <a:t>25</a:t>
            </a:fld>
            <a:endParaRPr lang="en-AU" altLang="en-US" sz="1200"/>
          </a:p>
        </p:txBody>
      </p:sp>
      <p:sp>
        <p:nvSpPr>
          <p:cNvPr id="44034" name="Rectangle 2">
            <a:extLst>
              <a:ext uri="{FF2B5EF4-FFF2-40B4-BE49-F238E27FC236}">
                <a16:creationId xmlns:a16="http://schemas.microsoft.com/office/drawing/2014/main" id="{8838C64A-9B4B-485D-A842-3BC9C16D7E7D}"/>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67587" name="Rectangle 3">
            <a:extLst>
              <a:ext uri="{FF2B5EF4-FFF2-40B4-BE49-F238E27FC236}">
                <a16:creationId xmlns:a16="http://schemas.microsoft.com/office/drawing/2014/main" id="{039B2C95-B8E8-4029-B9E5-C11417D5477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D3B86-91DA-490C-930A-3CB78E41B12C}"/>
              </a:ext>
            </a:extLst>
          </p:cNvPr>
          <p:cNvSpPr>
            <a:spLocks noGrp="1"/>
          </p:cNvSpPr>
          <p:nvPr>
            <p:ph type="ctrTitle"/>
          </p:nvPr>
        </p:nvSpPr>
        <p:spPr>
          <a:xfrm>
            <a:off x="1143000" y="1122363"/>
            <a:ext cx="6858000" cy="2387600"/>
          </a:xfrm>
        </p:spPr>
        <p:txBody>
          <a:bodyPr anchor="b">
            <a:normAutofit/>
          </a:bodyPr>
          <a:lstStyle>
            <a:lvl1pPr algn="ctr">
              <a:defRPr sz="7200">
                <a:latin typeface="Gloucester MT Extra Condensed" panose="02030808020601010101" pitchFamily="18" charset="0"/>
              </a:defRPr>
            </a:lvl1pPr>
          </a:lstStyle>
          <a:p>
            <a:r>
              <a:rPr lang="en-US" dirty="0"/>
              <a:t>Click to edit Master title style</a:t>
            </a:r>
            <a:endParaRPr lang="en-AU" dirty="0"/>
          </a:p>
        </p:txBody>
      </p:sp>
      <p:sp>
        <p:nvSpPr>
          <p:cNvPr id="3" name="Subtitle 2">
            <a:extLst>
              <a:ext uri="{FF2B5EF4-FFF2-40B4-BE49-F238E27FC236}">
                <a16:creationId xmlns:a16="http://schemas.microsoft.com/office/drawing/2014/main" id="{0C578D76-8DCF-4068-8E92-B4EA9B64934A}"/>
              </a:ext>
            </a:extLst>
          </p:cNvPr>
          <p:cNvSpPr>
            <a:spLocks noGrp="1"/>
          </p:cNvSpPr>
          <p:nvPr>
            <p:ph type="subTitle" idx="1"/>
          </p:nvPr>
        </p:nvSpPr>
        <p:spPr>
          <a:xfrm>
            <a:off x="1143000" y="3602038"/>
            <a:ext cx="6858000" cy="1655762"/>
          </a:xfrm>
        </p:spPr>
        <p:txBody>
          <a:bodyPr>
            <a:normAutofit/>
          </a:bodyPr>
          <a:lstStyle>
            <a:lvl1pPr marL="0" indent="0" algn="ctr">
              <a:buNone/>
              <a:defRPr sz="2400">
                <a:latin typeface="Cambria" panose="02040503050406030204" pitchFamily="18" charset="0"/>
                <a:ea typeface="Cambria" panose="02040503050406030204" pitchFamily="18"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endParaRPr lang="en-AU" dirty="0"/>
          </a:p>
        </p:txBody>
      </p:sp>
      <p:sp>
        <p:nvSpPr>
          <p:cNvPr id="4" name="Date Placeholder 3">
            <a:extLst>
              <a:ext uri="{FF2B5EF4-FFF2-40B4-BE49-F238E27FC236}">
                <a16:creationId xmlns:a16="http://schemas.microsoft.com/office/drawing/2014/main" id="{8AE16283-F20E-4FE0-8175-3FB96F702B53}"/>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73D28BD1-BA32-4EC2-A26C-EC8DE3294800}"/>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B7262BEB-7521-4C59-8582-4B8F4ECE7939}"/>
              </a:ext>
            </a:extLst>
          </p:cNvPr>
          <p:cNvSpPr>
            <a:spLocks noGrp="1"/>
          </p:cNvSpPr>
          <p:nvPr>
            <p:ph type="sldNum" sz="quarter" idx="12"/>
          </p:nvPr>
        </p:nvSpPr>
        <p:spPr/>
        <p:txBody>
          <a:bodyPr/>
          <a:lstStyle/>
          <a:p>
            <a:fld id="{124BCFD9-9746-4317-8495-FB27ECA20BA1}" type="slidenum">
              <a:rPr lang="en-US" altLang="en-US" smtClean="0"/>
              <a:pPr/>
              <a:t>‹#›</a:t>
            </a:fld>
            <a:endParaRPr lang="en-US" altLang="en-US"/>
          </a:p>
        </p:txBody>
      </p:sp>
    </p:spTree>
    <p:extLst>
      <p:ext uri="{BB962C8B-B14F-4D97-AF65-F5344CB8AC3E}">
        <p14:creationId xmlns:p14="http://schemas.microsoft.com/office/powerpoint/2010/main" val="32541986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BE181-3366-4BC0-882C-7444F9692A9C}"/>
              </a:ext>
            </a:extLst>
          </p:cNvPr>
          <p:cNvSpPr>
            <a:spLocks noGrp="1"/>
          </p:cNvSpPr>
          <p:nvPr>
            <p:ph type="title"/>
          </p:nvPr>
        </p:nvSpPr>
        <p:spPr>
          <a:xfrm>
            <a:off x="395536" y="365126"/>
            <a:ext cx="8424936" cy="1325563"/>
          </a:xfrm>
        </p:spPr>
        <p:txBody>
          <a:bodyPr>
            <a:normAutofit/>
          </a:bodyPr>
          <a:lstStyle>
            <a:lvl1pPr>
              <a:defRPr sz="6000" b="1">
                <a:latin typeface="My Grandpa's Farm" pitchFamily="2" charset="0"/>
              </a:defRPr>
            </a:lvl1pPr>
          </a:lstStyle>
          <a:p>
            <a:r>
              <a:rPr lang="en-US" dirty="0"/>
              <a:t>Click to edit Master title style</a:t>
            </a:r>
            <a:endParaRPr lang="en-AU" dirty="0"/>
          </a:p>
        </p:txBody>
      </p:sp>
      <p:sp>
        <p:nvSpPr>
          <p:cNvPr id="3" name="Content Placeholder 2">
            <a:extLst>
              <a:ext uri="{FF2B5EF4-FFF2-40B4-BE49-F238E27FC236}">
                <a16:creationId xmlns:a16="http://schemas.microsoft.com/office/drawing/2014/main" id="{E6C3F25F-E60C-4701-82AC-ED0CDA9B5178}"/>
              </a:ext>
            </a:extLst>
          </p:cNvPr>
          <p:cNvSpPr>
            <a:spLocks noGrp="1"/>
          </p:cNvSpPr>
          <p:nvPr>
            <p:ph idx="1"/>
          </p:nvPr>
        </p:nvSpPr>
        <p:spPr>
          <a:xfrm>
            <a:off x="395536" y="1825624"/>
            <a:ext cx="8424936" cy="4895851"/>
          </a:xfrm>
        </p:spPr>
        <p:txBody>
          <a:bodyPr>
            <a:normAutofit/>
          </a:bodyPr>
          <a:lstStyle>
            <a:lvl1pPr>
              <a:lnSpc>
                <a:spcPct val="120000"/>
              </a:lnSpc>
              <a:defRPr sz="4000"/>
            </a:lvl1pPr>
            <a:lvl2pPr>
              <a:lnSpc>
                <a:spcPct val="120000"/>
              </a:lnSpc>
              <a:defRPr sz="3600"/>
            </a:lvl2pPr>
            <a:lvl3pPr>
              <a:lnSpc>
                <a:spcPct val="120000"/>
              </a:lnSpc>
              <a:defRPr sz="2800"/>
            </a:lvl3pPr>
            <a:lvl4pPr>
              <a:lnSpc>
                <a:spcPct val="120000"/>
              </a:lnSpc>
              <a:defRPr sz="2400"/>
            </a:lvl4pPr>
            <a:lvl5pPr>
              <a:lnSpc>
                <a:spcPct val="120000"/>
              </a:lnSpc>
              <a:defRPr sz="2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a:extLst>
              <a:ext uri="{FF2B5EF4-FFF2-40B4-BE49-F238E27FC236}">
                <a16:creationId xmlns:a16="http://schemas.microsoft.com/office/drawing/2014/main" id="{63895399-E479-4B2D-8FBC-2BDBB0B18FF8}"/>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8B71008B-8101-42D2-BBD2-EC60DE826D86}"/>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A5C8D877-0C44-4FB2-85F3-0B3896991503}"/>
              </a:ext>
            </a:extLst>
          </p:cNvPr>
          <p:cNvSpPr>
            <a:spLocks noGrp="1"/>
          </p:cNvSpPr>
          <p:nvPr>
            <p:ph type="sldNum" sz="quarter" idx="12"/>
          </p:nvPr>
        </p:nvSpPr>
        <p:spPr/>
        <p:txBody>
          <a:bodyPr/>
          <a:lstStyle/>
          <a:p>
            <a:fld id="{18C098E4-32CD-4FA7-A03F-C0CC7D52A532}" type="slidenum">
              <a:rPr lang="en-US" altLang="en-US" smtClean="0"/>
              <a:pPr/>
              <a:t>‹#›</a:t>
            </a:fld>
            <a:endParaRPr lang="en-US" altLang="en-US"/>
          </a:p>
        </p:txBody>
      </p:sp>
    </p:spTree>
    <p:extLst>
      <p:ext uri="{BB962C8B-B14F-4D97-AF65-F5344CB8AC3E}">
        <p14:creationId xmlns:p14="http://schemas.microsoft.com/office/powerpoint/2010/main" val="44798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6A202-1D83-4127-9EBC-BEAA64DC30FE}"/>
              </a:ext>
            </a:extLst>
          </p:cNvPr>
          <p:cNvSpPr>
            <a:spLocks noGrp="1"/>
          </p:cNvSpPr>
          <p:nvPr>
            <p:ph type="title"/>
          </p:nvPr>
        </p:nvSpPr>
        <p:spPr>
          <a:xfrm>
            <a:off x="623888" y="1709739"/>
            <a:ext cx="7886700" cy="2852737"/>
          </a:xfrm>
        </p:spPr>
        <p:txBody>
          <a:bodyPr anchor="b">
            <a:normAutofit/>
          </a:bodyPr>
          <a:lstStyle>
            <a:lvl1pPr>
              <a:defRPr sz="5400">
                <a:latin typeface="Cambria" panose="02040503050406030204" pitchFamily="18" charset="0"/>
                <a:ea typeface="Cambria" panose="02040503050406030204" pitchFamily="18" charset="0"/>
              </a:defRPr>
            </a:lvl1pPr>
          </a:lstStyle>
          <a:p>
            <a:r>
              <a:rPr lang="en-US" dirty="0"/>
              <a:t>Click to edit Master title style</a:t>
            </a:r>
            <a:endParaRPr lang="en-AU" dirty="0"/>
          </a:p>
        </p:txBody>
      </p:sp>
      <p:sp>
        <p:nvSpPr>
          <p:cNvPr id="3" name="Text Placeholder 2">
            <a:extLst>
              <a:ext uri="{FF2B5EF4-FFF2-40B4-BE49-F238E27FC236}">
                <a16:creationId xmlns:a16="http://schemas.microsoft.com/office/drawing/2014/main" id="{A8757E14-4A97-41A8-9797-4F23FCD5A3E6}"/>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A961E98-78D9-4F16-B24B-7F9CB7A11A11}"/>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D474B487-9050-4D0B-9C34-A08675E9E281}"/>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69F56E68-A709-4862-8374-E832D12B9936}"/>
              </a:ext>
            </a:extLst>
          </p:cNvPr>
          <p:cNvSpPr>
            <a:spLocks noGrp="1"/>
          </p:cNvSpPr>
          <p:nvPr>
            <p:ph type="sldNum" sz="quarter" idx="12"/>
          </p:nvPr>
        </p:nvSpPr>
        <p:spPr/>
        <p:txBody>
          <a:bodyPr/>
          <a:lstStyle/>
          <a:p>
            <a:fld id="{40232F55-EFE4-4268-87B8-42378DECC74D}" type="slidenum">
              <a:rPr lang="en-US" altLang="en-US" smtClean="0"/>
              <a:pPr/>
              <a:t>‹#›</a:t>
            </a:fld>
            <a:endParaRPr lang="en-US" altLang="en-US"/>
          </a:p>
        </p:txBody>
      </p:sp>
    </p:spTree>
    <p:extLst>
      <p:ext uri="{BB962C8B-B14F-4D97-AF65-F5344CB8AC3E}">
        <p14:creationId xmlns:p14="http://schemas.microsoft.com/office/powerpoint/2010/main" val="1171960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72408-EA65-43C3-B343-87AE36B53AD6}"/>
              </a:ext>
            </a:extLst>
          </p:cNvPr>
          <p:cNvSpPr>
            <a:spLocks noGrp="1"/>
          </p:cNvSpPr>
          <p:nvPr>
            <p:ph type="title"/>
          </p:nvPr>
        </p:nvSpPr>
        <p:spPr/>
        <p:txBody>
          <a:bodyPr>
            <a:normAutofit/>
          </a:bodyPr>
          <a:lstStyle>
            <a:lvl1pPr>
              <a:defRPr sz="6000" b="1">
                <a:latin typeface="My Grandpa's Farm" pitchFamily="2" charset="0"/>
              </a:defRPr>
            </a:lvl1pPr>
          </a:lstStyle>
          <a:p>
            <a:r>
              <a:rPr lang="en-US" dirty="0"/>
              <a:t>Click to edit Master title style</a:t>
            </a:r>
            <a:endParaRPr lang="en-AU" dirty="0"/>
          </a:p>
        </p:txBody>
      </p:sp>
      <p:sp>
        <p:nvSpPr>
          <p:cNvPr id="3" name="Content Placeholder 2">
            <a:extLst>
              <a:ext uri="{FF2B5EF4-FFF2-40B4-BE49-F238E27FC236}">
                <a16:creationId xmlns:a16="http://schemas.microsoft.com/office/drawing/2014/main" id="{91D88C16-23DE-4F02-9DD5-0D31011337C5}"/>
              </a:ext>
            </a:extLst>
          </p:cNvPr>
          <p:cNvSpPr>
            <a:spLocks noGrp="1"/>
          </p:cNvSpPr>
          <p:nvPr>
            <p:ph sz="half" idx="1"/>
          </p:nvPr>
        </p:nvSpPr>
        <p:spPr>
          <a:xfrm>
            <a:off x="628650" y="1825625"/>
            <a:ext cx="3886200" cy="4351338"/>
          </a:xfrm>
        </p:spPr>
        <p:txBody>
          <a:bodyPr>
            <a:normAutofit/>
          </a:bodyPr>
          <a:lstStyle>
            <a:lvl1pPr>
              <a:lnSpc>
                <a:spcPct val="120000"/>
              </a:lnSpc>
              <a:defRPr sz="4000"/>
            </a:lvl1pPr>
            <a:lvl2pPr>
              <a:lnSpc>
                <a:spcPct val="120000"/>
              </a:lnSpc>
              <a:defRPr sz="3600"/>
            </a:lvl2pPr>
            <a:lvl3pPr>
              <a:lnSpc>
                <a:spcPct val="120000"/>
              </a:lnSpc>
              <a:defRPr sz="2800"/>
            </a:lvl3pPr>
            <a:lvl4pPr>
              <a:lnSpc>
                <a:spcPct val="120000"/>
              </a:lnSpc>
              <a:defRPr sz="2400"/>
            </a:lvl4pPr>
            <a:lvl5pPr>
              <a:lnSpc>
                <a:spcPct val="120000"/>
              </a:lnSpc>
              <a:defRPr sz="2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Content Placeholder 3">
            <a:extLst>
              <a:ext uri="{FF2B5EF4-FFF2-40B4-BE49-F238E27FC236}">
                <a16:creationId xmlns:a16="http://schemas.microsoft.com/office/drawing/2014/main" id="{C64CC765-444E-4EC1-B028-6F85013AE779}"/>
              </a:ext>
            </a:extLst>
          </p:cNvPr>
          <p:cNvSpPr>
            <a:spLocks noGrp="1"/>
          </p:cNvSpPr>
          <p:nvPr>
            <p:ph sz="half" idx="2"/>
          </p:nvPr>
        </p:nvSpPr>
        <p:spPr>
          <a:xfrm>
            <a:off x="4629150" y="1825625"/>
            <a:ext cx="3886200" cy="4351338"/>
          </a:xfrm>
        </p:spPr>
        <p:txBody>
          <a:bodyPr>
            <a:normAutofit/>
          </a:bodyPr>
          <a:lstStyle>
            <a:lvl1pPr>
              <a:lnSpc>
                <a:spcPct val="120000"/>
              </a:lnSpc>
              <a:spcBef>
                <a:spcPts val="0"/>
              </a:spcBef>
              <a:defRPr sz="4000"/>
            </a:lvl1pPr>
            <a:lvl2pPr>
              <a:lnSpc>
                <a:spcPct val="120000"/>
              </a:lnSpc>
              <a:spcBef>
                <a:spcPts val="0"/>
              </a:spcBef>
              <a:defRPr sz="3600"/>
            </a:lvl2pPr>
            <a:lvl3pPr>
              <a:lnSpc>
                <a:spcPct val="120000"/>
              </a:lnSpc>
              <a:spcBef>
                <a:spcPts val="0"/>
              </a:spcBef>
              <a:defRPr sz="2800"/>
            </a:lvl3pPr>
            <a:lvl4pPr>
              <a:lnSpc>
                <a:spcPct val="120000"/>
              </a:lnSpc>
              <a:spcBef>
                <a:spcPts val="0"/>
              </a:spcBef>
              <a:defRPr sz="2400"/>
            </a:lvl4pPr>
            <a:lvl5pPr>
              <a:lnSpc>
                <a:spcPct val="120000"/>
              </a:lnSpc>
              <a:spcBef>
                <a:spcPts val="0"/>
              </a:spcBef>
              <a:defRPr sz="2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5" name="Date Placeholder 4">
            <a:extLst>
              <a:ext uri="{FF2B5EF4-FFF2-40B4-BE49-F238E27FC236}">
                <a16:creationId xmlns:a16="http://schemas.microsoft.com/office/drawing/2014/main" id="{BD8E124A-1034-4749-B507-FBC03A505C46}"/>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435AD2EA-C590-4A82-B54B-D7745F853B37}"/>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4B526660-1249-4A88-B37D-5BFB3467EC5F}"/>
              </a:ext>
            </a:extLst>
          </p:cNvPr>
          <p:cNvSpPr>
            <a:spLocks noGrp="1"/>
          </p:cNvSpPr>
          <p:nvPr>
            <p:ph type="sldNum" sz="quarter" idx="12"/>
          </p:nvPr>
        </p:nvSpPr>
        <p:spPr/>
        <p:txBody>
          <a:bodyPr/>
          <a:lstStyle/>
          <a:p>
            <a:fld id="{0B099A0F-B216-4469-AADF-52E25F9CBCB4}" type="slidenum">
              <a:rPr lang="en-US" altLang="en-US" smtClean="0"/>
              <a:pPr/>
              <a:t>‹#›</a:t>
            </a:fld>
            <a:endParaRPr lang="en-US" altLang="en-US"/>
          </a:p>
        </p:txBody>
      </p:sp>
    </p:spTree>
    <p:extLst>
      <p:ext uri="{BB962C8B-B14F-4D97-AF65-F5344CB8AC3E}">
        <p14:creationId xmlns:p14="http://schemas.microsoft.com/office/powerpoint/2010/main" val="1764023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F1FF6-7D1A-41EC-90A9-37E7073C3655}"/>
              </a:ext>
            </a:extLst>
          </p:cNvPr>
          <p:cNvSpPr>
            <a:spLocks noGrp="1"/>
          </p:cNvSpPr>
          <p:nvPr>
            <p:ph type="title"/>
          </p:nvPr>
        </p:nvSpPr>
        <p:spPr>
          <a:xfrm>
            <a:off x="629841" y="365126"/>
            <a:ext cx="78867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B143EA38-94F1-417B-8B5C-B68C54F3E8ED}"/>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5184A1F9-ED0D-4C6D-8CC8-6BA2F28AEF28}"/>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1B919769-342E-4D23-848C-8831A4E251D5}"/>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47D4DCE3-0A1F-4F02-AC4B-670719AC4029}"/>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5F314652-416B-44D6-AE5E-2D358011DDEC}"/>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81CC2E10-4C42-470F-958E-52E15D96C26D}"/>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5442A78A-A9A8-48ED-8D5A-FEAE42F7E993}"/>
              </a:ext>
            </a:extLst>
          </p:cNvPr>
          <p:cNvSpPr>
            <a:spLocks noGrp="1"/>
          </p:cNvSpPr>
          <p:nvPr>
            <p:ph type="sldNum" sz="quarter" idx="12"/>
          </p:nvPr>
        </p:nvSpPr>
        <p:spPr/>
        <p:txBody>
          <a:bodyPr/>
          <a:lstStyle/>
          <a:p>
            <a:fld id="{EE048E3C-3D1F-4788-BFC1-0E19DD96D053}" type="slidenum">
              <a:rPr lang="en-US" altLang="en-US" smtClean="0"/>
              <a:pPr/>
              <a:t>‹#›</a:t>
            </a:fld>
            <a:endParaRPr lang="en-US" altLang="en-US"/>
          </a:p>
        </p:txBody>
      </p:sp>
    </p:spTree>
    <p:extLst>
      <p:ext uri="{BB962C8B-B14F-4D97-AF65-F5344CB8AC3E}">
        <p14:creationId xmlns:p14="http://schemas.microsoft.com/office/powerpoint/2010/main" val="2630468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DCE90-F752-4ECC-8A18-E78AA40FBD6E}"/>
              </a:ext>
            </a:extLst>
          </p:cNvPr>
          <p:cNvSpPr>
            <a:spLocks noGrp="1"/>
          </p:cNvSpPr>
          <p:nvPr>
            <p:ph type="title"/>
          </p:nvPr>
        </p:nvSpPr>
        <p:spPr/>
        <p:txBody>
          <a:bodyPr>
            <a:normAutofit/>
          </a:bodyPr>
          <a:lstStyle>
            <a:lvl1pPr>
              <a:defRPr sz="6000" b="1">
                <a:latin typeface="My Grandpa's Farm" pitchFamily="2" charset="0"/>
              </a:defRPr>
            </a:lvl1pPr>
          </a:lstStyle>
          <a:p>
            <a:r>
              <a:rPr lang="en-US" dirty="0"/>
              <a:t>Click to edit Master title style</a:t>
            </a:r>
            <a:endParaRPr lang="en-AU" dirty="0"/>
          </a:p>
        </p:txBody>
      </p:sp>
      <p:sp>
        <p:nvSpPr>
          <p:cNvPr id="3" name="Date Placeholder 2">
            <a:extLst>
              <a:ext uri="{FF2B5EF4-FFF2-40B4-BE49-F238E27FC236}">
                <a16:creationId xmlns:a16="http://schemas.microsoft.com/office/drawing/2014/main" id="{2AF83DA7-4A7C-4DF7-BF8B-0DDB59F0B302}"/>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9208C10C-8FA0-47CB-B82D-B7E3E4211AFC}"/>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C8A857AD-514E-408C-8D7F-AB2E9608CE2F}"/>
              </a:ext>
            </a:extLst>
          </p:cNvPr>
          <p:cNvSpPr>
            <a:spLocks noGrp="1"/>
          </p:cNvSpPr>
          <p:nvPr>
            <p:ph type="sldNum" sz="quarter" idx="12"/>
          </p:nvPr>
        </p:nvSpPr>
        <p:spPr/>
        <p:txBody>
          <a:bodyPr/>
          <a:lstStyle/>
          <a:p>
            <a:fld id="{8FAF47D5-A1C2-476C-B9AB-2E6C1AFC54AB}" type="slidenum">
              <a:rPr lang="en-US" altLang="en-US" smtClean="0"/>
              <a:pPr/>
              <a:t>‹#›</a:t>
            </a:fld>
            <a:endParaRPr lang="en-US" altLang="en-US"/>
          </a:p>
        </p:txBody>
      </p:sp>
    </p:spTree>
    <p:extLst>
      <p:ext uri="{BB962C8B-B14F-4D97-AF65-F5344CB8AC3E}">
        <p14:creationId xmlns:p14="http://schemas.microsoft.com/office/powerpoint/2010/main" val="3731846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AA7A0E-94AC-4640-A797-3578650E64EC}"/>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559A49F7-F0F1-4C39-ADDE-AC828AB4250C}"/>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E801EB12-95BC-489A-821B-CD7C892F02D5}"/>
              </a:ext>
            </a:extLst>
          </p:cNvPr>
          <p:cNvSpPr>
            <a:spLocks noGrp="1"/>
          </p:cNvSpPr>
          <p:nvPr>
            <p:ph type="sldNum" sz="quarter" idx="12"/>
          </p:nvPr>
        </p:nvSpPr>
        <p:spPr/>
        <p:txBody>
          <a:bodyPr/>
          <a:lstStyle/>
          <a:p>
            <a:fld id="{E0DF5F45-485A-429E-AF13-D422245CE387}" type="slidenum">
              <a:rPr lang="en-US" altLang="en-US" smtClean="0"/>
              <a:pPr/>
              <a:t>‹#›</a:t>
            </a:fld>
            <a:endParaRPr lang="en-US" altLang="en-US"/>
          </a:p>
        </p:txBody>
      </p:sp>
    </p:spTree>
    <p:extLst>
      <p:ext uri="{BB962C8B-B14F-4D97-AF65-F5344CB8AC3E}">
        <p14:creationId xmlns:p14="http://schemas.microsoft.com/office/powerpoint/2010/main" val="4290253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AFA73-3E6A-44A3-8B92-6267D9E928A8}"/>
              </a:ext>
            </a:extLst>
          </p:cNvPr>
          <p:cNvSpPr>
            <a:spLocks noGrp="1"/>
          </p:cNvSpPr>
          <p:nvPr>
            <p:ph type="title"/>
          </p:nvPr>
        </p:nvSpPr>
        <p:spPr>
          <a:xfrm>
            <a:off x="629840" y="457200"/>
            <a:ext cx="4518224" cy="1600200"/>
          </a:xfrm>
        </p:spPr>
        <p:txBody>
          <a:bodyPr anchor="t">
            <a:noAutofit/>
          </a:bodyPr>
          <a:lstStyle>
            <a:lvl1pPr>
              <a:defRPr sz="6000" b="1">
                <a:latin typeface="My Grandpa's Farm" pitchFamily="2" charset="0"/>
              </a:defRPr>
            </a:lvl1pPr>
          </a:lstStyle>
          <a:p>
            <a:r>
              <a:rPr lang="en-US" dirty="0"/>
              <a:t>Click to edit Master title style</a:t>
            </a:r>
            <a:endParaRPr lang="en-AU" dirty="0"/>
          </a:p>
        </p:txBody>
      </p:sp>
      <p:sp>
        <p:nvSpPr>
          <p:cNvPr id="4" name="Text Placeholder 3">
            <a:extLst>
              <a:ext uri="{FF2B5EF4-FFF2-40B4-BE49-F238E27FC236}">
                <a16:creationId xmlns:a16="http://schemas.microsoft.com/office/drawing/2014/main" id="{19AB8A86-C2BF-4284-BE20-1A081EA4509B}"/>
              </a:ext>
            </a:extLst>
          </p:cNvPr>
          <p:cNvSpPr>
            <a:spLocks noGrp="1"/>
          </p:cNvSpPr>
          <p:nvPr>
            <p:ph type="body" sz="half" idx="2"/>
          </p:nvPr>
        </p:nvSpPr>
        <p:spPr>
          <a:xfrm>
            <a:off x="629840" y="2057400"/>
            <a:ext cx="4158183" cy="4664076"/>
          </a:xfrm>
        </p:spPr>
        <p:txBody>
          <a:bodyPr>
            <a:normAutofit/>
          </a:bodyPr>
          <a:lstStyle>
            <a:lvl1pPr marL="0" indent="0">
              <a:lnSpc>
                <a:spcPct val="120000"/>
              </a:lnSpc>
              <a:spcBef>
                <a:spcPts val="0"/>
              </a:spcBef>
              <a:buNone/>
              <a:defRPr sz="3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Edit Master text styles</a:t>
            </a:r>
          </a:p>
        </p:txBody>
      </p:sp>
      <p:sp>
        <p:nvSpPr>
          <p:cNvPr id="5" name="Date Placeholder 4">
            <a:extLst>
              <a:ext uri="{FF2B5EF4-FFF2-40B4-BE49-F238E27FC236}">
                <a16:creationId xmlns:a16="http://schemas.microsoft.com/office/drawing/2014/main" id="{A7007274-ACF3-412A-940D-E6D3FE4F9459}"/>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AAA2748F-5BFD-4FA5-9530-214C67062224}"/>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ED9E0873-0EA8-4A90-AE23-AD133CED4DA1}"/>
              </a:ext>
            </a:extLst>
          </p:cNvPr>
          <p:cNvSpPr>
            <a:spLocks noGrp="1"/>
          </p:cNvSpPr>
          <p:nvPr>
            <p:ph type="sldNum" sz="quarter" idx="12"/>
          </p:nvPr>
        </p:nvSpPr>
        <p:spPr/>
        <p:txBody>
          <a:bodyPr/>
          <a:lstStyle/>
          <a:p>
            <a:fld id="{5D11BDE6-86B6-4884-A580-FDFA4AE87A78}" type="slidenum">
              <a:rPr lang="en-US" altLang="en-US" smtClean="0"/>
              <a:pPr/>
              <a:t>‹#›</a:t>
            </a:fld>
            <a:endParaRPr lang="en-US" altLang="en-US"/>
          </a:p>
        </p:txBody>
      </p:sp>
    </p:spTree>
    <p:extLst>
      <p:ext uri="{BB962C8B-B14F-4D97-AF65-F5344CB8AC3E}">
        <p14:creationId xmlns:p14="http://schemas.microsoft.com/office/powerpoint/2010/main" val="2995419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56181-F2F3-4D66-8254-C7A4234AC7D4}"/>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568D5089-DBFF-4B65-8352-5DE9F30B31EE}"/>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AU"/>
          </a:p>
        </p:txBody>
      </p:sp>
      <p:sp>
        <p:nvSpPr>
          <p:cNvPr id="4" name="Text Placeholder 3">
            <a:extLst>
              <a:ext uri="{FF2B5EF4-FFF2-40B4-BE49-F238E27FC236}">
                <a16:creationId xmlns:a16="http://schemas.microsoft.com/office/drawing/2014/main" id="{F2A581BD-749B-4503-97B5-55E070D8387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2B883B5F-F4DD-45AB-BE00-679048802E8E}"/>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6729F49F-4880-4606-AF91-37076D450A01}"/>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C946EAA5-CA8A-4175-AC29-4ABF5CB2B683}"/>
              </a:ext>
            </a:extLst>
          </p:cNvPr>
          <p:cNvSpPr>
            <a:spLocks noGrp="1"/>
          </p:cNvSpPr>
          <p:nvPr>
            <p:ph type="sldNum" sz="quarter" idx="12"/>
          </p:nvPr>
        </p:nvSpPr>
        <p:spPr/>
        <p:txBody>
          <a:bodyPr/>
          <a:lstStyle/>
          <a:p>
            <a:fld id="{7A7173D0-6822-42D7-B5BC-673E16202874}" type="slidenum">
              <a:rPr lang="en-US" altLang="en-US" smtClean="0"/>
              <a:pPr/>
              <a:t>‹#›</a:t>
            </a:fld>
            <a:endParaRPr lang="en-US" altLang="en-US"/>
          </a:p>
        </p:txBody>
      </p:sp>
    </p:spTree>
    <p:extLst>
      <p:ext uri="{BB962C8B-B14F-4D97-AF65-F5344CB8AC3E}">
        <p14:creationId xmlns:p14="http://schemas.microsoft.com/office/powerpoint/2010/main" val="2650923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9219F-70D9-4D5D-86EC-BC16B120DF92}"/>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1D32C2A-25A5-48A2-B965-DD0FBF27806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0079559-B1CD-453D-835A-A4C6AB8FF28D}"/>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2788A3F9-4B45-42CD-886E-980CF53C0582}"/>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B83F0CAC-6EB6-4AE5-9A1C-3690FAF9FF9B}"/>
              </a:ext>
            </a:extLst>
          </p:cNvPr>
          <p:cNvSpPr>
            <a:spLocks noGrp="1"/>
          </p:cNvSpPr>
          <p:nvPr>
            <p:ph type="sldNum" sz="quarter" idx="12"/>
          </p:nvPr>
        </p:nvSpPr>
        <p:spPr/>
        <p:txBody>
          <a:bodyPr/>
          <a:lstStyle/>
          <a:p>
            <a:fld id="{5D9A6AA8-98E7-4B5D-AFEB-866F94B6F882}" type="slidenum">
              <a:rPr lang="en-US" altLang="en-US" smtClean="0"/>
              <a:pPr/>
              <a:t>‹#›</a:t>
            </a:fld>
            <a:endParaRPr lang="en-US" altLang="en-US"/>
          </a:p>
        </p:txBody>
      </p:sp>
    </p:spTree>
    <p:extLst>
      <p:ext uri="{BB962C8B-B14F-4D97-AF65-F5344CB8AC3E}">
        <p14:creationId xmlns:p14="http://schemas.microsoft.com/office/powerpoint/2010/main" val="2204628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5F0D62-280C-4180-8267-366E15776ACE}"/>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C965282-2BD0-4626-BDEE-74579F0B947C}"/>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837BBC6-3E27-49EE-8F14-B82F280F9E6F}"/>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E3937B82-783D-44ED-BEA2-959F196E0975}"/>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5A7D5915-026C-463A-9B0F-017448C013BD}"/>
              </a:ext>
            </a:extLst>
          </p:cNvPr>
          <p:cNvSpPr>
            <a:spLocks noGrp="1"/>
          </p:cNvSpPr>
          <p:nvPr>
            <p:ph type="sldNum" sz="quarter" idx="12"/>
          </p:nvPr>
        </p:nvSpPr>
        <p:spPr/>
        <p:txBody>
          <a:bodyPr/>
          <a:lstStyle/>
          <a:p>
            <a:fld id="{22A2E602-AEA1-4FD8-9763-17BA677EF841}" type="slidenum">
              <a:rPr lang="en-US" altLang="en-US" smtClean="0"/>
              <a:pPr/>
              <a:t>‹#›</a:t>
            </a:fld>
            <a:endParaRPr lang="en-US" altLang="en-US"/>
          </a:p>
        </p:txBody>
      </p:sp>
    </p:spTree>
    <p:extLst>
      <p:ext uri="{BB962C8B-B14F-4D97-AF65-F5344CB8AC3E}">
        <p14:creationId xmlns:p14="http://schemas.microsoft.com/office/powerpoint/2010/main" val="25142963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0938" y="617538"/>
            <a:ext cx="7793037" cy="1143000"/>
          </a:xfrm>
        </p:spPr>
        <p:txBody>
          <a:bodyPr/>
          <a:lstStyle/>
          <a:p>
            <a:r>
              <a:rPr lang="en-AU"/>
              <a:t>Click to edit Master title style</a:t>
            </a:r>
            <a:endParaRPr lang="en-US"/>
          </a:p>
        </p:txBody>
      </p:sp>
      <p:sp>
        <p:nvSpPr>
          <p:cNvPr id="3" name="Text Placeholder 2"/>
          <p:cNvSpPr>
            <a:spLocks noGrp="1"/>
          </p:cNvSpPr>
          <p:nvPr>
            <p:ph type="body" sz="half" idx="1"/>
          </p:nvPr>
        </p:nvSpPr>
        <p:spPr>
          <a:xfrm>
            <a:off x="1182688" y="2017713"/>
            <a:ext cx="381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5145088" y="2017713"/>
            <a:ext cx="381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11">
            <a:extLst>
              <a:ext uri="{FF2B5EF4-FFF2-40B4-BE49-F238E27FC236}">
                <a16:creationId xmlns:a16="http://schemas.microsoft.com/office/drawing/2014/main" id="{8F5972DA-1838-42C6-A15B-E612FEFFAAC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FF06EF18-9C3C-4F24-99C6-25A992979E8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F3F45CAC-911A-4B50-8B42-53B7E44F2E92}"/>
              </a:ext>
            </a:extLst>
          </p:cNvPr>
          <p:cNvSpPr>
            <a:spLocks noGrp="1" noChangeArrowheads="1"/>
          </p:cNvSpPr>
          <p:nvPr>
            <p:ph type="sldNum" sz="quarter" idx="12"/>
          </p:nvPr>
        </p:nvSpPr>
        <p:spPr>
          <a:ln/>
        </p:spPr>
        <p:txBody>
          <a:bodyPr/>
          <a:lstStyle>
            <a:lvl1pPr>
              <a:defRPr/>
            </a:lvl1pPr>
          </a:lstStyle>
          <a:p>
            <a:fld id="{ECFAFD2D-A042-4DE7-837A-FCC28284BDFD}" type="slidenum">
              <a:rPr lang="en-US" altLang="en-US"/>
              <a:pPr/>
              <a:t>‹#›</a:t>
            </a:fld>
            <a:endParaRPr lang="en-US" altLang="en-US"/>
          </a:p>
        </p:txBody>
      </p:sp>
    </p:spTree>
    <p:extLst>
      <p:ext uri="{BB962C8B-B14F-4D97-AF65-F5344CB8AC3E}">
        <p14:creationId xmlns:p14="http://schemas.microsoft.com/office/powerpoint/2010/main" val="28842499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150938" y="617538"/>
            <a:ext cx="7793037" cy="1143000"/>
          </a:xfrm>
        </p:spPr>
        <p:txBody>
          <a:bodyPr/>
          <a:lstStyle/>
          <a:p>
            <a:r>
              <a:rPr lang="en-AU"/>
              <a:t>Click to edit Master title style</a:t>
            </a:r>
            <a:endParaRPr lang="en-US"/>
          </a:p>
        </p:txBody>
      </p:sp>
      <p:sp>
        <p:nvSpPr>
          <p:cNvPr id="3" name="Text Placeholder 2"/>
          <p:cNvSpPr>
            <a:spLocks noGrp="1"/>
          </p:cNvSpPr>
          <p:nvPr>
            <p:ph type="body" sz="half" idx="1"/>
          </p:nvPr>
        </p:nvSpPr>
        <p:spPr>
          <a:xfrm>
            <a:off x="1182688" y="2017713"/>
            <a:ext cx="381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quarter" idx="2"/>
          </p:nvPr>
        </p:nvSpPr>
        <p:spPr>
          <a:xfrm>
            <a:off x="5145088" y="2017713"/>
            <a:ext cx="381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Content Placeholder 4"/>
          <p:cNvSpPr>
            <a:spLocks noGrp="1"/>
          </p:cNvSpPr>
          <p:nvPr>
            <p:ph sz="quarter" idx="3"/>
          </p:nvPr>
        </p:nvSpPr>
        <p:spPr>
          <a:xfrm>
            <a:off x="5145088" y="4151313"/>
            <a:ext cx="381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Rectangle 11">
            <a:extLst>
              <a:ext uri="{FF2B5EF4-FFF2-40B4-BE49-F238E27FC236}">
                <a16:creationId xmlns:a16="http://schemas.microsoft.com/office/drawing/2014/main" id="{5F224450-2587-4D73-9024-1611F3B72645}"/>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12">
            <a:extLst>
              <a:ext uri="{FF2B5EF4-FFF2-40B4-BE49-F238E27FC236}">
                <a16:creationId xmlns:a16="http://schemas.microsoft.com/office/drawing/2014/main" id="{FDBE67A2-3FD8-449A-8C04-A971208A1C5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13">
            <a:extLst>
              <a:ext uri="{FF2B5EF4-FFF2-40B4-BE49-F238E27FC236}">
                <a16:creationId xmlns:a16="http://schemas.microsoft.com/office/drawing/2014/main" id="{6C50A103-491C-4216-9774-B746C234122A}"/>
              </a:ext>
            </a:extLst>
          </p:cNvPr>
          <p:cNvSpPr>
            <a:spLocks noGrp="1" noChangeArrowheads="1"/>
          </p:cNvSpPr>
          <p:nvPr>
            <p:ph type="sldNum" sz="quarter" idx="12"/>
          </p:nvPr>
        </p:nvSpPr>
        <p:spPr>
          <a:ln/>
        </p:spPr>
        <p:txBody>
          <a:bodyPr/>
          <a:lstStyle>
            <a:lvl1pPr>
              <a:defRPr/>
            </a:lvl1pPr>
          </a:lstStyle>
          <a:p>
            <a:fld id="{1816E7D3-4AFB-496C-8326-39CE21DD2D23}" type="slidenum">
              <a:rPr lang="en-US" altLang="en-US"/>
              <a:pPr/>
              <a:t>‹#›</a:t>
            </a:fld>
            <a:endParaRPr lang="en-US" altLang="en-US"/>
          </a:p>
        </p:txBody>
      </p:sp>
    </p:spTree>
    <p:extLst>
      <p:ext uri="{BB962C8B-B14F-4D97-AF65-F5344CB8AC3E}">
        <p14:creationId xmlns:p14="http://schemas.microsoft.com/office/powerpoint/2010/main" val="478837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alphaModFix amt="30000"/>
            <a:lum/>
          </a:blip>
          <a:srcRect/>
          <a:stretch>
            <a:fillRect t="-50000" b="-50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067724-C82F-455B-8A6A-F69D44806BEF}"/>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AD17163C-2B82-4450-948F-CC68E303D018}"/>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F862122-6CE7-4138-AFE4-63991740FE0E}"/>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F14F4E58-7421-4F4B-B315-B5129588BB7E}"/>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13910D6A-0312-4ADA-8995-B5B81C772504}"/>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2B95E0F-726C-4A7E-83E1-82CAADDC6321}" type="slidenum">
              <a:rPr lang="en-US" altLang="en-US" smtClean="0"/>
              <a:pPr/>
              <a:t>‹#›</a:t>
            </a:fld>
            <a:endParaRPr lang="en-US" altLang="en-US"/>
          </a:p>
        </p:txBody>
      </p:sp>
    </p:spTree>
    <p:extLst>
      <p:ext uri="{BB962C8B-B14F-4D97-AF65-F5344CB8AC3E}">
        <p14:creationId xmlns:p14="http://schemas.microsoft.com/office/powerpoint/2010/main" val="1769611332"/>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684376C8-B131-411A-A7B1-CCE7C931B254}"/>
              </a:ext>
            </a:extLst>
          </p:cNvPr>
          <p:cNvSpPr>
            <a:spLocks noGrp="1" noChangeArrowheads="1"/>
          </p:cNvSpPr>
          <p:nvPr>
            <p:ph type="ctrTitle"/>
          </p:nvPr>
        </p:nvSpPr>
        <p:spPr>
          <a:xfrm>
            <a:off x="539750" y="765175"/>
            <a:ext cx="8223250" cy="1143000"/>
          </a:xfr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normAutofit fontScale="90000"/>
          </a:bodyPr>
          <a:lstStyle/>
          <a:p>
            <a:pPr algn="ctr" eaLnBrk="1" hangingPunct="1">
              <a:lnSpc>
                <a:spcPct val="120000"/>
              </a:lnSpc>
              <a:defRPr/>
            </a:pPr>
            <a:r>
              <a:rPr lang="en-AU" dirty="0"/>
              <a:t>BIOGRAPHY COVERS &amp; POSTERS</a:t>
            </a:r>
          </a:p>
        </p:txBody>
      </p:sp>
      <p:sp>
        <p:nvSpPr>
          <p:cNvPr id="2051" name="Rectangle 3">
            <a:extLst>
              <a:ext uri="{FF2B5EF4-FFF2-40B4-BE49-F238E27FC236}">
                <a16:creationId xmlns:a16="http://schemas.microsoft.com/office/drawing/2014/main" id="{9AA2295C-DFEF-4FCE-A0DD-3D97706B467E}"/>
              </a:ext>
            </a:extLst>
          </p:cNvPr>
          <p:cNvSpPr>
            <a:spLocks noGrp="1" noChangeArrowheads="1"/>
          </p:cNvSpPr>
          <p:nvPr>
            <p:ph type="subTitle" idx="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eaLnBrk="1" hangingPunct="1">
              <a:lnSpc>
                <a:spcPct val="120000"/>
              </a:lnSpc>
              <a:defRPr/>
            </a:pPr>
            <a:r>
              <a:rPr lang="en-AU" dirty="0"/>
              <a:t>Understanding the meaning and construction of book covers and film posters of biographies and autobiographies.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85924F08-FE7D-4EEA-A2F9-D4C744AA601C}"/>
              </a:ext>
            </a:extLst>
          </p:cNvPr>
          <p:cNvSpPr>
            <a:spLocks noGrp="1" noChangeArrowheads="1"/>
          </p:cNvSpPr>
          <p:nvPr>
            <p:ph type="title"/>
          </p:nvPr>
        </p:nvSpPr>
        <p:spPr/>
        <p:txBody>
          <a:bodyPr/>
          <a:lstStyle/>
          <a:p>
            <a:pPr eaLnBrk="1" hangingPunct="1">
              <a:lnSpc>
                <a:spcPct val="120000"/>
              </a:lnSpc>
              <a:defRPr/>
            </a:pPr>
            <a:r>
              <a:rPr lang="en-AU" dirty="0"/>
              <a:t>CONTEXT</a:t>
            </a:r>
          </a:p>
        </p:txBody>
      </p:sp>
      <p:sp>
        <p:nvSpPr>
          <p:cNvPr id="26627" name="Rectangle 3">
            <a:extLst>
              <a:ext uri="{FF2B5EF4-FFF2-40B4-BE49-F238E27FC236}">
                <a16:creationId xmlns:a16="http://schemas.microsoft.com/office/drawing/2014/main" id="{945CFE6E-8C37-480B-8BE0-B5A1167AB4E4}"/>
              </a:ext>
            </a:extLst>
          </p:cNvPr>
          <p:cNvSpPr>
            <a:spLocks noGrp="1" noChangeArrowheads="1"/>
          </p:cNvSpPr>
          <p:nvPr>
            <p:ph idx="1"/>
          </p:nvPr>
        </p:nvSpPr>
        <p:spPr>
          <a:xfrm>
            <a:off x="628650" y="1484784"/>
            <a:ext cx="8191822" cy="5008089"/>
          </a:xfrm>
        </p:spPr>
        <p:txBody>
          <a:bodyPr>
            <a:normAutofit fontScale="62500" lnSpcReduction="20000"/>
          </a:bodyPr>
          <a:lstStyle/>
          <a:p>
            <a:pPr eaLnBrk="1" hangingPunct="1">
              <a:lnSpc>
                <a:spcPct val="140000"/>
              </a:lnSpc>
              <a:spcBef>
                <a:spcPts val="0"/>
              </a:spcBef>
            </a:pPr>
            <a:r>
              <a:rPr lang="en-AU" altLang="en-US" dirty="0"/>
              <a:t>Establishing the context in which a person’s story was produced and received before you begin deconstructing the use of codes in the book cover should help you to have a better understanding of the dominant meanings.</a:t>
            </a:r>
            <a:br>
              <a:rPr lang="en-AU" altLang="en-US" dirty="0"/>
            </a:br>
            <a:endParaRPr lang="en-AU" altLang="en-US" dirty="0"/>
          </a:p>
          <a:p>
            <a:pPr eaLnBrk="1" hangingPunct="1">
              <a:lnSpc>
                <a:spcPct val="140000"/>
              </a:lnSpc>
              <a:spcBef>
                <a:spcPts val="0"/>
              </a:spcBef>
            </a:pPr>
            <a:r>
              <a:rPr lang="en-AU" altLang="en-US" dirty="0"/>
              <a:t>SUBJECT – what do you know about the subject of the biography?  What are key ideas about their life might be presented?</a:t>
            </a:r>
            <a:br>
              <a:rPr lang="en-AU" altLang="en-US" dirty="0"/>
            </a:br>
            <a:endParaRPr lang="en-AU" altLang="en-US" dirty="0"/>
          </a:p>
          <a:p>
            <a:pPr eaLnBrk="1" hangingPunct="1">
              <a:lnSpc>
                <a:spcPct val="140000"/>
              </a:lnSpc>
              <a:spcBef>
                <a:spcPts val="0"/>
              </a:spcBef>
            </a:pPr>
            <a:r>
              <a:rPr lang="en-AU" altLang="en-US" dirty="0"/>
              <a:t>TIME AND PLACE – when and where did the person live?</a:t>
            </a:r>
          </a:p>
          <a:p>
            <a:pPr eaLnBrk="1" hangingPunct="1">
              <a:lnSpc>
                <a:spcPct val="140000"/>
              </a:lnSpc>
              <a:spcBef>
                <a:spcPts val="0"/>
              </a:spcBef>
            </a:pPr>
            <a:endParaRPr lang="en-AU"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E8071FD6-98D7-491C-9156-6BF9BEDF8BC1}"/>
              </a:ext>
            </a:extLst>
          </p:cNvPr>
          <p:cNvSpPr>
            <a:spLocks noGrp="1" noChangeArrowheads="1"/>
          </p:cNvSpPr>
          <p:nvPr>
            <p:ph type="title"/>
          </p:nvPr>
        </p:nvSpPr>
        <p:spPr/>
        <p:txBody>
          <a:bodyPr/>
          <a:lstStyle/>
          <a:p>
            <a:pPr eaLnBrk="1" hangingPunct="1">
              <a:lnSpc>
                <a:spcPct val="120000"/>
              </a:lnSpc>
              <a:defRPr/>
            </a:pPr>
            <a:r>
              <a:rPr lang="en-AU" dirty="0"/>
              <a:t>CONTEXT</a:t>
            </a:r>
          </a:p>
        </p:txBody>
      </p:sp>
      <p:sp>
        <p:nvSpPr>
          <p:cNvPr id="27651" name="Rectangle 3">
            <a:extLst>
              <a:ext uri="{FF2B5EF4-FFF2-40B4-BE49-F238E27FC236}">
                <a16:creationId xmlns:a16="http://schemas.microsoft.com/office/drawing/2014/main" id="{EA208775-825B-4180-898F-6B924A030290}"/>
              </a:ext>
            </a:extLst>
          </p:cNvPr>
          <p:cNvSpPr>
            <a:spLocks noGrp="1" noChangeArrowheads="1"/>
          </p:cNvSpPr>
          <p:nvPr>
            <p:ph idx="1"/>
          </p:nvPr>
        </p:nvSpPr>
        <p:spPr/>
        <p:txBody>
          <a:bodyPr>
            <a:normAutofit fontScale="47500" lnSpcReduction="20000"/>
          </a:bodyPr>
          <a:lstStyle/>
          <a:p>
            <a:pPr eaLnBrk="1" hangingPunct="1">
              <a:lnSpc>
                <a:spcPct val="140000"/>
              </a:lnSpc>
            </a:pPr>
            <a:r>
              <a:rPr lang="en-AU" altLang="en-US" dirty="0"/>
              <a:t>PURPOSE – The purpose of a book cover is obviously to promote the book and suggest ideas about its subject that will encourage people to read it.  What ideas in the cover suggest that it would be a good book to read?</a:t>
            </a:r>
            <a:br>
              <a:rPr lang="en-AU" altLang="en-US" dirty="0"/>
            </a:br>
            <a:endParaRPr lang="en-AU" altLang="en-US" dirty="0"/>
          </a:p>
          <a:p>
            <a:pPr eaLnBrk="1" hangingPunct="1">
              <a:lnSpc>
                <a:spcPct val="140000"/>
              </a:lnSpc>
            </a:pPr>
            <a:r>
              <a:rPr lang="en-AU" altLang="en-US" dirty="0"/>
              <a:t>TARGET AUDIENCE – Who would find the book relevant or interesting?  What is in the cover that suggests the target audience?  Who might react negatively or produce an alternative reading?</a:t>
            </a:r>
            <a:br>
              <a:rPr lang="en-AU" altLang="en-US" dirty="0"/>
            </a:br>
            <a:endParaRPr lang="en-AU" altLang="en-US" dirty="0"/>
          </a:p>
          <a:p>
            <a:pPr eaLnBrk="1" hangingPunct="1">
              <a:lnSpc>
                <a:spcPct val="140000"/>
              </a:lnSpc>
            </a:pPr>
            <a:r>
              <a:rPr lang="en-AU" altLang="en-US" dirty="0"/>
              <a:t>EMPHASIS – what area of life does the cover suggest the book will emphasise?  What tells you this?  </a:t>
            </a:r>
            <a:br>
              <a:rPr lang="en-AU" altLang="en-US" dirty="0"/>
            </a:br>
            <a:endParaRPr lang="en-AU" altLang="en-US" dirty="0"/>
          </a:p>
          <a:p>
            <a:pPr eaLnBrk="1" hangingPunct="1">
              <a:lnSpc>
                <a:spcPct val="140000"/>
              </a:lnSpc>
            </a:pPr>
            <a:r>
              <a:rPr lang="en-AU" altLang="en-US" dirty="0"/>
              <a:t>Is it funny or serious?</a:t>
            </a:r>
          </a:p>
          <a:p>
            <a:pPr eaLnBrk="1" hangingPunct="1">
              <a:lnSpc>
                <a:spcPct val="140000"/>
              </a:lnSpc>
            </a:pPr>
            <a:endParaRPr lang="en-AU"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E1229579-D9B7-437A-9605-607E43824788}"/>
              </a:ext>
            </a:extLst>
          </p:cNvPr>
          <p:cNvSpPr>
            <a:spLocks noGrp="1" noChangeArrowheads="1"/>
          </p:cNvSpPr>
          <p:nvPr>
            <p:ph type="title"/>
          </p:nvPr>
        </p:nvSpPr>
        <p:spPr/>
        <p:txBody>
          <a:bodyPr/>
          <a:lstStyle/>
          <a:p>
            <a:pPr eaLnBrk="1" hangingPunct="1">
              <a:lnSpc>
                <a:spcPct val="120000"/>
              </a:lnSpc>
              <a:defRPr/>
            </a:pPr>
            <a:r>
              <a:rPr lang="en-AU" dirty="0"/>
              <a:t>CONTEXT</a:t>
            </a:r>
          </a:p>
        </p:txBody>
      </p:sp>
      <p:sp>
        <p:nvSpPr>
          <p:cNvPr id="27651" name="Rectangle 3">
            <a:extLst>
              <a:ext uri="{FF2B5EF4-FFF2-40B4-BE49-F238E27FC236}">
                <a16:creationId xmlns:a16="http://schemas.microsoft.com/office/drawing/2014/main" id="{B8972279-9641-4188-BC36-FF14CDF83323}"/>
              </a:ext>
            </a:extLst>
          </p:cNvPr>
          <p:cNvSpPr>
            <a:spLocks noGrp="1" noChangeArrowheads="1"/>
          </p:cNvSpPr>
          <p:nvPr>
            <p:ph idx="1"/>
          </p:nvPr>
        </p:nvSpPr>
        <p:spPr>
          <a:xfrm>
            <a:off x="530152" y="1690689"/>
            <a:ext cx="8077273" cy="1008360"/>
          </a:xfrm>
        </p:spPr>
        <p:txBody>
          <a:bodyPr>
            <a:normAutofit fontScale="62500" lnSpcReduction="20000"/>
          </a:bodyPr>
          <a:lstStyle/>
          <a:p>
            <a:pPr marL="0" indent="0" eaLnBrk="1" hangingPunct="1">
              <a:lnSpc>
                <a:spcPct val="140000"/>
              </a:lnSpc>
              <a:buNone/>
              <a:defRPr/>
            </a:pPr>
            <a:r>
              <a:rPr lang="en-AU" dirty="0"/>
              <a:t>What areas of life do these covers suggest the books will emphasise?  What tells you this?  </a:t>
            </a:r>
          </a:p>
          <a:p>
            <a:pPr marL="0" indent="0" eaLnBrk="1" hangingPunct="1">
              <a:lnSpc>
                <a:spcPct val="140000"/>
              </a:lnSpc>
              <a:buFont typeface="Wingdings" charset="0"/>
              <a:buNone/>
              <a:defRPr/>
            </a:pPr>
            <a:endParaRPr lang="en-AU" dirty="0"/>
          </a:p>
        </p:txBody>
      </p:sp>
      <p:pic>
        <p:nvPicPr>
          <p:cNvPr id="23555" name="Picture 1" descr="Screenshot 2015-07-02 13.14.49.png">
            <a:extLst>
              <a:ext uri="{FF2B5EF4-FFF2-40B4-BE49-F238E27FC236}">
                <a16:creationId xmlns:a16="http://schemas.microsoft.com/office/drawing/2014/main" id="{FB7D5EAB-C09C-4361-ABF7-8A2E7B2CDC8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388" y="2924175"/>
            <a:ext cx="2143125" cy="324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6" name="Picture 2" descr="Screenshot 2015-07-02 17.05.22.png">
            <a:extLst>
              <a:ext uri="{FF2B5EF4-FFF2-40B4-BE49-F238E27FC236}">
                <a16:creationId xmlns:a16="http://schemas.microsoft.com/office/drawing/2014/main" id="{E70763AF-6C16-4D27-8207-0986C77470E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2924175"/>
            <a:ext cx="2305050" cy="331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1" descr="Screenshot 2015-07-03 15.10.24.png">
            <a:extLst>
              <a:ext uri="{FF2B5EF4-FFF2-40B4-BE49-F238E27FC236}">
                <a16:creationId xmlns:a16="http://schemas.microsoft.com/office/drawing/2014/main" id="{66577F16-BD8F-43EC-85E6-86552E0DBD4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443663" y="2924175"/>
            <a:ext cx="2163762" cy="324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F89B75BA-148E-4E88-9A12-2440DB5ACE40}"/>
              </a:ext>
            </a:extLst>
          </p:cNvPr>
          <p:cNvSpPr>
            <a:spLocks noGrp="1" noChangeArrowheads="1"/>
          </p:cNvSpPr>
          <p:nvPr>
            <p:ph type="title"/>
          </p:nvPr>
        </p:nvSpPr>
        <p:spPr/>
        <p:txBody>
          <a:bodyPr>
            <a:normAutofit/>
          </a:bodyPr>
          <a:lstStyle/>
          <a:p>
            <a:pPr eaLnBrk="1" hangingPunct="1">
              <a:lnSpc>
                <a:spcPct val="120000"/>
              </a:lnSpc>
              <a:defRPr/>
            </a:pPr>
            <a:r>
              <a:rPr lang="en-AU" sz="6000" b="1" dirty="0">
                <a:latin typeface="My Grandpa's Farm" pitchFamily="2" charset="0"/>
              </a:rPr>
              <a:t>TECHNICAL</a:t>
            </a:r>
          </a:p>
        </p:txBody>
      </p:sp>
      <p:sp>
        <p:nvSpPr>
          <p:cNvPr id="6147" name="Rectangle 3">
            <a:extLst>
              <a:ext uri="{FF2B5EF4-FFF2-40B4-BE49-F238E27FC236}">
                <a16:creationId xmlns:a16="http://schemas.microsoft.com/office/drawing/2014/main" id="{F81F8A2C-A8D9-49E2-ABF2-9D1D633A0114}"/>
              </a:ext>
            </a:extLst>
          </p:cNvPr>
          <p:cNvSpPr>
            <a:spLocks noGrp="1" noChangeArrowheads="1"/>
          </p:cNvSpPr>
          <p:nvPr>
            <p:ph type="body" sz="half" idx="1"/>
          </p:nvPr>
        </p:nvSpPr>
        <p:spPr>
          <a:xfrm>
            <a:off x="323528" y="1760538"/>
            <a:ext cx="4669160" cy="4620789"/>
          </a:xfrm>
        </p:spPr>
        <p:txBody>
          <a:bodyPr>
            <a:normAutofit fontScale="92500" lnSpcReduction="10000"/>
          </a:bodyPr>
          <a:lstStyle/>
          <a:p>
            <a:pPr eaLnBrk="1" hangingPunct="1">
              <a:lnSpc>
                <a:spcPct val="120000"/>
              </a:lnSpc>
            </a:pPr>
            <a:r>
              <a:rPr lang="en-AU" altLang="en-US" sz="2800" dirty="0"/>
              <a:t>COMPOSITION – How are the objects or subjects arranged within the frame?  What or who is:</a:t>
            </a:r>
          </a:p>
          <a:p>
            <a:pPr lvl="1">
              <a:lnSpc>
                <a:spcPct val="120000"/>
              </a:lnSpc>
            </a:pPr>
            <a:r>
              <a:rPr lang="en-AU" altLang="en-US" sz="2400" dirty="0"/>
              <a:t>in the centre? </a:t>
            </a:r>
          </a:p>
          <a:p>
            <a:pPr lvl="1">
              <a:lnSpc>
                <a:spcPct val="120000"/>
              </a:lnSpc>
            </a:pPr>
            <a:r>
              <a:rPr lang="en-AU" altLang="en-US" sz="2400" dirty="0"/>
              <a:t>at the edges?  </a:t>
            </a:r>
          </a:p>
          <a:p>
            <a:pPr lvl="1">
              <a:lnSpc>
                <a:spcPct val="120000"/>
              </a:lnSpc>
            </a:pPr>
            <a:r>
              <a:rPr lang="en-AU" altLang="en-US" sz="2400" dirty="0"/>
              <a:t>in the fore, mid and back ground?</a:t>
            </a:r>
          </a:p>
          <a:p>
            <a:pPr>
              <a:lnSpc>
                <a:spcPct val="120000"/>
              </a:lnSpc>
            </a:pPr>
            <a:r>
              <a:rPr lang="en-AU" altLang="en-US" sz="2800" dirty="0"/>
              <a:t>What relationships are shown?</a:t>
            </a:r>
          </a:p>
          <a:p>
            <a:pPr>
              <a:lnSpc>
                <a:spcPct val="120000"/>
              </a:lnSpc>
            </a:pPr>
            <a:r>
              <a:rPr lang="en-AU" altLang="en-US" sz="2800" dirty="0"/>
              <a:t>What is emphasised by the </a:t>
            </a:r>
            <a:r>
              <a:rPr lang="ja-JP" altLang="en-AU" sz="2800" dirty="0"/>
              <a:t>‘</a:t>
            </a:r>
            <a:r>
              <a:rPr lang="en-AU" altLang="ja-JP" sz="2800" dirty="0"/>
              <a:t>rule of thirds</a:t>
            </a:r>
            <a:r>
              <a:rPr lang="ja-JP" altLang="en-AU" sz="2800" dirty="0"/>
              <a:t>’</a:t>
            </a:r>
            <a:r>
              <a:rPr lang="en-AU" altLang="ja-JP" sz="2800" dirty="0"/>
              <a:t>?</a:t>
            </a:r>
            <a:endParaRPr lang="en-AU" altLang="en-US" sz="2800" dirty="0"/>
          </a:p>
        </p:txBody>
      </p:sp>
      <p:pic>
        <p:nvPicPr>
          <p:cNvPr id="25603" name="Picture 7" descr="Screenshot 2015-07-02 17.10.22.png">
            <a:extLst>
              <a:ext uri="{FF2B5EF4-FFF2-40B4-BE49-F238E27FC236}">
                <a16:creationId xmlns:a16="http://schemas.microsoft.com/office/drawing/2014/main" id="{74F8E7DD-6BD4-42BF-8AC8-5B9271FA90F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08625" y="1325563"/>
            <a:ext cx="3635375" cy="543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2DDF0A07-A149-42D4-BAF2-17CB1949A6E0}"/>
              </a:ext>
            </a:extLst>
          </p:cNvPr>
          <p:cNvSpPr>
            <a:spLocks noGrp="1" noChangeArrowheads="1"/>
          </p:cNvSpPr>
          <p:nvPr>
            <p:ph type="title"/>
          </p:nvPr>
        </p:nvSpPr>
        <p:spPr/>
        <p:txBody>
          <a:bodyPr>
            <a:normAutofit/>
          </a:bodyPr>
          <a:lstStyle/>
          <a:p>
            <a:pPr>
              <a:lnSpc>
                <a:spcPct val="120000"/>
              </a:lnSpc>
              <a:defRPr/>
            </a:pPr>
            <a:r>
              <a:rPr lang="en-AU" sz="7200" b="1" dirty="0">
                <a:latin typeface="My Grandpa's Farm" pitchFamily="2" charset="0"/>
              </a:rPr>
              <a:t>TECHNICAL</a:t>
            </a:r>
            <a:endParaRPr lang="en-AU" sz="7200" dirty="0"/>
          </a:p>
        </p:txBody>
      </p:sp>
      <p:sp>
        <p:nvSpPr>
          <p:cNvPr id="4099" name="Rectangle 3">
            <a:extLst>
              <a:ext uri="{FF2B5EF4-FFF2-40B4-BE49-F238E27FC236}">
                <a16:creationId xmlns:a16="http://schemas.microsoft.com/office/drawing/2014/main" id="{BF7EE166-BD02-4B75-A78C-B672F6C39AF7}"/>
              </a:ext>
            </a:extLst>
          </p:cNvPr>
          <p:cNvSpPr>
            <a:spLocks noGrp="1" noChangeArrowheads="1"/>
          </p:cNvSpPr>
          <p:nvPr>
            <p:ph sz="half" idx="1"/>
          </p:nvPr>
        </p:nvSpPr>
        <p:spPr/>
        <p:txBody>
          <a:bodyPr>
            <a:normAutofit/>
          </a:bodyPr>
          <a:lstStyle/>
          <a:p>
            <a:r>
              <a:rPr lang="en-AU" altLang="en-US" dirty="0"/>
              <a:t>FRAMING – </a:t>
            </a:r>
          </a:p>
          <a:p>
            <a:pPr lvl="1"/>
            <a:r>
              <a:rPr lang="en-AU" altLang="en-US" dirty="0"/>
              <a:t>What is included and excluded by the framing?  </a:t>
            </a:r>
          </a:p>
          <a:p>
            <a:pPr lvl="1"/>
            <a:r>
              <a:rPr lang="en-AU" altLang="en-US" dirty="0"/>
              <a:t>Is an internal frame used?</a:t>
            </a:r>
          </a:p>
        </p:txBody>
      </p:sp>
      <p:pic>
        <p:nvPicPr>
          <p:cNvPr id="27651" name="Picture 2" descr="Screenshot 2015-07-02 16.11.14.png">
            <a:extLst>
              <a:ext uri="{FF2B5EF4-FFF2-40B4-BE49-F238E27FC236}">
                <a16:creationId xmlns:a16="http://schemas.microsoft.com/office/drawing/2014/main" id="{011AE171-1353-46EA-8EE5-69B84A3A18B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48263" y="698500"/>
            <a:ext cx="3995737" cy="615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5DC2D86-BAC0-4B2A-9396-78D74E4792BE}"/>
              </a:ext>
            </a:extLst>
          </p:cNvPr>
          <p:cNvSpPr>
            <a:spLocks noGrp="1"/>
          </p:cNvSpPr>
          <p:nvPr>
            <p:ph type="title"/>
          </p:nvPr>
        </p:nvSpPr>
        <p:spPr/>
        <p:txBody>
          <a:bodyPr/>
          <a:lstStyle/>
          <a:p>
            <a:r>
              <a:rPr lang="en-AU" sz="6000" b="1" dirty="0">
                <a:solidFill>
                  <a:prstClr val="black"/>
                </a:solidFill>
                <a:latin typeface="My Grandpa's Farm" pitchFamily="2" charset="0"/>
              </a:rPr>
              <a:t>TECHNICAL</a:t>
            </a:r>
            <a:endParaRPr lang="en-AU" dirty="0"/>
          </a:p>
        </p:txBody>
      </p:sp>
      <p:sp>
        <p:nvSpPr>
          <p:cNvPr id="7171" name="Rectangle 3">
            <a:extLst>
              <a:ext uri="{FF2B5EF4-FFF2-40B4-BE49-F238E27FC236}">
                <a16:creationId xmlns:a16="http://schemas.microsoft.com/office/drawing/2014/main" id="{D4E244F7-8515-4506-8A4B-EC116C586370}"/>
              </a:ext>
            </a:extLst>
          </p:cNvPr>
          <p:cNvSpPr>
            <a:spLocks noGrp="1" noChangeArrowheads="1"/>
          </p:cNvSpPr>
          <p:nvPr>
            <p:ph sz="half" idx="1"/>
          </p:nvPr>
        </p:nvSpPr>
        <p:spPr>
          <a:xfrm>
            <a:off x="628650" y="1484314"/>
            <a:ext cx="4231382" cy="5113336"/>
          </a:xfrm>
        </p:spPr>
        <p:txBody>
          <a:bodyPr>
            <a:normAutofit fontScale="70000" lnSpcReduction="20000"/>
          </a:bodyPr>
          <a:lstStyle/>
          <a:p>
            <a:pPr eaLnBrk="1" hangingPunct="1">
              <a:lnSpc>
                <a:spcPct val="120000"/>
              </a:lnSpc>
            </a:pPr>
            <a:r>
              <a:rPr lang="en-AU" altLang="en-US" dirty="0"/>
              <a:t>BALANCE</a:t>
            </a:r>
          </a:p>
          <a:p>
            <a:pPr lvl="1"/>
            <a:r>
              <a:rPr lang="en-AU" altLang="en-US" dirty="0"/>
              <a:t>Is the composition  balanced? </a:t>
            </a:r>
          </a:p>
          <a:p>
            <a:pPr lvl="1"/>
            <a:r>
              <a:rPr lang="en-AU" altLang="en-US" dirty="0"/>
              <a:t>If the image looks unbalanced what is creating this and for what effect?</a:t>
            </a:r>
          </a:p>
          <a:p>
            <a:pPr eaLnBrk="1" hangingPunct="1">
              <a:lnSpc>
                <a:spcPct val="120000"/>
              </a:lnSpc>
            </a:pPr>
            <a:r>
              <a:rPr lang="en-AU" altLang="en-US" dirty="0"/>
              <a:t>FOCAL POINT (</a:t>
            </a:r>
            <a:r>
              <a:rPr lang="ja-JP" altLang="en-AU" dirty="0"/>
              <a:t>‘</a:t>
            </a:r>
            <a:r>
              <a:rPr lang="en-AU" altLang="ja-JP" dirty="0"/>
              <a:t>Hot Spot</a:t>
            </a:r>
            <a:r>
              <a:rPr lang="ja-JP" altLang="en-AU" dirty="0"/>
              <a:t>’</a:t>
            </a:r>
            <a:r>
              <a:rPr lang="en-AU" altLang="ja-JP" dirty="0"/>
              <a:t>) </a:t>
            </a:r>
          </a:p>
          <a:p>
            <a:pPr lvl="1"/>
            <a:r>
              <a:rPr lang="en-AU" altLang="ja-JP" dirty="0"/>
              <a:t>To what point in the image is your attention drawn?  </a:t>
            </a:r>
          </a:p>
          <a:p>
            <a:pPr lvl="1"/>
            <a:r>
              <a:rPr lang="en-AU" altLang="ja-JP" dirty="0"/>
              <a:t>How is this achieved?</a:t>
            </a:r>
          </a:p>
          <a:p>
            <a:pPr eaLnBrk="1" hangingPunct="1">
              <a:lnSpc>
                <a:spcPct val="120000"/>
              </a:lnSpc>
            </a:pPr>
            <a:endParaRPr lang="en-AU" altLang="en-US" dirty="0"/>
          </a:p>
          <a:p>
            <a:pPr eaLnBrk="1" hangingPunct="1">
              <a:lnSpc>
                <a:spcPct val="120000"/>
              </a:lnSpc>
            </a:pPr>
            <a:endParaRPr lang="en-AU" altLang="en-US" dirty="0"/>
          </a:p>
          <a:p>
            <a:pPr eaLnBrk="1" hangingPunct="1">
              <a:lnSpc>
                <a:spcPct val="120000"/>
              </a:lnSpc>
            </a:pPr>
            <a:endParaRPr lang="en-AU" altLang="en-US" dirty="0"/>
          </a:p>
          <a:p>
            <a:pPr eaLnBrk="1" hangingPunct="1">
              <a:lnSpc>
                <a:spcPct val="120000"/>
              </a:lnSpc>
            </a:pPr>
            <a:endParaRPr lang="en-AU" altLang="en-US" dirty="0"/>
          </a:p>
        </p:txBody>
      </p:sp>
      <p:pic>
        <p:nvPicPr>
          <p:cNvPr id="29699" name="Picture 6" descr="Screenshot 2015-07-02 13.10.05.png">
            <a:extLst>
              <a:ext uri="{FF2B5EF4-FFF2-40B4-BE49-F238E27FC236}">
                <a16:creationId xmlns:a16="http://schemas.microsoft.com/office/drawing/2014/main" id="{5A26C10B-13B5-476B-A40F-1261F403511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16538" y="1484313"/>
            <a:ext cx="3306762" cy="511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64875-06CA-4AE9-B0A0-92F697C490AF}"/>
              </a:ext>
            </a:extLst>
          </p:cNvPr>
          <p:cNvSpPr>
            <a:spLocks noGrp="1"/>
          </p:cNvSpPr>
          <p:nvPr>
            <p:ph type="title"/>
          </p:nvPr>
        </p:nvSpPr>
        <p:spPr/>
        <p:txBody>
          <a:bodyPr/>
          <a:lstStyle/>
          <a:p>
            <a:r>
              <a:rPr lang="en-AU" sz="6000" b="1" dirty="0">
                <a:solidFill>
                  <a:prstClr val="black"/>
                </a:solidFill>
                <a:latin typeface="My Grandpa's Farm" pitchFamily="2" charset="0"/>
              </a:rPr>
              <a:t>TECHNICAL</a:t>
            </a:r>
            <a:endParaRPr lang="en-AU" dirty="0"/>
          </a:p>
        </p:txBody>
      </p:sp>
      <p:sp>
        <p:nvSpPr>
          <p:cNvPr id="8195" name="Rectangle 3">
            <a:extLst>
              <a:ext uri="{FF2B5EF4-FFF2-40B4-BE49-F238E27FC236}">
                <a16:creationId xmlns:a16="http://schemas.microsoft.com/office/drawing/2014/main" id="{AFA30C2A-855C-49F7-B8B8-04C2AE81E051}"/>
              </a:ext>
            </a:extLst>
          </p:cNvPr>
          <p:cNvSpPr>
            <a:spLocks noGrp="1" noChangeArrowheads="1"/>
          </p:cNvSpPr>
          <p:nvPr>
            <p:ph sz="half" idx="1"/>
          </p:nvPr>
        </p:nvSpPr>
        <p:spPr>
          <a:xfrm>
            <a:off x="628650" y="1484784"/>
            <a:ext cx="3886200" cy="5008089"/>
          </a:xfrm>
        </p:spPr>
        <p:txBody>
          <a:bodyPr>
            <a:normAutofit fontScale="77500" lnSpcReduction="20000"/>
          </a:bodyPr>
          <a:lstStyle/>
          <a:p>
            <a:pPr eaLnBrk="1" hangingPunct="1">
              <a:lnSpc>
                <a:spcPct val="120000"/>
              </a:lnSpc>
            </a:pPr>
            <a:r>
              <a:rPr lang="en-AU" altLang="en-US" dirty="0"/>
              <a:t>CAMERA DISTANCE AND ANGLE </a:t>
            </a:r>
          </a:p>
          <a:p>
            <a:pPr lvl="1"/>
            <a:r>
              <a:rPr lang="en-AU" altLang="en-US" dirty="0"/>
              <a:t>What is the shot size and angle?  </a:t>
            </a:r>
          </a:p>
          <a:p>
            <a:pPr lvl="1"/>
            <a:r>
              <a:rPr lang="en-AU" altLang="en-US" dirty="0"/>
              <a:t>What effect do these have on the way you view the image?  </a:t>
            </a:r>
          </a:p>
          <a:p>
            <a:pPr lvl="1"/>
            <a:r>
              <a:rPr lang="en-AU" altLang="en-US" dirty="0"/>
              <a:t>How do these affect the way the subject is presented?</a:t>
            </a:r>
          </a:p>
          <a:p>
            <a:pPr eaLnBrk="1" hangingPunct="1">
              <a:lnSpc>
                <a:spcPct val="120000"/>
              </a:lnSpc>
            </a:pPr>
            <a:endParaRPr lang="en-AU" altLang="en-US" dirty="0"/>
          </a:p>
        </p:txBody>
      </p:sp>
      <p:pic>
        <p:nvPicPr>
          <p:cNvPr id="31747" name="Picture 3" descr="Screenshot 2015-07-02 17.04.28.png">
            <a:extLst>
              <a:ext uri="{FF2B5EF4-FFF2-40B4-BE49-F238E27FC236}">
                <a16:creationId xmlns:a16="http://schemas.microsoft.com/office/drawing/2014/main" id="{221A9202-964E-4807-B87B-54156987A9D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41888" y="549275"/>
            <a:ext cx="4059237" cy="604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E96E879-5FF3-4FA0-A154-895CC2AD8ED5}"/>
              </a:ext>
            </a:extLst>
          </p:cNvPr>
          <p:cNvSpPr>
            <a:spLocks noGrp="1"/>
          </p:cNvSpPr>
          <p:nvPr>
            <p:ph type="title"/>
          </p:nvPr>
        </p:nvSpPr>
        <p:spPr/>
        <p:txBody>
          <a:bodyPr>
            <a:normAutofit/>
          </a:bodyPr>
          <a:lstStyle/>
          <a:p>
            <a:r>
              <a:rPr lang="en-AU" sz="6000" b="1" dirty="0">
                <a:latin typeface="My Grandpa's Farm" pitchFamily="2" charset="0"/>
              </a:rPr>
              <a:t>TECHNICAL</a:t>
            </a:r>
          </a:p>
        </p:txBody>
      </p:sp>
      <p:sp>
        <p:nvSpPr>
          <p:cNvPr id="16387" name="Rectangle 3">
            <a:extLst>
              <a:ext uri="{FF2B5EF4-FFF2-40B4-BE49-F238E27FC236}">
                <a16:creationId xmlns:a16="http://schemas.microsoft.com/office/drawing/2014/main" id="{B29314D2-DC92-4CAB-9A2E-C4D925BE98D0}"/>
              </a:ext>
            </a:extLst>
          </p:cNvPr>
          <p:cNvSpPr>
            <a:spLocks noGrp="1" noChangeArrowheads="1"/>
          </p:cNvSpPr>
          <p:nvPr>
            <p:ph sz="half" idx="1"/>
          </p:nvPr>
        </p:nvSpPr>
        <p:spPr>
          <a:xfrm>
            <a:off x="628650" y="1484784"/>
            <a:ext cx="3886200" cy="5008089"/>
          </a:xfrm>
        </p:spPr>
        <p:txBody>
          <a:bodyPr>
            <a:normAutofit fontScale="77500" lnSpcReduction="20000"/>
          </a:bodyPr>
          <a:lstStyle/>
          <a:p>
            <a:pPr eaLnBrk="1" hangingPunct="1">
              <a:lnSpc>
                <a:spcPct val="120000"/>
              </a:lnSpc>
            </a:pPr>
            <a:r>
              <a:rPr lang="en-AU" altLang="en-US" dirty="0"/>
              <a:t>CAMERA DISTANCE AND ANGLE </a:t>
            </a:r>
          </a:p>
          <a:p>
            <a:pPr lvl="1"/>
            <a:r>
              <a:rPr lang="en-AU" altLang="en-US" dirty="0"/>
              <a:t>What is the shot size and angle?  </a:t>
            </a:r>
          </a:p>
          <a:p>
            <a:pPr lvl="1"/>
            <a:r>
              <a:rPr lang="en-AU" altLang="en-US" dirty="0"/>
              <a:t>What effect do these have on the way you view the image?  </a:t>
            </a:r>
          </a:p>
          <a:p>
            <a:pPr lvl="1"/>
            <a:r>
              <a:rPr lang="en-AU" altLang="en-US" dirty="0"/>
              <a:t>How do these affect the way the subject is presented?</a:t>
            </a:r>
          </a:p>
          <a:p>
            <a:pPr eaLnBrk="1" hangingPunct="1">
              <a:lnSpc>
                <a:spcPct val="120000"/>
              </a:lnSpc>
            </a:pPr>
            <a:endParaRPr lang="en-AU" altLang="en-US" dirty="0"/>
          </a:p>
        </p:txBody>
      </p:sp>
      <p:pic>
        <p:nvPicPr>
          <p:cNvPr id="33795" name="Picture 3" descr="Screenshot 2015-07-02 17.17.24.png">
            <a:extLst>
              <a:ext uri="{FF2B5EF4-FFF2-40B4-BE49-F238E27FC236}">
                <a16:creationId xmlns:a16="http://schemas.microsoft.com/office/drawing/2014/main" id="{6C3EEB61-88D1-4DE9-BDBB-DE9C3C58828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32363" y="690563"/>
            <a:ext cx="4024312" cy="6103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1C71E161-B1BA-422C-9857-428C37A1936B}"/>
              </a:ext>
            </a:extLst>
          </p:cNvPr>
          <p:cNvSpPr>
            <a:spLocks noGrp="1" noChangeArrowheads="1"/>
          </p:cNvSpPr>
          <p:nvPr>
            <p:ph type="title"/>
          </p:nvPr>
        </p:nvSpPr>
        <p:spPr/>
        <p:txBody>
          <a:bodyPr anchor="t"/>
          <a:lstStyle/>
          <a:p>
            <a:pPr eaLnBrk="1" hangingPunct="1">
              <a:lnSpc>
                <a:spcPct val="100000"/>
              </a:lnSpc>
              <a:defRPr/>
            </a:pPr>
            <a:r>
              <a:rPr lang="en-AU" dirty="0"/>
              <a:t>SYMBOLIC</a:t>
            </a:r>
          </a:p>
        </p:txBody>
      </p:sp>
      <p:sp>
        <p:nvSpPr>
          <p:cNvPr id="18435" name="Rectangle 3">
            <a:extLst>
              <a:ext uri="{FF2B5EF4-FFF2-40B4-BE49-F238E27FC236}">
                <a16:creationId xmlns:a16="http://schemas.microsoft.com/office/drawing/2014/main" id="{43207F75-46D6-4D5C-95EF-DDFE67FEA935}"/>
              </a:ext>
            </a:extLst>
          </p:cNvPr>
          <p:cNvSpPr>
            <a:spLocks noGrp="1" noChangeArrowheads="1"/>
          </p:cNvSpPr>
          <p:nvPr>
            <p:ph type="body" sz="half" idx="2"/>
          </p:nvPr>
        </p:nvSpPr>
        <p:spPr>
          <a:xfrm>
            <a:off x="629840" y="2057400"/>
            <a:ext cx="3942159" cy="4395788"/>
          </a:xfrm>
        </p:spPr>
        <p:txBody>
          <a:bodyPr>
            <a:normAutofit fontScale="92500" lnSpcReduction="20000"/>
          </a:bodyPr>
          <a:lstStyle/>
          <a:p>
            <a:pPr eaLnBrk="1" hangingPunct="1">
              <a:lnSpc>
                <a:spcPct val="120000"/>
              </a:lnSpc>
            </a:pPr>
            <a:r>
              <a:rPr lang="en-AU" altLang="en-US" dirty="0"/>
              <a:t>OBJECTS </a:t>
            </a:r>
          </a:p>
          <a:p>
            <a:pPr marL="457200" indent="-457200" eaLnBrk="1" hangingPunct="1">
              <a:lnSpc>
                <a:spcPct val="120000"/>
              </a:lnSpc>
              <a:buFont typeface="Arial" panose="020B0604020202020204" pitchFamily="34" charset="0"/>
              <a:buChar char="•"/>
            </a:pPr>
            <a:r>
              <a:rPr lang="en-AU" altLang="en-US" dirty="0"/>
              <a:t>What objects are included in the frame? </a:t>
            </a:r>
          </a:p>
          <a:p>
            <a:pPr marL="457200" indent="-457200" eaLnBrk="1" hangingPunct="1">
              <a:lnSpc>
                <a:spcPct val="120000"/>
              </a:lnSpc>
              <a:buFont typeface="Arial" panose="020B0604020202020204" pitchFamily="34" charset="0"/>
              <a:buChar char="•"/>
            </a:pPr>
            <a:r>
              <a:rPr lang="en-AU" altLang="en-US" dirty="0"/>
              <a:t>What ideas might they represent that are relevant to understanding this image?</a:t>
            </a:r>
          </a:p>
          <a:p>
            <a:pPr eaLnBrk="1" hangingPunct="1">
              <a:lnSpc>
                <a:spcPct val="120000"/>
              </a:lnSpc>
            </a:pPr>
            <a:endParaRPr lang="en-AU" altLang="en-US" dirty="0"/>
          </a:p>
        </p:txBody>
      </p:sp>
      <p:pic>
        <p:nvPicPr>
          <p:cNvPr id="35843" name="Picture 3" descr="Screenshot 2015-07-02 17.05.57.png">
            <a:extLst>
              <a:ext uri="{FF2B5EF4-FFF2-40B4-BE49-F238E27FC236}">
                <a16:creationId xmlns:a16="http://schemas.microsoft.com/office/drawing/2014/main" id="{30012751-7CB2-4E5B-996E-71656CD52DB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41615" y="789091"/>
            <a:ext cx="3726135" cy="5664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C6FCEA84-F5CF-42A3-BFCA-C927E48F1D2C}"/>
              </a:ext>
            </a:extLst>
          </p:cNvPr>
          <p:cNvSpPr>
            <a:spLocks noGrp="1" noChangeArrowheads="1"/>
          </p:cNvSpPr>
          <p:nvPr>
            <p:ph type="title"/>
          </p:nvPr>
        </p:nvSpPr>
        <p:spPr/>
        <p:txBody>
          <a:bodyPr/>
          <a:lstStyle/>
          <a:p>
            <a:pPr eaLnBrk="1" hangingPunct="1">
              <a:lnSpc>
                <a:spcPct val="120000"/>
              </a:lnSpc>
              <a:defRPr/>
            </a:pPr>
            <a:r>
              <a:rPr lang="en-AU"/>
              <a:t>SYMBOLIC</a:t>
            </a:r>
          </a:p>
        </p:txBody>
      </p:sp>
      <p:sp>
        <p:nvSpPr>
          <p:cNvPr id="18435" name="Rectangle 3">
            <a:extLst>
              <a:ext uri="{FF2B5EF4-FFF2-40B4-BE49-F238E27FC236}">
                <a16:creationId xmlns:a16="http://schemas.microsoft.com/office/drawing/2014/main" id="{91FEA3AA-9B27-4845-A11B-7F540F25BF2E}"/>
              </a:ext>
            </a:extLst>
          </p:cNvPr>
          <p:cNvSpPr>
            <a:spLocks noGrp="1" noChangeArrowheads="1"/>
          </p:cNvSpPr>
          <p:nvPr>
            <p:ph type="body" sz="half" idx="2"/>
          </p:nvPr>
        </p:nvSpPr>
        <p:spPr/>
        <p:txBody>
          <a:bodyPr>
            <a:normAutofit fontScale="92500"/>
          </a:bodyPr>
          <a:lstStyle/>
          <a:p>
            <a:pPr eaLnBrk="1" hangingPunct="1">
              <a:lnSpc>
                <a:spcPct val="120000"/>
              </a:lnSpc>
            </a:pPr>
            <a:r>
              <a:rPr lang="en-AU" altLang="en-US" dirty="0"/>
              <a:t>OBJECTS </a:t>
            </a:r>
          </a:p>
          <a:p>
            <a:pPr marL="457200" indent="-457200" eaLnBrk="1" hangingPunct="1">
              <a:lnSpc>
                <a:spcPct val="120000"/>
              </a:lnSpc>
              <a:buFont typeface="Arial" panose="020B0604020202020204" pitchFamily="34" charset="0"/>
              <a:buChar char="•"/>
            </a:pPr>
            <a:r>
              <a:rPr lang="en-AU" altLang="en-US" dirty="0"/>
              <a:t>What objects are included in the frame? </a:t>
            </a:r>
          </a:p>
          <a:p>
            <a:pPr marL="457200" indent="-457200" eaLnBrk="1" hangingPunct="1">
              <a:lnSpc>
                <a:spcPct val="120000"/>
              </a:lnSpc>
              <a:buFont typeface="Arial" panose="020B0604020202020204" pitchFamily="34" charset="0"/>
              <a:buChar char="•"/>
            </a:pPr>
            <a:r>
              <a:rPr lang="en-AU" altLang="en-US" dirty="0"/>
              <a:t>What ideas might they represent that are relevant to understanding this image?</a:t>
            </a:r>
          </a:p>
          <a:p>
            <a:pPr eaLnBrk="1" hangingPunct="1">
              <a:lnSpc>
                <a:spcPct val="120000"/>
              </a:lnSpc>
            </a:pPr>
            <a:endParaRPr lang="en-AU" altLang="en-US" dirty="0"/>
          </a:p>
        </p:txBody>
      </p:sp>
      <p:pic>
        <p:nvPicPr>
          <p:cNvPr id="37891" name="Picture 1" descr="Screenshot 2015-07-02 13.15.31.png">
            <a:extLst>
              <a:ext uri="{FF2B5EF4-FFF2-40B4-BE49-F238E27FC236}">
                <a16:creationId xmlns:a16="http://schemas.microsoft.com/office/drawing/2014/main" id="{FA5914CF-79FF-4045-A667-3487BF42BE5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59338" y="1700213"/>
            <a:ext cx="4068762" cy="491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13FC6417-8F7A-4C69-B47D-174C0A7BA88B}"/>
              </a:ext>
            </a:extLst>
          </p:cNvPr>
          <p:cNvSpPr>
            <a:spLocks noGrp="1" noChangeArrowheads="1"/>
          </p:cNvSpPr>
          <p:nvPr>
            <p:ph type="title"/>
          </p:nvPr>
        </p:nvSpPr>
        <p:spPr/>
        <p:txBody>
          <a:bodyPr/>
          <a:lstStyle/>
          <a:p>
            <a:pPr eaLnBrk="1" hangingPunct="1">
              <a:lnSpc>
                <a:spcPct val="120000"/>
              </a:lnSpc>
              <a:defRPr/>
            </a:pPr>
            <a:r>
              <a:rPr lang="en-AU" dirty="0"/>
              <a:t>SYMBOLIC</a:t>
            </a:r>
          </a:p>
        </p:txBody>
      </p:sp>
      <p:sp>
        <p:nvSpPr>
          <p:cNvPr id="18435" name="Rectangle 3">
            <a:extLst>
              <a:ext uri="{FF2B5EF4-FFF2-40B4-BE49-F238E27FC236}">
                <a16:creationId xmlns:a16="http://schemas.microsoft.com/office/drawing/2014/main" id="{5E411A81-4F96-470F-AA67-ECF6EF3EC65E}"/>
              </a:ext>
            </a:extLst>
          </p:cNvPr>
          <p:cNvSpPr>
            <a:spLocks noGrp="1" noChangeArrowheads="1"/>
          </p:cNvSpPr>
          <p:nvPr>
            <p:ph type="body" sz="half" idx="2"/>
          </p:nvPr>
        </p:nvSpPr>
        <p:spPr/>
        <p:txBody>
          <a:bodyPr>
            <a:normAutofit lnSpcReduction="10000"/>
          </a:bodyPr>
          <a:lstStyle/>
          <a:p>
            <a:pPr eaLnBrk="1" hangingPunct="1">
              <a:lnSpc>
                <a:spcPct val="120000"/>
              </a:lnSpc>
            </a:pPr>
            <a:r>
              <a:rPr lang="en-AU" altLang="en-US" dirty="0"/>
              <a:t>CLOTHING </a:t>
            </a:r>
          </a:p>
          <a:p>
            <a:pPr marL="457200" indent="-457200" eaLnBrk="1" hangingPunct="1">
              <a:lnSpc>
                <a:spcPct val="120000"/>
              </a:lnSpc>
              <a:buFont typeface="Arial" panose="020B0604020202020204" pitchFamily="34" charset="0"/>
              <a:buChar char="•"/>
            </a:pPr>
            <a:r>
              <a:rPr lang="en-AU" altLang="en-US" dirty="0"/>
              <a:t>What does the clothing worn by the subjects reveal about them?  </a:t>
            </a:r>
          </a:p>
          <a:p>
            <a:pPr marL="457200" indent="-457200" eaLnBrk="1" hangingPunct="1">
              <a:lnSpc>
                <a:spcPct val="120000"/>
              </a:lnSpc>
              <a:buFont typeface="Arial" panose="020B0604020202020204" pitchFamily="34" charset="0"/>
              <a:buChar char="•"/>
            </a:pPr>
            <a:r>
              <a:rPr lang="en-AU" altLang="en-US" dirty="0"/>
              <a:t>Is the clothing symbolic of a specific context or setting?</a:t>
            </a:r>
          </a:p>
          <a:p>
            <a:pPr eaLnBrk="1" hangingPunct="1">
              <a:lnSpc>
                <a:spcPct val="120000"/>
              </a:lnSpc>
            </a:pPr>
            <a:endParaRPr lang="en-AU" altLang="en-US" dirty="0"/>
          </a:p>
        </p:txBody>
      </p:sp>
      <p:pic>
        <p:nvPicPr>
          <p:cNvPr id="39939" name="Picture 1" descr="Screenshot 2015-07-02 17.09.28.png">
            <a:extLst>
              <a:ext uri="{FF2B5EF4-FFF2-40B4-BE49-F238E27FC236}">
                <a16:creationId xmlns:a16="http://schemas.microsoft.com/office/drawing/2014/main" id="{858E0A00-F4F6-4F9A-9E2A-F050E7CED46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02275" y="1130300"/>
            <a:ext cx="3597275" cy="539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5CCEFD00-E351-4821-B79B-DA94F9BB0CAC}"/>
              </a:ext>
            </a:extLst>
          </p:cNvPr>
          <p:cNvSpPr>
            <a:spLocks noGrp="1" noChangeArrowheads="1"/>
          </p:cNvSpPr>
          <p:nvPr>
            <p:ph type="title"/>
          </p:nvPr>
        </p:nvSpPr>
        <p:spPr/>
        <p:txBody>
          <a:bodyPr/>
          <a:lstStyle/>
          <a:p>
            <a:pPr eaLnBrk="1" hangingPunct="1">
              <a:lnSpc>
                <a:spcPct val="120000"/>
              </a:lnSpc>
              <a:defRPr/>
            </a:pPr>
            <a:r>
              <a:rPr lang="en-AU"/>
              <a:t>SYMBOLIC</a:t>
            </a:r>
          </a:p>
        </p:txBody>
      </p:sp>
      <p:sp>
        <p:nvSpPr>
          <p:cNvPr id="18435" name="Rectangle 3">
            <a:extLst>
              <a:ext uri="{FF2B5EF4-FFF2-40B4-BE49-F238E27FC236}">
                <a16:creationId xmlns:a16="http://schemas.microsoft.com/office/drawing/2014/main" id="{29A97835-8E23-42E0-82F9-646DD80CF4B4}"/>
              </a:ext>
            </a:extLst>
          </p:cNvPr>
          <p:cNvSpPr>
            <a:spLocks noGrp="1" noChangeArrowheads="1"/>
          </p:cNvSpPr>
          <p:nvPr>
            <p:ph type="body" sz="half" idx="2"/>
          </p:nvPr>
        </p:nvSpPr>
        <p:spPr>
          <a:xfrm>
            <a:off x="629840" y="1556792"/>
            <a:ext cx="4158183" cy="5164684"/>
          </a:xfrm>
        </p:spPr>
        <p:txBody>
          <a:bodyPr>
            <a:normAutofit/>
          </a:bodyPr>
          <a:lstStyle/>
          <a:p>
            <a:pPr eaLnBrk="1" hangingPunct="1">
              <a:lnSpc>
                <a:spcPct val="120000"/>
              </a:lnSpc>
            </a:pPr>
            <a:r>
              <a:rPr lang="en-AU" altLang="en-US" dirty="0"/>
              <a:t>CLOTHING </a:t>
            </a:r>
          </a:p>
          <a:p>
            <a:pPr marL="457200" indent="-457200" eaLnBrk="1" hangingPunct="1">
              <a:lnSpc>
                <a:spcPct val="120000"/>
              </a:lnSpc>
              <a:buFont typeface="Arial" panose="020B0604020202020204" pitchFamily="34" charset="0"/>
              <a:buChar char="•"/>
            </a:pPr>
            <a:r>
              <a:rPr lang="en-AU" altLang="en-US" dirty="0"/>
              <a:t>What does the clothing worn by the subjects reveal about them?  </a:t>
            </a:r>
          </a:p>
          <a:p>
            <a:pPr marL="457200" indent="-457200" eaLnBrk="1" hangingPunct="1">
              <a:lnSpc>
                <a:spcPct val="120000"/>
              </a:lnSpc>
              <a:buFont typeface="Arial" panose="020B0604020202020204" pitchFamily="34" charset="0"/>
              <a:buChar char="•"/>
            </a:pPr>
            <a:r>
              <a:rPr lang="en-AU" altLang="en-US" dirty="0"/>
              <a:t>Is the clothing symbolic of a specific context or setting?</a:t>
            </a:r>
          </a:p>
          <a:p>
            <a:pPr eaLnBrk="1" hangingPunct="1">
              <a:lnSpc>
                <a:spcPct val="120000"/>
              </a:lnSpc>
            </a:pPr>
            <a:endParaRPr lang="en-AU" altLang="en-US" dirty="0"/>
          </a:p>
        </p:txBody>
      </p:sp>
      <p:pic>
        <p:nvPicPr>
          <p:cNvPr id="41987" name="Picture 1" descr="Screenshot 2015-07-03 15.06.44.png">
            <a:extLst>
              <a:ext uri="{FF2B5EF4-FFF2-40B4-BE49-F238E27FC236}">
                <a16:creationId xmlns:a16="http://schemas.microsoft.com/office/drawing/2014/main" id="{F70E000F-E345-4F26-8B51-E6B3CA22F66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76825" y="908050"/>
            <a:ext cx="3648075" cy="583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66C92358-3495-4562-8089-83E497A3BB8E}"/>
              </a:ext>
            </a:extLst>
          </p:cNvPr>
          <p:cNvSpPr>
            <a:spLocks noGrp="1" noChangeArrowheads="1"/>
          </p:cNvSpPr>
          <p:nvPr>
            <p:ph type="title"/>
          </p:nvPr>
        </p:nvSpPr>
        <p:spPr>
          <a:xfrm>
            <a:off x="645084" y="177555"/>
            <a:ext cx="4518224" cy="1600200"/>
          </a:xfrm>
        </p:spPr>
        <p:txBody>
          <a:bodyPr/>
          <a:lstStyle/>
          <a:p>
            <a:pPr eaLnBrk="1" hangingPunct="1">
              <a:lnSpc>
                <a:spcPct val="120000"/>
              </a:lnSpc>
              <a:defRPr/>
            </a:pPr>
            <a:r>
              <a:rPr lang="en-AU" dirty="0"/>
              <a:t>SYMBOLIC</a:t>
            </a:r>
          </a:p>
        </p:txBody>
      </p:sp>
      <p:sp>
        <p:nvSpPr>
          <p:cNvPr id="18435" name="Rectangle 3">
            <a:extLst>
              <a:ext uri="{FF2B5EF4-FFF2-40B4-BE49-F238E27FC236}">
                <a16:creationId xmlns:a16="http://schemas.microsoft.com/office/drawing/2014/main" id="{9810922E-2969-42E7-8A2A-8A17DA62C817}"/>
              </a:ext>
            </a:extLst>
          </p:cNvPr>
          <p:cNvSpPr>
            <a:spLocks noGrp="1" noChangeArrowheads="1"/>
          </p:cNvSpPr>
          <p:nvPr>
            <p:ph type="body" sz="half" idx="2"/>
          </p:nvPr>
        </p:nvSpPr>
        <p:spPr>
          <a:xfrm>
            <a:off x="629840" y="1484784"/>
            <a:ext cx="4158183" cy="5236692"/>
          </a:xfrm>
        </p:spPr>
        <p:txBody>
          <a:bodyPr>
            <a:normAutofit fontScale="85000" lnSpcReduction="20000"/>
          </a:bodyPr>
          <a:lstStyle/>
          <a:p>
            <a:pPr eaLnBrk="1" hangingPunct="1">
              <a:lnSpc>
                <a:spcPct val="120000"/>
              </a:lnSpc>
            </a:pPr>
            <a:r>
              <a:rPr lang="en-AU" altLang="en-US" dirty="0"/>
              <a:t>BODY LANGUAGE</a:t>
            </a:r>
          </a:p>
          <a:p>
            <a:pPr marL="457200" indent="-457200" eaLnBrk="1" hangingPunct="1">
              <a:lnSpc>
                <a:spcPct val="120000"/>
              </a:lnSpc>
              <a:buFont typeface="Arial" panose="020B0604020202020204" pitchFamily="34" charset="0"/>
              <a:buChar char="•"/>
            </a:pPr>
            <a:r>
              <a:rPr lang="en-AU" altLang="en-US" dirty="0"/>
              <a:t>What can you infer about a subject through their body language?  </a:t>
            </a:r>
          </a:p>
          <a:p>
            <a:pPr marL="457200" indent="-457200" eaLnBrk="1" hangingPunct="1">
              <a:lnSpc>
                <a:spcPct val="120000"/>
              </a:lnSpc>
              <a:buFont typeface="Arial" panose="020B0604020202020204" pitchFamily="34" charset="0"/>
              <a:buChar char="•"/>
            </a:pPr>
            <a:r>
              <a:rPr lang="en-AU" altLang="en-US" dirty="0"/>
              <a:t>Does body language reveal a relationship between subjects?  </a:t>
            </a:r>
          </a:p>
          <a:p>
            <a:pPr marL="457200" indent="-457200" eaLnBrk="1" hangingPunct="1">
              <a:lnSpc>
                <a:spcPct val="120000"/>
              </a:lnSpc>
              <a:buFont typeface="Arial" panose="020B0604020202020204" pitchFamily="34" charset="0"/>
              <a:buChar char="•"/>
            </a:pPr>
            <a:r>
              <a:rPr lang="en-AU" altLang="en-US" dirty="0"/>
              <a:t>Is there a connection between a subject</a:t>
            </a:r>
            <a:r>
              <a:rPr lang="ja-JP" altLang="en-AU" dirty="0"/>
              <a:t>’</a:t>
            </a:r>
            <a:r>
              <a:rPr lang="en-AU" altLang="ja-JP" dirty="0"/>
              <a:t>s body language and what is occurring in the image?</a:t>
            </a:r>
          </a:p>
          <a:p>
            <a:pPr eaLnBrk="1" hangingPunct="1">
              <a:lnSpc>
                <a:spcPct val="120000"/>
              </a:lnSpc>
            </a:pPr>
            <a:endParaRPr lang="en-AU" altLang="en-US" dirty="0"/>
          </a:p>
        </p:txBody>
      </p:sp>
      <p:pic>
        <p:nvPicPr>
          <p:cNvPr id="44035" name="Picture 1" descr="Screenshot 2015-07-02 17.18.34.png">
            <a:extLst>
              <a:ext uri="{FF2B5EF4-FFF2-40B4-BE49-F238E27FC236}">
                <a16:creationId xmlns:a16="http://schemas.microsoft.com/office/drawing/2014/main" id="{5DF04659-8AC3-450D-BA4B-F1988F47A78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76825" y="622300"/>
            <a:ext cx="4067175" cy="570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925024FA-7CA4-40C4-B880-E1D409B7A40F}"/>
              </a:ext>
            </a:extLst>
          </p:cNvPr>
          <p:cNvSpPr>
            <a:spLocks noGrp="1" noChangeArrowheads="1"/>
          </p:cNvSpPr>
          <p:nvPr>
            <p:ph type="title"/>
          </p:nvPr>
        </p:nvSpPr>
        <p:spPr>
          <a:xfrm>
            <a:off x="654143" y="136524"/>
            <a:ext cx="4518224" cy="1600200"/>
          </a:xfrm>
        </p:spPr>
        <p:txBody>
          <a:bodyPr/>
          <a:lstStyle/>
          <a:p>
            <a:pPr eaLnBrk="1" hangingPunct="1">
              <a:lnSpc>
                <a:spcPct val="120000"/>
              </a:lnSpc>
              <a:defRPr/>
            </a:pPr>
            <a:r>
              <a:rPr lang="en-AU" dirty="0"/>
              <a:t>SYMBOLIC</a:t>
            </a:r>
          </a:p>
        </p:txBody>
      </p:sp>
      <p:sp>
        <p:nvSpPr>
          <p:cNvPr id="18435" name="Rectangle 3">
            <a:extLst>
              <a:ext uri="{FF2B5EF4-FFF2-40B4-BE49-F238E27FC236}">
                <a16:creationId xmlns:a16="http://schemas.microsoft.com/office/drawing/2014/main" id="{27E5776D-5424-41F6-BD1A-4EFD6F1011AB}"/>
              </a:ext>
            </a:extLst>
          </p:cNvPr>
          <p:cNvSpPr>
            <a:spLocks noGrp="1" noChangeArrowheads="1"/>
          </p:cNvSpPr>
          <p:nvPr>
            <p:ph type="body" sz="half" idx="2"/>
          </p:nvPr>
        </p:nvSpPr>
        <p:spPr>
          <a:xfrm>
            <a:off x="629840" y="1484784"/>
            <a:ext cx="4158183" cy="5236692"/>
          </a:xfrm>
        </p:spPr>
        <p:txBody>
          <a:bodyPr>
            <a:normAutofit fontScale="85000" lnSpcReduction="20000"/>
          </a:bodyPr>
          <a:lstStyle/>
          <a:p>
            <a:pPr eaLnBrk="1" hangingPunct="1">
              <a:lnSpc>
                <a:spcPct val="120000"/>
              </a:lnSpc>
            </a:pPr>
            <a:r>
              <a:rPr lang="en-AU" altLang="en-US" dirty="0"/>
              <a:t>BODY LANGUAGE</a:t>
            </a:r>
          </a:p>
          <a:p>
            <a:pPr marL="457200" indent="-457200" eaLnBrk="1" hangingPunct="1">
              <a:lnSpc>
                <a:spcPct val="120000"/>
              </a:lnSpc>
              <a:buFont typeface="Arial" panose="020B0604020202020204" pitchFamily="34" charset="0"/>
              <a:buChar char="•"/>
            </a:pPr>
            <a:r>
              <a:rPr lang="en-AU" altLang="en-US" dirty="0"/>
              <a:t>What can you infer about a subject through their body language?  </a:t>
            </a:r>
          </a:p>
          <a:p>
            <a:pPr marL="457200" indent="-457200" eaLnBrk="1" hangingPunct="1">
              <a:lnSpc>
                <a:spcPct val="120000"/>
              </a:lnSpc>
              <a:buFont typeface="Arial" panose="020B0604020202020204" pitchFamily="34" charset="0"/>
              <a:buChar char="•"/>
            </a:pPr>
            <a:r>
              <a:rPr lang="en-AU" altLang="en-US" dirty="0"/>
              <a:t>Does body language reveal a relationship between subjects?  </a:t>
            </a:r>
          </a:p>
          <a:p>
            <a:pPr marL="457200" indent="-457200" eaLnBrk="1" hangingPunct="1">
              <a:lnSpc>
                <a:spcPct val="120000"/>
              </a:lnSpc>
              <a:buFont typeface="Arial" panose="020B0604020202020204" pitchFamily="34" charset="0"/>
              <a:buChar char="•"/>
            </a:pPr>
            <a:r>
              <a:rPr lang="en-AU" altLang="en-US" dirty="0"/>
              <a:t>Is there a connection between a subject</a:t>
            </a:r>
            <a:r>
              <a:rPr lang="ja-JP" altLang="en-AU" dirty="0"/>
              <a:t>’</a:t>
            </a:r>
            <a:r>
              <a:rPr lang="en-AU" altLang="ja-JP" dirty="0"/>
              <a:t>s body language and what is occurring in the image?</a:t>
            </a:r>
          </a:p>
          <a:p>
            <a:pPr eaLnBrk="1" hangingPunct="1">
              <a:lnSpc>
                <a:spcPct val="120000"/>
              </a:lnSpc>
            </a:pPr>
            <a:endParaRPr lang="en-AU" altLang="en-US" dirty="0"/>
          </a:p>
        </p:txBody>
      </p:sp>
      <p:pic>
        <p:nvPicPr>
          <p:cNvPr id="46083" name="Picture 1" descr="Screenshot 2015-07-02 17.07.24.png">
            <a:extLst>
              <a:ext uri="{FF2B5EF4-FFF2-40B4-BE49-F238E27FC236}">
                <a16:creationId xmlns:a16="http://schemas.microsoft.com/office/drawing/2014/main" id="{928868A2-C8DE-4FD3-9D18-6E2466CF7C8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08550" y="249238"/>
            <a:ext cx="4191000" cy="633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806937A9-8E97-4BD8-82E3-106344A023FA}"/>
              </a:ext>
            </a:extLst>
          </p:cNvPr>
          <p:cNvSpPr>
            <a:spLocks noGrp="1" noChangeArrowheads="1"/>
          </p:cNvSpPr>
          <p:nvPr>
            <p:ph type="title"/>
          </p:nvPr>
        </p:nvSpPr>
        <p:spPr/>
        <p:txBody>
          <a:bodyPr/>
          <a:lstStyle/>
          <a:p>
            <a:pPr eaLnBrk="1" hangingPunct="1">
              <a:lnSpc>
                <a:spcPct val="120000"/>
              </a:lnSpc>
              <a:defRPr/>
            </a:pPr>
            <a:r>
              <a:rPr lang="en-AU"/>
              <a:t>SYMBOLIC</a:t>
            </a:r>
          </a:p>
        </p:txBody>
      </p:sp>
      <p:sp>
        <p:nvSpPr>
          <p:cNvPr id="12291" name="Rectangle 3">
            <a:extLst>
              <a:ext uri="{FF2B5EF4-FFF2-40B4-BE49-F238E27FC236}">
                <a16:creationId xmlns:a16="http://schemas.microsoft.com/office/drawing/2014/main" id="{D8E348F1-F7F1-4FDA-B046-655B11A92701}"/>
              </a:ext>
            </a:extLst>
          </p:cNvPr>
          <p:cNvSpPr>
            <a:spLocks noGrp="1" noChangeArrowheads="1"/>
          </p:cNvSpPr>
          <p:nvPr>
            <p:ph type="body" sz="half" idx="2"/>
          </p:nvPr>
        </p:nvSpPr>
        <p:spPr>
          <a:xfrm>
            <a:off x="629840" y="1492251"/>
            <a:ext cx="4158183" cy="5229225"/>
          </a:xfrm>
        </p:spPr>
        <p:txBody>
          <a:bodyPr>
            <a:normAutofit fontScale="92500" lnSpcReduction="20000"/>
          </a:bodyPr>
          <a:lstStyle/>
          <a:p>
            <a:pPr eaLnBrk="1" hangingPunct="1">
              <a:lnSpc>
                <a:spcPct val="120000"/>
              </a:lnSpc>
            </a:pPr>
            <a:r>
              <a:rPr lang="en-AU" altLang="en-US" dirty="0"/>
              <a:t>LIGHTING AND SHADING </a:t>
            </a:r>
          </a:p>
          <a:p>
            <a:pPr marL="457200" indent="-457200" eaLnBrk="1" hangingPunct="1">
              <a:lnSpc>
                <a:spcPct val="120000"/>
              </a:lnSpc>
              <a:buFont typeface="Arial" panose="020B0604020202020204" pitchFamily="34" charset="0"/>
              <a:buChar char="•"/>
            </a:pPr>
            <a:r>
              <a:rPr lang="en-AU" altLang="en-US" dirty="0"/>
              <a:t>How does lighting contribute to the overall mood?  </a:t>
            </a:r>
          </a:p>
          <a:p>
            <a:pPr marL="457200" indent="-457200" eaLnBrk="1" hangingPunct="1">
              <a:lnSpc>
                <a:spcPct val="120000"/>
              </a:lnSpc>
              <a:buFont typeface="Arial" panose="020B0604020202020204" pitchFamily="34" charset="0"/>
              <a:buChar char="•"/>
            </a:pPr>
            <a:r>
              <a:rPr lang="en-AU" altLang="en-US" dirty="0"/>
              <a:t>Is lighting used to emphasise certain areas, objects or subjects?  </a:t>
            </a:r>
          </a:p>
          <a:p>
            <a:pPr marL="457200" indent="-457200" eaLnBrk="1" hangingPunct="1">
              <a:lnSpc>
                <a:spcPct val="120000"/>
              </a:lnSpc>
              <a:buFont typeface="Arial" panose="020B0604020202020204" pitchFamily="34" charset="0"/>
              <a:buChar char="•"/>
            </a:pPr>
            <a:r>
              <a:rPr lang="en-AU" altLang="en-US" dirty="0"/>
              <a:t>Are certain areas, objects or subjects in shadow?</a:t>
            </a:r>
          </a:p>
          <a:p>
            <a:pPr eaLnBrk="1" hangingPunct="1">
              <a:lnSpc>
                <a:spcPct val="120000"/>
              </a:lnSpc>
            </a:pPr>
            <a:endParaRPr lang="en-AU" altLang="en-US" dirty="0"/>
          </a:p>
        </p:txBody>
      </p:sp>
      <p:pic>
        <p:nvPicPr>
          <p:cNvPr id="48131" name="Picture 2" descr="Screenshot 2015-07-02 16.10.14.png">
            <a:extLst>
              <a:ext uri="{FF2B5EF4-FFF2-40B4-BE49-F238E27FC236}">
                <a16:creationId xmlns:a16="http://schemas.microsoft.com/office/drawing/2014/main" id="{F89CAC0E-AA8D-4184-AB1C-2550EDA42FE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32363" y="1052513"/>
            <a:ext cx="3944937" cy="522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8175BA31-D469-4F39-9073-CF33882BAF01}"/>
              </a:ext>
            </a:extLst>
          </p:cNvPr>
          <p:cNvSpPr>
            <a:spLocks noGrp="1" noChangeArrowheads="1"/>
          </p:cNvSpPr>
          <p:nvPr>
            <p:ph type="title"/>
          </p:nvPr>
        </p:nvSpPr>
        <p:spPr/>
        <p:txBody>
          <a:bodyPr/>
          <a:lstStyle/>
          <a:p>
            <a:pPr eaLnBrk="1" hangingPunct="1">
              <a:lnSpc>
                <a:spcPct val="120000"/>
              </a:lnSpc>
              <a:defRPr/>
            </a:pPr>
            <a:r>
              <a:rPr lang="en-AU"/>
              <a:t>SYMBOLIC</a:t>
            </a:r>
          </a:p>
        </p:txBody>
      </p:sp>
      <p:sp>
        <p:nvSpPr>
          <p:cNvPr id="11267" name="Rectangle 3">
            <a:extLst>
              <a:ext uri="{FF2B5EF4-FFF2-40B4-BE49-F238E27FC236}">
                <a16:creationId xmlns:a16="http://schemas.microsoft.com/office/drawing/2014/main" id="{DDA43BC1-D7C4-4686-BBD5-1C5FCA173AAA}"/>
              </a:ext>
            </a:extLst>
          </p:cNvPr>
          <p:cNvSpPr>
            <a:spLocks noGrp="1" noChangeArrowheads="1"/>
          </p:cNvSpPr>
          <p:nvPr>
            <p:ph type="body" sz="half" idx="2"/>
          </p:nvPr>
        </p:nvSpPr>
        <p:spPr/>
        <p:txBody>
          <a:bodyPr/>
          <a:lstStyle/>
          <a:p>
            <a:pPr eaLnBrk="1" hangingPunct="1">
              <a:lnSpc>
                <a:spcPct val="120000"/>
              </a:lnSpc>
            </a:pPr>
            <a:r>
              <a:rPr lang="en-AU" altLang="en-US" dirty="0"/>
              <a:t>COLOUR </a:t>
            </a:r>
          </a:p>
          <a:p>
            <a:pPr marL="457200" indent="-457200" eaLnBrk="1" hangingPunct="1">
              <a:lnSpc>
                <a:spcPct val="120000"/>
              </a:lnSpc>
              <a:buFont typeface="Arial" panose="020B0604020202020204" pitchFamily="34" charset="0"/>
              <a:buChar char="•"/>
            </a:pPr>
            <a:r>
              <a:rPr lang="en-AU" altLang="en-US" dirty="0"/>
              <a:t>Are certain colours used because of their associated meanings?</a:t>
            </a:r>
          </a:p>
          <a:p>
            <a:pPr eaLnBrk="1" hangingPunct="1">
              <a:lnSpc>
                <a:spcPct val="120000"/>
              </a:lnSpc>
            </a:pPr>
            <a:endParaRPr lang="en-AU" altLang="en-US" dirty="0"/>
          </a:p>
        </p:txBody>
      </p:sp>
      <p:pic>
        <p:nvPicPr>
          <p:cNvPr id="50179" name="Picture 1" descr="Screenshot 2015-07-03 15.08.05.png">
            <a:extLst>
              <a:ext uri="{FF2B5EF4-FFF2-40B4-BE49-F238E27FC236}">
                <a16:creationId xmlns:a16="http://schemas.microsoft.com/office/drawing/2014/main" id="{D78E0F2C-F6FD-4D60-A875-F0B2C007207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76825" y="1052513"/>
            <a:ext cx="3700463" cy="551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30C7B160-8ABD-4AA8-BA29-786BBA59EE13}"/>
              </a:ext>
            </a:extLst>
          </p:cNvPr>
          <p:cNvSpPr>
            <a:spLocks noGrp="1" noChangeArrowheads="1"/>
          </p:cNvSpPr>
          <p:nvPr>
            <p:ph type="title"/>
          </p:nvPr>
        </p:nvSpPr>
        <p:spPr/>
        <p:txBody>
          <a:bodyPr/>
          <a:lstStyle/>
          <a:p>
            <a:pPr eaLnBrk="1" hangingPunct="1">
              <a:lnSpc>
                <a:spcPct val="120000"/>
              </a:lnSpc>
              <a:defRPr/>
            </a:pPr>
            <a:r>
              <a:rPr lang="en-AU"/>
              <a:t>SYMBOLIC</a:t>
            </a:r>
          </a:p>
        </p:txBody>
      </p:sp>
      <p:sp>
        <p:nvSpPr>
          <p:cNvPr id="14339" name="Rectangle 3">
            <a:extLst>
              <a:ext uri="{FF2B5EF4-FFF2-40B4-BE49-F238E27FC236}">
                <a16:creationId xmlns:a16="http://schemas.microsoft.com/office/drawing/2014/main" id="{3C3A8E59-B1D4-4B24-8D09-B68C2168AEAC}"/>
              </a:ext>
            </a:extLst>
          </p:cNvPr>
          <p:cNvSpPr>
            <a:spLocks noGrp="1" noChangeArrowheads="1"/>
          </p:cNvSpPr>
          <p:nvPr>
            <p:ph type="body" sz="half" idx="2"/>
          </p:nvPr>
        </p:nvSpPr>
        <p:spPr/>
        <p:txBody>
          <a:bodyPr/>
          <a:lstStyle/>
          <a:p>
            <a:pPr eaLnBrk="1" hangingPunct="1">
              <a:lnSpc>
                <a:spcPct val="120000"/>
              </a:lnSpc>
            </a:pPr>
            <a:r>
              <a:rPr lang="en-AU" altLang="en-US" dirty="0"/>
              <a:t>COLOUR </a:t>
            </a:r>
          </a:p>
          <a:p>
            <a:pPr marL="457200" indent="-457200" eaLnBrk="1" hangingPunct="1">
              <a:lnSpc>
                <a:spcPct val="120000"/>
              </a:lnSpc>
              <a:buFont typeface="Arial" panose="020B0604020202020204" pitchFamily="34" charset="0"/>
              <a:buChar char="•"/>
            </a:pPr>
            <a:r>
              <a:rPr lang="en-AU" altLang="en-US" dirty="0"/>
              <a:t>Are certain colours used because of their associated meanings?</a:t>
            </a:r>
          </a:p>
          <a:p>
            <a:pPr eaLnBrk="1" hangingPunct="1">
              <a:lnSpc>
                <a:spcPct val="120000"/>
              </a:lnSpc>
            </a:pPr>
            <a:endParaRPr lang="en-AU" altLang="en-US" dirty="0"/>
          </a:p>
        </p:txBody>
      </p:sp>
      <p:pic>
        <p:nvPicPr>
          <p:cNvPr id="52227" name="Picture 4" descr="Screenshot 2015-07-03 15.09.36.png">
            <a:extLst>
              <a:ext uri="{FF2B5EF4-FFF2-40B4-BE49-F238E27FC236}">
                <a16:creationId xmlns:a16="http://schemas.microsoft.com/office/drawing/2014/main" id="{75432FC1-5F52-4FDE-9A10-7DB19B08B0C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32040" y="806514"/>
            <a:ext cx="3778573" cy="5633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31A08767-5723-4E19-8521-92AAF24C2538}"/>
              </a:ext>
            </a:extLst>
          </p:cNvPr>
          <p:cNvSpPr>
            <a:spLocks noGrp="1" noChangeArrowheads="1"/>
          </p:cNvSpPr>
          <p:nvPr>
            <p:ph type="title"/>
          </p:nvPr>
        </p:nvSpPr>
        <p:spPr/>
        <p:txBody>
          <a:bodyPr/>
          <a:lstStyle/>
          <a:p>
            <a:pPr eaLnBrk="1" hangingPunct="1">
              <a:lnSpc>
                <a:spcPct val="120000"/>
              </a:lnSpc>
              <a:defRPr/>
            </a:pPr>
            <a:r>
              <a:rPr lang="en-AU"/>
              <a:t>SYMBOLIC</a:t>
            </a:r>
          </a:p>
        </p:txBody>
      </p:sp>
      <p:sp>
        <p:nvSpPr>
          <p:cNvPr id="19459" name="Rectangle 3">
            <a:extLst>
              <a:ext uri="{FF2B5EF4-FFF2-40B4-BE49-F238E27FC236}">
                <a16:creationId xmlns:a16="http://schemas.microsoft.com/office/drawing/2014/main" id="{DAB01288-937A-4742-9E9A-0C38D38B6E3E}"/>
              </a:ext>
            </a:extLst>
          </p:cNvPr>
          <p:cNvSpPr>
            <a:spLocks noGrp="1" noChangeArrowheads="1"/>
          </p:cNvSpPr>
          <p:nvPr>
            <p:ph type="body" sz="half" idx="2"/>
          </p:nvPr>
        </p:nvSpPr>
        <p:spPr>
          <a:xfrm>
            <a:off x="629840" y="1556792"/>
            <a:ext cx="4158183" cy="5164684"/>
          </a:xfrm>
        </p:spPr>
        <p:txBody>
          <a:bodyPr/>
          <a:lstStyle/>
          <a:p>
            <a:pPr eaLnBrk="1" hangingPunct="1">
              <a:lnSpc>
                <a:spcPct val="120000"/>
              </a:lnSpc>
            </a:pPr>
            <a:r>
              <a:rPr lang="en-AU" altLang="en-US" dirty="0"/>
              <a:t>SETTING </a:t>
            </a:r>
          </a:p>
          <a:p>
            <a:pPr marL="457200" indent="-457200" eaLnBrk="1" hangingPunct="1">
              <a:lnSpc>
                <a:spcPct val="120000"/>
              </a:lnSpc>
              <a:buFont typeface="Arial" panose="020B0604020202020204" pitchFamily="34" charset="0"/>
              <a:buChar char="•"/>
            </a:pPr>
            <a:r>
              <a:rPr lang="en-AU" altLang="en-US" dirty="0"/>
              <a:t>Is a setting visible?  Is the setting a recognisable place?  </a:t>
            </a:r>
          </a:p>
          <a:p>
            <a:pPr marL="457200" indent="-457200" eaLnBrk="1" hangingPunct="1">
              <a:lnSpc>
                <a:spcPct val="120000"/>
              </a:lnSpc>
              <a:buFont typeface="Arial" panose="020B0604020202020204" pitchFamily="34" charset="0"/>
              <a:buChar char="•"/>
            </a:pPr>
            <a:r>
              <a:rPr lang="en-AU" altLang="en-US" dirty="0"/>
              <a:t>Does the setting have associated meanings?</a:t>
            </a:r>
          </a:p>
          <a:p>
            <a:pPr eaLnBrk="1" hangingPunct="1">
              <a:lnSpc>
                <a:spcPct val="120000"/>
              </a:lnSpc>
            </a:pPr>
            <a:endParaRPr lang="en-AU" altLang="en-US" dirty="0"/>
          </a:p>
        </p:txBody>
      </p:sp>
      <p:pic>
        <p:nvPicPr>
          <p:cNvPr id="54275" name="Picture 2" descr="Screenshot 2015-07-03 15.10.55.png">
            <a:extLst>
              <a:ext uri="{FF2B5EF4-FFF2-40B4-BE49-F238E27FC236}">
                <a16:creationId xmlns:a16="http://schemas.microsoft.com/office/drawing/2014/main" id="{458FD240-C626-423D-98C4-149F2B4DD4A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92725" y="1028700"/>
            <a:ext cx="3851275" cy="582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1A7B3EEA-8E0C-4ADF-874E-712ECF47A335}"/>
              </a:ext>
            </a:extLst>
          </p:cNvPr>
          <p:cNvSpPr>
            <a:spLocks noGrp="1" noChangeArrowheads="1"/>
          </p:cNvSpPr>
          <p:nvPr>
            <p:ph type="title"/>
          </p:nvPr>
        </p:nvSpPr>
        <p:spPr/>
        <p:txBody>
          <a:bodyPr/>
          <a:lstStyle/>
          <a:p>
            <a:pPr eaLnBrk="1" hangingPunct="1">
              <a:lnSpc>
                <a:spcPct val="120000"/>
              </a:lnSpc>
              <a:defRPr/>
            </a:pPr>
            <a:r>
              <a:rPr lang="en-AU" dirty="0"/>
              <a:t>WRITTEN</a:t>
            </a:r>
          </a:p>
        </p:txBody>
      </p:sp>
      <p:sp>
        <p:nvSpPr>
          <p:cNvPr id="21507" name="Rectangle 3">
            <a:extLst>
              <a:ext uri="{FF2B5EF4-FFF2-40B4-BE49-F238E27FC236}">
                <a16:creationId xmlns:a16="http://schemas.microsoft.com/office/drawing/2014/main" id="{DC14C67C-3B2A-440F-B742-A32301DBA671}"/>
              </a:ext>
            </a:extLst>
          </p:cNvPr>
          <p:cNvSpPr>
            <a:spLocks noGrp="1" noChangeArrowheads="1"/>
          </p:cNvSpPr>
          <p:nvPr>
            <p:ph type="body" sz="half" idx="2"/>
          </p:nvPr>
        </p:nvSpPr>
        <p:spPr>
          <a:xfrm>
            <a:off x="251520" y="2074985"/>
            <a:ext cx="4158183" cy="4664076"/>
          </a:xfrm>
        </p:spPr>
        <p:txBody>
          <a:bodyPr/>
          <a:lstStyle/>
          <a:p>
            <a:pPr eaLnBrk="1" hangingPunct="1">
              <a:lnSpc>
                <a:spcPct val="120000"/>
              </a:lnSpc>
            </a:pPr>
            <a:r>
              <a:rPr lang="en-AU" altLang="en-US" dirty="0"/>
              <a:t>FONT AND SIZE </a:t>
            </a:r>
          </a:p>
          <a:p>
            <a:pPr marL="457200" indent="-457200" eaLnBrk="1" hangingPunct="1">
              <a:lnSpc>
                <a:spcPct val="120000"/>
              </a:lnSpc>
              <a:buFont typeface="Arial" panose="020B0604020202020204" pitchFamily="34" charset="0"/>
              <a:buChar char="•"/>
            </a:pPr>
            <a:r>
              <a:rPr lang="en-AU" altLang="en-US" dirty="0"/>
              <a:t>Are certain words bigger or smaller than others?  </a:t>
            </a:r>
          </a:p>
          <a:p>
            <a:pPr marL="457200" indent="-457200" eaLnBrk="1" hangingPunct="1">
              <a:lnSpc>
                <a:spcPct val="120000"/>
              </a:lnSpc>
              <a:buFont typeface="Arial" panose="020B0604020202020204" pitchFamily="34" charset="0"/>
              <a:buChar char="•"/>
            </a:pPr>
            <a:r>
              <a:rPr lang="en-AU" altLang="en-US" dirty="0"/>
              <a:t>Does the font relate to the subject matter?</a:t>
            </a:r>
          </a:p>
          <a:p>
            <a:pPr eaLnBrk="1" hangingPunct="1">
              <a:lnSpc>
                <a:spcPct val="120000"/>
              </a:lnSpc>
              <a:buFont typeface="Wingdings" panose="05000000000000000000" pitchFamily="2" charset="2"/>
              <a:buNone/>
            </a:pPr>
            <a:endParaRPr lang="en-AU" altLang="en-US" dirty="0"/>
          </a:p>
        </p:txBody>
      </p:sp>
      <p:pic>
        <p:nvPicPr>
          <p:cNvPr id="56323" name="Picture 2" descr="Screenshot 2015-07-02 13.02.44.png">
            <a:extLst>
              <a:ext uri="{FF2B5EF4-FFF2-40B4-BE49-F238E27FC236}">
                <a16:creationId xmlns:a16="http://schemas.microsoft.com/office/drawing/2014/main" id="{AAA4A9C5-5342-4F95-879E-F4AE4C40E70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83968" y="1032650"/>
            <a:ext cx="4860032" cy="484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E399E648-D15D-43AF-90AB-29230D03D40F}"/>
              </a:ext>
            </a:extLst>
          </p:cNvPr>
          <p:cNvSpPr>
            <a:spLocks noGrp="1" noChangeArrowheads="1"/>
          </p:cNvSpPr>
          <p:nvPr>
            <p:ph type="title"/>
          </p:nvPr>
        </p:nvSpPr>
        <p:spPr/>
        <p:txBody>
          <a:bodyPr/>
          <a:lstStyle/>
          <a:p>
            <a:pPr eaLnBrk="1" hangingPunct="1">
              <a:lnSpc>
                <a:spcPct val="120000"/>
              </a:lnSpc>
              <a:defRPr/>
            </a:pPr>
            <a:r>
              <a:rPr lang="en-AU" dirty="0"/>
              <a:t>WRITTEN</a:t>
            </a:r>
          </a:p>
        </p:txBody>
      </p:sp>
      <p:sp>
        <p:nvSpPr>
          <p:cNvPr id="21507" name="Rectangle 3">
            <a:extLst>
              <a:ext uri="{FF2B5EF4-FFF2-40B4-BE49-F238E27FC236}">
                <a16:creationId xmlns:a16="http://schemas.microsoft.com/office/drawing/2014/main" id="{03F66465-2914-4A1B-A698-516974140A77}"/>
              </a:ext>
            </a:extLst>
          </p:cNvPr>
          <p:cNvSpPr>
            <a:spLocks noGrp="1" noChangeArrowheads="1"/>
          </p:cNvSpPr>
          <p:nvPr>
            <p:ph type="body" sz="half" idx="2"/>
          </p:nvPr>
        </p:nvSpPr>
        <p:spPr/>
        <p:txBody>
          <a:bodyPr/>
          <a:lstStyle/>
          <a:p>
            <a:pPr eaLnBrk="1" hangingPunct="1">
              <a:lnSpc>
                <a:spcPct val="120000"/>
              </a:lnSpc>
            </a:pPr>
            <a:r>
              <a:rPr lang="en-AU" altLang="en-US" dirty="0"/>
              <a:t>FONT AND SIZE </a:t>
            </a:r>
          </a:p>
          <a:p>
            <a:pPr marL="457200" indent="-457200" eaLnBrk="1" hangingPunct="1">
              <a:lnSpc>
                <a:spcPct val="120000"/>
              </a:lnSpc>
              <a:buFont typeface="Arial" panose="020B0604020202020204" pitchFamily="34" charset="0"/>
              <a:buChar char="•"/>
            </a:pPr>
            <a:r>
              <a:rPr lang="en-AU" altLang="en-US" dirty="0"/>
              <a:t>Are certain words bigger or smaller than others?  </a:t>
            </a:r>
          </a:p>
          <a:p>
            <a:pPr marL="457200" indent="-457200" eaLnBrk="1" hangingPunct="1">
              <a:lnSpc>
                <a:spcPct val="120000"/>
              </a:lnSpc>
              <a:buFont typeface="Arial" panose="020B0604020202020204" pitchFamily="34" charset="0"/>
              <a:buChar char="•"/>
            </a:pPr>
            <a:r>
              <a:rPr lang="en-AU" altLang="en-US" dirty="0"/>
              <a:t>Does the font relate to the subject matter?</a:t>
            </a:r>
          </a:p>
          <a:p>
            <a:pPr eaLnBrk="1" hangingPunct="1">
              <a:lnSpc>
                <a:spcPct val="120000"/>
              </a:lnSpc>
              <a:buFont typeface="Wingdings" panose="05000000000000000000" pitchFamily="2" charset="2"/>
              <a:buNone/>
            </a:pPr>
            <a:endParaRPr lang="en-AU" altLang="en-US" dirty="0"/>
          </a:p>
        </p:txBody>
      </p:sp>
      <p:pic>
        <p:nvPicPr>
          <p:cNvPr id="58371" name="Picture 1" descr="Screenshot 2015-07-02 12.59.20.png">
            <a:extLst>
              <a:ext uri="{FF2B5EF4-FFF2-40B4-BE49-F238E27FC236}">
                <a16:creationId xmlns:a16="http://schemas.microsoft.com/office/drawing/2014/main" id="{5EA73836-E43E-450E-A094-D0BEB85615B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65174" y="405606"/>
            <a:ext cx="4948803" cy="3671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1EB7ED1-BFBD-46CA-84BA-A1CB449559DE}"/>
              </a:ext>
            </a:extLst>
          </p:cNvPr>
          <p:cNvSpPr>
            <a:spLocks noGrp="1" noChangeArrowheads="1"/>
          </p:cNvSpPr>
          <p:nvPr>
            <p:ph type="title"/>
          </p:nvPr>
        </p:nvSpPr>
        <p:spPr/>
        <p:txBody>
          <a:bodyPr/>
          <a:lstStyle/>
          <a:p>
            <a:pPr eaLnBrk="1" hangingPunct="1">
              <a:lnSpc>
                <a:spcPct val="120000"/>
              </a:lnSpc>
              <a:defRPr/>
            </a:pPr>
            <a:r>
              <a:rPr lang="en-AU" dirty="0"/>
              <a:t>WRITTEN</a:t>
            </a:r>
          </a:p>
        </p:txBody>
      </p:sp>
      <p:sp>
        <p:nvSpPr>
          <p:cNvPr id="21507" name="Rectangle 3">
            <a:extLst>
              <a:ext uri="{FF2B5EF4-FFF2-40B4-BE49-F238E27FC236}">
                <a16:creationId xmlns:a16="http://schemas.microsoft.com/office/drawing/2014/main" id="{A0B780AC-A08B-4852-BB13-8788A39ADE93}"/>
              </a:ext>
            </a:extLst>
          </p:cNvPr>
          <p:cNvSpPr>
            <a:spLocks noGrp="1" noChangeArrowheads="1"/>
          </p:cNvSpPr>
          <p:nvPr>
            <p:ph type="body" sz="half" idx="2"/>
          </p:nvPr>
        </p:nvSpPr>
        <p:spPr>
          <a:xfrm>
            <a:off x="269800" y="1628800"/>
            <a:ext cx="4518224" cy="5092676"/>
          </a:xfrm>
        </p:spPr>
        <p:txBody>
          <a:bodyPr>
            <a:normAutofit fontScale="85000" lnSpcReduction="10000"/>
          </a:bodyPr>
          <a:lstStyle/>
          <a:p>
            <a:pPr eaLnBrk="1" hangingPunct="1">
              <a:lnSpc>
                <a:spcPct val="120000"/>
              </a:lnSpc>
            </a:pPr>
            <a:r>
              <a:rPr lang="en-AU" altLang="en-US" dirty="0"/>
              <a:t>INCLUSION </a:t>
            </a:r>
          </a:p>
          <a:p>
            <a:pPr marL="457200" indent="-457200" eaLnBrk="1" hangingPunct="1">
              <a:lnSpc>
                <a:spcPct val="120000"/>
              </a:lnSpc>
              <a:buFont typeface="Arial" panose="020B0604020202020204" pitchFamily="34" charset="0"/>
              <a:buChar char="•"/>
            </a:pPr>
            <a:r>
              <a:rPr lang="en-AU" altLang="en-US" dirty="0"/>
              <a:t>What are you able to read in the image?  </a:t>
            </a:r>
          </a:p>
          <a:p>
            <a:pPr marL="457200" indent="-457200" eaLnBrk="1" hangingPunct="1">
              <a:lnSpc>
                <a:spcPct val="120000"/>
              </a:lnSpc>
              <a:buFont typeface="Arial" panose="020B0604020202020204" pitchFamily="34" charset="0"/>
              <a:buChar char="•"/>
            </a:pPr>
            <a:r>
              <a:rPr lang="en-AU" altLang="en-US" dirty="0"/>
              <a:t>Have signs, poster, written materials been deliberately included in the frame?  </a:t>
            </a:r>
          </a:p>
          <a:p>
            <a:pPr marL="457200" indent="-457200" eaLnBrk="1" hangingPunct="1">
              <a:lnSpc>
                <a:spcPct val="120000"/>
              </a:lnSpc>
              <a:buFont typeface="Arial" panose="020B0604020202020204" pitchFamily="34" charset="0"/>
              <a:buChar char="•"/>
            </a:pPr>
            <a:r>
              <a:rPr lang="en-AU" altLang="en-US" dirty="0"/>
              <a:t>How does their inclusion relate to the image?  </a:t>
            </a:r>
          </a:p>
          <a:p>
            <a:pPr marL="457200" indent="-457200" eaLnBrk="1" hangingPunct="1">
              <a:lnSpc>
                <a:spcPct val="120000"/>
              </a:lnSpc>
              <a:buFont typeface="Arial" panose="020B0604020202020204" pitchFamily="34" charset="0"/>
              <a:buChar char="•"/>
            </a:pPr>
            <a:r>
              <a:rPr lang="en-AU" altLang="en-US" dirty="0"/>
              <a:t>Does their inclusion influence the meaning made from the image?</a:t>
            </a:r>
          </a:p>
          <a:p>
            <a:pPr eaLnBrk="1" hangingPunct="1">
              <a:lnSpc>
                <a:spcPct val="120000"/>
              </a:lnSpc>
            </a:pPr>
            <a:endParaRPr lang="en-AU" altLang="en-US" dirty="0"/>
          </a:p>
        </p:txBody>
      </p:sp>
      <p:pic>
        <p:nvPicPr>
          <p:cNvPr id="60419" name="Picture 1" descr="Screenshot 2015-07-03 15.05.45.png">
            <a:extLst>
              <a:ext uri="{FF2B5EF4-FFF2-40B4-BE49-F238E27FC236}">
                <a16:creationId xmlns:a16="http://schemas.microsoft.com/office/drawing/2014/main" id="{FF8AF75A-53E3-4791-9B4F-3C4D80BF1EA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59338" y="844550"/>
            <a:ext cx="4284662" cy="601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A2904589-B002-4387-863B-15F1C53D05AF}"/>
              </a:ext>
            </a:extLst>
          </p:cNvPr>
          <p:cNvSpPr>
            <a:spLocks noGrp="1" noChangeArrowheads="1"/>
          </p:cNvSpPr>
          <p:nvPr>
            <p:ph type="title"/>
          </p:nvPr>
        </p:nvSpPr>
        <p:spPr/>
        <p:txBody>
          <a:bodyPr/>
          <a:lstStyle/>
          <a:p>
            <a:pPr eaLnBrk="1" hangingPunct="1">
              <a:lnSpc>
                <a:spcPct val="120000"/>
              </a:lnSpc>
              <a:defRPr/>
            </a:pPr>
            <a:r>
              <a:rPr lang="en-AU"/>
              <a:t>WRITTEN</a:t>
            </a:r>
          </a:p>
        </p:txBody>
      </p:sp>
      <p:sp>
        <p:nvSpPr>
          <p:cNvPr id="21507" name="Rectangle 3">
            <a:extLst>
              <a:ext uri="{FF2B5EF4-FFF2-40B4-BE49-F238E27FC236}">
                <a16:creationId xmlns:a16="http://schemas.microsoft.com/office/drawing/2014/main" id="{5C9F6F5C-FE9E-4DB9-B7FD-B36AA920ED08}"/>
              </a:ext>
            </a:extLst>
          </p:cNvPr>
          <p:cNvSpPr>
            <a:spLocks noGrp="1" noChangeArrowheads="1"/>
          </p:cNvSpPr>
          <p:nvPr>
            <p:ph type="body" sz="half" idx="2"/>
          </p:nvPr>
        </p:nvSpPr>
        <p:spPr/>
        <p:txBody>
          <a:bodyPr>
            <a:normAutofit fontScale="92500" lnSpcReduction="10000"/>
          </a:bodyPr>
          <a:lstStyle/>
          <a:p>
            <a:pPr eaLnBrk="1" hangingPunct="1">
              <a:lnSpc>
                <a:spcPct val="120000"/>
              </a:lnSpc>
            </a:pPr>
            <a:r>
              <a:rPr lang="en-AU" altLang="en-US" dirty="0"/>
              <a:t>LANGUAGE CHOICE</a:t>
            </a:r>
          </a:p>
          <a:p>
            <a:pPr marL="457200" indent="-457200" eaLnBrk="1" hangingPunct="1">
              <a:lnSpc>
                <a:spcPct val="120000"/>
              </a:lnSpc>
              <a:buFont typeface="Arial" panose="020B0604020202020204" pitchFamily="34" charset="0"/>
              <a:buChar char="•"/>
            </a:pPr>
            <a:r>
              <a:rPr lang="en-AU" altLang="en-US" dirty="0"/>
              <a:t>Are connotative words used?  </a:t>
            </a:r>
          </a:p>
          <a:p>
            <a:pPr marL="457200" indent="-457200" eaLnBrk="1" hangingPunct="1">
              <a:lnSpc>
                <a:spcPct val="120000"/>
              </a:lnSpc>
              <a:buFont typeface="Arial" panose="020B0604020202020204" pitchFamily="34" charset="0"/>
              <a:buChar char="•"/>
            </a:pPr>
            <a:r>
              <a:rPr lang="en-AU" altLang="en-US" dirty="0"/>
              <a:t>Are words with emotive appeals used?  </a:t>
            </a:r>
          </a:p>
          <a:p>
            <a:pPr marL="457200" indent="-457200" eaLnBrk="1" hangingPunct="1">
              <a:lnSpc>
                <a:spcPct val="120000"/>
              </a:lnSpc>
              <a:buFont typeface="Arial" panose="020B0604020202020204" pitchFamily="34" charset="0"/>
              <a:buChar char="•"/>
            </a:pPr>
            <a:r>
              <a:rPr lang="en-AU" altLang="en-US" dirty="0"/>
              <a:t>How does the language attract the target audience?</a:t>
            </a:r>
          </a:p>
          <a:p>
            <a:pPr eaLnBrk="1" hangingPunct="1">
              <a:lnSpc>
                <a:spcPct val="120000"/>
              </a:lnSpc>
              <a:buFont typeface="Wingdings" panose="05000000000000000000" pitchFamily="2" charset="2"/>
              <a:buNone/>
            </a:pPr>
            <a:endParaRPr lang="en-AU" altLang="en-US" dirty="0"/>
          </a:p>
        </p:txBody>
      </p:sp>
      <p:pic>
        <p:nvPicPr>
          <p:cNvPr id="62467" name="Picture 2" descr="Screenshot 2015-07-02 16.08.14.png">
            <a:extLst>
              <a:ext uri="{FF2B5EF4-FFF2-40B4-BE49-F238E27FC236}">
                <a16:creationId xmlns:a16="http://schemas.microsoft.com/office/drawing/2014/main" id="{4E896D65-0FA2-407F-92E5-665C07997E2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484188"/>
            <a:ext cx="4267200" cy="627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F451CF31-BA0E-4606-B10C-02DC411C130C}"/>
              </a:ext>
            </a:extLst>
          </p:cNvPr>
          <p:cNvSpPr>
            <a:spLocks noGrp="1" noChangeArrowheads="1"/>
          </p:cNvSpPr>
          <p:nvPr>
            <p:ph type="title"/>
          </p:nvPr>
        </p:nvSpPr>
        <p:spPr/>
        <p:txBody>
          <a:bodyPr/>
          <a:lstStyle/>
          <a:p>
            <a:pPr eaLnBrk="1" hangingPunct="1">
              <a:lnSpc>
                <a:spcPct val="120000"/>
              </a:lnSpc>
              <a:defRPr/>
            </a:pPr>
            <a:r>
              <a:rPr lang="en-AU" dirty="0"/>
              <a:t>WRITTEN</a:t>
            </a:r>
          </a:p>
        </p:txBody>
      </p:sp>
      <p:sp>
        <p:nvSpPr>
          <p:cNvPr id="23555" name="Rectangle 3">
            <a:extLst>
              <a:ext uri="{FF2B5EF4-FFF2-40B4-BE49-F238E27FC236}">
                <a16:creationId xmlns:a16="http://schemas.microsoft.com/office/drawing/2014/main" id="{8D8385FA-D5E2-4E23-B117-14B65224C36A}"/>
              </a:ext>
            </a:extLst>
          </p:cNvPr>
          <p:cNvSpPr>
            <a:spLocks noGrp="1" noChangeArrowheads="1"/>
          </p:cNvSpPr>
          <p:nvPr>
            <p:ph type="body" sz="half" idx="2"/>
          </p:nvPr>
        </p:nvSpPr>
        <p:spPr>
          <a:xfrm>
            <a:off x="558204" y="1484784"/>
            <a:ext cx="4229819" cy="5236692"/>
          </a:xfrm>
        </p:spPr>
        <p:txBody>
          <a:bodyPr>
            <a:normAutofit fontScale="85000" lnSpcReduction="20000"/>
          </a:bodyPr>
          <a:lstStyle/>
          <a:p>
            <a:pPr eaLnBrk="1" hangingPunct="1">
              <a:lnSpc>
                <a:spcPct val="120000"/>
              </a:lnSpc>
            </a:pPr>
            <a:r>
              <a:rPr lang="en-US" altLang="en-US" dirty="0"/>
              <a:t>TAG LINE</a:t>
            </a:r>
            <a:br>
              <a:rPr lang="en-US" altLang="en-US" dirty="0"/>
            </a:br>
            <a:r>
              <a:rPr lang="en-US" altLang="en-US" dirty="0"/>
              <a:t>A catchy and memorable phrase or sentence on a book cover. </a:t>
            </a:r>
          </a:p>
          <a:p>
            <a:pPr eaLnBrk="1" hangingPunct="1">
              <a:lnSpc>
                <a:spcPct val="120000"/>
              </a:lnSpc>
            </a:pPr>
            <a:r>
              <a:rPr lang="en-US" altLang="en-US" dirty="0"/>
              <a:t>An effective slogan should convey the mood, tone, and main idea of the biography without giving too much away. </a:t>
            </a:r>
          </a:p>
          <a:p>
            <a:pPr eaLnBrk="1" hangingPunct="1">
              <a:lnSpc>
                <a:spcPct val="120000"/>
              </a:lnSpc>
            </a:pPr>
            <a:r>
              <a:rPr lang="en-US" altLang="en-US" dirty="0"/>
              <a:t>It should capture readers' attention and make them interested in the story. </a:t>
            </a:r>
            <a:endParaRPr lang="en-AU" altLang="en-US" dirty="0"/>
          </a:p>
        </p:txBody>
      </p:sp>
      <p:pic>
        <p:nvPicPr>
          <p:cNvPr id="64515" name="Picture 7" descr="Screenshot 2015-07-02 13.09.01.png">
            <a:extLst>
              <a:ext uri="{FF2B5EF4-FFF2-40B4-BE49-F238E27FC236}">
                <a16:creationId xmlns:a16="http://schemas.microsoft.com/office/drawing/2014/main" id="{D2DC863A-5456-4A38-A65E-E7A48ED466D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19700" y="908050"/>
            <a:ext cx="3730625" cy="561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DCB92878-82FB-4AA8-9C3E-835280958580}"/>
              </a:ext>
            </a:extLst>
          </p:cNvPr>
          <p:cNvSpPr>
            <a:spLocks noGrp="1" noChangeArrowheads="1"/>
          </p:cNvSpPr>
          <p:nvPr>
            <p:ph type="ctrTitle"/>
          </p:nvPr>
        </p:nvSpPr>
        <p:spPr>
          <a:xfrm>
            <a:off x="539750" y="765175"/>
            <a:ext cx="8604250" cy="1143000"/>
          </a:xfr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normAutofit fontScale="90000"/>
          </a:bodyPr>
          <a:lstStyle/>
          <a:p>
            <a:pPr eaLnBrk="1" hangingPunct="1">
              <a:lnSpc>
                <a:spcPct val="120000"/>
              </a:lnSpc>
              <a:defRPr/>
            </a:pPr>
            <a:r>
              <a:rPr lang="en-AU" dirty="0"/>
              <a:t>BIOGRAPHICAL VISUAL TEXTS</a:t>
            </a:r>
          </a:p>
        </p:txBody>
      </p:sp>
      <p:sp>
        <p:nvSpPr>
          <p:cNvPr id="2051" name="Rectangle 3">
            <a:extLst>
              <a:ext uri="{FF2B5EF4-FFF2-40B4-BE49-F238E27FC236}">
                <a16:creationId xmlns:a16="http://schemas.microsoft.com/office/drawing/2014/main" id="{B4DA763B-3FC5-4431-B348-B469FE3F7485}"/>
              </a:ext>
            </a:extLst>
          </p:cNvPr>
          <p:cNvSpPr>
            <a:spLocks noGrp="1" noChangeArrowheads="1"/>
          </p:cNvSpPr>
          <p:nvPr>
            <p:ph type="subTitle" idx="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eaLnBrk="1" hangingPunct="1">
              <a:lnSpc>
                <a:spcPct val="120000"/>
              </a:lnSpc>
              <a:defRPr/>
            </a:pPr>
            <a:r>
              <a:rPr lang="en-AU" dirty="0"/>
              <a:t>Examples:</a:t>
            </a:r>
          </a:p>
          <a:p>
            <a:pPr eaLnBrk="1" hangingPunct="1">
              <a:lnSpc>
                <a:spcPct val="120000"/>
              </a:lnSpc>
              <a:defRPr/>
            </a:pPr>
            <a:r>
              <a:rPr lang="en-AU" dirty="0"/>
              <a:t> film posters</a:t>
            </a:r>
          </a:p>
          <a:p>
            <a:pPr eaLnBrk="1" hangingPunct="1">
              <a:lnSpc>
                <a:spcPct val="120000"/>
              </a:lnSpc>
              <a:defRPr/>
            </a:pPr>
            <a:r>
              <a:rPr lang="en-AU" dirty="0"/>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09" name="Picture 1" descr="Screen Shot 2016-08-11 at 3.15.18 pm.png">
            <a:extLst>
              <a:ext uri="{FF2B5EF4-FFF2-40B4-BE49-F238E27FC236}">
                <a16:creationId xmlns:a16="http://schemas.microsoft.com/office/drawing/2014/main" id="{FEE5057B-2B1B-45AA-BBF9-A7FACD2D595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39975" y="41275"/>
            <a:ext cx="5041900" cy="681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3" name="Picture 1" descr="Screen Shot 2016-08-11 at 3.14.35 pm.png">
            <a:extLst>
              <a:ext uri="{FF2B5EF4-FFF2-40B4-BE49-F238E27FC236}">
                <a16:creationId xmlns:a16="http://schemas.microsoft.com/office/drawing/2014/main" id="{17CC8CD9-CD45-4E3E-AEC1-6C38CC0ED35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39975" y="73025"/>
            <a:ext cx="4573588" cy="678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7" name="Picture 1" descr="Screen Shot 2016-08-11 at 3.18.10 pm.png">
            <a:extLst>
              <a:ext uri="{FF2B5EF4-FFF2-40B4-BE49-F238E27FC236}">
                <a16:creationId xmlns:a16="http://schemas.microsoft.com/office/drawing/2014/main" id="{CF1CD992-4ED2-401D-B2C1-BD27B815961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00338" y="46038"/>
            <a:ext cx="4535487" cy="676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1" name="Picture 1" descr="Screen Shot 2016-08-11 at 3.15.50 pm.png">
            <a:extLst>
              <a:ext uri="{FF2B5EF4-FFF2-40B4-BE49-F238E27FC236}">
                <a16:creationId xmlns:a16="http://schemas.microsoft.com/office/drawing/2014/main" id="{08838EA9-BC73-461A-BBD8-3A22F262B96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00338" y="115888"/>
            <a:ext cx="4824412" cy="667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5" name="Picture 1" descr="Screen Shot 2016-08-11 at 3.21.58 pm.png">
            <a:extLst>
              <a:ext uri="{FF2B5EF4-FFF2-40B4-BE49-F238E27FC236}">
                <a16:creationId xmlns:a16="http://schemas.microsoft.com/office/drawing/2014/main" id="{60253C0F-CECE-477C-A73D-8FB98A75CAE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76563" y="95250"/>
            <a:ext cx="4619625" cy="672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29" name="Picture 1" descr="Screen Shot 2016-08-11 at 3.16.32 pm.png">
            <a:extLst>
              <a:ext uri="{FF2B5EF4-FFF2-40B4-BE49-F238E27FC236}">
                <a16:creationId xmlns:a16="http://schemas.microsoft.com/office/drawing/2014/main" id="{DB6CE115-3CB0-4493-B316-4D237503EAA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77963" y="620713"/>
            <a:ext cx="7637462" cy="511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1589</TotalTime>
  <Words>724</Words>
  <Application>Microsoft Office PowerPoint</Application>
  <PresentationFormat>On-screen Show (4:3)</PresentationFormat>
  <Paragraphs>136</Paragraphs>
  <Slides>31</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MS PGothic</vt:lpstr>
      <vt:lpstr>Wingdings</vt:lpstr>
      <vt:lpstr>Times New Roman</vt:lpstr>
      <vt:lpstr>Office Theme</vt:lpstr>
      <vt:lpstr>BIOGRAPHY COVERS &amp; POSTERS</vt:lpstr>
      <vt:lpstr>CONTEXT</vt:lpstr>
      <vt:lpstr>CONTEXT</vt:lpstr>
      <vt:lpstr>CONTEXT</vt:lpstr>
      <vt:lpstr>TECHNICAL</vt:lpstr>
      <vt:lpstr>TECHNICAL</vt:lpstr>
      <vt:lpstr>TECHNICAL</vt:lpstr>
      <vt:lpstr>TECHNICAL</vt:lpstr>
      <vt:lpstr>TECHNICAL</vt:lpstr>
      <vt:lpstr>SYMBOLIC</vt:lpstr>
      <vt:lpstr>SYMBOLIC</vt:lpstr>
      <vt:lpstr>SYMBOLIC</vt:lpstr>
      <vt:lpstr>SYMBOLIC</vt:lpstr>
      <vt:lpstr>SYMBOLIC</vt:lpstr>
      <vt:lpstr>SYMBOLIC</vt:lpstr>
      <vt:lpstr>SYMBOLIC</vt:lpstr>
      <vt:lpstr>SYMBOLIC</vt:lpstr>
      <vt:lpstr>SYMBOLIC</vt:lpstr>
      <vt:lpstr>SYMBOLIC</vt:lpstr>
      <vt:lpstr>WRITTEN</vt:lpstr>
      <vt:lpstr>WRITTEN</vt:lpstr>
      <vt:lpstr>WRITTEN</vt:lpstr>
      <vt:lpstr>WRITTEN</vt:lpstr>
      <vt:lpstr>WRITTEN</vt:lpstr>
      <vt:lpstr>BIOGRAPHICAL VISUAL TEXTS</vt:lpstr>
      <vt:lpstr>PowerPoint Presentation</vt:lpstr>
      <vt:lpstr>PowerPoint Presentation</vt:lpstr>
      <vt:lpstr>PowerPoint Presentation</vt:lpstr>
      <vt:lpstr>PowerPoint Presentation</vt:lpstr>
      <vt:lpstr>PowerPoint Presentation</vt:lpstr>
      <vt:lpstr>PowerPoint Presentation</vt:lpstr>
    </vt:vector>
  </TitlesOfParts>
  <Company>WA DET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FILM POSTERS</dc:title>
  <dc:creator>WA DET</dc:creator>
  <cp:lastModifiedBy>Andre Janse van Rensburg</cp:lastModifiedBy>
  <cp:revision>63</cp:revision>
  <dcterms:created xsi:type="dcterms:W3CDTF">2012-08-27T11:32:46Z</dcterms:created>
  <dcterms:modified xsi:type="dcterms:W3CDTF">2018-08-29T06:05:06Z</dcterms:modified>
</cp:coreProperties>
</file>