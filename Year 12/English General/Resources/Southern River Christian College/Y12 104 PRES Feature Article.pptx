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0" r:id="rId3"/>
    <p:sldId id="259" r:id="rId4"/>
    <p:sldId id="261" r:id="rId5"/>
    <p:sldId id="268" r:id="rId6"/>
    <p:sldId id="263" r:id="rId7"/>
    <p:sldId id="262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6" r:id="rId16"/>
    <p:sldId id="277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7F7F7"/>
    <a:srgbClr val="F2F2F2"/>
    <a:srgbClr val="CC00CC"/>
    <a:srgbClr val="3333FF"/>
    <a:srgbClr val="33CC33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00" autoAdjust="0"/>
    <p:restoredTop sz="90976" autoAdjust="0"/>
  </p:normalViewPr>
  <p:slideViewPr>
    <p:cSldViewPr>
      <p:cViewPr varScale="1">
        <p:scale>
          <a:sx n="66" d="100"/>
          <a:sy n="66" d="100"/>
        </p:scale>
        <p:origin x="122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07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Janse van Rensburg" userId="c242d890-f940-49be-a646-5509d964c911" providerId="ADAL" clId="{FCF1AE0F-5C1E-41AA-A932-617C0A7209DD}"/>
    <pc:docChg chg="undo custSel delSld modSld modMainMaster">
      <pc:chgData name="Andre Janse van Rensburg" userId="c242d890-f940-49be-a646-5509d964c911" providerId="ADAL" clId="{FCF1AE0F-5C1E-41AA-A932-617C0A7209DD}" dt="2018-12-05T03:22:16.024" v="310" actId="2696"/>
      <pc:docMkLst>
        <pc:docMk/>
      </pc:docMkLst>
      <pc:sldChg chg="modSp modTransition setBg">
        <pc:chgData name="Andre Janse van Rensburg" userId="c242d890-f940-49be-a646-5509d964c911" providerId="ADAL" clId="{FCF1AE0F-5C1E-41AA-A932-617C0A7209DD}" dt="2018-12-05T02:58:22.786" v="98" actId="20577"/>
        <pc:sldMkLst>
          <pc:docMk/>
          <pc:sldMk cId="0" sldId="256"/>
        </pc:sldMkLst>
        <pc:spChg chg="mod">
          <ac:chgData name="Andre Janse van Rensburg" userId="c242d890-f940-49be-a646-5509d964c911" providerId="ADAL" clId="{FCF1AE0F-5C1E-41AA-A932-617C0A7209DD}" dt="2018-12-05T02:58:22.786" v="98" actId="20577"/>
          <ac:spMkLst>
            <pc:docMk/>
            <pc:sldMk cId="0" sldId="256"/>
            <ac:spMk id="4098" creationId="{244BC703-104A-444D-8C99-3E8DC83FA142}"/>
          </ac:spMkLst>
        </pc:spChg>
      </pc:sldChg>
      <pc:sldChg chg="modSp modTransition modAnim">
        <pc:chgData name="Andre Janse van Rensburg" userId="c242d890-f940-49be-a646-5509d964c911" providerId="ADAL" clId="{FCF1AE0F-5C1E-41AA-A932-617C0A7209DD}" dt="2018-12-05T03:07:37.061" v="163" actId="27636"/>
        <pc:sldMkLst>
          <pc:docMk/>
          <pc:sldMk cId="0" sldId="259"/>
        </pc:sldMkLst>
        <pc:spChg chg="mod">
          <ac:chgData name="Andre Janse van Rensburg" userId="c242d890-f940-49be-a646-5509d964c911" providerId="ADAL" clId="{FCF1AE0F-5C1E-41AA-A932-617C0A7209DD}" dt="2018-12-05T03:07:37.061" v="163" actId="27636"/>
          <ac:spMkLst>
            <pc:docMk/>
            <pc:sldMk cId="0" sldId="259"/>
            <ac:spMk id="70660" creationId="{04A6845F-BE31-4D30-B969-E47AF34196D2}"/>
          </ac:spMkLst>
        </pc:spChg>
        <pc:picChg chg="mod">
          <ac:chgData name="Andre Janse van Rensburg" userId="c242d890-f940-49be-a646-5509d964c911" providerId="ADAL" clId="{FCF1AE0F-5C1E-41AA-A932-617C0A7209DD}" dt="2018-12-05T03:07:19.380" v="157" actId="14100"/>
          <ac:picMkLst>
            <pc:docMk/>
            <pc:sldMk cId="0" sldId="259"/>
            <ac:picMk id="6148" creationId="{6B48D20D-CE85-4B21-9E45-2585E6DAF3E2}"/>
          </ac:picMkLst>
        </pc:picChg>
      </pc:sldChg>
      <pc:sldChg chg="modSp modTransition modAnim">
        <pc:chgData name="Andre Janse van Rensburg" userId="c242d890-f940-49be-a646-5509d964c911" providerId="ADAL" clId="{FCF1AE0F-5C1E-41AA-A932-617C0A7209DD}" dt="2018-12-05T03:08:30.819" v="172" actId="27636"/>
        <pc:sldMkLst>
          <pc:docMk/>
          <pc:sldMk cId="0" sldId="260"/>
        </pc:sldMkLst>
        <pc:spChg chg="mod">
          <ac:chgData name="Andre Janse van Rensburg" userId="c242d890-f940-49be-a646-5509d964c911" providerId="ADAL" clId="{FCF1AE0F-5C1E-41AA-A932-617C0A7209DD}" dt="2018-12-05T03:08:30.819" v="172" actId="27636"/>
          <ac:spMkLst>
            <pc:docMk/>
            <pc:sldMk cId="0" sldId="260"/>
            <ac:spMk id="71683" creationId="{ED3FE03D-656C-4151-82C4-1EB20FC1C9FA}"/>
          </ac:spMkLst>
        </pc:spChg>
        <pc:spChg chg="mod">
          <ac:chgData name="Andre Janse van Rensburg" userId="c242d890-f940-49be-a646-5509d964c911" providerId="ADAL" clId="{FCF1AE0F-5C1E-41AA-A932-617C0A7209DD}" dt="2018-12-05T03:08:30.819" v="171" actId="27636"/>
          <ac:spMkLst>
            <pc:docMk/>
            <pc:sldMk cId="0" sldId="260"/>
            <ac:spMk id="71684" creationId="{2E26D07A-3F65-48DA-971B-80A4D599A10F}"/>
          </ac:spMkLst>
        </pc:spChg>
      </pc:sldChg>
      <pc:sldChg chg="addSp modSp modTransition modAnim">
        <pc:chgData name="Andre Janse van Rensburg" userId="c242d890-f940-49be-a646-5509d964c911" providerId="ADAL" clId="{FCF1AE0F-5C1E-41AA-A932-617C0A7209DD}" dt="2018-12-05T03:11:04.981" v="193" actId="20577"/>
        <pc:sldMkLst>
          <pc:docMk/>
          <pc:sldMk cId="0" sldId="261"/>
        </pc:sldMkLst>
        <pc:spChg chg="add mod">
          <ac:chgData name="Andre Janse van Rensburg" userId="c242d890-f940-49be-a646-5509d964c911" providerId="ADAL" clId="{FCF1AE0F-5C1E-41AA-A932-617C0A7209DD}" dt="2018-12-05T03:11:04.981" v="193" actId="20577"/>
          <ac:spMkLst>
            <pc:docMk/>
            <pc:sldMk cId="0" sldId="261"/>
            <ac:spMk id="2" creationId="{05EA03F1-F8DA-4B48-A279-172663F3FDDF}"/>
          </ac:spMkLst>
        </pc:spChg>
        <pc:spChg chg="mod">
          <ac:chgData name="Andre Janse van Rensburg" userId="c242d890-f940-49be-a646-5509d964c911" providerId="ADAL" clId="{FCF1AE0F-5C1E-41AA-A932-617C0A7209DD}" dt="2018-12-05T02:30:33.766" v="71" actId="20577"/>
          <ac:spMkLst>
            <pc:docMk/>
            <pc:sldMk cId="0" sldId="261"/>
            <ac:spMk id="7170" creationId="{A9875ACA-0AC6-40CE-98A7-7AB6853A1F8A}"/>
          </ac:spMkLst>
        </pc:spChg>
        <pc:spChg chg="mod">
          <ac:chgData name="Andre Janse van Rensburg" userId="c242d890-f940-49be-a646-5509d964c911" providerId="ADAL" clId="{FCF1AE0F-5C1E-41AA-A932-617C0A7209DD}" dt="2018-12-05T03:10:06.266" v="187" actId="12"/>
          <ac:spMkLst>
            <pc:docMk/>
            <pc:sldMk cId="0" sldId="261"/>
            <ac:spMk id="72707" creationId="{3023E6B9-9DC6-4658-BFAB-49A53B4043D6}"/>
          </ac:spMkLst>
        </pc:spChg>
        <pc:spChg chg="mod">
          <ac:chgData name="Andre Janse van Rensburg" userId="c242d890-f940-49be-a646-5509d964c911" providerId="ADAL" clId="{FCF1AE0F-5C1E-41AA-A932-617C0A7209DD}" dt="2018-12-05T03:07:48.814" v="164"/>
          <ac:spMkLst>
            <pc:docMk/>
            <pc:sldMk cId="0" sldId="261"/>
            <ac:spMk id="72709" creationId="{0E68C9C6-50FC-4447-87BC-7E4F3523EF8F}"/>
          </ac:spMkLst>
        </pc:spChg>
      </pc:sldChg>
      <pc:sldChg chg="modSp modTransition modAnim">
        <pc:chgData name="Andre Janse van Rensburg" userId="c242d890-f940-49be-a646-5509d964c911" providerId="ADAL" clId="{FCF1AE0F-5C1E-41AA-A932-617C0A7209DD}" dt="2018-12-05T03:13:25.674" v="222" actId="1440"/>
        <pc:sldMkLst>
          <pc:docMk/>
          <pc:sldMk cId="0" sldId="262"/>
        </pc:sldMkLst>
        <pc:spChg chg="mod">
          <ac:chgData name="Andre Janse van Rensburg" userId="c242d890-f940-49be-a646-5509d964c911" providerId="ADAL" clId="{FCF1AE0F-5C1E-41AA-A932-617C0A7209DD}" dt="2018-12-05T03:13:15.323" v="219" actId="14100"/>
          <ac:spMkLst>
            <pc:docMk/>
            <pc:sldMk cId="0" sldId="262"/>
            <ac:spMk id="73731" creationId="{7C0D0F23-6E31-44D5-93B4-897D99DF6592}"/>
          </ac:spMkLst>
        </pc:spChg>
        <pc:picChg chg="mod">
          <ac:chgData name="Andre Janse van Rensburg" userId="c242d890-f940-49be-a646-5509d964c911" providerId="ADAL" clId="{FCF1AE0F-5C1E-41AA-A932-617C0A7209DD}" dt="2018-12-05T03:13:25.674" v="222" actId="1440"/>
          <ac:picMkLst>
            <pc:docMk/>
            <pc:sldMk cId="0" sldId="262"/>
            <ac:picMk id="10244" creationId="{DF913F64-5986-44BE-8B7F-46AAC81FD615}"/>
          </ac:picMkLst>
        </pc:picChg>
      </pc:sldChg>
      <pc:sldChg chg="modSp modTransition modAnim">
        <pc:chgData name="Andre Janse van Rensburg" userId="c242d890-f940-49be-a646-5509d964c911" providerId="ADAL" clId="{FCF1AE0F-5C1E-41AA-A932-617C0A7209DD}" dt="2018-12-05T03:13:07.963" v="218" actId="14100"/>
        <pc:sldMkLst>
          <pc:docMk/>
          <pc:sldMk cId="0" sldId="263"/>
        </pc:sldMkLst>
        <pc:spChg chg="mod">
          <ac:chgData name="Andre Janse van Rensburg" userId="c242d890-f940-49be-a646-5509d964c911" providerId="ADAL" clId="{FCF1AE0F-5C1E-41AA-A932-617C0A7209DD}" dt="2018-12-05T03:12:54.547" v="213" actId="1076"/>
          <ac:spMkLst>
            <pc:docMk/>
            <pc:sldMk cId="0" sldId="263"/>
            <ac:spMk id="74756" creationId="{3AB27088-7C42-4026-A122-025F8CED2945}"/>
          </ac:spMkLst>
        </pc:spChg>
        <pc:picChg chg="mod ord modCrop">
          <ac:chgData name="Andre Janse van Rensburg" userId="c242d890-f940-49be-a646-5509d964c911" providerId="ADAL" clId="{FCF1AE0F-5C1E-41AA-A932-617C0A7209DD}" dt="2018-12-05T03:13:07.963" v="218" actId="14100"/>
          <ac:picMkLst>
            <pc:docMk/>
            <pc:sldMk cId="0" sldId="263"/>
            <ac:picMk id="9220" creationId="{6ED17910-77BF-4CDF-9E6E-F1CE03D4446E}"/>
          </ac:picMkLst>
        </pc:picChg>
      </pc:sldChg>
      <pc:sldChg chg="modSp modTransition modAnim">
        <pc:chgData name="Andre Janse van Rensburg" userId="c242d890-f940-49be-a646-5509d964c911" providerId="ADAL" clId="{FCF1AE0F-5C1E-41AA-A932-617C0A7209DD}" dt="2018-12-05T03:15:08.155" v="229" actId="14100"/>
        <pc:sldMkLst>
          <pc:docMk/>
          <pc:sldMk cId="0" sldId="264"/>
        </pc:sldMkLst>
        <pc:spChg chg="mod">
          <ac:chgData name="Andre Janse van Rensburg" userId="c242d890-f940-49be-a646-5509d964c911" providerId="ADAL" clId="{FCF1AE0F-5C1E-41AA-A932-617C0A7209DD}" dt="2018-12-05T03:13:40.273" v="226" actId="20577"/>
          <ac:spMkLst>
            <pc:docMk/>
            <pc:sldMk cId="0" sldId="264"/>
            <ac:spMk id="75780" creationId="{E1C548B5-E5D2-4BC6-AC45-D29F228BE984}"/>
          </ac:spMkLst>
        </pc:spChg>
        <pc:picChg chg="mod">
          <ac:chgData name="Andre Janse van Rensburg" userId="c242d890-f940-49be-a646-5509d964c911" providerId="ADAL" clId="{FCF1AE0F-5C1E-41AA-A932-617C0A7209DD}" dt="2018-12-05T03:15:08.155" v="229" actId="14100"/>
          <ac:picMkLst>
            <pc:docMk/>
            <pc:sldMk cId="0" sldId="264"/>
            <ac:picMk id="11268" creationId="{0ED61BE4-A981-46D9-A81D-413423DE6413}"/>
          </ac:picMkLst>
        </pc:picChg>
      </pc:sldChg>
      <pc:sldChg chg="modSp modTransition modAnim">
        <pc:chgData name="Andre Janse van Rensburg" userId="c242d890-f940-49be-a646-5509d964c911" providerId="ADAL" clId="{FCF1AE0F-5C1E-41AA-A932-617C0A7209DD}" dt="2018-12-05T03:15:33.269" v="238" actId="27636"/>
        <pc:sldMkLst>
          <pc:docMk/>
          <pc:sldMk cId="0" sldId="265"/>
        </pc:sldMkLst>
        <pc:spChg chg="mod">
          <ac:chgData name="Andre Janse van Rensburg" userId="c242d890-f940-49be-a646-5509d964c911" providerId="ADAL" clId="{FCF1AE0F-5C1E-41AA-A932-617C0A7209DD}" dt="2018-12-05T03:15:33.269" v="238" actId="27636"/>
          <ac:spMkLst>
            <pc:docMk/>
            <pc:sldMk cId="0" sldId="265"/>
            <ac:spMk id="76803" creationId="{1CBEF6A9-DA35-40C4-91F0-7F9DF23D02C9}"/>
          </ac:spMkLst>
        </pc:spChg>
        <pc:picChg chg="mod">
          <ac:chgData name="Andre Janse van Rensburg" userId="c242d890-f940-49be-a646-5509d964c911" providerId="ADAL" clId="{FCF1AE0F-5C1E-41AA-A932-617C0A7209DD}" dt="2018-12-05T03:15:27.613" v="235" actId="1440"/>
          <ac:picMkLst>
            <pc:docMk/>
            <pc:sldMk cId="0" sldId="265"/>
            <ac:picMk id="12292" creationId="{0B3D93ED-7A42-460D-A459-D42651E0C61C}"/>
          </ac:picMkLst>
        </pc:picChg>
      </pc:sldChg>
      <pc:sldChg chg="modSp modTransition modAnim">
        <pc:chgData name="Andre Janse van Rensburg" userId="c242d890-f940-49be-a646-5509d964c911" providerId="ADAL" clId="{FCF1AE0F-5C1E-41AA-A932-617C0A7209DD}" dt="2018-12-05T03:17:09.363" v="254" actId="207"/>
        <pc:sldMkLst>
          <pc:docMk/>
          <pc:sldMk cId="0" sldId="266"/>
        </pc:sldMkLst>
        <pc:spChg chg="mod">
          <ac:chgData name="Andre Janse van Rensburg" userId="c242d890-f940-49be-a646-5509d964c911" providerId="ADAL" clId="{FCF1AE0F-5C1E-41AA-A932-617C0A7209DD}" dt="2018-12-05T03:17:09.363" v="254" actId="207"/>
          <ac:spMkLst>
            <pc:docMk/>
            <pc:sldMk cId="0" sldId="266"/>
            <ac:spMk id="77828" creationId="{F9FA1579-0D86-4AE5-8F01-FF27C90750D4}"/>
          </ac:spMkLst>
        </pc:spChg>
        <pc:picChg chg="mod">
          <ac:chgData name="Andre Janse van Rensburg" userId="c242d890-f940-49be-a646-5509d964c911" providerId="ADAL" clId="{FCF1AE0F-5C1E-41AA-A932-617C0A7209DD}" dt="2018-12-05T03:16:41.512" v="253" actId="12788"/>
          <ac:picMkLst>
            <pc:docMk/>
            <pc:sldMk cId="0" sldId="266"/>
            <ac:picMk id="13316" creationId="{73A1A122-CDF9-41EA-8374-45A7E2437F75}"/>
          </ac:picMkLst>
        </pc:picChg>
      </pc:sldChg>
      <pc:sldChg chg="modSp modTransition modAnim">
        <pc:chgData name="Andre Janse van Rensburg" userId="c242d890-f940-49be-a646-5509d964c911" providerId="ADAL" clId="{FCF1AE0F-5C1E-41AA-A932-617C0A7209DD}" dt="2018-12-05T03:18:13.922" v="269" actId="6549"/>
        <pc:sldMkLst>
          <pc:docMk/>
          <pc:sldMk cId="0" sldId="267"/>
        </pc:sldMkLst>
        <pc:spChg chg="mod">
          <ac:chgData name="Andre Janse van Rensburg" userId="c242d890-f940-49be-a646-5509d964c911" providerId="ADAL" clId="{FCF1AE0F-5C1E-41AA-A932-617C0A7209DD}" dt="2018-12-05T03:18:13.922" v="269" actId="6549"/>
          <ac:spMkLst>
            <pc:docMk/>
            <pc:sldMk cId="0" sldId="267"/>
            <ac:spMk id="78851" creationId="{DE8B8EA0-DC6D-4EC5-BD0B-CBC6B7DCDF50}"/>
          </ac:spMkLst>
        </pc:spChg>
        <pc:picChg chg="mod">
          <ac:chgData name="Andre Janse van Rensburg" userId="c242d890-f940-49be-a646-5509d964c911" providerId="ADAL" clId="{FCF1AE0F-5C1E-41AA-A932-617C0A7209DD}" dt="2018-12-05T03:17:38.563" v="259" actId="1076"/>
          <ac:picMkLst>
            <pc:docMk/>
            <pc:sldMk cId="0" sldId="267"/>
            <ac:picMk id="14340" creationId="{1BDD5034-7EF2-4DCF-85B3-47394AA13B76}"/>
          </ac:picMkLst>
        </pc:picChg>
      </pc:sldChg>
      <pc:sldChg chg="modSp modTransition modAnim">
        <pc:chgData name="Andre Janse van Rensburg" userId="c242d890-f940-49be-a646-5509d964c911" providerId="ADAL" clId="{FCF1AE0F-5C1E-41AA-A932-617C0A7209DD}" dt="2018-12-05T03:11:24.035" v="198" actId="12"/>
        <pc:sldMkLst>
          <pc:docMk/>
          <pc:sldMk cId="0" sldId="268"/>
        </pc:sldMkLst>
        <pc:spChg chg="mod">
          <ac:chgData name="Andre Janse van Rensburg" userId="c242d890-f940-49be-a646-5509d964c911" providerId="ADAL" clId="{FCF1AE0F-5C1E-41AA-A932-617C0A7209DD}" dt="2018-12-05T03:11:24.035" v="198" actId="12"/>
          <ac:spMkLst>
            <pc:docMk/>
            <pc:sldMk cId="0" sldId="268"/>
            <ac:spMk id="79875" creationId="{1D0777F3-24B6-4F9B-9EEE-9D9170FC3C13}"/>
          </ac:spMkLst>
        </pc:spChg>
      </pc:sldChg>
      <pc:sldChg chg="modSp modTransition modAnim">
        <pc:chgData name="Andre Janse van Rensburg" userId="c242d890-f940-49be-a646-5509d964c911" providerId="ADAL" clId="{FCF1AE0F-5C1E-41AA-A932-617C0A7209DD}" dt="2018-12-05T03:09:18.579" v="182" actId="27636"/>
        <pc:sldMkLst>
          <pc:docMk/>
          <pc:sldMk cId="0" sldId="269"/>
        </pc:sldMkLst>
        <pc:spChg chg="mod">
          <ac:chgData name="Andre Janse van Rensburg" userId="c242d890-f940-49be-a646-5509d964c911" providerId="ADAL" clId="{FCF1AE0F-5C1E-41AA-A932-617C0A7209DD}" dt="2018-12-05T03:09:18.579" v="182" actId="27636"/>
          <ac:spMkLst>
            <pc:docMk/>
            <pc:sldMk cId="0" sldId="269"/>
            <ac:spMk id="80899" creationId="{EE99F85C-CC18-4235-94F7-33CC494210DA}"/>
          </ac:spMkLst>
        </pc:spChg>
      </pc:sldChg>
      <pc:sldChg chg="modSp modTransition modAnim">
        <pc:chgData name="Andre Janse van Rensburg" userId="c242d890-f940-49be-a646-5509d964c911" providerId="ADAL" clId="{FCF1AE0F-5C1E-41AA-A932-617C0A7209DD}" dt="2018-12-05T03:19:04.902" v="278" actId="1440"/>
        <pc:sldMkLst>
          <pc:docMk/>
          <pc:sldMk cId="0" sldId="270"/>
        </pc:sldMkLst>
        <pc:spChg chg="mod">
          <ac:chgData name="Andre Janse van Rensburg" userId="c242d890-f940-49be-a646-5509d964c911" providerId="ADAL" clId="{FCF1AE0F-5C1E-41AA-A932-617C0A7209DD}" dt="2018-12-05T03:18:57.318" v="275" actId="14100"/>
          <ac:spMkLst>
            <pc:docMk/>
            <pc:sldMk cId="0" sldId="270"/>
            <ac:spMk id="81923" creationId="{71156E02-4C9D-48A7-BCB8-1F051695768C}"/>
          </ac:spMkLst>
        </pc:spChg>
        <pc:picChg chg="mod">
          <ac:chgData name="Andre Janse van Rensburg" userId="c242d890-f940-49be-a646-5509d964c911" providerId="ADAL" clId="{FCF1AE0F-5C1E-41AA-A932-617C0A7209DD}" dt="2018-12-05T03:19:04.902" v="278" actId="1440"/>
          <ac:picMkLst>
            <pc:docMk/>
            <pc:sldMk cId="0" sldId="270"/>
            <ac:picMk id="16388" creationId="{C9C69B0B-9CC6-49D2-9329-502955D56CD9}"/>
          </ac:picMkLst>
        </pc:picChg>
      </pc:sldChg>
      <pc:sldChg chg="modSp modTransition modAnim">
        <pc:chgData name="Andre Janse van Rensburg" userId="c242d890-f940-49be-a646-5509d964c911" providerId="ADAL" clId="{FCF1AE0F-5C1E-41AA-A932-617C0A7209DD}" dt="2018-12-05T03:19:44.159" v="282" actId="14100"/>
        <pc:sldMkLst>
          <pc:docMk/>
          <pc:sldMk cId="0" sldId="271"/>
        </pc:sldMkLst>
        <pc:spChg chg="mod">
          <ac:chgData name="Andre Janse van Rensburg" userId="c242d890-f940-49be-a646-5509d964c911" providerId="ADAL" clId="{FCF1AE0F-5C1E-41AA-A932-617C0A7209DD}" dt="2018-12-05T03:19:44.159" v="282" actId="14100"/>
          <ac:spMkLst>
            <pc:docMk/>
            <pc:sldMk cId="0" sldId="271"/>
            <ac:spMk id="82948" creationId="{22E7D236-9722-400E-92EB-1BCF3E683F6E}"/>
          </ac:spMkLst>
        </pc:spChg>
        <pc:picChg chg="mod">
          <ac:chgData name="Andre Janse van Rensburg" userId="c242d890-f940-49be-a646-5509d964c911" providerId="ADAL" clId="{FCF1AE0F-5C1E-41AA-A932-617C0A7209DD}" dt="2018-12-05T03:19:37.353" v="280" actId="14100"/>
          <ac:picMkLst>
            <pc:docMk/>
            <pc:sldMk cId="0" sldId="271"/>
            <ac:picMk id="17412" creationId="{A4B3846B-621A-4097-BF3E-813EB8118552}"/>
          </ac:picMkLst>
        </pc:picChg>
      </pc:sldChg>
      <pc:sldChg chg="delSp modSp del modTransition modAnim">
        <pc:chgData name="Andre Janse van Rensburg" userId="c242d890-f940-49be-a646-5509d964c911" providerId="ADAL" clId="{FCF1AE0F-5C1E-41AA-A932-617C0A7209DD}" dt="2018-12-05T03:22:08.755" v="309" actId="2696"/>
        <pc:sldMkLst>
          <pc:docMk/>
          <pc:sldMk cId="0" sldId="272"/>
        </pc:sldMkLst>
        <pc:spChg chg="mod">
          <ac:chgData name="Andre Janse van Rensburg" userId="c242d890-f940-49be-a646-5509d964c911" providerId="ADAL" clId="{FCF1AE0F-5C1E-41AA-A932-617C0A7209DD}" dt="2018-12-05T03:21:50.938" v="305" actId="14100"/>
          <ac:spMkLst>
            <pc:docMk/>
            <pc:sldMk cId="0" sldId="272"/>
            <ac:spMk id="83971" creationId="{C2DABBD0-39B6-47CA-98B2-BC560925FFA9}"/>
          </ac:spMkLst>
        </pc:spChg>
        <pc:spChg chg="del mod">
          <ac:chgData name="Andre Janse van Rensburg" userId="c242d890-f940-49be-a646-5509d964c911" providerId="ADAL" clId="{FCF1AE0F-5C1E-41AA-A932-617C0A7209DD}" dt="2018-12-05T03:22:03.986" v="308" actId="478"/>
          <ac:spMkLst>
            <pc:docMk/>
            <pc:sldMk cId="0" sldId="272"/>
            <ac:spMk id="83974" creationId="{8549F39B-41B0-4698-B975-92AD5A1E1856}"/>
          </ac:spMkLst>
        </pc:spChg>
        <pc:picChg chg="mod">
          <ac:chgData name="Andre Janse van Rensburg" userId="c242d890-f940-49be-a646-5509d964c911" providerId="ADAL" clId="{FCF1AE0F-5C1E-41AA-A932-617C0A7209DD}" dt="2018-12-05T03:21:55.752" v="306" actId="1076"/>
          <ac:picMkLst>
            <pc:docMk/>
            <pc:sldMk cId="0" sldId="272"/>
            <ac:picMk id="20484" creationId="{02EBCE19-A81F-4D13-9A37-C82B100ACFAE}"/>
          </ac:picMkLst>
        </pc:picChg>
      </pc:sldChg>
      <pc:sldChg chg="modSp del modTransition modAnim">
        <pc:chgData name="Andre Janse van Rensburg" userId="c242d890-f940-49be-a646-5509d964c911" providerId="ADAL" clId="{FCF1AE0F-5C1E-41AA-A932-617C0A7209DD}" dt="2018-12-05T03:22:16.024" v="310" actId="2696"/>
        <pc:sldMkLst>
          <pc:docMk/>
          <pc:sldMk cId="0" sldId="273"/>
        </pc:sldMkLst>
        <pc:spChg chg="mod">
          <ac:chgData name="Andre Janse van Rensburg" userId="c242d890-f940-49be-a646-5509d964c911" providerId="ADAL" clId="{FCF1AE0F-5C1E-41AA-A932-617C0A7209DD}" dt="2018-12-05T03:09:18.611" v="184" actId="27636"/>
          <ac:spMkLst>
            <pc:docMk/>
            <pc:sldMk cId="0" sldId="273"/>
            <ac:spMk id="84995" creationId="{0FBA785D-FA1C-41C2-B5C7-73C63D8C640C}"/>
          </ac:spMkLst>
        </pc:spChg>
      </pc:sldChg>
      <pc:sldChg chg="modSp modTransition modAnim">
        <pc:chgData name="Andre Janse van Rensburg" userId="c242d890-f940-49be-a646-5509d964c911" providerId="ADAL" clId="{FCF1AE0F-5C1E-41AA-A932-617C0A7209DD}" dt="2018-12-05T03:20:29.055" v="294" actId="1076"/>
        <pc:sldMkLst>
          <pc:docMk/>
          <pc:sldMk cId="0" sldId="276"/>
        </pc:sldMkLst>
        <pc:spChg chg="mod">
          <ac:chgData name="Andre Janse van Rensburg" userId="c242d890-f940-49be-a646-5509d964c911" providerId="ADAL" clId="{FCF1AE0F-5C1E-41AA-A932-617C0A7209DD}" dt="2018-12-05T03:20:29.055" v="294" actId="1076"/>
          <ac:spMkLst>
            <pc:docMk/>
            <pc:sldMk cId="0" sldId="276"/>
            <ac:spMk id="18435" creationId="{34426BAB-6015-4599-98F6-17ED2A7E985F}"/>
          </ac:spMkLst>
        </pc:spChg>
        <pc:spChg chg="mod">
          <ac:chgData name="Andre Janse van Rensburg" userId="c242d890-f940-49be-a646-5509d964c911" providerId="ADAL" clId="{FCF1AE0F-5C1E-41AA-A932-617C0A7209DD}" dt="2018-12-05T03:20:13.273" v="291" actId="14100"/>
          <ac:spMkLst>
            <pc:docMk/>
            <pc:sldMk cId="0" sldId="276"/>
            <ac:spMk id="88070" creationId="{C4FB3470-71C9-4409-AEBB-03CB0E7C732F}"/>
          </ac:spMkLst>
        </pc:spChg>
      </pc:sldChg>
      <pc:sldChg chg="modSp modTransition modAnim">
        <pc:chgData name="Andre Janse van Rensburg" userId="c242d890-f940-49be-a646-5509d964c911" providerId="ADAL" clId="{FCF1AE0F-5C1E-41AA-A932-617C0A7209DD}" dt="2018-12-05T03:20:41.912" v="296"/>
        <pc:sldMkLst>
          <pc:docMk/>
          <pc:sldMk cId="0" sldId="277"/>
        </pc:sldMkLst>
        <pc:picChg chg="mod">
          <ac:chgData name="Andre Janse van Rensburg" userId="c242d890-f940-49be-a646-5509d964c911" providerId="ADAL" clId="{FCF1AE0F-5C1E-41AA-A932-617C0A7209DD}" dt="2018-12-05T03:20:41.912" v="296"/>
          <ac:picMkLst>
            <pc:docMk/>
            <pc:sldMk cId="0" sldId="277"/>
            <ac:picMk id="19460" creationId="{FC60EAF3-5A3C-4603-A6CC-26D5ED284019}"/>
          </ac:picMkLst>
        </pc:picChg>
      </pc:sldChg>
      <pc:sldChg chg="addSp delSp modSp modTransition modAnim">
        <pc:chgData name="Andre Janse van Rensburg" userId="c242d890-f940-49be-a646-5509d964c911" providerId="ADAL" clId="{FCF1AE0F-5C1E-41AA-A932-617C0A7209DD}" dt="2018-12-05T03:21:30.546" v="304" actId="14100"/>
        <pc:sldMkLst>
          <pc:docMk/>
          <pc:sldMk cId="0" sldId="278"/>
        </pc:sldMkLst>
        <pc:spChg chg="mod">
          <ac:chgData name="Andre Janse van Rensburg" userId="c242d890-f940-49be-a646-5509d964c911" providerId="ADAL" clId="{FCF1AE0F-5C1E-41AA-A932-617C0A7209DD}" dt="2018-12-05T03:21:24.835" v="302" actId="14100"/>
          <ac:spMkLst>
            <pc:docMk/>
            <pc:sldMk cId="0" sldId="278"/>
            <ac:spMk id="90116" creationId="{F8AA8BF9-796A-41B4-BA51-CA207B25C31D}"/>
          </ac:spMkLst>
        </pc:spChg>
        <pc:graphicFrameChg chg="add del mod">
          <ac:chgData name="Andre Janse van Rensburg" userId="c242d890-f940-49be-a646-5509d964c911" providerId="ADAL" clId="{FCF1AE0F-5C1E-41AA-A932-617C0A7209DD}" dt="2018-12-05T03:21:30.546" v="304" actId="14100"/>
          <ac:graphicFrameMkLst>
            <pc:docMk/>
            <pc:sldMk cId="0" sldId="278"/>
            <ac:graphicFrameMk id="1026" creationId="{461B6546-9C93-45E3-9A40-724DE76B5F25}"/>
          </ac:graphicFrameMkLst>
        </pc:graphicFrameChg>
      </pc:sldChg>
      <pc:sldMasterChg chg="addSp delSp modSp modTransition setBg modSldLayout">
        <pc:chgData name="Andre Janse van Rensburg" userId="c242d890-f940-49be-a646-5509d964c911" providerId="ADAL" clId="{FCF1AE0F-5C1E-41AA-A932-617C0A7209DD}" dt="2018-12-05T03:09:18.501" v="180"/>
        <pc:sldMasterMkLst>
          <pc:docMk/>
          <pc:sldMasterMk cId="1994911070" sldId="2147483678"/>
        </pc:sldMasterMkLst>
        <pc:spChg chg="mod">
          <ac:chgData name="Andre Janse van Rensburg" userId="c242d890-f940-49be-a646-5509d964c911" providerId="ADAL" clId="{FCF1AE0F-5C1E-41AA-A932-617C0A7209DD}" dt="2018-12-05T02:28:49.883" v="48" actId="403"/>
          <ac:spMkLst>
            <pc:docMk/>
            <pc:sldMasterMk cId="1994911070" sldId="2147483678"/>
            <ac:spMk id="2" creationId="{44A9DBE8-DE96-4030-84D3-B643DAFCE2D6}"/>
          </ac:spMkLst>
        </pc:spChg>
        <pc:spChg chg="mod">
          <ac:chgData name="Andre Janse van Rensburg" userId="c242d890-f940-49be-a646-5509d964c911" providerId="ADAL" clId="{FCF1AE0F-5C1E-41AA-A932-617C0A7209DD}" dt="2018-12-05T02:27:48.514" v="34" actId="403"/>
          <ac:spMkLst>
            <pc:docMk/>
            <pc:sldMasterMk cId="1994911070" sldId="2147483678"/>
            <ac:spMk id="3" creationId="{5ED1DF4B-9B46-46D1-B1E4-8B53C4C3C189}"/>
          </ac:spMkLst>
        </pc:spChg>
        <pc:picChg chg="add del">
          <ac:chgData name="Andre Janse van Rensburg" userId="c242d890-f940-49be-a646-5509d964c911" providerId="ADAL" clId="{FCF1AE0F-5C1E-41AA-A932-617C0A7209DD}" dt="2018-12-05T03:02:33.486" v="116"/>
          <ac:picMkLst>
            <pc:docMk/>
            <pc:sldMasterMk cId="1994911070" sldId="2147483678"/>
            <ac:picMk id="7" creationId="{45AF32A1-6290-44D4-B26F-3ECA7466F24E}"/>
          </ac:picMkLst>
        </pc:picChg>
        <pc:sldLayoutChg chg="addSp modTransition setBg">
          <pc:chgData name="Andre Janse van Rensburg" userId="c242d890-f940-49be-a646-5509d964c911" providerId="ADAL" clId="{FCF1AE0F-5C1E-41AA-A932-617C0A7209DD}" dt="2018-12-05T03:02:45.056" v="125"/>
          <pc:sldLayoutMkLst>
            <pc:docMk/>
            <pc:sldMasterMk cId="1994911070" sldId="2147483678"/>
            <pc:sldLayoutMk cId="2186375020" sldId="2147483679"/>
          </pc:sldLayoutMkLst>
          <pc:picChg chg="add">
            <ac:chgData name="Andre Janse van Rensburg" userId="c242d890-f940-49be-a646-5509d964c911" providerId="ADAL" clId="{FCF1AE0F-5C1E-41AA-A932-617C0A7209DD}" dt="2018-12-05T03:02:45.056" v="125"/>
            <ac:picMkLst>
              <pc:docMk/>
              <pc:sldMasterMk cId="1994911070" sldId="2147483678"/>
              <pc:sldLayoutMk cId="2186375020" sldId="2147483679"/>
              <ac:picMk id="7" creationId="{23867E91-1A43-4288-AE88-90D2110F8394}"/>
            </ac:picMkLst>
          </pc:picChg>
        </pc:sldLayoutChg>
        <pc:sldLayoutChg chg="addSp delSp modSp modTransition setBg">
          <pc:chgData name="Andre Janse van Rensburg" userId="c242d890-f940-49be-a646-5509d964c911" providerId="ADAL" clId="{FCF1AE0F-5C1E-41AA-A932-617C0A7209DD}" dt="2018-12-05T03:09:18.501" v="180"/>
          <pc:sldLayoutMkLst>
            <pc:docMk/>
            <pc:sldMasterMk cId="1994911070" sldId="2147483678"/>
            <pc:sldLayoutMk cId="3851814173" sldId="2147483680"/>
          </pc:sldLayoutMkLst>
          <pc:spChg chg="mod">
            <ac:chgData name="Andre Janse van Rensburg" userId="c242d890-f940-49be-a646-5509d964c911" providerId="ADAL" clId="{FCF1AE0F-5C1E-41AA-A932-617C0A7209DD}" dt="2018-12-05T03:09:18.501" v="180"/>
            <ac:spMkLst>
              <pc:docMk/>
              <pc:sldMasterMk cId="1994911070" sldId="2147483678"/>
              <pc:sldLayoutMk cId="3851814173" sldId="2147483680"/>
              <ac:spMk id="3" creationId="{7E77D365-2255-4A3D-9623-00BF4FB2FEB9}"/>
            </ac:spMkLst>
          </pc:spChg>
          <pc:picChg chg="add del mod">
            <ac:chgData name="Andre Janse van Rensburg" userId="c242d890-f940-49be-a646-5509d964c911" providerId="ADAL" clId="{FCF1AE0F-5C1E-41AA-A932-617C0A7209DD}" dt="2018-12-05T03:02:39.662" v="124"/>
            <ac:picMkLst>
              <pc:docMk/>
              <pc:sldMasterMk cId="1994911070" sldId="2147483678"/>
              <pc:sldLayoutMk cId="3851814173" sldId="2147483680"/>
              <ac:picMk id="2050" creationId="{7DC30E54-B9E6-405A-BE73-F4D4BE82A196}"/>
            </ac:picMkLst>
          </pc:picChg>
          <pc:picChg chg="add del mod modCrop">
            <ac:chgData name="Andre Janse van Rensburg" userId="c242d890-f940-49be-a646-5509d964c911" providerId="ADAL" clId="{FCF1AE0F-5C1E-41AA-A932-617C0A7209DD}" dt="2018-12-05T03:04:54.991" v="140"/>
            <ac:picMkLst>
              <pc:docMk/>
              <pc:sldMasterMk cId="1994911070" sldId="2147483678"/>
              <pc:sldLayoutMk cId="3851814173" sldId="2147483680"/>
              <ac:picMk id="2052" creationId="{347CE8F1-D7E3-4360-A076-D04F43FC34D8}"/>
            </ac:picMkLst>
          </pc:picChg>
          <pc:picChg chg="add mod ord">
            <ac:chgData name="Andre Janse van Rensburg" userId="c242d890-f940-49be-a646-5509d964c911" providerId="ADAL" clId="{FCF1AE0F-5C1E-41AA-A932-617C0A7209DD}" dt="2018-12-05T03:09:10.956" v="179" actId="167"/>
            <ac:picMkLst>
              <pc:docMk/>
              <pc:sldMasterMk cId="1994911070" sldId="2147483678"/>
              <pc:sldLayoutMk cId="3851814173" sldId="2147483680"/>
              <ac:picMk id="2054" creationId="{902F023C-9746-44E1-A5DE-2B9BB60908E1}"/>
            </ac:picMkLst>
          </pc:picChg>
        </pc:sldLayoutChg>
        <pc:sldLayoutChg chg="modTransition setBg">
          <pc:chgData name="Andre Janse van Rensburg" userId="c242d890-f940-49be-a646-5509d964c911" providerId="ADAL" clId="{FCF1AE0F-5C1E-41AA-A932-617C0A7209DD}" dt="2018-12-05T02:21:11.314" v="10"/>
          <pc:sldLayoutMkLst>
            <pc:docMk/>
            <pc:sldMasterMk cId="1994911070" sldId="2147483678"/>
            <pc:sldLayoutMk cId="1071554204" sldId="2147483681"/>
          </pc:sldLayoutMkLst>
        </pc:sldLayoutChg>
        <pc:sldLayoutChg chg="addSp delSp modSp modTransition setBg">
          <pc:chgData name="Andre Janse van Rensburg" userId="c242d890-f940-49be-a646-5509d964c911" providerId="ADAL" clId="{FCF1AE0F-5C1E-41AA-A932-617C0A7209DD}" dt="2018-12-05T03:08:58.262" v="177"/>
          <pc:sldLayoutMkLst>
            <pc:docMk/>
            <pc:sldMasterMk cId="1994911070" sldId="2147483678"/>
            <pc:sldLayoutMk cId="1426209138" sldId="2147483682"/>
          </pc:sldLayoutMkLst>
          <pc:spChg chg="mod">
            <ac:chgData name="Andre Janse van Rensburg" userId="c242d890-f940-49be-a646-5509d964c911" providerId="ADAL" clId="{FCF1AE0F-5C1E-41AA-A932-617C0A7209DD}" dt="2018-12-05T02:27:19.820" v="19" actId="403"/>
            <ac:spMkLst>
              <pc:docMk/>
              <pc:sldMasterMk cId="1994911070" sldId="2147483678"/>
              <pc:sldLayoutMk cId="1426209138" sldId="2147483682"/>
              <ac:spMk id="2" creationId="{328A007C-D7FE-47C3-87F3-E2AE4CAFBCA5}"/>
            </ac:spMkLst>
          </pc:spChg>
          <pc:spChg chg="mod">
            <ac:chgData name="Andre Janse van Rensburg" userId="c242d890-f940-49be-a646-5509d964c911" providerId="ADAL" clId="{FCF1AE0F-5C1E-41AA-A932-617C0A7209DD}" dt="2018-12-05T03:08:32.835" v="175" actId="207"/>
            <ac:spMkLst>
              <pc:docMk/>
              <pc:sldMasterMk cId="1994911070" sldId="2147483678"/>
              <pc:sldLayoutMk cId="1426209138" sldId="2147483682"/>
              <ac:spMk id="3" creationId="{6CDF996C-D9C3-44B4-97D3-84FE3418AFE7}"/>
            </ac:spMkLst>
          </pc:spChg>
          <pc:spChg chg="mod">
            <ac:chgData name="Andre Janse van Rensburg" userId="c242d890-f940-49be-a646-5509d964c911" providerId="ADAL" clId="{FCF1AE0F-5C1E-41AA-A932-617C0A7209DD}" dt="2018-12-05T03:08:58.262" v="177"/>
            <ac:spMkLst>
              <pc:docMk/>
              <pc:sldMasterMk cId="1994911070" sldId="2147483678"/>
              <pc:sldLayoutMk cId="1426209138" sldId="2147483682"/>
              <ac:spMk id="4" creationId="{26E34C49-0A82-4DD7-A494-A35D0FB0CE7C}"/>
            </ac:spMkLst>
          </pc:spChg>
          <pc:picChg chg="add del">
            <ac:chgData name="Andre Janse van Rensburg" userId="c242d890-f940-49be-a646-5509d964c911" providerId="ADAL" clId="{FCF1AE0F-5C1E-41AA-A932-617C0A7209DD}" dt="2018-12-05T03:02:33.830" v="117"/>
            <ac:picMkLst>
              <pc:docMk/>
              <pc:sldMasterMk cId="1994911070" sldId="2147483678"/>
              <pc:sldLayoutMk cId="1426209138" sldId="2147483682"/>
              <ac:picMk id="8" creationId="{7F475C71-B72D-416B-9AF1-7DDCB3300AD9}"/>
            </ac:picMkLst>
          </pc:picChg>
          <pc:picChg chg="add ord">
            <ac:chgData name="Andre Janse van Rensburg" userId="c242d890-f940-49be-a646-5509d964c911" providerId="ADAL" clId="{FCF1AE0F-5C1E-41AA-A932-617C0A7209DD}" dt="2018-12-05T03:08:16.004" v="169" actId="167"/>
            <ac:picMkLst>
              <pc:docMk/>
              <pc:sldMasterMk cId="1994911070" sldId="2147483678"/>
              <pc:sldLayoutMk cId="1426209138" sldId="2147483682"/>
              <ac:picMk id="9" creationId="{AB1A62CA-F57C-4D7F-A791-F0CC556D7AA6}"/>
            </ac:picMkLst>
          </pc:picChg>
        </pc:sldLayoutChg>
        <pc:sldLayoutChg chg="modTransition setBg">
          <pc:chgData name="Andre Janse van Rensburg" userId="c242d890-f940-49be-a646-5509d964c911" providerId="ADAL" clId="{FCF1AE0F-5C1E-41AA-A932-617C0A7209DD}" dt="2018-12-05T02:21:11.314" v="10"/>
          <pc:sldLayoutMkLst>
            <pc:docMk/>
            <pc:sldMasterMk cId="1994911070" sldId="2147483678"/>
            <pc:sldLayoutMk cId="4153578876" sldId="2147483683"/>
          </pc:sldLayoutMkLst>
        </pc:sldLayoutChg>
        <pc:sldLayoutChg chg="addSp modTransition setBg">
          <pc:chgData name="Andre Janse van Rensburg" userId="c242d890-f940-49be-a646-5509d964c911" providerId="ADAL" clId="{FCF1AE0F-5C1E-41AA-A932-617C0A7209DD}" dt="2018-12-05T03:06:26.507" v="151"/>
          <pc:sldLayoutMkLst>
            <pc:docMk/>
            <pc:sldMasterMk cId="1994911070" sldId="2147483678"/>
            <pc:sldLayoutMk cId="1020517427" sldId="2147483684"/>
          </pc:sldLayoutMkLst>
          <pc:picChg chg="add">
            <ac:chgData name="Andre Janse van Rensburg" userId="c242d890-f940-49be-a646-5509d964c911" providerId="ADAL" clId="{FCF1AE0F-5C1E-41AA-A932-617C0A7209DD}" dt="2018-12-05T03:06:26.507" v="151"/>
            <ac:picMkLst>
              <pc:docMk/>
              <pc:sldMasterMk cId="1994911070" sldId="2147483678"/>
              <pc:sldLayoutMk cId="1020517427" sldId="2147483684"/>
              <ac:picMk id="6" creationId="{CB459BBA-11A3-4768-87BC-12F47ECFB3D0}"/>
            </ac:picMkLst>
          </pc:picChg>
        </pc:sldLayoutChg>
        <pc:sldLayoutChg chg="addSp modTransition setBg">
          <pc:chgData name="Andre Janse van Rensburg" userId="c242d890-f940-49be-a646-5509d964c911" providerId="ADAL" clId="{FCF1AE0F-5C1E-41AA-A932-617C0A7209DD}" dt="2018-12-05T03:06:30.168" v="152"/>
          <pc:sldLayoutMkLst>
            <pc:docMk/>
            <pc:sldMasterMk cId="1994911070" sldId="2147483678"/>
            <pc:sldLayoutMk cId="1368103124" sldId="2147483685"/>
          </pc:sldLayoutMkLst>
          <pc:picChg chg="add">
            <ac:chgData name="Andre Janse van Rensburg" userId="c242d890-f940-49be-a646-5509d964c911" providerId="ADAL" clId="{FCF1AE0F-5C1E-41AA-A932-617C0A7209DD}" dt="2018-12-05T03:06:30.168" v="152"/>
            <ac:picMkLst>
              <pc:docMk/>
              <pc:sldMasterMk cId="1994911070" sldId="2147483678"/>
              <pc:sldLayoutMk cId="1368103124" sldId="2147483685"/>
              <ac:picMk id="5" creationId="{4D2084D0-6C43-4D93-8EF7-CD60BD793417}"/>
            </ac:picMkLst>
          </pc:picChg>
        </pc:sldLayoutChg>
        <pc:sldLayoutChg chg="modTransition setBg">
          <pc:chgData name="Andre Janse van Rensburg" userId="c242d890-f940-49be-a646-5509d964c911" providerId="ADAL" clId="{FCF1AE0F-5C1E-41AA-A932-617C0A7209DD}" dt="2018-12-05T02:21:11.314" v="10"/>
          <pc:sldLayoutMkLst>
            <pc:docMk/>
            <pc:sldMasterMk cId="1994911070" sldId="2147483678"/>
            <pc:sldLayoutMk cId="3103053053" sldId="2147483686"/>
          </pc:sldLayoutMkLst>
        </pc:sldLayoutChg>
        <pc:sldLayoutChg chg="modTransition setBg">
          <pc:chgData name="Andre Janse van Rensburg" userId="c242d890-f940-49be-a646-5509d964c911" providerId="ADAL" clId="{FCF1AE0F-5C1E-41AA-A932-617C0A7209DD}" dt="2018-12-05T02:21:11.314" v="10"/>
          <pc:sldLayoutMkLst>
            <pc:docMk/>
            <pc:sldMasterMk cId="1994911070" sldId="2147483678"/>
            <pc:sldLayoutMk cId="2268451699" sldId="2147483687"/>
          </pc:sldLayoutMkLst>
        </pc:sldLayoutChg>
        <pc:sldLayoutChg chg="modTransition setBg">
          <pc:chgData name="Andre Janse van Rensburg" userId="c242d890-f940-49be-a646-5509d964c911" providerId="ADAL" clId="{FCF1AE0F-5C1E-41AA-A932-617C0A7209DD}" dt="2018-12-05T02:21:11.314" v="10"/>
          <pc:sldLayoutMkLst>
            <pc:docMk/>
            <pc:sldMasterMk cId="1994911070" sldId="2147483678"/>
            <pc:sldLayoutMk cId="201713204" sldId="2147483688"/>
          </pc:sldLayoutMkLst>
        </pc:sldLayoutChg>
        <pc:sldLayoutChg chg="modTransition setBg">
          <pc:chgData name="Andre Janse van Rensburg" userId="c242d890-f940-49be-a646-5509d964c911" providerId="ADAL" clId="{FCF1AE0F-5C1E-41AA-A932-617C0A7209DD}" dt="2018-12-05T02:21:11.314" v="10"/>
          <pc:sldLayoutMkLst>
            <pc:docMk/>
            <pc:sldMasterMk cId="1994911070" sldId="2147483678"/>
            <pc:sldLayoutMk cId="1412712718" sldId="2147483689"/>
          </pc:sldLayoutMkLst>
        </pc:sldLayoutChg>
        <pc:sldLayoutChg chg="setBg">
          <pc:chgData name="Andre Janse van Rensburg" userId="c242d890-f940-49be-a646-5509d964c911" providerId="ADAL" clId="{FCF1AE0F-5C1E-41AA-A932-617C0A7209DD}" dt="2018-12-05T02:21:11.314" v="10"/>
          <pc:sldLayoutMkLst>
            <pc:docMk/>
            <pc:sldMasterMk cId="1994911070" sldId="2147483678"/>
            <pc:sldLayoutMk cId="3196580359" sldId="2147483690"/>
          </pc:sldLayoutMkLst>
        </pc:sldLayoutChg>
        <pc:sldLayoutChg chg="setBg">
          <pc:chgData name="Andre Janse van Rensburg" userId="c242d890-f940-49be-a646-5509d964c911" providerId="ADAL" clId="{FCF1AE0F-5C1E-41AA-A932-617C0A7209DD}" dt="2018-12-05T02:21:11.314" v="10"/>
          <pc:sldLayoutMkLst>
            <pc:docMk/>
            <pc:sldMasterMk cId="1994911070" sldId="2147483678"/>
            <pc:sldLayoutMk cId="2533838777" sldId="2147483691"/>
          </pc:sldLayoutMkLst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928648F7-4CFF-459F-8FFA-0AF4B1842B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C1A8D3BC-94C5-4673-A5A7-D0AF619DB46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pitchFamily="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3C1F683A-1D50-499B-808E-7BA1B4BD9D2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CF2103F8-BBC3-494E-9402-85A6246B0B6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9760309-F286-4F2F-91F0-8D7C9A02A15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CAC19F86-E672-4E55-B2FB-8B65E8A0A2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9A491092-7FE9-4F4A-B561-E9EBE93AAE7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pitchFamily="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5539AE22-C08D-43E1-8D01-16647E26E2D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B2F0A4BF-175D-4BB8-B982-0EEA623AC98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6072AD64-31AD-4773-B422-BA1B0B3021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91" name="Rectangle 7">
            <a:extLst>
              <a:ext uri="{FF2B5EF4-FFF2-40B4-BE49-F238E27FC236}">
                <a16:creationId xmlns:a16="http://schemas.microsoft.com/office/drawing/2014/main" id="{866D9F3C-FCA7-4FBB-9B7A-CC3B4F0849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5D5E8C0-1F41-4128-AD8C-43BA89B86E9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2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2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2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2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2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7E3FCB60-A65D-422F-A833-58A96C8135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7DBA502-F521-4A8C-A444-CFC40354B51B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070618C-EC44-405A-BBAC-54D79277F8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EADE11A-F639-401A-922E-F5B307ABD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BD2C05F5-2969-4BE4-BD1D-9AA1390B81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7F8E988-0188-47A5-B6E1-6B9FF1F3AABE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DD15901-C35C-4AE0-9F00-A8CD28275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EECC7FF-10FD-4F21-9545-C1C33F0D3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22C0371C-9D07-43DF-A80A-28099A731E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618B3EA-3349-4943-8FE2-5372A174A98D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E29576CE-62EF-4496-BAE8-8B289FCF91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7925536-78B9-4C3E-ABB1-494144D42F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D7E39ABB-A0A9-4D4A-A4C7-43BEEA7A2D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B183F75-9859-4E0B-88CD-4051D2FB04A0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4C1142DE-479F-4513-ADE1-40F95FEE38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C1649C4-9919-4063-8A8E-CEEB0F6EC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4A56DD32-831C-4241-8D74-2313A72C11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50B2369-A1B9-43F3-9EE6-54ABA946863D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9DBC1850-92BA-4FAB-87F3-5200F73125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8A89F0DC-B056-4E53-AAFD-CA90B269D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F095A69-863A-4489-89BA-1A5F704B4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3C6BDC-EE0A-4C0C-9276-6D7F3A106CF5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38788AC-4117-42A7-833E-7AA841904C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A6C7A46C-64F6-4124-BF70-8DB276184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FD87323A-D250-474C-8C76-630804303E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D054ACA-98F6-4A63-A8FC-544B4E60FAED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CEF00250-9A91-468C-9B14-47B37F3EBF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6E5BA5F0-D1CF-4B68-90B2-9F2DF3A6EB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1AB421C5-546E-4251-87D0-EFD2059DA4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DB2668E-E7DF-4EC2-80B3-F6A3F9BB0A41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B19E39F-8E85-4FD5-B4C2-F824AE67EE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67780383-2570-4CC8-B9AB-2FD2AFAA9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DB71B79D-CAEE-440F-8DD7-B42CC5BEA4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A9DA38F-0856-4A5F-8251-27173A19505A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E0591C2-6EB3-44A3-916F-3C617FF75D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8F37EABD-72CB-45BF-AE5A-DC3D2415F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D40671EE-2281-4BC9-BB1D-3B3BA287EB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4C9ED28-114A-4FAE-871C-52EA81AFF326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CA336DCD-2843-4A34-A75A-3A29C07FFE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6021F8E9-F782-4E42-98C9-79CF7D0941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7E4A394E-26FC-4A46-BCF2-862B5BDF9A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B4B7D58-157D-4ADC-89E0-4BAD6EB4070B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20C22405-4164-4F2F-B548-04C68F121C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E234DFC6-93FD-4C1B-A3FF-684AB352F7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15FBFA82-C49D-445A-8A28-4616E441AD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045B14A-6B6E-4B95-B793-E3B6705E020D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1F1F2D1A-E918-419C-BEA9-D6A06A675E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ECC64E5-DCF0-4122-898B-7DD610D35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1091C8B9-7727-4456-B43C-124EA63980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AA640E0-CBD5-44C2-910A-F4E3BA19CCA9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4D0F8E8-3944-4A9C-AF1E-0E72DED098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536EFD32-639B-41A4-956F-13EE3C76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D61A4A45-1897-49F9-8FBC-96B2F649AD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FBBC8DB-4583-4727-9224-311FA02C263C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4FB81685-64D0-46A2-B95B-4723453932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BC7079C-7561-4B58-B97E-6932FFB59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D9DF16EC-3B40-4B0E-8CE4-0D9F4A0E23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2E1F27E-01B5-4D8D-8E6B-64D588CFF0AB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8A4CB765-4C39-440E-9B5E-C496177D5A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94696C75-515B-418A-9DC6-9D00408ED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A9EAF07C-15D4-4CC6-8C30-8F1E73F78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0316799-601B-495C-B52D-6E75E52FF7E4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A5CDE87-B839-4A8A-8DDD-709E8D30A1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76398B4C-0063-4298-BEBF-F7BB2AD78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4C6A047B-60B8-4575-97D9-3BD1742B4B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E63A03F-771D-4A8B-A181-A3B13B21A368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CABC8BF-A13C-496F-B8E4-B3524FEF6F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33FFC709-0847-4C5B-938F-B307FAEA2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6DAE-172D-463F-A8F2-CE2365612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3616D-F4EC-4DD0-A4DC-D7132AC29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31491-AF69-4CEF-B0D5-2DD275DB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B1F4F-79AA-4E81-BA06-D88350C4A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57EA6-48CA-4272-9AC5-88FBB09F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5C520-09BC-4F13-AF2C-223246FF195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7" name="Picture 2" descr="Image result for curlicue frame">
            <a:extLst>
              <a:ext uri="{FF2B5EF4-FFF2-40B4-BE49-F238E27FC236}">
                <a16:creationId xmlns:a16="http://schemas.microsoft.com/office/drawing/2014/main" id="{23867E91-1A43-4288-AE88-90D2110F83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375020"/>
      </p:ext>
    </p:extLst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Image result for line frame">
            <a:extLst>
              <a:ext uri="{FF2B5EF4-FFF2-40B4-BE49-F238E27FC236}">
                <a16:creationId xmlns:a16="http://schemas.microsoft.com/office/drawing/2014/main" id="{902F023C-9746-44E1-A5DE-2B9BB60908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6524"/>
            <a:ext cx="8839200" cy="658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41171B-83C8-4F13-9F48-2F41F60C1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7D365-2255-4A3D-9623-00BF4FB2FEB9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oundRect">
            <a:avLst/>
          </a:prstGeom>
          <a:solidFill>
            <a:srgbClr val="F7F7F7">
              <a:alpha val="50196"/>
            </a:srgbClr>
          </a:solidFill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0C12F-444B-4D29-B4FC-664064440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3AF40-438F-44BA-8C3B-7CA5FD063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D8F25-8717-4EE5-838E-8AC7262C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DDA76-9851-43F4-8CEA-F29F84D5BED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1814173"/>
      </p:ext>
    </p:extLst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5AE8-DE5A-4BDD-A0EE-50288F0E1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B03EC-6677-49F2-93FA-F17BEA15F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8A54B-A2EE-487D-879C-261ED50F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A11D8-1CB8-4683-B13B-D350E53C3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22D61-9BBC-4972-9C4D-B4038DD15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419FB-BDA9-46F0-AAD3-4947082096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554204"/>
      </p:ext>
    </p:extLst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Image result for line frame">
            <a:extLst>
              <a:ext uri="{FF2B5EF4-FFF2-40B4-BE49-F238E27FC236}">
                <a16:creationId xmlns:a16="http://schemas.microsoft.com/office/drawing/2014/main" id="{AB1A62CA-F57C-4D7F-A791-F0CC556D7A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6524"/>
            <a:ext cx="8839200" cy="658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8A007C-D7FE-47C3-87F3-E2AE4CAF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Old newspaper font" panose="02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F996C-D9C3-44B4-97D3-84FE3418A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oundRect">
            <a:avLst/>
          </a:prstGeom>
          <a:solidFill>
            <a:srgbClr val="F7F7F7">
              <a:alpha val="50196"/>
            </a:srgbClr>
          </a:solidFill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34C49-0A82-4DD7-A494-A35D0FB0C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oundRect">
            <a:avLst/>
          </a:prstGeom>
          <a:solidFill>
            <a:srgbClr val="F7F7F7">
              <a:alpha val="50196"/>
            </a:srgbClr>
          </a:solidFill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81607-0225-4BF2-B6D3-DC247970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E87B9-5831-4DC2-B27E-5350124F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A1F37-C45F-4F06-BAFA-192901A8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D9469-FDF4-467B-ADF9-834C1F08841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6209138"/>
      </p:ext>
    </p:extLst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E9DF-2DBA-43E0-9AD5-EB877A1F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549CA-8CB2-4676-9489-C3B1C30C3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75239-FCA3-4B08-9F21-59A73DD7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04149D-C63A-42D4-B24C-B7F90B0D9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FA6898-0AFB-4F40-A556-569CF6929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E8A309-F855-4B89-A638-C000F902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EF3AC-5357-4177-BD82-EC2F91061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54345F-25D1-4A9D-A951-966669BB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61FA-A5F2-43F5-8CF9-DD08ADD5DFD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3578876"/>
      </p:ext>
    </p:extLst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EB54F-F335-422A-BE2A-D329EE8F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DD89E-A775-43AC-A166-4D7040948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A4492-9381-427A-A575-9049FD3FA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A5B8E8-AEDF-4F79-8FA7-6C897D80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16DCE-DEC2-4149-853F-50A6B983475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6" name="Picture 6" descr="Image result for line frame">
            <a:extLst>
              <a:ext uri="{FF2B5EF4-FFF2-40B4-BE49-F238E27FC236}">
                <a16:creationId xmlns:a16="http://schemas.microsoft.com/office/drawing/2014/main" id="{CB459BBA-11A3-4768-87BC-12F47ECFB3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6524"/>
            <a:ext cx="8839200" cy="658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517427"/>
      </p:ext>
    </p:extLst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1AE5CB-6EBD-4026-979E-42FADAFC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9C7754-305E-4BA4-A202-B0243EF10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8BC84-0009-48C2-9BBD-3411D58F5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ADA0F-9A2F-4223-8B07-EA7B736F88F6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5" name="Picture 6" descr="Image result for line frame">
            <a:extLst>
              <a:ext uri="{FF2B5EF4-FFF2-40B4-BE49-F238E27FC236}">
                <a16:creationId xmlns:a16="http://schemas.microsoft.com/office/drawing/2014/main" id="{4D2084D0-6C43-4D93-8EF7-CD60BD7934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6524"/>
            <a:ext cx="8839200" cy="658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103124"/>
      </p:ext>
    </p:extLst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2203-D4A4-4512-B1F2-A7692DB6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118F-B798-49CD-840C-50E254D57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75785-7DF5-4ADA-976F-D2D51B74E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F872C-90A8-4404-9F9D-ABC352BE0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546D2-3430-442F-9136-36BC034EA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FCE36-8183-4B12-B38D-43378E172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F737-66FC-4EB5-9057-8645BB5F6BD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3053053"/>
      </p:ext>
    </p:extLst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BCDFF-1D4E-4F92-B6D9-2E37C5224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48FB4-65FB-4EC6-8B69-21654D8A3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427D0-5928-4530-8D5B-BCD3BCF6A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B44F1-1215-482D-8AD3-5177CD08F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4EAA9-36E3-4A72-A28A-2E2C3C142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A749B-40E9-4C02-B316-F7E2E92D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A06A-9197-48B4-AD0C-C0E3FF233A1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8451699"/>
      </p:ext>
    </p:extLst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5EB5-B7E2-40E2-B897-D0223AFC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673A4-8327-46AB-B89E-FE108C1EF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257AF-BC43-425F-9278-5B9A6071A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C00A5-C207-40A6-8A0E-7E99F09B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ED047-DF63-42C6-B14F-02C7B88D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E2CAF-2A24-46CC-B2C3-B298CB06005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713204"/>
      </p:ext>
    </p:extLst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5B96C8-B592-4D6C-89DC-BDD071D01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5BBB5-05F8-420D-84DD-9274BE1D8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C0CEA-412C-4497-86C2-97394DEBC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EF3E6-1587-4F97-92DB-14368592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67144-72A9-41D9-9818-1A12B7743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A4D45-0610-4E10-BF82-0E249B3DA7E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2712718"/>
      </p:ext>
    </p:extLst>
  </p:cSld>
  <p:clrMapOvr>
    <a:masterClrMapping/>
  </p:clrMapOvr>
  <p:transition spd="slow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8D83A3-3883-4EEB-A997-3E3963E204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AF3422-0219-4B5E-9C69-9CEA45C25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4A3E77-15F6-4681-8814-F22FEAECAF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052FA8-0D1E-4C05-850A-EDA1DC7961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580359"/>
      </p:ext>
    </p:extLst>
  </p:cSld>
  <p:clrMapOvr>
    <a:masterClrMapping/>
  </p:clrMapOvr>
  <p:transition spd="slow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ABF3B1-6E02-43E3-91D5-BF71A05F1D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811A3B-FC92-4C6A-82C3-7D9A6129B2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0ACA09-AAD3-4C63-8C33-6DBAF0AAF1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CA3247-3CCE-4243-B1DF-147D4C7066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838777"/>
      </p:ext>
    </p:extLst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alphaModFix amt="40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A9DBE8-DE96-4030-84D3-B643DAFC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1DF4B-9B46-46D1-B1E4-8B53C4C3C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037BE-102E-432F-BAC5-2438E480A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0AC59-DC4A-4671-93BB-1552072D5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B56C9-5FAC-4879-B810-6DB505EE3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8389A-F663-4E45-970D-E010F4D709C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91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ransition spd="slow">
    <p:random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Old newspaper font" panose="02000500000000000000" pitchFamily="2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44BC703-104A-444D-8C99-3E8DC83FA14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43000" y="1122362"/>
            <a:ext cx="6858000" cy="4211637"/>
          </a:xfrm>
        </p:spPr>
        <p:txBody>
          <a:bodyPr anchor="ctr"/>
          <a:lstStyle/>
          <a:p>
            <a:pPr eaLnBrk="1" hangingPunct="1"/>
            <a:r>
              <a:rPr lang="en-US" altLang="en-US" sz="6000" b="1" dirty="0">
                <a:latin typeface="Old newspaper font" panose="02000500000000000000" pitchFamily="2" charset="0"/>
              </a:rPr>
              <a:t>An Article By Any Other Name…..</a:t>
            </a:r>
            <a:br>
              <a:rPr lang="en-US" altLang="en-US" sz="6000" b="1" dirty="0">
                <a:latin typeface="Old newspaper font" panose="02000500000000000000" pitchFamily="2" charset="0"/>
              </a:rPr>
            </a:br>
            <a:br>
              <a:rPr lang="en-US" altLang="en-US" b="1" dirty="0"/>
            </a:br>
            <a:r>
              <a:rPr lang="en-US" altLang="en-US" sz="3600" dirty="0"/>
              <a:t>The Low-Down on Feature Articles</a:t>
            </a:r>
          </a:p>
        </p:txBody>
      </p:sp>
      <p:sp>
        <p:nvSpPr>
          <p:cNvPr id="4099" name="Text Box 6">
            <a:extLst>
              <a:ext uri="{FF2B5EF4-FFF2-40B4-BE49-F238E27FC236}">
                <a16:creationId xmlns:a16="http://schemas.microsoft.com/office/drawing/2014/main" id="{F8091748-9581-4F5C-939E-175261758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943600"/>
            <a:ext cx="563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915AC0E-2B87-474F-9A60-FACB5B48F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a Feature Article?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ED3FE03D-656C-4151-82C4-1EB20FC1C9F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solidFill>
            <a:srgbClr val="F7F7F7">
              <a:alpha val="50196"/>
            </a:srgbClr>
          </a:solidFill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en-US" dirty="0"/>
              <a:t>Creative</a:t>
            </a:r>
          </a:p>
          <a:p>
            <a:pPr eaLnBrk="1" hangingPunct="1"/>
            <a:r>
              <a:rPr lang="en-US" altLang="en-US" dirty="0"/>
              <a:t>Deals with real events, issues, and trends</a:t>
            </a:r>
          </a:p>
          <a:p>
            <a:pPr eaLnBrk="1" hangingPunct="1"/>
            <a:r>
              <a:rPr lang="en-US" altLang="en-US" dirty="0"/>
              <a:t>Unlike news articles, it places emphasis on the people involved rather than on the facts</a:t>
            </a:r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2E26D07A-3F65-48DA-971B-80A4D599A10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solidFill>
            <a:srgbClr val="F2F2F2">
              <a:alpha val="50196"/>
            </a:srgbClr>
          </a:solidFill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en-US" dirty="0"/>
              <a:t>Written to a specific audience</a:t>
            </a:r>
          </a:p>
          <a:p>
            <a:pPr eaLnBrk="1" hangingPunct="1"/>
            <a:r>
              <a:rPr lang="en-US" altLang="en-US" dirty="0"/>
              <a:t>Author writes to persuade readers to adopt his opinion on the topic</a:t>
            </a:r>
          </a:p>
          <a:p>
            <a:pPr eaLnBrk="1" hangingPunct="1"/>
            <a:r>
              <a:rPr lang="en-US" altLang="en-US" dirty="0"/>
              <a:t>Organized with text features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C79FBD4-7F55-4AE9-BC3A-855863AE3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Various Feature Articles</a:t>
            </a:r>
          </a:p>
        </p:txBody>
      </p:sp>
      <p:pic>
        <p:nvPicPr>
          <p:cNvPr id="6148" name="Picture 5" descr="bd06106_">
            <a:extLst>
              <a:ext uri="{FF2B5EF4-FFF2-40B4-BE49-F238E27FC236}">
                <a16:creationId xmlns:a16="http://schemas.microsoft.com/office/drawing/2014/main" id="{6B48D20D-CE85-4B21-9E45-2585E6DAF3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9" y="1701575"/>
            <a:ext cx="3295895" cy="4013425"/>
          </a:xfrm>
        </p:spPr>
      </p:pic>
      <p:sp>
        <p:nvSpPr>
          <p:cNvPr id="70660" name="Rectangle 4">
            <a:extLst>
              <a:ext uri="{FF2B5EF4-FFF2-40B4-BE49-F238E27FC236}">
                <a16:creationId xmlns:a16="http://schemas.microsoft.com/office/drawing/2014/main" id="{04A6845F-BE31-4D30-B969-E47AF34196D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038600" y="1690689"/>
            <a:ext cx="4343400" cy="4557711"/>
          </a:xfrm>
          <a:prstGeom prst="roundRect">
            <a:avLst/>
          </a:prstGeom>
          <a:solidFill>
            <a:srgbClr val="F7F7F7">
              <a:alpha val="50196"/>
            </a:srgbClr>
          </a:solidFill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Human Interest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Personality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Process Analysis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How to (Skill or Product)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Persuasive Article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Past Events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Technical/Informative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News Feature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9875ACA-0AC6-40CE-98A7-7AB6853A1F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How can I be creative and engage the reader?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3023E6B9-9DC6-4658-BFAB-49A53B4043D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sz="2800" dirty="0"/>
              <a:t>Anecdotes</a:t>
            </a:r>
          </a:p>
          <a:p>
            <a:pPr eaLnBrk="1" hangingPunct="1"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sz="2800" dirty="0"/>
              <a:t>Vignettes</a:t>
            </a:r>
          </a:p>
          <a:p>
            <a:pPr eaLnBrk="1" hangingPunct="1"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sz="2800" dirty="0"/>
              <a:t>Foreshadowing</a:t>
            </a:r>
          </a:p>
          <a:p>
            <a:pPr eaLnBrk="1" hangingPunct="1"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sz="2800" dirty="0"/>
              <a:t>Descriptions</a:t>
            </a:r>
          </a:p>
          <a:p>
            <a:pPr eaLnBrk="1" hangingPunct="1"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sz="2800" dirty="0"/>
              <a:t>Flashbacks</a:t>
            </a:r>
          </a:p>
          <a:p>
            <a:pPr eaLnBrk="1" hangingPunct="1"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sz="2800" dirty="0"/>
              <a:t>Tables</a:t>
            </a:r>
          </a:p>
          <a:p>
            <a:pPr eaLnBrk="1" hangingPunct="1"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sz="2800" dirty="0"/>
              <a:t>Comparisons</a:t>
            </a:r>
          </a:p>
          <a:p>
            <a:pPr eaLnBrk="1" hangingPunct="1"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sz="2800" dirty="0"/>
              <a:t>Sketches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EA03F1-F8DA-4B48-A279-172663F3FD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dirty="0"/>
              <a:t>Examples</a:t>
            </a:r>
          </a:p>
          <a:p>
            <a:pPr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dirty="0"/>
              <a:t>Charts</a:t>
            </a:r>
          </a:p>
          <a:p>
            <a:pPr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dirty="0"/>
              <a:t>Riddles</a:t>
            </a:r>
          </a:p>
          <a:p>
            <a:pPr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dirty="0"/>
              <a:t>Snapshots</a:t>
            </a:r>
          </a:p>
          <a:p>
            <a:pPr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dirty="0"/>
              <a:t>Pictures</a:t>
            </a:r>
          </a:p>
          <a:p>
            <a:pPr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dirty="0"/>
              <a:t>Graphs</a:t>
            </a:r>
          </a:p>
          <a:p>
            <a:pPr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dirty="0"/>
              <a:t>Quotes</a:t>
            </a:r>
          </a:p>
          <a:p>
            <a:pPr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altLang="en-US" dirty="0"/>
              <a:t>Reasons/facts</a:t>
            </a:r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0E68C9C6-50FC-4447-87BC-7E4F3523E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514600"/>
            <a:ext cx="3810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Blip>
                <a:blip r:embed="rId3"/>
              </a:buBlip>
            </a:pPr>
            <a:endParaRPr lang="en-US" altLang="en-US" sz="2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9FC64AB-1C4E-485C-B932-15E35FAC5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 Creative with Text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0777F3-24B6-4F9B-9EEE-9D9170FC3C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95400"/>
            <a:ext cx="7886700" cy="5197474"/>
          </a:xfrm>
        </p:spPr>
        <p:txBody>
          <a:bodyPr>
            <a:normAutofit fontScale="92500" lnSpcReduction="10000"/>
          </a:bodyPr>
          <a:lstStyle/>
          <a:p>
            <a:pPr marL="0" indent="0" algn="ctr" eaLnBrk="1" hangingPunct="1">
              <a:buNone/>
            </a:pPr>
            <a:r>
              <a:rPr lang="en-US" altLang="en-US" u="sng" dirty="0">
                <a:latin typeface="Arial" panose="020B0604020202020204" pitchFamily="34" charset="0"/>
              </a:rPr>
              <a:t>HEADINGS</a:t>
            </a:r>
          </a:p>
          <a:p>
            <a:pPr marL="0" indent="0" algn="ctr" eaLnBrk="1" hangingPunct="1">
              <a:buNone/>
            </a:pPr>
            <a:r>
              <a:rPr lang="en-US" altLang="en-US" dirty="0">
                <a:latin typeface="Arial" panose="020B0604020202020204" pitchFamily="34" charset="0"/>
              </a:rPr>
              <a:t>“Subheadings”</a:t>
            </a:r>
          </a:p>
          <a:p>
            <a:pPr marL="0" indent="0" algn="ctr" eaLnBrk="1" hangingPunct="1"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F</a:t>
            </a:r>
            <a:r>
              <a:rPr lang="en-US" altLang="en-US" dirty="0">
                <a:latin typeface="Rockwell Extra Bold" panose="02060903040505020403" pitchFamily="18" charset="0"/>
              </a:rPr>
              <a:t>O</a:t>
            </a:r>
            <a:r>
              <a:rPr lang="en-US" altLang="en-US" dirty="0">
                <a:latin typeface="Batang" panose="020B0503020000020004" pitchFamily="18" charset="-127"/>
              </a:rPr>
              <a:t>N</a:t>
            </a:r>
            <a:r>
              <a:rPr lang="en-US" altLang="en-US" dirty="0">
                <a:latin typeface="Algerian" panose="04020705040A02060702" pitchFamily="82" charset="0"/>
              </a:rPr>
              <a:t>T</a:t>
            </a:r>
            <a:r>
              <a:rPr lang="en-US" altLang="en-US" dirty="0">
                <a:latin typeface="Berlin Sans FB" panose="020E0602020502020306" pitchFamily="34" charset="0"/>
              </a:rPr>
              <a:t>S</a:t>
            </a:r>
          </a:p>
          <a:p>
            <a:pPr marL="0" indent="0" algn="ctr" eaLnBrk="1" hangingPunct="1">
              <a:buNone/>
            </a:pPr>
            <a:r>
              <a:rPr lang="en-US" altLang="en-US" i="1" dirty="0">
                <a:latin typeface="Berlin Sans FB" panose="020E0602020502020306" pitchFamily="34" charset="0"/>
              </a:rPr>
              <a:t>Italics</a:t>
            </a:r>
          </a:p>
          <a:p>
            <a:pPr marL="0" indent="0" algn="ctr" eaLnBrk="1" hangingPunct="1">
              <a:buNone/>
            </a:pPr>
            <a:r>
              <a:rPr lang="en-US" altLang="en-US" b="1" dirty="0">
                <a:latin typeface="Berlin Sans FB" panose="020E0602020502020306" pitchFamily="34" charset="0"/>
              </a:rPr>
              <a:t>Bold print</a:t>
            </a:r>
          </a:p>
          <a:p>
            <a:pPr marL="0" indent="0" algn="ctr" eaLnBrk="1" hangingPunct="1">
              <a:buNone/>
            </a:pPr>
            <a:r>
              <a:rPr lang="en-US" altLang="en-US" dirty="0">
                <a:latin typeface="Berlin Sans FB" panose="020E0602020502020306" pitchFamily="34" charset="0"/>
              </a:rPr>
              <a:t>Bullets</a:t>
            </a:r>
          </a:p>
          <a:p>
            <a:pPr marL="0" indent="0" algn="ctr" eaLnBrk="1" hangingPunct="1">
              <a:buNone/>
            </a:pPr>
            <a:r>
              <a:rPr lang="en-US" altLang="en-US" dirty="0">
                <a:solidFill>
                  <a:srgbClr val="FF0000"/>
                </a:solidFill>
                <a:latin typeface="Berlin Sans FB" panose="020E0602020502020306" pitchFamily="34" charset="0"/>
              </a:rPr>
              <a:t>C</a:t>
            </a:r>
            <a:r>
              <a:rPr lang="en-US" altLang="en-US" dirty="0">
                <a:solidFill>
                  <a:srgbClr val="FFFF00"/>
                </a:solidFill>
                <a:latin typeface="Berlin Sans FB" panose="020E0602020502020306" pitchFamily="34" charset="0"/>
              </a:rPr>
              <a:t>O</a:t>
            </a:r>
            <a:r>
              <a:rPr lang="en-US" altLang="en-US" dirty="0">
                <a:solidFill>
                  <a:srgbClr val="33CC33"/>
                </a:solidFill>
                <a:latin typeface="Berlin Sans FB" panose="020E0602020502020306" pitchFamily="34" charset="0"/>
              </a:rPr>
              <a:t>L</a:t>
            </a:r>
            <a:r>
              <a:rPr lang="en-US" altLang="en-US" dirty="0">
                <a:solidFill>
                  <a:srgbClr val="3333FF"/>
                </a:solidFill>
                <a:latin typeface="Berlin Sans FB" panose="020E0602020502020306" pitchFamily="34" charset="0"/>
              </a:rPr>
              <a:t>O</a:t>
            </a:r>
            <a:r>
              <a:rPr lang="en-US" altLang="en-US" dirty="0">
                <a:solidFill>
                  <a:srgbClr val="CC00CC"/>
                </a:solidFill>
                <a:latin typeface="Berlin Sans FB" panose="020E0602020502020306" pitchFamily="34" charset="0"/>
              </a:rPr>
              <a:t>R</a:t>
            </a:r>
            <a:r>
              <a:rPr lang="en-US" altLang="en-US" dirty="0">
                <a:latin typeface="Berlin Sans FB" panose="020E0602020502020306" pitchFamily="34" charset="0"/>
              </a:rPr>
              <a:t> ink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4252730-8D72-41D3-AF88-F9D058D06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Human-Interest Feature</a:t>
            </a:r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3AB27088-7C42-4026-A122-025F8CED294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54050" y="1219200"/>
            <a:ext cx="7600950" cy="4800600"/>
          </a:xfrm>
          <a:prstGeom prst="roundRect">
            <a:avLst/>
          </a:prstGeom>
          <a:solidFill>
            <a:srgbClr val="F7F7F7">
              <a:alpha val="50196"/>
            </a:srgbClr>
          </a:solidFill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Most common feature article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Reports success in spite of great odds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Recalls tragic predicament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Shares continuing struggles supported only by hope and fate.</a:t>
            </a:r>
          </a:p>
        </p:txBody>
      </p:sp>
      <p:pic>
        <p:nvPicPr>
          <p:cNvPr id="9220" name="Picture 5" descr="ph01825j">
            <a:extLst>
              <a:ext uri="{FF2B5EF4-FFF2-40B4-BE49-F238E27FC236}">
                <a16:creationId xmlns:a16="http://schemas.microsoft.com/office/drawing/2014/main" id="{6ED17910-77BF-4CDF-9E6E-F1CE03D444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479432" y="3447142"/>
            <a:ext cx="4215938" cy="280125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CB99097-E659-4001-9857-BAE48AF8C4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Past Events Feature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7C0D0F23-6E31-44D5-93B4-897D99DF6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5086350" cy="43513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Might focus on a historical event</a:t>
            </a:r>
          </a:p>
          <a:p>
            <a:pPr eaLnBrk="1" hangingPunct="1"/>
            <a:r>
              <a:rPr lang="en-US" altLang="en-US" sz="2800" dirty="0"/>
              <a:t>Might focus on a historical celebration</a:t>
            </a:r>
          </a:p>
          <a:p>
            <a:pPr eaLnBrk="1" hangingPunct="1"/>
            <a:r>
              <a:rPr lang="en-US" altLang="en-US" sz="2800" dirty="0"/>
              <a:t>Stems from library research and serves as a human interest history lesson</a:t>
            </a:r>
          </a:p>
        </p:txBody>
      </p:sp>
      <p:pic>
        <p:nvPicPr>
          <p:cNvPr id="10244" name="Picture 7" descr="j0144738">
            <a:extLst>
              <a:ext uri="{FF2B5EF4-FFF2-40B4-BE49-F238E27FC236}">
                <a16:creationId xmlns:a16="http://schemas.microsoft.com/office/drawing/2014/main" id="{DF913F64-5986-44BE-8B7F-46AAC81FD615}"/>
              </a:ext>
            </a:extLst>
          </p:cNvPr>
          <p:cNvPicPr>
            <a:picLocks noGrp="1" noChangeAspect="1" noChangeArrowheads="1"/>
          </p:cNvPicPr>
          <p:nvPr>
            <p:ph type="clipArt"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799" y="1825624"/>
            <a:ext cx="2635922" cy="41941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159946C-8086-47F6-B305-01EE6B0BEC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News Feature</a:t>
            </a:r>
          </a:p>
        </p:txBody>
      </p:sp>
      <p:pic>
        <p:nvPicPr>
          <p:cNvPr id="11268" name="Picture 5" descr="ph01831j">
            <a:extLst>
              <a:ext uri="{FF2B5EF4-FFF2-40B4-BE49-F238E27FC236}">
                <a16:creationId xmlns:a16="http://schemas.microsoft.com/office/drawing/2014/main" id="{0ED61BE4-A981-46D9-A81D-413423DE64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92" y="1523999"/>
            <a:ext cx="3106057" cy="4706147"/>
          </a:xfrm>
        </p:spPr>
      </p:pic>
      <p:sp>
        <p:nvSpPr>
          <p:cNvPr id="75780" name="Rectangle 4">
            <a:extLst>
              <a:ext uri="{FF2B5EF4-FFF2-40B4-BE49-F238E27FC236}">
                <a16:creationId xmlns:a16="http://schemas.microsoft.com/office/drawing/2014/main" id="{E1C548B5-E5D2-4BC6-AC45-D29F228BE984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86200" y="1690688"/>
            <a:ext cx="4495800" cy="4557711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 human interest focus on breaking news</a:t>
            </a:r>
            <a:br>
              <a:rPr lang="en-US" altLang="en-US" sz="2800" dirty="0"/>
            </a:br>
            <a:endParaRPr lang="en-US" altLang="en-US" sz="2800" dirty="0"/>
          </a:p>
          <a:p>
            <a:pPr eaLnBrk="1" hangingPunct="1"/>
            <a:r>
              <a:rPr lang="en-US" altLang="en-US" sz="2800" dirty="0"/>
              <a:t>Adds personal involvement to what may otherwise be a distant, unimportant event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F83E80D-57D9-45C3-B8CD-4E2D28A1C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Informational Feature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CBEF6A9-DA35-40C4-91F0-7F9DF23D02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447800"/>
            <a:ext cx="4629150" cy="47291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Insightful coverage of topic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Detailed information focused on one aspect of a given topic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Makes personal connection to the topic and shows “voice”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Often refers to research sources</a:t>
            </a:r>
          </a:p>
        </p:txBody>
      </p:sp>
      <p:pic>
        <p:nvPicPr>
          <p:cNvPr id="12292" name="Picture 5" descr="ph01837j">
            <a:extLst>
              <a:ext uri="{FF2B5EF4-FFF2-40B4-BE49-F238E27FC236}">
                <a16:creationId xmlns:a16="http://schemas.microsoft.com/office/drawing/2014/main" id="{0B3D93ED-7A42-460D-A459-D42651E0C61C}"/>
              </a:ext>
            </a:extLst>
          </p:cNvPr>
          <p:cNvPicPr>
            <a:picLocks noGrp="1" noChangeAspect="1" noChangeArrowheads="1"/>
          </p:cNvPicPr>
          <p:nvPr>
            <p:ph type="clipArt"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803854"/>
            <a:ext cx="2862036" cy="43382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3796B1C-3CDE-47D1-8680-FF34F997F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Personality Feature</a:t>
            </a:r>
          </a:p>
        </p:txBody>
      </p:sp>
      <p:pic>
        <p:nvPicPr>
          <p:cNvPr id="13316" name="Picture 5" descr="bd12566_">
            <a:extLst>
              <a:ext uri="{FF2B5EF4-FFF2-40B4-BE49-F238E27FC236}">
                <a16:creationId xmlns:a16="http://schemas.microsoft.com/office/drawing/2014/main" id="{73A1A122-CDF9-41EA-8374-45A7E2437F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978" y="3200401"/>
            <a:ext cx="4532045" cy="3037784"/>
          </a:xfrm>
        </p:spPr>
      </p:pic>
      <p:sp>
        <p:nvSpPr>
          <p:cNvPr id="77828" name="Rectangle 4">
            <a:extLst>
              <a:ext uri="{FF2B5EF4-FFF2-40B4-BE49-F238E27FC236}">
                <a16:creationId xmlns:a16="http://schemas.microsoft.com/office/drawing/2014/main" id="{F9FA1579-0D86-4AE5-8F01-FF27C90750D4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33425" y="1219200"/>
            <a:ext cx="7677150" cy="5043488"/>
          </a:xfrm>
          <a:solidFill>
            <a:schemeClr val="bg1">
              <a:lumMod val="95000"/>
              <a:alpha val="50196"/>
            </a:schemeClr>
          </a:solidFill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Resembles a characterization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Usually shows how a person gained recognition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main character may be known or unknown but has done something of interest to others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7B851B9-C304-45A4-AD8D-1B50DCAC83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How-To Feature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DE8B8EA0-DC6D-4EC5-BD0B-CBC6B7DCDF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677150" cy="39655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Written from viewpoint of informed writer to less informed reader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Usually takes a do-it-yourself approach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Process analysis article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Gives detailed steps</a:t>
            </a:r>
          </a:p>
        </p:txBody>
      </p:sp>
      <p:pic>
        <p:nvPicPr>
          <p:cNvPr id="14340" name="Picture 5" descr="ph01079j">
            <a:extLst>
              <a:ext uri="{FF2B5EF4-FFF2-40B4-BE49-F238E27FC236}">
                <a16:creationId xmlns:a16="http://schemas.microsoft.com/office/drawing/2014/main" id="{1BDD5034-7EF2-4DCF-85B3-47394AA13B76}"/>
              </a:ext>
            </a:extLst>
          </p:cNvPr>
          <p:cNvPicPr>
            <a:picLocks noGrp="1" noChangeAspect="1" noChangeArrowheads="1"/>
          </p:cNvPicPr>
          <p:nvPr>
            <p:ph type="clipArt" sz="half" idx="4294967295"/>
          </p:nvPr>
        </p:nvPicPr>
        <p:blipFill>
          <a:blip r:embed="rId3">
            <a:clrChange>
              <a:clrFrom>
                <a:srgbClr val="EAE8EB"/>
              </a:clrFrom>
              <a:clrTo>
                <a:srgbClr val="EAE8E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77179" y="3048000"/>
            <a:ext cx="4267200" cy="3059113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8D7A38B-4CF9-42E7-84AC-762A057BD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Features of “The Best” Articles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EE99F85C-CC18-4235-94F7-33CC494210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/>
              <a:t>Personal experience with the product</a:t>
            </a:r>
          </a:p>
          <a:p>
            <a:pPr eaLnBrk="1" hangingPunct="1"/>
            <a:r>
              <a:rPr lang="en-US" altLang="en-US"/>
              <a:t>Proof, along with examples, that this is the best of its kind</a:t>
            </a:r>
          </a:p>
          <a:p>
            <a:pPr eaLnBrk="1" hangingPunct="1"/>
            <a:r>
              <a:rPr lang="en-US" altLang="en-US"/>
              <a:t>Where to get the product</a:t>
            </a:r>
          </a:p>
          <a:p>
            <a:pPr eaLnBrk="1" hangingPunct="1"/>
            <a:r>
              <a:rPr lang="en-US" altLang="en-US"/>
              <a:t>Cost of the product</a:t>
            </a:r>
          </a:p>
          <a:p>
            <a:pPr eaLnBrk="1" hangingPunct="1"/>
            <a:r>
              <a:rPr lang="en-US" altLang="en-US"/>
              <a:t>Catchy title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DD575D0-2463-43E5-B9BC-D5F621B8E4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Identify Topic and Audiences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71156E02-4C9D-48A7-BCB8-1F05169576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3867150" cy="4351338"/>
          </a:xfrm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sz="3200" dirty="0"/>
              <a:t>Choose topic</a:t>
            </a:r>
          </a:p>
          <a:p>
            <a:pPr lvl="1">
              <a:spcBef>
                <a:spcPts val="600"/>
              </a:spcBef>
            </a:pPr>
            <a:r>
              <a:rPr lang="en-US" altLang="en-US" sz="2800" dirty="0"/>
              <a:t>Why ?</a:t>
            </a:r>
          </a:p>
          <a:p>
            <a:pPr lvl="1">
              <a:spcBef>
                <a:spcPts val="600"/>
              </a:spcBef>
            </a:pPr>
            <a:r>
              <a:rPr lang="en-US" altLang="en-US" sz="2800" dirty="0"/>
              <a:t>Who would want to read this article?</a:t>
            </a:r>
          </a:p>
          <a:p>
            <a:pPr lvl="1">
              <a:spcBef>
                <a:spcPts val="600"/>
              </a:spcBef>
            </a:pPr>
            <a:r>
              <a:rPr lang="en-US" altLang="en-US" sz="2800" dirty="0"/>
              <a:t>Who is the primary audience?</a:t>
            </a:r>
          </a:p>
        </p:txBody>
      </p:sp>
      <p:pic>
        <p:nvPicPr>
          <p:cNvPr id="16388" name="Picture 7" descr="ph01631j">
            <a:extLst>
              <a:ext uri="{FF2B5EF4-FFF2-40B4-BE49-F238E27FC236}">
                <a16:creationId xmlns:a16="http://schemas.microsoft.com/office/drawing/2014/main" id="{C9C69B0B-9CC6-49D2-9329-502955D56CD9}"/>
              </a:ext>
            </a:extLst>
          </p:cNvPr>
          <p:cNvPicPr>
            <a:picLocks noGrp="1" noChangeAspect="1" noChangeArrowheads="1"/>
          </p:cNvPicPr>
          <p:nvPr>
            <p:ph type="clipArt"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825625"/>
            <a:ext cx="3048000" cy="46039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46E378E-A3D2-4401-A25B-593D2AC50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Analyze the Audience</a:t>
            </a:r>
          </a:p>
        </p:txBody>
      </p:sp>
      <p:pic>
        <p:nvPicPr>
          <p:cNvPr id="17412" name="Picture 5" descr="ph01501j">
            <a:extLst>
              <a:ext uri="{FF2B5EF4-FFF2-40B4-BE49-F238E27FC236}">
                <a16:creationId xmlns:a16="http://schemas.microsoft.com/office/drawing/2014/main" id="{A4B3846B-621A-4097-BF3E-813EB81185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00199"/>
            <a:ext cx="2743200" cy="4170405"/>
          </a:xfrm>
        </p:spPr>
      </p:pic>
      <p:sp>
        <p:nvSpPr>
          <p:cNvPr id="82948" name="Rectangle 4">
            <a:extLst>
              <a:ext uri="{FF2B5EF4-FFF2-40B4-BE49-F238E27FC236}">
                <a16:creationId xmlns:a16="http://schemas.microsoft.com/office/drawing/2014/main" id="{22E7D236-9722-400E-92EB-1BCF3E683F6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05274" y="1529852"/>
            <a:ext cx="3971925" cy="448994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Does the audience know anything about this topic?</a:t>
            </a:r>
          </a:p>
          <a:p>
            <a:pPr eaLnBrk="1" hangingPunct="1"/>
            <a:r>
              <a:rPr lang="en-US" altLang="en-US" sz="2800" dirty="0"/>
              <a:t>What does the audience need to learn after reading the article?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C5141C0-CA4C-4ADE-B69A-E51CB2021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Engage the Reader</a:t>
            </a:r>
          </a:p>
        </p:txBody>
      </p:sp>
      <p:sp>
        <p:nvSpPr>
          <p:cNvPr id="88070" name="Rectangle 6">
            <a:extLst>
              <a:ext uri="{FF2B5EF4-FFF2-40B4-BE49-F238E27FC236}">
                <a16:creationId xmlns:a16="http://schemas.microsoft.com/office/drawing/2014/main" id="{C4FB3470-71C9-4409-AEBB-03CB0E7C7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0" y="1143000"/>
            <a:ext cx="3486150" cy="5349874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400" dirty="0"/>
              <a:t>Anecdotes</a:t>
            </a:r>
          </a:p>
          <a:p>
            <a:pPr eaLnBrk="1" hangingPunct="1"/>
            <a:r>
              <a:rPr lang="en-US" altLang="en-US" sz="2400" dirty="0"/>
              <a:t>Vignettes</a:t>
            </a:r>
          </a:p>
          <a:p>
            <a:pPr eaLnBrk="1" hangingPunct="1"/>
            <a:r>
              <a:rPr lang="en-US" altLang="en-US" sz="2400" dirty="0"/>
              <a:t>Comparison/contrast</a:t>
            </a:r>
          </a:p>
          <a:p>
            <a:pPr eaLnBrk="1" hangingPunct="1"/>
            <a:r>
              <a:rPr lang="en-US" altLang="en-US" sz="2400" dirty="0"/>
              <a:t>Quotes</a:t>
            </a:r>
          </a:p>
          <a:p>
            <a:pPr eaLnBrk="1" hangingPunct="1"/>
            <a:r>
              <a:rPr lang="en-US" altLang="en-US" sz="2400" dirty="0"/>
              <a:t>Charts/graphs</a:t>
            </a:r>
          </a:p>
          <a:p>
            <a:pPr eaLnBrk="1" hangingPunct="1"/>
            <a:r>
              <a:rPr lang="en-US" altLang="en-US" sz="2400" dirty="0"/>
              <a:t>Snapshots/sketches</a:t>
            </a:r>
          </a:p>
          <a:p>
            <a:pPr eaLnBrk="1" hangingPunct="1"/>
            <a:r>
              <a:rPr lang="en-US" altLang="en-US" sz="2400" dirty="0"/>
              <a:t>Pictures</a:t>
            </a:r>
          </a:p>
          <a:p>
            <a:pPr eaLnBrk="1" hangingPunct="1"/>
            <a:r>
              <a:rPr lang="en-US" altLang="en-US" sz="2400" dirty="0"/>
              <a:t>Descriptions</a:t>
            </a:r>
          </a:p>
          <a:p>
            <a:pPr eaLnBrk="1" hangingPunct="1"/>
            <a:r>
              <a:rPr lang="en-US" altLang="en-US" sz="2400" dirty="0"/>
              <a:t>Facts</a:t>
            </a:r>
          </a:p>
          <a:p>
            <a:pPr eaLnBrk="1" hangingPunct="1"/>
            <a:r>
              <a:rPr lang="en-US" altLang="en-US" sz="2400" dirty="0"/>
              <a:t>Foreshadowing</a:t>
            </a:r>
          </a:p>
          <a:p>
            <a:pPr eaLnBrk="1" hangingPunct="1"/>
            <a:r>
              <a:rPr lang="en-US" altLang="en-US" sz="2400" dirty="0"/>
              <a:t>Flashbacks </a:t>
            </a:r>
          </a:p>
        </p:txBody>
      </p:sp>
      <p:sp>
        <p:nvSpPr>
          <p:cNvPr id="18435" name="AutoShape 5">
            <a:extLst>
              <a:ext uri="{FF2B5EF4-FFF2-40B4-BE49-F238E27FC236}">
                <a16:creationId xmlns:a16="http://schemas.microsoft.com/office/drawing/2014/main" id="{34426BAB-6015-4599-98F6-17ED2A7E985F}"/>
              </a:ext>
            </a:extLst>
          </p:cNvPr>
          <p:cNvSpPr>
            <a:spLocks noChangeArrowheads="1"/>
          </p:cNvSpPr>
          <p:nvPr/>
        </p:nvSpPr>
        <p:spPr bwMode="auto">
          <a:xfrm rot="949396">
            <a:off x="664148" y="2366977"/>
            <a:ext cx="4191000" cy="1752600"/>
          </a:xfrm>
          <a:prstGeom prst="rightArrow">
            <a:avLst>
              <a:gd name="adj1" fmla="val 50000"/>
              <a:gd name="adj2" fmla="val 5108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000" dirty="0">
                <a:latin typeface="Arial" panose="020B0604020202020204" pitchFamily="34" charset="0"/>
              </a:rPr>
              <a:t>These make the article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more interesting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BFBDC87-BF94-41A6-9DFB-361C3D16F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Organize the Information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0EEDA2A-71EB-4353-AB28-AB00E0C780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Headlines</a:t>
            </a:r>
          </a:p>
          <a:p>
            <a:pPr eaLnBrk="1" hangingPunct="1"/>
            <a:r>
              <a:rPr lang="en-US" altLang="en-US" sz="2800"/>
              <a:t>Catchy titles</a:t>
            </a:r>
          </a:p>
          <a:p>
            <a:pPr eaLnBrk="1" hangingPunct="1"/>
            <a:r>
              <a:rPr lang="en-US" altLang="en-US" sz="2800"/>
              <a:t>Subheadings</a:t>
            </a:r>
          </a:p>
          <a:p>
            <a:pPr eaLnBrk="1" hangingPunct="1"/>
            <a:r>
              <a:rPr lang="en-US" altLang="en-US" sz="2800"/>
              <a:t>Bullets</a:t>
            </a:r>
          </a:p>
          <a:p>
            <a:pPr eaLnBrk="1" hangingPunct="1"/>
            <a:r>
              <a:rPr lang="en-US" altLang="en-US" sz="2800"/>
              <a:t>Bold print</a:t>
            </a:r>
          </a:p>
          <a:p>
            <a:pPr eaLnBrk="1" hangingPunct="1"/>
            <a:r>
              <a:rPr lang="en-US" altLang="en-US" sz="2800"/>
              <a:t>Various fonts</a:t>
            </a:r>
          </a:p>
          <a:p>
            <a:pPr eaLnBrk="1" hangingPunct="1">
              <a:buFontTx/>
              <a:buNone/>
            </a:pPr>
            <a:endParaRPr lang="en-US" altLang="en-US" sz="2800"/>
          </a:p>
        </p:txBody>
      </p:sp>
      <p:pic>
        <p:nvPicPr>
          <p:cNvPr id="19460" name="Picture 5" descr="ph01120j">
            <a:extLst>
              <a:ext uri="{FF2B5EF4-FFF2-40B4-BE49-F238E27FC236}">
                <a16:creationId xmlns:a16="http://schemas.microsoft.com/office/drawing/2014/main" id="{FC60EAF3-5A3C-4603-A6CC-26D5ED284019}"/>
              </a:ext>
            </a:extLst>
          </p:cNvPr>
          <p:cNvPicPr>
            <a:picLocks noGrp="1" noChangeAspect="1" noChangeArrowheads="1"/>
          </p:cNvPicPr>
          <p:nvPr>
            <p:ph type="clipArt" sz="half" idx="4294967295"/>
          </p:nvPr>
        </p:nvPicPr>
        <p:blipFill>
          <a:blip r:embed="rId3">
            <a:clrChange>
              <a:clrFrom>
                <a:srgbClr val="E7EAF1"/>
              </a:clrFrom>
              <a:clrTo>
                <a:srgbClr val="E7EAF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88971" y="2209800"/>
            <a:ext cx="4876800" cy="327342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D3BF0C59-EF1B-4F57-9082-0B0139B43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Word Process</a:t>
            </a:r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F8AA8BF9-796A-41B4-BA51-CA207B25C3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0" y="1825625"/>
            <a:ext cx="3486150" cy="43513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Column format</a:t>
            </a:r>
          </a:p>
          <a:p>
            <a:pPr eaLnBrk="1" hangingPunct="1"/>
            <a:r>
              <a:rPr lang="en-US" altLang="en-US" sz="2800" dirty="0"/>
              <a:t>Spell check</a:t>
            </a:r>
          </a:p>
          <a:p>
            <a:pPr eaLnBrk="1" hangingPunct="1"/>
            <a:r>
              <a:rPr lang="en-US" altLang="en-US" sz="2800" dirty="0"/>
              <a:t>Grammar check</a:t>
            </a:r>
          </a:p>
          <a:p>
            <a:pPr eaLnBrk="1" hangingPunct="1"/>
            <a:r>
              <a:rPr lang="en-US" altLang="en-US" sz="2800" dirty="0"/>
              <a:t>Sources listed at bottom of article</a:t>
            </a:r>
          </a:p>
        </p:txBody>
      </p:sp>
      <p:graphicFrame>
        <p:nvGraphicFramePr>
          <p:cNvPr id="1026" name="Object 6">
            <a:extLst>
              <a:ext uri="{FF2B5EF4-FFF2-40B4-BE49-F238E27FC236}">
                <a16:creationId xmlns:a16="http://schemas.microsoft.com/office/drawing/2014/main" id="{461B6546-9C93-45E3-9A40-724DE76B5F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3336414"/>
              </p:ext>
            </p:extLst>
          </p:nvPr>
        </p:nvGraphicFramePr>
        <p:xfrm>
          <a:off x="713764" y="1066801"/>
          <a:ext cx="3858236" cy="520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4" imgW="5486400" imgH="8065800" progId="Word.Document.8">
                  <p:embed/>
                </p:oleObj>
              </mc:Choice>
              <mc:Fallback>
                <p:oleObj name="Document" r:id="rId4" imgW="5486400" imgH="8065800" progId="Word.Document.8">
                  <p:embed/>
                  <p:pic>
                    <p:nvPicPr>
                      <p:cNvPr id="1026" name="Object 6">
                        <a:extLst>
                          <a:ext uri="{FF2B5EF4-FFF2-40B4-BE49-F238E27FC236}">
                            <a16:creationId xmlns:a16="http://schemas.microsoft.com/office/drawing/2014/main" id="{461B6546-9C93-45E3-9A40-724DE76B5F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764" y="1066801"/>
                        <a:ext cx="3858236" cy="52070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Words>429</Words>
  <Application>Microsoft Office PowerPoint</Application>
  <PresentationFormat>On-screen Show (4:3)</PresentationFormat>
  <Paragraphs>124</Paragraphs>
  <Slides>17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Batang</vt:lpstr>
      <vt:lpstr>Algerian</vt:lpstr>
      <vt:lpstr>Arial</vt:lpstr>
      <vt:lpstr>Berlin Sans FB</vt:lpstr>
      <vt:lpstr>Calibri</vt:lpstr>
      <vt:lpstr>Old newspaper font</vt:lpstr>
      <vt:lpstr>Rockwell Extra Bold</vt:lpstr>
      <vt:lpstr>Tahoma</vt:lpstr>
      <vt:lpstr>Times New Roman</vt:lpstr>
      <vt:lpstr>Wingdings</vt:lpstr>
      <vt:lpstr>Office Theme</vt:lpstr>
      <vt:lpstr>Document</vt:lpstr>
      <vt:lpstr>An Article By Any Other Name…..  The Low-Down on Feature Articles</vt:lpstr>
      <vt:lpstr>What is a Feature Article?</vt:lpstr>
      <vt:lpstr>The Various Feature Articles</vt:lpstr>
      <vt:lpstr>How can I be creative and engage the reader?</vt:lpstr>
      <vt:lpstr>Be Creative with Text</vt:lpstr>
      <vt:lpstr>The Human-Interest Feature</vt:lpstr>
      <vt:lpstr>The Past Events Feature</vt:lpstr>
      <vt:lpstr>The News Feature</vt:lpstr>
      <vt:lpstr>The Informational Feature</vt:lpstr>
      <vt:lpstr>The Personality Feature</vt:lpstr>
      <vt:lpstr>The How-To Feature</vt:lpstr>
      <vt:lpstr>Features of “The Best” Articles</vt:lpstr>
      <vt:lpstr>Identify Topic and Audiences</vt:lpstr>
      <vt:lpstr>Analyze the Audience</vt:lpstr>
      <vt:lpstr>Engage the Reader</vt:lpstr>
      <vt:lpstr>Organize the Information</vt:lpstr>
      <vt:lpstr>Word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Article By Any Other Name….. The Low-Down on Feature Articles</dc:title>
  <dc:creator>Hardin County Schools</dc:creator>
  <cp:lastModifiedBy>Andre Janse van Rensburg</cp:lastModifiedBy>
  <cp:revision>13</cp:revision>
  <cp:lastPrinted>2009-04-22T19:24:48Z</cp:lastPrinted>
  <dcterms:created xsi:type="dcterms:W3CDTF">2004-08-05T16:33:14Z</dcterms:created>
  <dcterms:modified xsi:type="dcterms:W3CDTF">2018-12-05T03:22:17Z</dcterms:modified>
</cp:coreProperties>
</file>