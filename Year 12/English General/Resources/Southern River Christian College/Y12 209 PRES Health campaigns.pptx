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sldIdLst>
    <p:sldId id="256" r:id="rId2"/>
    <p:sldId id="291" r:id="rId3"/>
    <p:sldId id="257" r:id="rId4"/>
    <p:sldId id="271" r:id="rId5"/>
    <p:sldId id="258"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4" r:id="rId19"/>
    <p:sldId id="275" r:id="rId20"/>
    <p:sldId id="276" r:id="rId21"/>
    <p:sldId id="277" r:id="rId22"/>
    <p:sldId id="278" r:id="rId23"/>
    <p:sldId id="279" r:id="rId24"/>
    <p:sldId id="284" r:id="rId25"/>
    <p:sldId id="281" r:id="rId26"/>
    <p:sldId id="282" r:id="rId27"/>
    <p:sldId id="283" r:id="rId28"/>
    <p:sldId id="285" r:id="rId29"/>
    <p:sldId id="286" r:id="rId30"/>
    <p:sldId id="288" r:id="rId31"/>
    <p:sldId id="290" r:id="rId32"/>
    <p:sldId id="292" r:id="rId33"/>
    <p:sldId id="293" r:id="rId34"/>
    <p:sldId id="294" r:id="rId35"/>
    <p:sldId id="296" r:id="rId36"/>
    <p:sldId id="298" r:id="rId37"/>
    <p:sldId id="297" r:id="rId38"/>
    <p:sldId id="29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AB0D50-44BA-460A-B77A-9B808505E9A1}" v="501" dt="2018-08-28T06:02:27.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291" autoAdjust="0"/>
  </p:normalViewPr>
  <p:slideViewPr>
    <p:cSldViewPr snapToGrid="0" snapToObjects="1">
      <p:cViewPr varScale="1">
        <p:scale>
          <a:sx n="64" d="100"/>
          <a:sy n="64" d="100"/>
        </p:scale>
        <p:origin x="90" y="162"/>
      </p:cViewPr>
      <p:guideLst>
        <p:guide orient="horz" pos="2160"/>
        <p:guide pos="3840"/>
      </p:guideLst>
    </p:cSldViewPr>
  </p:slideViewPr>
  <p:outlineViewPr>
    <p:cViewPr>
      <p:scale>
        <a:sx n="33" d="100"/>
        <a:sy n="33" d="100"/>
      </p:scale>
      <p:origin x="0" y="-600"/>
    </p:cViewPr>
  </p:outlineViewPr>
  <p:notesTextViewPr>
    <p:cViewPr>
      <p:scale>
        <a:sx n="100" d="100"/>
        <a:sy n="100" d="100"/>
      </p:scale>
      <p:origin x="0" y="0"/>
    </p:cViewPr>
  </p:notesTextViewPr>
  <p:sorterViewPr>
    <p:cViewPr>
      <p:scale>
        <a:sx n="100" d="100"/>
        <a:sy n="100" d="100"/>
      </p:scale>
      <p:origin x="0" y="-219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Janse van Rensburg" userId="c242d890-f940-49be-a646-5509d964c911" providerId="ADAL" clId="{3E934F02-E2F4-45E2-8EBA-CD91689DD4FE}"/>
    <pc:docChg chg="undo custSel addSld modSld modMainMaster">
      <pc:chgData name="Andre Janse van Rensburg" userId="c242d890-f940-49be-a646-5509d964c911" providerId="ADAL" clId="{3E934F02-E2F4-45E2-8EBA-CD91689DD4FE}" dt="2018-08-22T02:23:24.387" v="1107" actId="6549"/>
      <pc:docMkLst>
        <pc:docMk/>
      </pc:docMkLst>
      <pc:sldChg chg="modSp setBg">
        <pc:chgData name="Andre Janse van Rensburg" userId="c242d890-f940-49be-a646-5509d964c911" providerId="ADAL" clId="{3E934F02-E2F4-45E2-8EBA-CD91689DD4FE}" dt="2018-08-09T06:56:54.801" v="70" actId="27636"/>
        <pc:sldMkLst>
          <pc:docMk/>
          <pc:sldMk cId="1796815223" sldId="256"/>
        </pc:sldMkLst>
        <pc:spChg chg="mod">
          <ac:chgData name="Andre Janse van Rensburg" userId="c242d890-f940-49be-a646-5509d964c911" providerId="ADAL" clId="{3E934F02-E2F4-45E2-8EBA-CD91689DD4FE}" dt="2018-08-09T06:56:54.801" v="70" actId="27636"/>
          <ac:spMkLst>
            <pc:docMk/>
            <pc:sldMk cId="1796815223" sldId="256"/>
            <ac:spMk id="2" creationId="{00000000-0000-0000-0000-000000000000}"/>
          </ac:spMkLst>
        </pc:spChg>
        <pc:picChg chg="mod">
          <ac:chgData name="Andre Janse van Rensburg" userId="c242d890-f940-49be-a646-5509d964c911" providerId="ADAL" clId="{3E934F02-E2F4-45E2-8EBA-CD91689DD4FE}" dt="2018-08-09T06:48:34.257" v="2" actId="27636"/>
          <ac:picMkLst>
            <pc:docMk/>
            <pc:sldMk cId="1796815223" sldId="256"/>
            <ac:picMk id="4" creationId="{00000000-0000-0000-0000-000000000000}"/>
          </ac:picMkLst>
        </pc:picChg>
      </pc:sldChg>
      <pc:sldChg chg="delSp modSp delDesignElem">
        <pc:chgData name="Andre Janse van Rensburg" userId="c242d890-f940-49be-a646-5509d964c911" providerId="ADAL" clId="{3E934F02-E2F4-45E2-8EBA-CD91689DD4FE}" dt="2018-08-09T06:59:11.954" v="132" actId="207"/>
        <pc:sldMkLst>
          <pc:docMk/>
          <pc:sldMk cId="1494816299" sldId="257"/>
        </pc:sldMkLst>
        <pc:spChg chg="mod">
          <ac:chgData name="Andre Janse van Rensburg" userId="c242d890-f940-49be-a646-5509d964c911" providerId="ADAL" clId="{3E934F02-E2F4-45E2-8EBA-CD91689DD4FE}" dt="2018-08-09T06:59:11.954" v="132" actId="207"/>
          <ac:spMkLst>
            <pc:docMk/>
            <pc:sldMk cId="1494816299" sldId="257"/>
            <ac:spMk id="4" creationId="{00000000-0000-0000-0000-000000000000}"/>
          </ac:spMkLst>
        </pc:spChg>
        <pc:spChg chg="mod">
          <ac:chgData name="Andre Janse van Rensburg" userId="c242d890-f940-49be-a646-5509d964c911" providerId="ADAL" clId="{3E934F02-E2F4-45E2-8EBA-CD91689DD4FE}" dt="2018-08-09T06:59:08.900" v="131" actId="207"/>
          <ac:spMkLst>
            <pc:docMk/>
            <pc:sldMk cId="1494816299" sldId="257"/>
            <ac:spMk id="6" creationId="{00000000-0000-0000-0000-000000000000}"/>
          </ac:spMkLst>
        </pc:spChg>
        <pc:picChg chg="mod">
          <ac:chgData name="Andre Janse van Rensburg" userId="c242d890-f940-49be-a646-5509d964c911" providerId="ADAL" clId="{3E934F02-E2F4-45E2-8EBA-CD91689DD4FE}" dt="2018-08-09T06:48:34.257" v="2" actId="207"/>
          <ac:picMkLst>
            <pc:docMk/>
            <pc:sldMk cId="1494816299" sldId="257"/>
            <ac:picMk id="7" creationId="{00000000-0000-0000-0000-000000000000}"/>
          </ac:picMkLst>
        </pc:picChg>
        <pc:cxnChg chg="del mod">
          <ac:chgData name="Andre Janse van Rensburg" userId="c242d890-f940-49be-a646-5509d964c911" providerId="ADAL" clId="{3E934F02-E2F4-45E2-8EBA-CD91689DD4FE}" dt="2018-08-09T06:48:34.257" v="2" actId="207"/>
          <ac:cxnSpMkLst>
            <pc:docMk/>
            <pc:sldMk cId="1494816299" sldId="257"/>
            <ac:cxnSpMk id="12" creationId="{E126E481-B945-4179-BD79-05E96E9B29E1}"/>
          </ac:cxnSpMkLst>
        </pc:cxnChg>
      </pc:sldChg>
      <pc:sldChg chg="modSp">
        <pc:chgData name="Andre Janse van Rensburg" userId="c242d890-f940-49be-a646-5509d964c911" providerId="ADAL" clId="{3E934F02-E2F4-45E2-8EBA-CD91689DD4FE}" dt="2018-08-09T06:56:54.801" v="70" actId="27636"/>
        <pc:sldMkLst>
          <pc:docMk/>
          <pc:sldMk cId="264895273" sldId="258"/>
        </pc:sldMkLst>
        <pc:spChg chg="mod">
          <ac:chgData name="Andre Janse van Rensburg" userId="c242d890-f940-49be-a646-5509d964c911" providerId="ADAL" clId="{3E934F02-E2F4-45E2-8EBA-CD91689DD4FE}" dt="2018-08-09T06:56:54.801" v="70" actId="27636"/>
          <ac:spMkLst>
            <pc:docMk/>
            <pc:sldMk cId="264895273" sldId="258"/>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264895273" sldId="258"/>
            <ac:spMk id="4" creationId="{00000000-0000-0000-0000-000000000000}"/>
          </ac:spMkLst>
        </pc:spChg>
        <pc:picChg chg="mod">
          <ac:chgData name="Andre Janse van Rensburg" userId="c242d890-f940-49be-a646-5509d964c911" providerId="ADAL" clId="{3E934F02-E2F4-45E2-8EBA-CD91689DD4FE}" dt="2018-08-09T06:51:59.902" v="34" actId="1076"/>
          <ac:picMkLst>
            <pc:docMk/>
            <pc:sldMk cId="264895273" sldId="258"/>
            <ac:picMk id="9" creationId="{00000000-0000-0000-0000-000000000000}"/>
          </ac:picMkLst>
        </pc:picChg>
      </pc:sldChg>
      <pc:sldChg chg="modSp">
        <pc:chgData name="Andre Janse van Rensburg" userId="c242d890-f940-49be-a646-5509d964c911" providerId="ADAL" clId="{3E934F02-E2F4-45E2-8EBA-CD91689DD4FE}" dt="2018-08-09T07:00:02.905" v="142" actId="113"/>
        <pc:sldMkLst>
          <pc:docMk/>
          <pc:sldMk cId="2804692344" sldId="259"/>
        </pc:sldMkLst>
        <pc:spChg chg="mod">
          <ac:chgData name="Andre Janse van Rensburg" userId="c242d890-f940-49be-a646-5509d964c911" providerId="ADAL" clId="{3E934F02-E2F4-45E2-8EBA-CD91689DD4FE}" dt="2018-08-09T07:00:02.905" v="142" actId="113"/>
          <ac:spMkLst>
            <pc:docMk/>
            <pc:sldMk cId="2804692344" sldId="259"/>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2804692344" sldId="259"/>
            <ac:spMk id="4" creationId="{00000000-0000-0000-0000-000000000000}"/>
          </ac:spMkLst>
        </pc:spChg>
        <pc:picChg chg="mod">
          <ac:chgData name="Andre Janse van Rensburg" userId="c242d890-f940-49be-a646-5509d964c911" providerId="ADAL" clId="{3E934F02-E2F4-45E2-8EBA-CD91689DD4FE}" dt="2018-08-09T06:55:45.853" v="53" actId="1076"/>
          <ac:picMkLst>
            <pc:docMk/>
            <pc:sldMk cId="2804692344" sldId="259"/>
            <ac:picMk id="5" creationId="{00000000-0000-0000-0000-000000000000}"/>
          </ac:picMkLst>
        </pc:picChg>
      </pc:sldChg>
      <pc:sldChg chg="modSp">
        <pc:chgData name="Andre Janse van Rensburg" userId="c242d890-f940-49be-a646-5509d964c911" providerId="ADAL" clId="{3E934F02-E2F4-45E2-8EBA-CD91689DD4FE}" dt="2018-08-09T07:00:09.423" v="144" actId="113"/>
        <pc:sldMkLst>
          <pc:docMk/>
          <pc:sldMk cId="987408250" sldId="260"/>
        </pc:sldMkLst>
        <pc:spChg chg="mod">
          <ac:chgData name="Andre Janse van Rensburg" userId="c242d890-f940-49be-a646-5509d964c911" providerId="ADAL" clId="{3E934F02-E2F4-45E2-8EBA-CD91689DD4FE}" dt="2018-08-09T07:00:09.423" v="144" actId="113"/>
          <ac:spMkLst>
            <pc:docMk/>
            <pc:sldMk cId="987408250" sldId="260"/>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987408250" sldId="260"/>
            <ac:spMk id="4" creationId="{00000000-0000-0000-0000-000000000000}"/>
          </ac:spMkLst>
        </pc:spChg>
        <pc:picChg chg="mod">
          <ac:chgData name="Andre Janse van Rensburg" userId="c242d890-f940-49be-a646-5509d964c911" providerId="ADAL" clId="{3E934F02-E2F4-45E2-8EBA-CD91689DD4FE}" dt="2018-08-09T06:56:07.682" v="59" actId="1076"/>
          <ac:picMkLst>
            <pc:docMk/>
            <pc:sldMk cId="987408250" sldId="260"/>
            <ac:picMk id="5" creationId="{00000000-0000-0000-0000-000000000000}"/>
          </ac:picMkLst>
        </pc:picChg>
      </pc:sldChg>
      <pc:sldChg chg="modSp">
        <pc:chgData name="Andre Janse van Rensburg" userId="c242d890-f940-49be-a646-5509d964c911" providerId="ADAL" clId="{3E934F02-E2F4-45E2-8EBA-CD91689DD4FE}" dt="2018-08-09T07:00:26.831" v="150" actId="113"/>
        <pc:sldMkLst>
          <pc:docMk/>
          <pc:sldMk cId="3628580763" sldId="261"/>
        </pc:sldMkLst>
        <pc:spChg chg="mod">
          <ac:chgData name="Andre Janse van Rensburg" userId="c242d890-f940-49be-a646-5509d964c911" providerId="ADAL" clId="{3E934F02-E2F4-45E2-8EBA-CD91689DD4FE}" dt="2018-08-09T07:00:26.831" v="150" actId="113"/>
          <ac:spMkLst>
            <pc:docMk/>
            <pc:sldMk cId="3628580763" sldId="261"/>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3628580763" sldId="261"/>
            <ac:spMk id="4" creationId="{00000000-0000-0000-0000-000000000000}"/>
          </ac:spMkLst>
        </pc:spChg>
        <pc:picChg chg="mod">
          <ac:chgData name="Andre Janse van Rensburg" userId="c242d890-f940-49be-a646-5509d964c911" providerId="ADAL" clId="{3E934F02-E2F4-45E2-8EBA-CD91689DD4FE}" dt="2018-08-09T07:00:19.420" v="147" actId="1076"/>
          <ac:picMkLst>
            <pc:docMk/>
            <pc:sldMk cId="3628580763" sldId="261"/>
            <ac:picMk id="5" creationId="{00000000-0000-0000-0000-000000000000}"/>
          </ac:picMkLst>
        </pc:picChg>
      </pc:sldChg>
      <pc:sldChg chg="modSp">
        <pc:chgData name="Andre Janse van Rensburg" userId="c242d890-f940-49be-a646-5509d964c911" providerId="ADAL" clId="{3E934F02-E2F4-45E2-8EBA-CD91689DD4FE}" dt="2018-08-09T07:00:34.576" v="151" actId="1076"/>
        <pc:sldMkLst>
          <pc:docMk/>
          <pc:sldMk cId="1982987401" sldId="262"/>
        </pc:sldMkLst>
        <pc:spChg chg="mod">
          <ac:chgData name="Andre Janse van Rensburg" userId="c242d890-f940-49be-a646-5509d964c911" providerId="ADAL" clId="{3E934F02-E2F4-45E2-8EBA-CD91689DD4FE}" dt="2018-08-09T06:56:54.801" v="70" actId="27636"/>
          <ac:spMkLst>
            <pc:docMk/>
            <pc:sldMk cId="1982987401" sldId="262"/>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1982987401" sldId="262"/>
            <ac:spMk id="4" creationId="{00000000-0000-0000-0000-000000000000}"/>
          </ac:spMkLst>
        </pc:spChg>
        <pc:picChg chg="mod">
          <ac:chgData name="Andre Janse van Rensburg" userId="c242d890-f940-49be-a646-5509d964c911" providerId="ADAL" clId="{3E934F02-E2F4-45E2-8EBA-CD91689DD4FE}" dt="2018-08-09T07:00:34.576" v="151" actId="1076"/>
          <ac:picMkLst>
            <pc:docMk/>
            <pc:sldMk cId="1982987401" sldId="262"/>
            <ac:picMk id="5" creationId="{00000000-0000-0000-0000-000000000000}"/>
          </ac:picMkLst>
        </pc:picChg>
      </pc:sldChg>
      <pc:sldChg chg="modSp">
        <pc:chgData name="Andre Janse van Rensburg" userId="c242d890-f940-49be-a646-5509d964c911" providerId="ADAL" clId="{3E934F02-E2F4-45E2-8EBA-CD91689DD4FE}" dt="2018-08-09T07:00:52.053" v="157" actId="113"/>
        <pc:sldMkLst>
          <pc:docMk/>
          <pc:sldMk cId="3929498105" sldId="263"/>
        </pc:sldMkLst>
        <pc:spChg chg="mod">
          <ac:chgData name="Andre Janse van Rensburg" userId="c242d890-f940-49be-a646-5509d964c911" providerId="ADAL" clId="{3E934F02-E2F4-45E2-8EBA-CD91689DD4FE}" dt="2018-08-09T07:00:52.053" v="157" actId="113"/>
          <ac:spMkLst>
            <pc:docMk/>
            <pc:sldMk cId="3929498105" sldId="263"/>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3929498105" sldId="263"/>
            <ac:spMk id="4" creationId="{00000000-0000-0000-0000-000000000000}"/>
          </ac:spMkLst>
        </pc:spChg>
        <pc:picChg chg="mod">
          <ac:chgData name="Andre Janse van Rensburg" userId="c242d890-f940-49be-a646-5509d964c911" providerId="ADAL" clId="{3E934F02-E2F4-45E2-8EBA-CD91689DD4FE}" dt="2018-08-09T07:00:38.889" v="152" actId="1076"/>
          <ac:picMkLst>
            <pc:docMk/>
            <pc:sldMk cId="3929498105" sldId="263"/>
            <ac:picMk id="7" creationId="{00000000-0000-0000-0000-000000000000}"/>
          </ac:picMkLst>
        </pc:picChg>
      </pc:sldChg>
      <pc:sldChg chg="modSp">
        <pc:chgData name="Andre Janse van Rensburg" userId="c242d890-f940-49be-a646-5509d964c911" providerId="ADAL" clId="{3E934F02-E2F4-45E2-8EBA-CD91689DD4FE}" dt="2018-08-09T07:01:15.809" v="164" actId="20577"/>
        <pc:sldMkLst>
          <pc:docMk/>
          <pc:sldMk cId="2154988593" sldId="264"/>
        </pc:sldMkLst>
        <pc:spChg chg="mod">
          <ac:chgData name="Andre Janse van Rensburg" userId="c242d890-f940-49be-a646-5509d964c911" providerId="ADAL" clId="{3E934F02-E2F4-45E2-8EBA-CD91689DD4FE}" dt="2018-08-09T07:01:15.809" v="164" actId="20577"/>
          <ac:spMkLst>
            <pc:docMk/>
            <pc:sldMk cId="2154988593" sldId="264"/>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2154988593" sldId="264"/>
            <ac:spMk id="4" creationId="{00000000-0000-0000-0000-000000000000}"/>
          </ac:spMkLst>
        </pc:spChg>
        <pc:picChg chg="mod">
          <ac:chgData name="Andre Janse van Rensburg" userId="c242d890-f940-49be-a646-5509d964c911" providerId="ADAL" clId="{3E934F02-E2F4-45E2-8EBA-CD91689DD4FE}" dt="2018-08-09T07:00:57.809" v="158" actId="1076"/>
          <ac:picMkLst>
            <pc:docMk/>
            <pc:sldMk cId="2154988593" sldId="264"/>
            <ac:picMk id="5" creationId="{00000000-0000-0000-0000-000000000000}"/>
          </ac:picMkLst>
        </pc:picChg>
      </pc:sldChg>
      <pc:sldChg chg="modSp">
        <pc:chgData name="Andre Janse van Rensburg" userId="c242d890-f940-49be-a646-5509d964c911" providerId="ADAL" clId="{3E934F02-E2F4-45E2-8EBA-CD91689DD4FE}" dt="2018-08-09T07:01:54.123" v="176" actId="14100"/>
        <pc:sldMkLst>
          <pc:docMk/>
          <pc:sldMk cId="1363506166" sldId="265"/>
        </pc:sldMkLst>
        <pc:spChg chg="mod">
          <ac:chgData name="Andre Janse van Rensburg" userId="c242d890-f940-49be-a646-5509d964c911" providerId="ADAL" clId="{3E934F02-E2F4-45E2-8EBA-CD91689DD4FE}" dt="2018-08-09T07:01:41.198" v="172" actId="1076"/>
          <ac:spMkLst>
            <pc:docMk/>
            <pc:sldMk cId="1363506166" sldId="265"/>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1363506166" sldId="265"/>
            <ac:spMk id="4" creationId="{00000000-0000-0000-0000-000000000000}"/>
          </ac:spMkLst>
        </pc:spChg>
        <pc:picChg chg="mod">
          <ac:chgData name="Andre Janse van Rensburg" userId="c242d890-f940-49be-a646-5509d964c911" providerId="ADAL" clId="{3E934F02-E2F4-45E2-8EBA-CD91689DD4FE}" dt="2018-08-09T07:01:54.123" v="176" actId="14100"/>
          <ac:picMkLst>
            <pc:docMk/>
            <pc:sldMk cId="1363506166" sldId="265"/>
            <ac:picMk id="5" creationId="{00000000-0000-0000-0000-000000000000}"/>
          </ac:picMkLst>
        </pc:picChg>
      </pc:sldChg>
      <pc:sldChg chg="modSp">
        <pc:chgData name="Andre Janse van Rensburg" userId="c242d890-f940-49be-a646-5509d964c911" providerId="ADAL" clId="{3E934F02-E2F4-45E2-8EBA-CD91689DD4FE}" dt="2018-08-09T07:02:18.287" v="182" actId="20577"/>
        <pc:sldMkLst>
          <pc:docMk/>
          <pc:sldMk cId="1523595005" sldId="266"/>
        </pc:sldMkLst>
        <pc:spChg chg="mod">
          <ac:chgData name="Andre Janse van Rensburg" userId="c242d890-f940-49be-a646-5509d964c911" providerId="ADAL" clId="{3E934F02-E2F4-45E2-8EBA-CD91689DD4FE}" dt="2018-08-09T07:02:18.287" v="182" actId="20577"/>
          <ac:spMkLst>
            <pc:docMk/>
            <pc:sldMk cId="1523595005" sldId="266"/>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1523595005" sldId="266"/>
            <ac:spMk id="4" creationId="{00000000-0000-0000-0000-000000000000}"/>
          </ac:spMkLst>
        </pc:spChg>
        <pc:picChg chg="mod">
          <ac:chgData name="Andre Janse van Rensburg" userId="c242d890-f940-49be-a646-5509d964c911" providerId="ADAL" clId="{3E934F02-E2F4-45E2-8EBA-CD91689DD4FE}" dt="2018-08-09T07:02:01.009" v="177" actId="1076"/>
          <ac:picMkLst>
            <pc:docMk/>
            <pc:sldMk cId="1523595005" sldId="266"/>
            <ac:picMk id="5" creationId="{00000000-0000-0000-0000-000000000000}"/>
          </ac:picMkLst>
        </pc:picChg>
      </pc:sldChg>
      <pc:sldChg chg="modSp">
        <pc:chgData name="Andre Janse van Rensburg" userId="c242d890-f940-49be-a646-5509d964c911" providerId="ADAL" clId="{3E934F02-E2F4-45E2-8EBA-CD91689DD4FE}" dt="2018-08-09T07:02:33.500" v="187" actId="20577"/>
        <pc:sldMkLst>
          <pc:docMk/>
          <pc:sldMk cId="434339430" sldId="267"/>
        </pc:sldMkLst>
        <pc:spChg chg="mod">
          <ac:chgData name="Andre Janse van Rensburg" userId="c242d890-f940-49be-a646-5509d964c911" providerId="ADAL" clId="{3E934F02-E2F4-45E2-8EBA-CD91689DD4FE}" dt="2018-08-09T07:02:33.500" v="187" actId="20577"/>
          <ac:spMkLst>
            <pc:docMk/>
            <pc:sldMk cId="434339430" sldId="267"/>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434339430" sldId="267"/>
            <ac:spMk id="4" creationId="{00000000-0000-0000-0000-000000000000}"/>
          </ac:spMkLst>
        </pc:spChg>
        <pc:picChg chg="mod">
          <ac:chgData name="Andre Janse van Rensburg" userId="c242d890-f940-49be-a646-5509d964c911" providerId="ADAL" clId="{3E934F02-E2F4-45E2-8EBA-CD91689DD4FE}" dt="2018-08-09T07:02:22.987" v="183" actId="1076"/>
          <ac:picMkLst>
            <pc:docMk/>
            <pc:sldMk cId="434339430" sldId="267"/>
            <ac:picMk id="5" creationId="{00000000-0000-0000-0000-000000000000}"/>
          </ac:picMkLst>
        </pc:picChg>
      </pc:sldChg>
      <pc:sldChg chg="modSp">
        <pc:chgData name="Andre Janse van Rensburg" userId="c242d890-f940-49be-a646-5509d964c911" providerId="ADAL" clId="{3E934F02-E2F4-45E2-8EBA-CD91689DD4FE}" dt="2018-08-09T07:02:58.166" v="197" actId="20577"/>
        <pc:sldMkLst>
          <pc:docMk/>
          <pc:sldMk cId="680538427" sldId="268"/>
        </pc:sldMkLst>
        <pc:spChg chg="mod">
          <ac:chgData name="Andre Janse van Rensburg" userId="c242d890-f940-49be-a646-5509d964c911" providerId="ADAL" clId="{3E934F02-E2F4-45E2-8EBA-CD91689DD4FE}" dt="2018-08-09T07:02:58.166" v="197" actId="20577"/>
          <ac:spMkLst>
            <pc:docMk/>
            <pc:sldMk cId="680538427" sldId="268"/>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680538427" sldId="268"/>
            <ac:spMk id="4" creationId="{00000000-0000-0000-0000-000000000000}"/>
          </ac:spMkLst>
        </pc:spChg>
        <pc:picChg chg="mod">
          <ac:chgData name="Andre Janse van Rensburg" userId="c242d890-f940-49be-a646-5509d964c911" providerId="ADAL" clId="{3E934F02-E2F4-45E2-8EBA-CD91689DD4FE}" dt="2018-08-09T07:02:37.987" v="188" actId="1076"/>
          <ac:picMkLst>
            <pc:docMk/>
            <pc:sldMk cId="680538427" sldId="268"/>
            <ac:picMk id="5" creationId="{00000000-0000-0000-0000-000000000000}"/>
          </ac:picMkLst>
        </pc:picChg>
      </pc:sldChg>
      <pc:sldChg chg="modSp">
        <pc:chgData name="Andre Janse van Rensburg" userId="c242d890-f940-49be-a646-5509d964c911" providerId="ADAL" clId="{3E934F02-E2F4-45E2-8EBA-CD91689DD4FE}" dt="2018-08-09T07:03:21.553" v="202" actId="113"/>
        <pc:sldMkLst>
          <pc:docMk/>
          <pc:sldMk cId="3922691393" sldId="269"/>
        </pc:sldMkLst>
        <pc:spChg chg="mod">
          <ac:chgData name="Andre Janse van Rensburg" userId="c242d890-f940-49be-a646-5509d964c911" providerId="ADAL" clId="{3E934F02-E2F4-45E2-8EBA-CD91689DD4FE}" dt="2018-08-09T07:03:21.553" v="202" actId="113"/>
          <ac:spMkLst>
            <pc:docMk/>
            <pc:sldMk cId="3922691393" sldId="269"/>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3922691393" sldId="269"/>
            <ac:spMk id="4" creationId="{00000000-0000-0000-0000-000000000000}"/>
          </ac:spMkLst>
        </pc:spChg>
        <pc:picChg chg="mod">
          <ac:chgData name="Andre Janse van Rensburg" userId="c242d890-f940-49be-a646-5509d964c911" providerId="ADAL" clId="{3E934F02-E2F4-45E2-8EBA-CD91689DD4FE}" dt="2018-08-09T07:03:10.489" v="198" actId="1076"/>
          <ac:picMkLst>
            <pc:docMk/>
            <pc:sldMk cId="3922691393" sldId="269"/>
            <ac:picMk id="5" creationId="{00000000-0000-0000-0000-000000000000}"/>
          </ac:picMkLst>
        </pc:picChg>
      </pc:sldChg>
      <pc:sldChg chg="delSp modSp delDesignElem">
        <pc:chgData name="Andre Janse van Rensburg" userId="c242d890-f940-49be-a646-5509d964c911" providerId="ADAL" clId="{3E934F02-E2F4-45E2-8EBA-CD91689DD4FE}" dt="2018-08-09T06:59:33.915" v="138" actId="27636"/>
        <pc:sldMkLst>
          <pc:docMk/>
          <pc:sldMk cId="1065649716" sldId="271"/>
        </pc:sldMkLst>
        <pc:spChg chg="mod">
          <ac:chgData name="Andre Janse van Rensburg" userId="c242d890-f940-49be-a646-5509d964c911" providerId="ADAL" clId="{3E934F02-E2F4-45E2-8EBA-CD91689DD4FE}" dt="2018-08-09T06:56:54.801" v="70" actId="27636"/>
          <ac:spMkLst>
            <pc:docMk/>
            <pc:sldMk cId="1065649716" sldId="271"/>
            <ac:spMk id="4" creationId="{00000000-0000-0000-0000-000000000000}"/>
          </ac:spMkLst>
        </pc:spChg>
        <pc:spChg chg="mod">
          <ac:chgData name="Andre Janse van Rensburg" userId="c242d890-f940-49be-a646-5509d964c911" providerId="ADAL" clId="{3E934F02-E2F4-45E2-8EBA-CD91689DD4FE}" dt="2018-08-09T06:59:33.915" v="138" actId="27636"/>
          <ac:spMkLst>
            <pc:docMk/>
            <pc:sldMk cId="1065649716" sldId="271"/>
            <ac:spMk id="6" creationId="{00000000-0000-0000-0000-000000000000}"/>
          </ac:spMkLst>
        </pc:spChg>
        <pc:spChg chg="del mod">
          <ac:chgData name="Andre Janse van Rensburg" userId="c242d890-f940-49be-a646-5509d964c911" providerId="ADAL" clId="{3E934F02-E2F4-45E2-8EBA-CD91689DD4FE}" dt="2018-08-09T06:48:34.257" v="2" actId="27636"/>
          <ac:spMkLst>
            <pc:docMk/>
            <pc:sldMk cId="1065649716" sldId="271"/>
            <ac:spMk id="12" creationId="{F60FCA6E-0894-46CD-BD49-5955A51E0084}"/>
          </ac:spMkLst>
        </pc:spChg>
        <pc:spChg chg="del mod">
          <ac:chgData name="Andre Janse van Rensburg" userId="c242d890-f940-49be-a646-5509d964c911" providerId="ADAL" clId="{3E934F02-E2F4-45E2-8EBA-CD91689DD4FE}" dt="2018-08-09T06:48:34.257" v="2" actId="27636"/>
          <ac:spMkLst>
            <pc:docMk/>
            <pc:sldMk cId="1065649716" sldId="271"/>
            <ac:spMk id="14" creationId="{E78C6E4B-A1F1-4B6C-97EC-BE997495D6AC}"/>
          </ac:spMkLst>
        </pc:spChg>
        <pc:picChg chg="mod">
          <ac:chgData name="Andre Janse van Rensburg" userId="c242d890-f940-49be-a646-5509d964c911" providerId="ADAL" clId="{3E934F02-E2F4-45E2-8EBA-CD91689DD4FE}" dt="2018-08-09T06:59:23.178" v="133" actId="1076"/>
          <ac:picMkLst>
            <pc:docMk/>
            <pc:sldMk cId="1065649716" sldId="271"/>
            <ac:picMk id="7" creationId="{00000000-0000-0000-0000-000000000000}"/>
          </ac:picMkLst>
        </pc:picChg>
      </pc:sldChg>
      <pc:sldChg chg="modSp">
        <pc:chgData name="Andre Janse van Rensburg" userId="c242d890-f940-49be-a646-5509d964c911" providerId="ADAL" clId="{3E934F02-E2F4-45E2-8EBA-CD91689DD4FE}" dt="2018-08-09T06:59:54.461" v="140" actId="207"/>
        <pc:sldMkLst>
          <pc:docMk/>
          <pc:sldMk cId="3469076576" sldId="272"/>
        </pc:sldMkLst>
        <pc:spChg chg="mod">
          <ac:chgData name="Andre Janse van Rensburg" userId="c242d890-f940-49be-a646-5509d964c911" providerId="ADAL" clId="{3E934F02-E2F4-45E2-8EBA-CD91689DD4FE}" dt="2018-08-09T06:59:54.461" v="140" actId="207"/>
          <ac:spMkLst>
            <pc:docMk/>
            <pc:sldMk cId="3469076576" sldId="272"/>
            <ac:spMk id="3" creationId="{00000000-0000-0000-0000-000000000000}"/>
          </ac:spMkLst>
        </pc:spChg>
        <pc:spChg chg="mod">
          <ac:chgData name="Andre Janse van Rensburg" userId="c242d890-f940-49be-a646-5509d964c911" providerId="ADAL" clId="{3E934F02-E2F4-45E2-8EBA-CD91689DD4FE}" dt="2018-08-09T06:56:54.801" v="70" actId="27636"/>
          <ac:spMkLst>
            <pc:docMk/>
            <pc:sldMk cId="3469076576" sldId="272"/>
            <ac:spMk id="4" creationId="{00000000-0000-0000-0000-000000000000}"/>
          </ac:spMkLst>
        </pc:spChg>
        <pc:picChg chg="mod">
          <ac:chgData name="Andre Janse van Rensburg" userId="c242d890-f940-49be-a646-5509d964c911" providerId="ADAL" clId="{3E934F02-E2F4-45E2-8EBA-CD91689DD4FE}" dt="2018-08-09T06:55:14.305" v="47" actId="1076"/>
          <ac:picMkLst>
            <pc:docMk/>
            <pc:sldMk cId="3469076576" sldId="272"/>
            <ac:picMk id="7" creationId="{00000000-0000-0000-0000-000000000000}"/>
          </ac:picMkLst>
        </pc:picChg>
      </pc:sldChg>
      <pc:sldChg chg="modSp">
        <pc:chgData name="Andre Janse van Rensburg" userId="c242d890-f940-49be-a646-5509d964c911" providerId="ADAL" clId="{3E934F02-E2F4-45E2-8EBA-CD91689DD4FE}" dt="2018-08-09T06:56:54.801" v="70" actId="27636"/>
        <pc:sldMkLst>
          <pc:docMk/>
          <pc:sldMk cId="4189203201" sldId="274"/>
        </pc:sldMkLst>
        <pc:spChg chg="mod">
          <ac:chgData name="Andre Janse van Rensburg" userId="c242d890-f940-49be-a646-5509d964c911" providerId="ADAL" clId="{3E934F02-E2F4-45E2-8EBA-CD91689DD4FE}" dt="2018-08-09T06:56:54.801" v="70" actId="27636"/>
          <ac:spMkLst>
            <pc:docMk/>
            <pc:sldMk cId="4189203201" sldId="274"/>
            <ac:spMk id="4" creationId="{00000000-0000-0000-0000-000000000000}"/>
          </ac:spMkLst>
        </pc:spChg>
        <pc:picChg chg="mod">
          <ac:chgData name="Andre Janse van Rensburg" userId="c242d890-f940-49be-a646-5509d964c911" providerId="ADAL" clId="{3E934F02-E2F4-45E2-8EBA-CD91689DD4FE}" dt="2018-08-09T06:48:34.257" v="2" actId="27636"/>
          <ac:picMkLst>
            <pc:docMk/>
            <pc:sldMk cId="4189203201" sldId="274"/>
            <ac:picMk id="3" creationId="{00000000-0000-0000-0000-000000000000}"/>
          </ac:picMkLst>
        </pc:picChg>
      </pc:sldChg>
      <pc:sldChg chg="modSp">
        <pc:chgData name="Andre Janse van Rensburg" userId="c242d890-f940-49be-a646-5509d964c911" providerId="ADAL" clId="{3E934F02-E2F4-45E2-8EBA-CD91689DD4FE}" dt="2018-08-10T02:15:35.978" v="225" actId="20577"/>
        <pc:sldMkLst>
          <pc:docMk/>
          <pc:sldMk cId="1784880486" sldId="275"/>
        </pc:sldMkLst>
        <pc:spChg chg="mod">
          <ac:chgData name="Andre Janse van Rensburg" userId="c242d890-f940-49be-a646-5509d964c911" providerId="ADAL" clId="{3E934F02-E2F4-45E2-8EBA-CD91689DD4FE}" dt="2018-08-10T02:15:35.978" v="225" actId="20577"/>
          <ac:spMkLst>
            <pc:docMk/>
            <pc:sldMk cId="1784880486" sldId="275"/>
            <ac:spMk id="2" creationId="{00000000-0000-0000-0000-000000000000}"/>
          </ac:spMkLst>
        </pc:spChg>
        <pc:spChg chg="mod">
          <ac:chgData name="Andre Janse van Rensburg" userId="c242d890-f940-49be-a646-5509d964c911" providerId="ADAL" clId="{3E934F02-E2F4-45E2-8EBA-CD91689DD4FE}" dt="2018-08-09T06:56:54.801" v="70" actId="27636"/>
          <ac:spMkLst>
            <pc:docMk/>
            <pc:sldMk cId="1784880486" sldId="275"/>
            <ac:spMk id="4" creationId="{00000000-0000-0000-0000-000000000000}"/>
          </ac:spMkLst>
        </pc:spChg>
        <pc:spChg chg="mod">
          <ac:chgData name="Andre Janse van Rensburg" userId="c242d890-f940-49be-a646-5509d964c911" providerId="ADAL" clId="{3E934F02-E2F4-45E2-8EBA-CD91689DD4FE}" dt="2018-08-09T06:56:54.801" v="70" actId="27636"/>
          <ac:spMkLst>
            <pc:docMk/>
            <pc:sldMk cId="1784880486" sldId="275"/>
            <ac:spMk id="6" creationId="{00000000-0000-0000-0000-000000000000}"/>
          </ac:spMkLst>
        </pc:spChg>
        <pc:picChg chg="mod">
          <ac:chgData name="Andre Janse van Rensburg" userId="c242d890-f940-49be-a646-5509d964c911" providerId="ADAL" clId="{3E934F02-E2F4-45E2-8EBA-CD91689DD4FE}" dt="2018-08-09T06:48:34.257" v="2" actId="27636"/>
          <ac:picMkLst>
            <pc:docMk/>
            <pc:sldMk cId="1784880486" sldId="275"/>
            <ac:picMk id="3" creationId="{00000000-0000-0000-0000-000000000000}"/>
          </ac:picMkLst>
        </pc:picChg>
      </pc:sldChg>
      <pc:sldChg chg="modSp">
        <pc:chgData name="Andre Janse van Rensburg" userId="c242d890-f940-49be-a646-5509d964c911" providerId="ADAL" clId="{3E934F02-E2F4-45E2-8EBA-CD91689DD4FE}" dt="2018-08-10T02:16:32.609" v="238" actId="20577"/>
        <pc:sldMkLst>
          <pc:docMk/>
          <pc:sldMk cId="3139089015" sldId="276"/>
        </pc:sldMkLst>
        <pc:spChg chg="mod">
          <ac:chgData name="Andre Janse van Rensburg" userId="c242d890-f940-49be-a646-5509d964c911" providerId="ADAL" clId="{3E934F02-E2F4-45E2-8EBA-CD91689DD4FE}" dt="2018-08-09T06:56:54.801" v="70" actId="27636"/>
          <ac:spMkLst>
            <pc:docMk/>
            <pc:sldMk cId="3139089015" sldId="276"/>
            <ac:spMk id="2" creationId="{00000000-0000-0000-0000-000000000000}"/>
          </ac:spMkLst>
        </pc:spChg>
        <pc:spChg chg="mod">
          <ac:chgData name="Andre Janse van Rensburg" userId="c242d890-f940-49be-a646-5509d964c911" providerId="ADAL" clId="{3E934F02-E2F4-45E2-8EBA-CD91689DD4FE}" dt="2018-08-10T02:16:09.875" v="232" actId="1076"/>
          <ac:spMkLst>
            <pc:docMk/>
            <pc:sldMk cId="3139089015" sldId="276"/>
            <ac:spMk id="4" creationId="{00000000-0000-0000-0000-000000000000}"/>
          </ac:spMkLst>
        </pc:spChg>
        <pc:spChg chg="mod">
          <ac:chgData name="Andre Janse van Rensburg" userId="c242d890-f940-49be-a646-5509d964c911" providerId="ADAL" clId="{3E934F02-E2F4-45E2-8EBA-CD91689DD4FE}" dt="2018-08-10T02:16:32.609" v="238" actId="20577"/>
          <ac:spMkLst>
            <pc:docMk/>
            <pc:sldMk cId="3139089015" sldId="276"/>
            <ac:spMk id="6" creationId="{00000000-0000-0000-0000-000000000000}"/>
          </ac:spMkLst>
        </pc:spChg>
        <pc:picChg chg="mod">
          <ac:chgData name="Andre Janse van Rensburg" userId="c242d890-f940-49be-a646-5509d964c911" providerId="ADAL" clId="{3E934F02-E2F4-45E2-8EBA-CD91689DD4FE}" dt="2018-08-10T02:15:44.789" v="226" actId="1076"/>
          <ac:picMkLst>
            <pc:docMk/>
            <pc:sldMk cId="3139089015" sldId="276"/>
            <ac:picMk id="5" creationId="{00000000-0000-0000-0000-000000000000}"/>
          </ac:picMkLst>
        </pc:picChg>
        <pc:picChg chg="mod">
          <ac:chgData name="Andre Janse van Rensburg" userId="c242d890-f940-49be-a646-5509d964c911" providerId="ADAL" clId="{3E934F02-E2F4-45E2-8EBA-CD91689DD4FE}" dt="2018-08-10T02:16:25.098" v="236" actId="1076"/>
          <ac:picMkLst>
            <pc:docMk/>
            <pc:sldMk cId="3139089015" sldId="276"/>
            <ac:picMk id="7" creationId="{00000000-0000-0000-0000-000000000000}"/>
          </ac:picMkLst>
        </pc:picChg>
        <pc:picChg chg="mod">
          <ac:chgData name="Andre Janse van Rensburg" userId="c242d890-f940-49be-a646-5509d964c911" providerId="ADAL" clId="{3E934F02-E2F4-45E2-8EBA-CD91689DD4FE}" dt="2018-08-10T02:15:51.259" v="228" actId="1076"/>
          <ac:picMkLst>
            <pc:docMk/>
            <pc:sldMk cId="3139089015" sldId="276"/>
            <ac:picMk id="8" creationId="{00000000-0000-0000-0000-000000000000}"/>
          </ac:picMkLst>
        </pc:picChg>
        <pc:picChg chg="mod">
          <ac:chgData name="Andre Janse van Rensburg" userId="c242d890-f940-49be-a646-5509d964c911" providerId="ADAL" clId="{3E934F02-E2F4-45E2-8EBA-CD91689DD4FE}" dt="2018-08-10T02:15:47.802" v="227" actId="1076"/>
          <ac:picMkLst>
            <pc:docMk/>
            <pc:sldMk cId="3139089015" sldId="276"/>
            <ac:picMk id="9" creationId="{00000000-0000-0000-0000-000000000000}"/>
          </ac:picMkLst>
        </pc:picChg>
      </pc:sldChg>
      <pc:sldChg chg="addSp modSp">
        <pc:chgData name="Andre Janse van Rensburg" userId="c242d890-f940-49be-a646-5509d964c911" providerId="ADAL" clId="{3E934F02-E2F4-45E2-8EBA-CD91689DD4FE}" dt="2018-08-10T02:17:34.908" v="253" actId="27636"/>
        <pc:sldMkLst>
          <pc:docMk/>
          <pc:sldMk cId="2094339281" sldId="277"/>
        </pc:sldMkLst>
        <pc:spChg chg="mod">
          <ac:chgData name="Andre Janse van Rensburg" userId="c242d890-f940-49be-a646-5509d964c911" providerId="ADAL" clId="{3E934F02-E2F4-45E2-8EBA-CD91689DD4FE}" dt="2018-08-10T02:17:34.908" v="253" actId="27636"/>
          <ac:spMkLst>
            <pc:docMk/>
            <pc:sldMk cId="2094339281" sldId="277"/>
            <ac:spMk id="2" creationId="{00000000-0000-0000-0000-000000000000}"/>
          </ac:spMkLst>
        </pc:spChg>
        <pc:spChg chg="mod">
          <ac:chgData name="Andre Janse van Rensburg" userId="c242d890-f940-49be-a646-5509d964c911" providerId="ADAL" clId="{3E934F02-E2F4-45E2-8EBA-CD91689DD4FE}" dt="2018-08-10T02:16:43.818" v="240" actId="14100"/>
          <ac:spMkLst>
            <pc:docMk/>
            <pc:sldMk cId="2094339281" sldId="277"/>
            <ac:spMk id="4" creationId="{00000000-0000-0000-0000-000000000000}"/>
          </ac:spMkLst>
        </pc:spChg>
        <pc:grpChg chg="add mod">
          <ac:chgData name="Andre Janse van Rensburg" userId="c242d890-f940-49be-a646-5509d964c911" providerId="ADAL" clId="{3E934F02-E2F4-45E2-8EBA-CD91689DD4FE}" dt="2018-08-10T02:17:07.351" v="245" actId="164"/>
          <ac:grpSpMkLst>
            <pc:docMk/>
            <pc:sldMk cId="2094339281" sldId="277"/>
            <ac:grpSpMk id="6" creationId="{DAC86666-1F75-495B-B187-3B4CB7CFF7F7}"/>
          </ac:grpSpMkLst>
        </pc:grpChg>
        <pc:picChg chg="mod">
          <ac:chgData name="Andre Janse van Rensburg" userId="c242d890-f940-49be-a646-5509d964c911" providerId="ADAL" clId="{3E934F02-E2F4-45E2-8EBA-CD91689DD4FE}" dt="2018-08-10T02:17:07.351" v="245" actId="164"/>
          <ac:picMkLst>
            <pc:docMk/>
            <pc:sldMk cId="2094339281" sldId="277"/>
            <ac:picMk id="3" creationId="{00000000-0000-0000-0000-000000000000}"/>
          </ac:picMkLst>
        </pc:picChg>
        <pc:picChg chg="mod">
          <ac:chgData name="Andre Janse van Rensburg" userId="c242d890-f940-49be-a646-5509d964c911" providerId="ADAL" clId="{3E934F02-E2F4-45E2-8EBA-CD91689DD4FE}" dt="2018-08-10T02:17:07.351" v="245" actId="164"/>
          <ac:picMkLst>
            <pc:docMk/>
            <pc:sldMk cId="2094339281" sldId="277"/>
            <ac:picMk id="5" creationId="{00000000-0000-0000-0000-000000000000}"/>
          </ac:picMkLst>
        </pc:picChg>
        <pc:picChg chg="mod">
          <ac:chgData name="Andre Janse van Rensburg" userId="c242d890-f940-49be-a646-5509d964c911" providerId="ADAL" clId="{3E934F02-E2F4-45E2-8EBA-CD91689DD4FE}" dt="2018-08-10T02:17:07.351" v="245" actId="164"/>
          <ac:picMkLst>
            <pc:docMk/>
            <pc:sldMk cId="2094339281" sldId="277"/>
            <ac:picMk id="7" creationId="{00000000-0000-0000-0000-000000000000}"/>
          </ac:picMkLst>
        </pc:picChg>
        <pc:picChg chg="mod">
          <ac:chgData name="Andre Janse van Rensburg" userId="c242d890-f940-49be-a646-5509d964c911" providerId="ADAL" clId="{3E934F02-E2F4-45E2-8EBA-CD91689DD4FE}" dt="2018-08-10T02:17:07.351" v="245" actId="164"/>
          <ac:picMkLst>
            <pc:docMk/>
            <pc:sldMk cId="2094339281" sldId="277"/>
            <ac:picMk id="8" creationId="{00000000-0000-0000-0000-000000000000}"/>
          </ac:picMkLst>
        </pc:picChg>
      </pc:sldChg>
      <pc:sldChg chg="modSp">
        <pc:chgData name="Andre Janse van Rensburg" userId="c242d890-f940-49be-a646-5509d964c911" providerId="ADAL" clId="{3E934F02-E2F4-45E2-8EBA-CD91689DD4FE}" dt="2018-08-10T02:17:58.379" v="257" actId="14100"/>
        <pc:sldMkLst>
          <pc:docMk/>
          <pc:sldMk cId="2345521835" sldId="278"/>
        </pc:sldMkLst>
        <pc:spChg chg="mod">
          <ac:chgData name="Andre Janse van Rensburg" userId="c242d890-f940-49be-a646-5509d964c911" providerId="ADAL" clId="{3E934F02-E2F4-45E2-8EBA-CD91689DD4FE}" dt="2018-08-09T06:56:54.801" v="70" actId="27636"/>
          <ac:spMkLst>
            <pc:docMk/>
            <pc:sldMk cId="2345521835" sldId="278"/>
            <ac:spMk id="4" creationId="{00000000-0000-0000-0000-000000000000}"/>
          </ac:spMkLst>
        </pc:spChg>
        <pc:spChg chg="mod">
          <ac:chgData name="Andre Janse van Rensburg" userId="c242d890-f940-49be-a646-5509d964c911" providerId="ADAL" clId="{3E934F02-E2F4-45E2-8EBA-CD91689DD4FE}" dt="2018-08-10T02:17:58.379" v="257" actId="14100"/>
          <ac:spMkLst>
            <pc:docMk/>
            <pc:sldMk cId="2345521835" sldId="278"/>
            <ac:spMk id="6" creationId="{00000000-0000-0000-0000-000000000000}"/>
          </ac:spMkLst>
        </pc:spChg>
        <pc:picChg chg="mod">
          <ac:chgData name="Andre Janse van Rensburg" userId="c242d890-f940-49be-a646-5509d964c911" providerId="ADAL" clId="{3E934F02-E2F4-45E2-8EBA-CD91689DD4FE}" dt="2018-08-10T02:17:47.842" v="255" actId="1076"/>
          <ac:picMkLst>
            <pc:docMk/>
            <pc:sldMk cId="2345521835" sldId="278"/>
            <ac:picMk id="8" creationId="{00000000-0000-0000-0000-000000000000}"/>
          </ac:picMkLst>
        </pc:picChg>
      </pc:sldChg>
      <pc:sldChg chg="modSp">
        <pc:chgData name="Andre Janse van Rensburg" userId="c242d890-f940-49be-a646-5509d964c911" providerId="ADAL" clId="{3E934F02-E2F4-45E2-8EBA-CD91689DD4FE}" dt="2018-08-10T02:18:07.406" v="258" actId="6549"/>
        <pc:sldMkLst>
          <pc:docMk/>
          <pc:sldMk cId="2944538585" sldId="279"/>
        </pc:sldMkLst>
        <pc:spChg chg="mod">
          <ac:chgData name="Andre Janse van Rensburg" userId="c242d890-f940-49be-a646-5509d964c911" providerId="ADAL" clId="{3E934F02-E2F4-45E2-8EBA-CD91689DD4FE}" dt="2018-08-09T06:56:54.801" v="70" actId="27636"/>
          <ac:spMkLst>
            <pc:docMk/>
            <pc:sldMk cId="2944538585" sldId="279"/>
            <ac:spMk id="2" creationId="{00000000-0000-0000-0000-000000000000}"/>
          </ac:spMkLst>
        </pc:spChg>
        <pc:spChg chg="mod">
          <ac:chgData name="Andre Janse van Rensburg" userId="c242d890-f940-49be-a646-5509d964c911" providerId="ADAL" clId="{3E934F02-E2F4-45E2-8EBA-CD91689DD4FE}" dt="2018-08-09T06:56:54.801" v="70" actId="27636"/>
          <ac:spMkLst>
            <pc:docMk/>
            <pc:sldMk cId="2944538585" sldId="279"/>
            <ac:spMk id="4" creationId="{00000000-0000-0000-0000-000000000000}"/>
          </ac:spMkLst>
        </pc:spChg>
        <pc:spChg chg="mod">
          <ac:chgData name="Andre Janse van Rensburg" userId="c242d890-f940-49be-a646-5509d964c911" providerId="ADAL" clId="{3E934F02-E2F4-45E2-8EBA-CD91689DD4FE}" dt="2018-08-10T02:18:07.406" v="258" actId="6549"/>
          <ac:spMkLst>
            <pc:docMk/>
            <pc:sldMk cId="2944538585" sldId="279"/>
            <ac:spMk id="6" creationId="{00000000-0000-0000-0000-000000000000}"/>
          </ac:spMkLst>
        </pc:spChg>
        <pc:picChg chg="mod">
          <ac:chgData name="Andre Janse van Rensburg" userId="c242d890-f940-49be-a646-5509d964c911" providerId="ADAL" clId="{3E934F02-E2F4-45E2-8EBA-CD91689DD4FE}" dt="2018-08-09T06:48:34.257" v="2" actId="27636"/>
          <ac:picMkLst>
            <pc:docMk/>
            <pc:sldMk cId="2944538585" sldId="279"/>
            <ac:picMk id="3" creationId="{00000000-0000-0000-0000-000000000000}"/>
          </ac:picMkLst>
        </pc:picChg>
      </pc:sldChg>
      <pc:sldChg chg="modSp">
        <pc:chgData name="Andre Janse van Rensburg" userId="c242d890-f940-49be-a646-5509d964c911" providerId="ADAL" clId="{3E934F02-E2F4-45E2-8EBA-CD91689DD4FE}" dt="2018-08-10T02:18:44.075" v="288" actId="14100"/>
        <pc:sldMkLst>
          <pc:docMk/>
          <pc:sldMk cId="3575583188" sldId="281"/>
        </pc:sldMkLst>
        <pc:spChg chg="mod">
          <ac:chgData name="Andre Janse van Rensburg" userId="c242d890-f940-49be-a646-5509d964c911" providerId="ADAL" clId="{3E934F02-E2F4-45E2-8EBA-CD91689DD4FE}" dt="2018-08-10T02:18:44.075" v="288" actId="14100"/>
          <ac:spMkLst>
            <pc:docMk/>
            <pc:sldMk cId="3575583188" sldId="281"/>
            <ac:spMk id="2" creationId="{00000000-0000-0000-0000-000000000000}"/>
          </ac:spMkLst>
        </pc:spChg>
        <pc:spChg chg="mod">
          <ac:chgData name="Andre Janse van Rensburg" userId="c242d890-f940-49be-a646-5509d964c911" providerId="ADAL" clId="{3E934F02-E2F4-45E2-8EBA-CD91689DD4FE}" dt="2018-08-09T06:56:54.801" v="70" actId="27636"/>
          <ac:spMkLst>
            <pc:docMk/>
            <pc:sldMk cId="3575583188" sldId="281"/>
            <ac:spMk id="4" creationId="{00000000-0000-0000-0000-000000000000}"/>
          </ac:spMkLst>
        </pc:spChg>
        <pc:picChg chg="mod">
          <ac:chgData name="Andre Janse van Rensburg" userId="c242d890-f940-49be-a646-5509d964c911" providerId="ADAL" clId="{3E934F02-E2F4-45E2-8EBA-CD91689DD4FE}" dt="2018-08-09T06:48:34.257" v="2" actId="27636"/>
          <ac:picMkLst>
            <pc:docMk/>
            <pc:sldMk cId="3575583188" sldId="281"/>
            <ac:picMk id="3" creationId="{00000000-0000-0000-0000-000000000000}"/>
          </ac:picMkLst>
        </pc:picChg>
        <pc:picChg chg="mod">
          <ac:chgData name="Andre Janse van Rensburg" userId="c242d890-f940-49be-a646-5509d964c911" providerId="ADAL" clId="{3E934F02-E2F4-45E2-8EBA-CD91689DD4FE}" dt="2018-08-09T06:48:34.257" v="2" actId="27636"/>
          <ac:picMkLst>
            <pc:docMk/>
            <pc:sldMk cId="3575583188" sldId="281"/>
            <ac:picMk id="5" creationId="{00000000-0000-0000-0000-000000000000}"/>
          </ac:picMkLst>
        </pc:picChg>
        <pc:picChg chg="mod">
          <ac:chgData name="Andre Janse van Rensburg" userId="c242d890-f940-49be-a646-5509d964c911" providerId="ADAL" clId="{3E934F02-E2F4-45E2-8EBA-CD91689DD4FE}" dt="2018-08-09T06:48:34.257" v="2" actId="27636"/>
          <ac:picMkLst>
            <pc:docMk/>
            <pc:sldMk cId="3575583188" sldId="281"/>
            <ac:picMk id="7" creationId="{00000000-0000-0000-0000-000000000000}"/>
          </ac:picMkLst>
        </pc:picChg>
      </pc:sldChg>
      <pc:sldChg chg="modSp">
        <pc:chgData name="Andre Janse van Rensburg" userId="c242d890-f940-49be-a646-5509d964c911" providerId="ADAL" clId="{3E934F02-E2F4-45E2-8EBA-CD91689DD4FE}" dt="2018-08-10T02:18:50.675" v="290" actId="27636"/>
        <pc:sldMkLst>
          <pc:docMk/>
          <pc:sldMk cId="850178857" sldId="282"/>
        </pc:sldMkLst>
        <pc:spChg chg="mod">
          <ac:chgData name="Andre Janse van Rensburg" userId="c242d890-f940-49be-a646-5509d964c911" providerId="ADAL" clId="{3E934F02-E2F4-45E2-8EBA-CD91689DD4FE}" dt="2018-08-10T02:18:50.675" v="290" actId="27636"/>
          <ac:spMkLst>
            <pc:docMk/>
            <pc:sldMk cId="850178857" sldId="282"/>
            <ac:spMk id="2" creationId="{00000000-0000-0000-0000-000000000000}"/>
          </ac:spMkLst>
        </pc:spChg>
        <pc:spChg chg="mod">
          <ac:chgData name="Andre Janse van Rensburg" userId="c242d890-f940-49be-a646-5509d964c911" providerId="ADAL" clId="{3E934F02-E2F4-45E2-8EBA-CD91689DD4FE}" dt="2018-08-09T06:56:54.801" v="70" actId="27636"/>
          <ac:spMkLst>
            <pc:docMk/>
            <pc:sldMk cId="850178857" sldId="282"/>
            <ac:spMk id="4" creationId="{00000000-0000-0000-0000-000000000000}"/>
          </ac:spMkLst>
        </pc:spChg>
        <pc:spChg chg="mod">
          <ac:chgData name="Andre Janse van Rensburg" userId="c242d890-f940-49be-a646-5509d964c911" providerId="ADAL" clId="{3E934F02-E2F4-45E2-8EBA-CD91689DD4FE}" dt="2018-08-09T06:58:23.557" v="120" actId="27636"/>
          <ac:spMkLst>
            <pc:docMk/>
            <pc:sldMk cId="850178857" sldId="282"/>
            <ac:spMk id="6" creationId="{00000000-0000-0000-0000-000000000000}"/>
          </ac:spMkLst>
        </pc:spChg>
      </pc:sldChg>
      <pc:sldChg chg="modSp">
        <pc:chgData name="Andre Janse van Rensburg" userId="c242d890-f940-49be-a646-5509d964c911" providerId="ADAL" clId="{3E934F02-E2F4-45E2-8EBA-CD91689DD4FE}" dt="2018-08-09T06:56:54.801" v="70" actId="27636"/>
        <pc:sldMkLst>
          <pc:docMk/>
          <pc:sldMk cId="3322043511" sldId="283"/>
        </pc:sldMkLst>
        <pc:spChg chg="mod">
          <ac:chgData name="Andre Janse van Rensburg" userId="c242d890-f940-49be-a646-5509d964c911" providerId="ADAL" clId="{3E934F02-E2F4-45E2-8EBA-CD91689DD4FE}" dt="2018-08-09T06:56:54.801" v="70" actId="27636"/>
          <ac:spMkLst>
            <pc:docMk/>
            <pc:sldMk cId="3322043511" sldId="283"/>
            <ac:spMk id="2" creationId="{00000000-0000-0000-0000-000000000000}"/>
          </ac:spMkLst>
        </pc:spChg>
        <pc:spChg chg="mod">
          <ac:chgData name="Andre Janse van Rensburg" userId="c242d890-f940-49be-a646-5509d964c911" providerId="ADAL" clId="{3E934F02-E2F4-45E2-8EBA-CD91689DD4FE}" dt="2018-08-09T06:56:54.801" v="70" actId="27636"/>
          <ac:spMkLst>
            <pc:docMk/>
            <pc:sldMk cId="3322043511" sldId="283"/>
            <ac:spMk id="4" creationId="{00000000-0000-0000-0000-000000000000}"/>
          </ac:spMkLst>
        </pc:spChg>
        <pc:spChg chg="mod">
          <ac:chgData name="Andre Janse van Rensburg" userId="c242d890-f940-49be-a646-5509d964c911" providerId="ADAL" clId="{3E934F02-E2F4-45E2-8EBA-CD91689DD4FE}" dt="2018-08-09T06:56:54.801" v="70" actId="27636"/>
          <ac:spMkLst>
            <pc:docMk/>
            <pc:sldMk cId="3322043511" sldId="283"/>
            <ac:spMk id="6" creationId="{00000000-0000-0000-0000-000000000000}"/>
          </ac:spMkLst>
        </pc:spChg>
        <pc:picChg chg="mod">
          <ac:chgData name="Andre Janse van Rensburg" userId="c242d890-f940-49be-a646-5509d964c911" providerId="ADAL" clId="{3E934F02-E2F4-45E2-8EBA-CD91689DD4FE}" dt="2018-08-09T06:48:34.257" v="2" actId="27636"/>
          <ac:picMkLst>
            <pc:docMk/>
            <pc:sldMk cId="3322043511" sldId="283"/>
            <ac:picMk id="3" creationId="{00000000-0000-0000-0000-000000000000}"/>
          </ac:picMkLst>
        </pc:picChg>
      </pc:sldChg>
      <pc:sldChg chg="modSp">
        <pc:chgData name="Andre Janse van Rensburg" userId="c242d890-f940-49be-a646-5509d964c911" providerId="ADAL" clId="{3E934F02-E2F4-45E2-8EBA-CD91689DD4FE}" dt="2018-08-09T06:58:23.557" v="119" actId="27636"/>
        <pc:sldMkLst>
          <pc:docMk/>
          <pc:sldMk cId="3825236646" sldId="284"/>
        </pc:sldMkLst>
        <pc:spChg chg="mod">
          <ac:chgData name="Andre Janse van Rensburg" userId="c242d890-f940-49be-a646-5509d964c911" providerId="ADAL" clId="{3E934F02-E2F4-45E2-8EBA-CD91689DD4FE}" dt="2018-08-09T06:56:54.801" v="70" actId="27636"/>
          <ac:spMkLst>
            <pc:docMk/>
            <pc:sldMk cId="3825236646" sldId="284"/>
            <ac:spMk id="2" creationId="{00000000-0000-0000-0000-000000000000}"/>
          </ac:spMkLst>
        </pc:spChg>
        <pc:spChg chg="mod">
          <ac:chgData name="Andre Janse van Rensburg" userId="c242d890-f940-49be-a646-5509d964c911" providerId="ADAL" clId="{3E934F02-E2F4-45E2-8EBA-CD91689DD4FE}" dt="2018-08-09T06:56:54.801" v="70" actId="27636"/>
          <ac:spMkLst>
            <pc:docMk/>
            <pc:sldMk cId="3825236646" sldId="284"/>
            <ac:spMk id="4" creationId="{00000000-0000-0000-0000-000000000000}"/>
          </ac:spMkLst>
        </pc:spChg>
        <pc:spChg chg="mod">
          <ac:chgData name="Andre Janse van Rensburg" userId="c242d890-f940-49be-a646-5509d964c911" providerId="ADAL" clId="{3E934F02-E2F4-45E2-8EBA-CD91689DD4FE}" dt="2018-08-09T06:58:23.557" v="119" actId="27636"/>
          <ac:spMkLst>
            <pc:docMk/>
            <pc:sldMk cId="3825236646" sldId="284"/>
            <ac:spMk id="6" creationId="{00000000-0000-0000-0000-000000000000}"/>
          </ac:spMkLst>
        </pc:spChg>
        <pc:picChg chg="mod">
          <ac:chgData name="Andre Janse van Rensburg" userId="c242d890-f940-49be-a646-5509d964c911" providerId="ADAL" clId="{3E934F02-E2F4-45E2-8EBA-CD91689DD4FE}" dt="2018-08-09T06:48:34.257" v="2" actId="27636"/>
          <ac:picMkLst>
            <pc:docMk/>
            <pc:sldMk cId="3825236646" sldId="284"/>
            <ac:picMk id="3" creationId="{00000000-0000-0000-0000-000000000000}"/>
          </ac:picMkLst>
        </pc:picChg>
      </pc:sldChg>
      <pc:sldChg chg="modSp">
        <pc:chgData name="Andre Janse van Rensburg" userId="c242d890-f940-49be-a646-5509d964c911" providerId="ADAL" clId="{3E934F02-E2F4-45E2-8EBA-CD91689DD4FE}" dt="2018-08-10T02:19:17.658" v="296" actId="1076"/>
        <pc:sldMkLst>
          <pc:docMk/>
          <pc:sldMk cId="719443939" sldId="285"/>
        </pc:sldMkLst>
        <pc:spChg chg="mod">
          <ac:chgData name="Andre Janse van Rensburg" userId="c242d890-f940-49be-a646-5509d964c911" providerId="ADAL" clId="{3E934F02-E2F4-45E2-8EBA-CD91689DD4FE}" dt="2018-08-09T06:56:54.801" v="70" actId="27636"/>
          <ac:spMkLst>
            <pc:docMk/>
            <pc:sldMk cId="719443939" sldId="285"/>
            <ac:spMk id="2" creationId="{00000000-0000-0000-0000-000000000000}"/>
          </ac:spMkLst>
        </pc:spChg>
        <pc:spChg chg="mod">
          <ac:chgData name="Andre Janse van Rensburg" userId="c242d890-f940-49be-a646-5509d964c911" providerId="ADAL" clId="{3E934F02-E2F4-45E2-8EBA-CD91689DD4FE}" dt="2018-08-10T02:19:06.314" v="292" actId="1076"/>
          <ac:spMkLst>
            <pc:docMk/>
            <pc:sldMk cId="719443939" sldId="285"/>
            <ac:spMk id="4" creationId="{00000000-0000-0000-0000-000000000000}"/>
          </ac:spMkLst>
        </pc:spChg>
        <pc:spChg chg="mod">
          <ac:chgData name="Andre Janse van Rensburg" userId="c242d890-f940-49be-a646-5509d964c911" providerId="ADAL" clId="{3E934F02-E2F4-45E2-8EBA-CD91689DD4FE}" dt="2018-08-10T02:19:14.762" v="295" actId="14100"/>
          <ac:spMkLst>
            <pc:docMk/>
            <pc:sldMk cId="719443939" sldId="285"/>
            <ac:spMk id="6" creationId="{00000000-0000-0000-0000-000000000000}"/>
          </ac:spMkLst>
        </pc:spChg>
        <pc:picChg chg="mod">
          <ac:chgData name="Andre Janse van Rensburg" userId="c242d890-f940-49be-a646-5509d964c911" providerId="ADAL" clId="{3E934F02-E2F4-45E2-8EBA-CD91689DD4FE}" dt="2018-08-10T02:19:17.658" v="296" actId="1076"/>
          <ac:picMkLst>
            <pc:docMk/>
            <pc:sldMk cId="719443939" sldId="285"/>
            <ac:picMk id="7" creationId="{00000000-0000-0000-0000-000000000000}"/>
          </ac:picMkLst>
        </pc:picChg>
      </pc:sldChg>
      <pc:sldChg chg="addSp modSp">
        <pc:chgData name="Andre Janse van Rensburg" userId="c242d890-f940-49be-a646-5509d964c911" providerId="ADAL" clId="{3E934F02-E2F4-45E2-8EBA-CD91689DD4FE}" dt="2018-08-10T02:20:22.711" v="313" actId="313"/>
        <pc:sldMkLst>
          <pc:docMk/>
          <pc:sldMk cId="1638561614" sldId="286"/>
        </pc:sldMkLst>
        <pc:spChg chg="mod">
          <ac:chgData name="Andre Janse van Rensburg" userId="c242d890-f940-49be-a646-5509d964c911" providerId="ADAL" clId="{3E934F02-E2F4-45E2-8EBA-CD91689DD4FE}" dt="2018-08-10T02:20:22.711" v="313" actId="313"/>
          <ac:spMkLst>
            <pc:docMk/>
            <pc:sldMk cId="1638561614" sldId="286"/>
            <ac:spMk id="2" creationId="{00000000-0000-0000-0000-000000000000}"/>
          </ac:spMkLst>
        </pc:spChg>
        <pc:spChg chg="mod">
          <ac:chgData name="Andre Janse van Rensburg" userId="c242d890-f940-49be-a646-5509d964c911" providerId="ADAL" clId="{3E934F02-E2F4-45E2-8EBA-CD91689DD4FE}" dt="2018-08-10T02:19:42.434" v="301" actId="1076"/>
          <ac:spMkLst>
            <pc:docMk/>
            <pc:sldMk cId="1638561614" sldId="286"/>
            <ac:spMk id="4" creationId="{00000000-0000-0000-0000-000000000000}"/>
          </ac:spMkLst>
        </pc:spChg>
        <pc:grpChg chg="add mod">
          <ac:chgData name="Andre Janse van Rensburg" userId="c242d890-f940-49be-a646-5509d964c911" providerId="ADAL" clId="{3E934F02-E2F4-45E2-8EBA-CD91689DD4FE}" dt="2018-08-10T02:20:03.004" v="307" actId="164"/>
          <ac:grpSpMkLst>
            <pc:docMk/>
            <pc:sldMk cId="1638561614" sldId="286"/>
            <ac:grpSpMk id="5" creationId="{41FD2B62-AF1B-4A6A-9B5C-269D96057C01}"/>
          </ac:grpSpMkLst>
        </pc:grpChg>
        <pc:picChg chg="mod">
          <ac:chgData name="Andre Janse van Rensburg" userId="c242d890-f940-49be-a646-5509d964c911" providerId="ADAL" clId="{3E934F02-E2F4-45E2-8EBA-CD91689DD4FE}" dt="2018-08-10T02:20:03.004" v="307" actId="164"/>
          <ac:picMkLst>
            <pc:docMk/>
            <pc:sldMk cId="1638561614" sldId="286"/>
            <ac:picMk id="3" creationId="{00000000-0000-0000-0000-000000000000}"/>
          </ac:picMkLst>
        </pc:picChg>
        <pc:picChg chg="mod">
          <ac:chgData name="Andre Janse van Rensburg" userId="c242d890-f940-49be-a646-5509d964c911" providerId="ADAL" clId="{3E934F02-E2F4-45E2-8EBA-CD91689DD4FE}" dt="2018-08-09T06:48:34.257" v="2" actId="27636"/>
          <ac:picMkLst>
            <pc:docMk/>
            <pc:sldMk cId="1638561614" sldId="286"/>
            <ac:picMk id="7" creationId="{00000000-0000-0000-0000-000000000000}"/>
          </ac:picMkLst>
        </pc:picChg>
        <pc:picChg chg="mod">
          <ac:chgData name="Andre Janse van Rensburg" userId="c242d890-f940-49be-a646-5509d964c911" providerId="ADAL" clId="{3E934F02-E2F4-45E2-8EBA-CD91689DD4FE}" dt="2018-08-10T02:20:03.004" v="307" actId="164"/>
          <ac:picMkLst>
            <pc:docMk/>
            <pc:sldMk cId="1638561614" sldId="286"/>
            <ac:picMk id="8" creationId="{00000000-0000-0000-0000-000000000000}"/>
          </ac:picMkLst>
        </pc:picChg>
        <pc:picChg chg="mod">
          <ac:chgData name="Andre Janse van Rensburg" userId="c242d890-f940-49be-a646-5509d964c911" providerId="ADAL" clId="{3E934F02-E2F4-45E2-8EBA-CD91689DD4FE}" dt="2018-08-10T02:20:03.004" v="307" actId="164"/>
          <ac:picMkLst>
            <pc:docMk/>
            <pc:sldMk cId="1638561614" sldId="286"/>
            <ac:picMk id="10" creationId="{00000000-0000-0000-0000-000000000000}"/>
          </ac:picMkLst>
        </pc:picChg>
      </pc:sldChg>
      <pc:sldChg chg="modSp">
        <pc:chgData name="Andre Janse van Rensburg" userId="c242d890-f940-49be-a646-5509d964c911" providerId="ADAL" clId="{3E934F02-E2F4-45E2-8EBA-CD91689DD4FE}" dt="2018-08-10T02:20:51.235" v="320" actId="1076"/>
        <pc:sldMkLst>
          <pc:docMk/>
          <pc:sldMk cId="3768348622" sldId="288"/>
        </pc:sldMkLst>
        <pc:spChg chg="mod">
          <ac:chgData name="Andre Janse van Rensburg" userId="c242d890-f940-49be-a646-5509d964c911" providerId="ADAL" clId="{3E934F02-E2F4-45E2-8EBA-CD91689DD4FE}" dt="2018-08-09T06:56:54.801" v="70" actId="27636"/>
          <ac:spMkLst>
            <pc:docMk/>
            <pc:sldMk cId="3768348622" sldId="288"/>
            <ac:spMk id="2" creationId="{00000000-0000-0000-0000-000000000000}"/>
          </ac:spMkLst>
        </pc:spChg>
        <pc:spChg chg="mod">
          <ac:chgData name="Andre Janse van Rensburg" userId="c242d890-f940-49be-a646-5509d964c911" providerId="ADAL" clId="{3E934F02-E2F4-45E2-8EBA-CD91689DD4FE}" dt="2018-08-10T02:20:36.058" v="316" actId="1076"/>
          <ac:spMkLst>
            <pc:docMk/>
            <pc:sldMk cId="3768348622" sldId="288"/>
            <ac:spMk id="4" creationId="{00000000-0000-0000-0000-000000000000}"/>
          </ac:spMkLst>
        </pc:spChg>
        <pc:spChg chg="mod">
          <ac:chgData name="Andre Janse van Rensburg" userId="c242d890-f940-49be-a646-5509d964c911" providerId="ADAL" clId="{3E934F02-E2F4-45E2-8EBA-CD91689DD4FE}" dt="2018-08-10T02:20:45.723" v="318" actId="14100"/>
          <ac:spMkLst>
            <pc:docMk/>
            <pc:sldMk cId="3768348622" sldId="288"/>
            <ac:spMk id="6" creationId="{00000000-0000-0000-0000-000000000000}"/>
          </ac:spMkLst>
        </pc:spChg>
        <pc:picChg chg="mod">
          <ac:chgData name="Andre Janse van Rensburg" userId="c242d890-f940-49be-a646-5509d964c911" providerId="ADAL" clId="{3E934F02-E2F4-45E2-8EBA-CD91689DD4FE}" dt="2018-08-09T06:48:34.257" v="2" actId="27636"/>
          <ac:picMkLst>
            <pc:docMk/>
            <pc:sldMk cId="3768348622" sldId="288"/>
            <ac:picMk id="5" creationId="{00000000-0000-0000-0000-000000000000}"/>
          </ac:picMkLst>
        </pc:picChg>
        <pc:picChg chg="mod">
          <ac:chgData name="Andre Janse van Rensburg" userId="c242d890-f940-49be-a646-5509d964c911" providerId="ADAL" clId="{3E934F02-E2F4-45E2-8EBA-CD91689DD4FE}" dt="2018-08-10T02:20:48.955" v="319" actId="1076"/>
          <ac:picMkLst>
            <pc:docMk/>
            <pc:sldMk cId="3768348622" sldId="288"/>
            <ac:picMk id="7" creationId="{00000000-0000-0000-0000-000000000000}"/>
          </ac:picMkLst>
        </pc:picChg>
        <pc:picChg chg="mod">
          <ac:chgData name="Andre Janse van Rensburg" userId="c242d890-f940-49be-a646-5509d964c911" providerId="ADAL" clId="{3E934F02-E2F4-45E2-8EBA-CD91689DD4FE}" dt="2018-08-10T02:20:51.235" v="320" actId="1076"/>
          <ac:picMkLst>
            <pc:docMk/>
            <pc:sldMk cId="3768348622" sldId="288"/>
            <ac:picMk id="8" creationId="{00000000-0000-0000-0000-000000000000}"/>
          </ac:picMkLst>
        </pc:picChg>
        <pc:picChg chg="mod">
          <ac:chgData name="Andre Janse van Rensburg" userId="c242d890-f940-49be-a646-5509d964c911" providerId="ADAL" clId="{3E934F02-E2F4-45E2-8EBA-CD91689DD4FE}" dt="2018-08-09T06:48:34.257" v="2" actId="27636"/>
          <ac:picMkLst>
            <pc:docMk/>
            <pc:sldMk cId="3768348622" sldId="288"/>
            <ac:picMk id="9" creationId="{00000000-0000-0000-0000-000000000000}"/>
          </ac:picMkLst>
        </pc:picChg>
      </pc:sldChg>
      <pc:sldChg chg="delSp modSp">
        <pc:chgData name="Andre Janse van Rensburg" userId="c242d890-f940-49be-a646-5509d964c911" providerId="ADAL" clId="{3E934F02-E2F4-45E2-8EBA-CD91689DD4FE}" dt="2018-08-10T02:21:45.682" v="331" actId="14100"/>
        <pc:sldMkLst>
          <pc:docMk/>
          <pc:sldMk cId="2175965843" sldId="290"/>
        </pc:sldMkLst>
        <pc:spChg chg="mod">
          <ac:chgData name="Andre Janse van Rensburg" userId="c242d890-f940-49be-a646-5509d964c911" providerId="ADAL" clId="{3E934F02-E2F4-45E2-8EBA-CD91689DD4FE}" dt="2018-08-09T06:56:54.801" v="70" actId="27636"/>
          <ac:spMkLst>
            <pc:docMk/>
            <pc:sldMk cId="2175965843" sldId="290"/>
            <ac:spMk id="2" creationId="{00000000-0000-0000-0000-000000000000}"/>
          </ac:spMkLst>
        </pc:spChg>
        <pc:spChg chg="mod">
          <ac:chgData name="Andre Janse van Rensburg" userId="c242d890-f940-49be-a646-5509d964c911" providerId="ADAL" clId="{3E934F02-E2F4-45E2-8EBA-CD91689DD4FE}" dt="2018-08-10T02:21:18.307" v="323" actId="14100"/>
          <ac:spMkLst>
            <pc:docMk/>
            <pc:sldMk cId="2175965843" sldId="290"/>
            <ac:spMk id="4" creationId="{00000000-0000-0000-0000-000000000000}"/>
          </ac:spMkLst>
        </pc:spChg>
        <pc:spChg chg="mod">
          <ac:chgData name="Andre Janse van Rensburg" userId="c242d890-f940-49be-a646-5509d964c911" providerId="ADAL" clId="{3E934F02-E2F4-45E2-8EBA-CD91689DD4FE}" dt="2018-08-10T02:21:45.682" v="331" actId="14100"/>
          <ac:spMkLst>
            <pc:docMk/>
            <pc:sldMk cId="2175965843" sldId="290"/>
            <ac:spMk id="6" creationId="{00000000-0000-0000-0000-000000000000}"/>
          </ac:spMkLst>
        </pc:spChg>
        <pc:picChg chg="mod">
          <ac:chgData name="Andre Janse van Rensburg" userId="c242d890-f940-49be-a646-5509d964c911" providerId="ADAL" clId="{3E934F02-E2F4-45E2-8EBA-CD91689DD4FE}" dt="2018-08-10T02:21:27.411" v="325" actId="1076"/>
          <ac:picMkLst>
            <pc:docMk/>
            <pc:sldMk cId="2175965843" sldId="290"/>
            <ac:picMk id="3" creationId="{00000000-0000-0000-0000-000000000000}"/>
          </ac:picMkLst>
        </pc:picChg>
        <pc:picChg chg="mod">
          <ac:chgData name="Andre Janse van Rensburg" userId="c242d890-f940-49be-a646-5509d964c911" providerId="ADAL" clId="{3E934F02-E2F4-45E2-8EBA-CD91689DD4FE}" dt="2018-08-10T02:21:32.315" v="327" actId="1076"/>
          <ac:picMkLst>
            <pc:docMk/>
            <pc:sldMk cId="2175965843" sldId="290"/>
            <ac:picMk id="5" creationId="{00000000-0000-0000-0000-000000000000}"/>
          </ac:picMkLst>
        </pc:picChg>
        <pc:picChg chg="mod">
          <ac:chgData name="Andre Janse van Rensburg" userId="c242d890-f940-49be-a646-5509d964c911" providerId="ADAL" clId="{3E934F02-E2F4-45E2-8EBA-CD91689DD4FE}" dt="2018-08-10T02:21:29.475" v="326" actId="1076"/>
          <ac:picMkLst>
            <pc:docMk/>
            <pc:sldMk cId="2175965843" sldId="290"/>
            <ac:picMk id="7" creationId="{00000000-0000-0000-0000-000000000000}"/>
          </ac:picMkLst>
        </pc:picChg>
        <pc:picChg chg="del mod">
          <ac:chgData name="Andre Janse van Rensburg" userId="c242d890-f940-49be-a646-5509d964c911" providerId="ADAL" clId="{3E934F02-E2F4-45E2-8EBA-CD91689DD4FE}" dt="2018-08-10T02:21:37.470" v="329" actId="478"/>
          <ac:picMkLst>
            <pc:docMk/>
            <pc:sldMk cId="2175965843" sldId="290"/>
            <ac:picMk id="8" creationId="{00000000-0000-0000-0000-000000000000}"/>
          </ac:picMkLst>
        </pc:picChg>
        <pc:picChg chg="mod">
          <ac:chgData name="Andre Janse van Rensburg" userId="c242d890-f940-49be-a646-5509d964c911" providerId="ADAL" clId="{3E934F02-E2F4-45E2-8EBA-CD91689DD4FE}" dt="2018-08-10T02:21:40.091" v="330" actId="1076"/>
          <ac:picMkLst>
            <pc:docMk/>
            <pc:sldMk cId="2175965843" sldId="290"/>
            <ac:picMk id="9" creationId="{00000000-0000-0000-0000-000000000000}"/>
          </ac:picMkLst>
        </pc:picChg>
      </pc:sldChg>
      <pc:sldChg chg="modSp add">
        <pc:chgData name="Andre Janse van Rensburg" userId="c242d890-f940-49be-a646-5509d964c911" providerId="ADAL" clId="{3E934F02-E2F4-45E2-8EBA-CD91689DD4FE}" dt="2018-08-10T06:57:48.945" v="440" actId="27636"/>
        <pc:sldMkLst>
          <pc:docMk/>
          <pc:sldMk cId="262454173" sldId="291"/>
        </pc:sldMkLst>
        <pc:spChg chg="mod">
          <ac:chgData name="Andre Janse van Rensburg" userId="c242d890-f940-49be-a646-5509d964c911" providerId="ADAL" clId="{3E934F02-E2F4-45E2-8EBA-CD91689DD4FE}" dt="2018-08-10T06:55:30.108" v="350" actId="121"/>
          <ac:spMkLst>
            <pc:docMk/>
            <pc:sldMk cId="262454173" sldId="291"/>
            <ac:spMk id="2" creationId="{D75A2C72-8E24-4078-8CB2-7583F149082F}"/>
          </ac:spMkLst>
        </pc:spChg>
        <pc:spChg chg="mod">
          <ac:chgData name="Andre Janse van Rensburg" userId="c242d890-f940-49be-a646-5509d964c911" providerId="ADAL" clId="{3E934F02-E2F4-45E2-8EBA-CD91689DD4FE}" dt="2018-08-10T06:57:48.945" v="440" actId="27636"/>
          <ac:spMkLst>
            <pc:docMk/>
            <pc:sldMk cId="262454173" sldId="291"/>
            <ac:spMk id="3" creationId="{492FFEDE-DD98-46CD-A2BB-B7550DFCE577}"/>
          </ac:spMkLst>
        </pc:spChg>
      </pc:sldChg>
      <pc:sldChg chg="addSp delSp modSp add">
        <pc:chgData name="Andre Janse van Rensburg" userId="c242d890-f940-49be-a646-5509d964c911" providerId="ADAL" clId="{3E934F02-E2F4-45E2-8EBA-CD91689DD4FE}" dt="2018-08-10T06:59:13.635" v="536" actId="20577"/>
        <pc:sldMkLst>
          <pc:docMk/>
          <pc:sldMk cId="3230244867" sldId="292"/>
        </pc:sldMkLst>
        <pc:spChg chg="del">
          <ac:chgData name="Andre Janse van Rensburg" userId="c242d890-f940-49be-a646-5509d964c911" providerId="ADAL" clId="{3E934F02-E2F4-45E2-8EBA-CD91689DD4FE}" dt="2018-08-10T06:58:24.979" v="444" actId="20577"/>
          <ac:spMkLst>
            <pc:docMk/>
            <pc:sldMk cId="3230244867" sldId="292"/>
            <ac:spMk id="2" creationId="{0FFA8D6C-8A9E-452C-A5CE-A8A0CC0B93B0}"/>
          </ac:spMkLst>
        </pc:spChg>
        <pc:spChg chg="del">
          <ac:chgData name="Andre Janse van Rensburg" userId="c242d890-f940-49be-a646-5509d964c911" providerId="ADAL" clId="{3E934F02-E2F4-45E2-8EBA-CD91689DD4FE}" dt="2018-08-10T06:58:24.979" v="444" actId="20577"/>
          <ac:spMkLst>
            <pc:docMk/>
            <pc:sldMk cId="3230244867" sldId="292"/>
            <ac:spMk id="3" creationId="{9F8D6B0E-D94F-4358-9F14-4BCF47535E7A}"/>
          </ac:spMkLst>
        </pc:spChg>
        <pc:spChg chg="del">
          <ac:chgData name="Andre Janse van Rensburg" userId="c242d890-f940-49be-a646-5509d964c911" providerId="ADAL" clId="{3E934F02-E2F4-45E2-8EBA-CD91689DD4FE}" dt="2018-08-10T06:58:24.979" v="444" actId="20577"/>
          <ac:spMkLst>
            <pc:docMk/>
            <pc:sldMk cId="3230244867" sldId="292"/>
            <ac:spMk id="4" creationId="{47BC9984-5095-404F-81B8-BF28D529107F}"/>
          </ac:spMkLst>
        </pc:spChg>
        <pc:spChg chg="add mod">
          <ac:chgData name="Andre Janse van Rensburg" userId="c242d890-f940-49be-a646-5509d964c911" providerId="ADAL" clId="{3E934F02-E2F4-45E2-8EBA-CD91689DD4FE}" dt="2018-08-10T06:58:28.933" v="452" actId="20577"/>
          <ac:spMkLst>
            <pc:docMk/>
            <pc:sldMk cId="3230244867" sldId="292"/>
            <ac:spMk id="5" creationId="{041D10CF-F46C-498D-A236-C42022FDE37F}"/>
          </ac:spMkLst>
        </pc:spChg>
        <pc:spChg chg="add mod">
          <ac:chgData name="Andre Janse van Rensburg" userId="c242d890-f940-49be-a646-5509d964c911" providerId="ADAL" clId="{3E934F02-E2F4-45E2-8EBA-CD91689DD4FE}" dt="2018-08-10T06:59:13.635" v="536" actId="20577"/>
          <ac:spMkLst>
            <pc:docMk/>
            <pc:sldMk cId="3230244867" sldId="292"/>
            <ac:spMk id="6" creationId="{099949AE-A49D-4342-9CC5-1C3EB83AFA7E}"/>
          </ac:spMkLst>
        </pc:spChg>
      </pc:sldChg>
      <pc:sldChg chg="modSp add">
        <pc:chgData name="Andre Janse van Rensburg" userId="c242d890-f940-49be-a646-5509d964c911" providerId="ADAL" clId="{3E934F02-E2F4-45E2-8EBA-CD91689DD4FE}" dt="2018-08-10T07:00:22.542" v="605" actId="20577"/>
        <pc:sldMkLst>
          <pc:docMk/>
          <pc:sldMk cId="3493929666" sldId="293"/>
        </pc:sldMkLst>
        <pc:spChg chg="mod">
          <ac:chgData name="Andre Janse van Rensburg" userId="c242d890-f940-49be-a646-5509d964c911" providerId="ADAL" clId="{3E934F02-E2F4-45E2-8EBA-CD91689DD4FE}" dt="2018-08-10T06:59:21.230" v="545" actId="20577"/>
          <ac:spMkLst>
            <pc:docMk/>
            <pc:sldMk cId="3493929666" sldId="293"/>
            <ac:spMk id="2" creationId="{BE47F93C-B6FB-43C7-B40C-C8E0FA1A491C}"/>
          </ac:spMkLst>
        </pc:spChg>
        <pc:spChg chg="mod">
          <ac:chgData name="Andre Janse van Rensburg" userId="c242d890-f940-49be-a646-5509d964c911" providerId="ADAL" clId="{3E934F02-E2F4-45E2-8EBA-CD91689DD4FE}" dt="2018-08-10T07:00:22.542" v="605" actId="20577"/>
          <ac:spMkLst>
            <pc:docMk/>
            <pc:sldMk cId="3493929666" sldId="293"/>
            <ac:spMk id="3" creationId="{81169F62-4A64-4098-9C4B-7F46237449EF}"/>
          </ac:spMkLst>
        </pc:spChg>
      </pc:sldChg>
      <pc:sldChg chg="modSp add">
        <pc:chgData name="Andre Janse van Rensburg" userId="c242d890-f940-49be-a646-5509d964c911" providerId="ADAL" clId="{3E934F02-E2F4-45E2-8EBA-CD91689DD4FE}" dt="2018-08-10T07:01:13.640" v="708" actId="20577"/>
        <pc:sldMkLst>
          <pc:docMk/>
          <pc:sldMk cId="465487349" sldId="294"/>
        </pc:sldMkLst>
        <pc:spChg chg="mod">
          <ac:chgData name="Andre Janse van Rensburg" userId="c242d890-f940-49be-a646-5509d964c911" providerId="ADAL" clId="{3E934F02-E2F4-45E2-8EBA-CD91689DD4FE}" dt="2018-08-10T07:00:27.726" v="615" actId="20577"/>
          <ac:spMkLst>
            <pc:docMk/>
            <pc:sldMk cId="465487349" sldId="294"/>
            <ac:spMk id="2" creationId="{66F538AF-FE30-4B2F-AF2D-0408FAAC976B}"/>
          </ac:spMkLst>
        </pc:spChg>
        <pc:spChg chg="mod">
          <ac:chgData name="Andre Janse van Rensburg" userId="c242d890-f940-49be-a646-5509d964c911" providerId="ADAL" clId="{3E934F02-E2F4-45E2-8EBA-CD91689DD4FE}" dt="2018-08-10T07:01:13.640" v="708" actId="20577"/>
          <ac:spMkLst>
            <pc:docMk/>
            <pc:sldMk cId="465487349" sldId="294"/>
            <ac:spMk id="3" creationId="{F977182C-205F-4726-ADAE-D854F324CA71}"/>
          </ac:spMkLst>
        </pc:spChg>
      </pc:sldChg>
      <pc:sldChg chg="modSp add">
        <pc:chgData name="Andre Janse van Rensburg" userId="c242d890-f940-49be-a646-5509d964c911" providerId="ADAL" clId="{3E934F02-E2F4-45E2-8EBA-CD91689DD4FE}" dt="2018-08-10T07:02:08.029" v="745" actId="20577"/>
        <pc:sldMkLst>
          <pc:docMk/>
          <pc:sldMk cId="868015145" sldId="295"/>
        </pc:sldMkLst>
        <pc:spChg chg="mod">
          <ac:chgData name="Andre Janse van Rensburg" userId="c242d890-f940-49be-a646-5509d964c911" providerId="ADAL" clId="{3E934F02-E2F4-45E2-8EBA-CD91689DD4FE}" dt="2018-08-10T07:01:19.692" v="717" actId="20577"/>
          <ac:spMkLst>
            <pc:docMk/>
            <pc:sldMk cId="868015145" sldId="295"/>
            <ac:spMk id="2" creationId="{9A5ADA5F-6E2C-4AC7-A535-B3248BB4B449}"/>
          </ac:spMkLst>
        </pc:spChg>
        <pc:spChg chg="mod">
          <ac:chgData name="Andre Janse van Rensburg" userId="c242d890-f940-49be-a646-5509d964c911" providerId="ADAL" clId="{3E934F02-E2F4-45E2-8EBA-CD91689DD4FE}" dt="2018-08-10T07:02:08.029" v="745" actId="20577"/>
          <ac:spMkLst>
            <pc:docMk/>
            <pc:sldMk cId="868015145" sldId="295"/>
            <ac:spMk id="3" creationId="{D2CFB300-79DC-4B55-A7FF-BAA6AD08A9DB}"/>
          </ac:spMkLst>
        </pc:spChg>
      </pc:sldChg>
      <pc:sldChg chg="addSp delSp modSp add">
        <pc:chgData name="Andre Janse van Rensburg" userId="c242d890-f940-49be-a646-5509d964c911" providerId="ADAL" clId="{3E934F02-E2F4-45E2-8EBA-CD91689DD4FE}" dt="2018-08-22T02:23:24.387" v="1107" actId="6549"/>
        <pc:sldMkLst>
          <pc:docMk/>
          <pc:sldMk cId="180852187" sldId="296"/>
        </pc:sldMkLst>
        <pc:spChg chg="mod">
          <ac:chgData name="Andre Janse van Rensburg" userId="c242d890-f940-49be-a646-5509d964c911" providerId="ADAL" clId="{3E934F02-E2F4-45E2-8EBA-CD91689DD4FE}" dt="2018-08-22T02:19:51.156" v="751" actId="20577"/>
          <ac:spMkLst>
            <pc:docMk/>
            <pc:sldMk cId="180852187" sldId="296"/>
            <ac:spMk id="2" creationId="{84AA7C9F-E71C-46E5-8DF3-036191FC16EA}"/>
          </ac:spMkLst>
        </pc:spChg>
        <pc:spChg chg="add del mod">
          <ac:chgData name="Andre Janse van Rensburg" userId="c242d890-f940-49be-a646-5509d964c911" providerId="ADAL" clId="{3E934F02-E2F4-45E2-8EBA-CD91689DD4FE}" dt="2018-08-22T02:23:24.387" v="1107" actId="6549"/>
          <ac:spMkLst>
            <pc:docMk/>
            <pc:sldMk cId="180852187" sldId="296"/>
            <ac:spMk id="3" creationId="{69A0116A-AB85-475A-9A8D-664B3CED9201}"/>
          </ac:spMkLst>
        </pc:spChg>
        <pc:spChg chg="add del">
          <ac:chgData name="Andre Janse van Rensburg" userId="c242d890-f940-49be-a646-5509d964c911" providerId="ADAL" clId="{3E934F02-E2F4-45E2-8EBA-CD91689DD4FE}" dt="2018-08-22T02:20:05.262" v="753"/>
          <ac:spMkLst>
            <pc:docMk/>
            <pc:sldMk cId="180852187" sldId="296"/>
            <ac:spMk id="4" creationId="{546299CD-EE81-4CC5-BE92-09291F90AC79}"/>
          </ac:spMkLst>
        </pc:spChg>
      </pc:sldChg>
      <pc:sldMasterChg chg="setBg modSldLayout">
        <pc:chgData name="Andre Janse van Rensburg" userId="c242d890-f940-49be-a646-5509d964c911" providerId="ADAL" clId="{3E934F02-E2F4-45E2-8EBA-CD91689DD4FE}" dt="2018-08-10T06:57:58.899" v="442" actId="14100"/>
        <pc:sldMasterMkLst>
          <pc:docMk/>
          <pc:sldMasterMk cId="1797113840" sldId="2147483936"/>
        </pc:sldMasterMkLst>
        <pc:sldLayoutChg chg="setBg">
          <pc:chgData name="Andre Janse van Rensburg" userId="c242d890-f940-49be-a646-5509d964c911" providerId="ADAL" clId="{3E934F02-E2F4-45E2-8EBA-CD91689DD4FE}" dt="2018-08-09T06:49:20.135" v="8" actId="403"/>
          <pc:sldLayoutMkLst>
            <pc:docMk/>
            <pc:sldMasterMk cId="1797113840" sldId="2147483936"/>
            <pc:sldLayoutMk cId="3656059064" sldId="2147483937"/>
          </pc:sldLayoutMkLst>
        </pc:sldLayoutChg>
        <pc:sldLayoutChg chg="modSp setBg">
          <pc:chgData name="Andre Janse van Rensburg" userId="c242d890-f940-49be-a646-5509d964c911" providerId="ADAL" clId="{3E934F02-E2F4-45E2-8EBA-CD91689DD4FE}" dt="2018-08-10T06:57:58.899" v="442" actId="14100"/>
          <pc:sldLayoutMkLst>
            <pc:docMk/>
            <pc:sldMasterMk cId="1797113840" sldId="2147483936"/>
            <pc:sldLayoutMk cId="3349106349" sldId="2147483938"/>
          </pc:sldLayoutMkLst>
          <pc:spChg chg="mod">
            <ac:chgData name="Andre Janse van Rensburg" userId="c242d890-f940-49be-a646-5509d964c911" providerId="ADAL" clId="{3E934F02-E2F4-45E2-8EBA-CD91689DD4FE}" dt="2018-08-10T06:57:58.899" v="442" actId="14100"/>
            <ac:spMkLst>
              <pc:docMk/>
              <pc:sldMasterMk cId="1797113840" sldId="2147483936"/>
              <pc:sldLayoutMk cId="3349106349" sldId="2147483938"/>
              <ac:spMk id="2" creationId="{00000000-0000-0000-0000-000000000000}"/>
            </ac:spMkLst>
          </pc:spChg>
          <pc:spChg chg="mod">
            <ac:chgData name="Andre Janse van Rensburg" userId="c242d890-f940-49be-a646-5509d964c911" providerId="ADAL" clId="{3E934F02-E2F4-45E2-8EBA-CD91689DD4FE}" dt="2018-08-10T06:57:54.961" v="441" actId="14100"/>
            <ac:spMkLst>
              <pc:docMk/>
              <pc:sldMasterMk cId="1797113840" sldId="2147483936"/>
              <pc:sldLayoutMk cId="3349106349" sldId="2147483938"/>
              <ac:spMk id="3" creationId="{00000000-0000-0000-0000-000000000000}"/>
            </ac:spMkLst>
          </pc:spChg>
        </pc:sldLayoutChg>
        <pc:sldLayoutChg chg="setBg">
          <pc:chgData name="Andre Janse van Rensburg" userId="c242d890-f940-49be-a646-5509d964c911" providerId="ADAL" clId="{3E934F02-E2F4-45E2-8EBA-CD91689DD4FE}" dt="2018-08-09T06:49:20.135" v="8" actId="403"/>
          <pc:sldLayoutMkLst>
            <pc:docMk/>
            <pc:sldMasterMk cId="1797113840" sldId="2147483936"/>
            <pc:sldLayoutMk cId="2569979455" sldId="2147483939"/>
          </pc:sldLayoutMkLst>
        </pc:sldLayoutChg>
        <pc:sldLayoutChg chg="setBg">
          <pc:chgData name="Andre Janse van Rensburg" userId="c242d890-f940-49be-a646-5509d964c911" providerId="ADAL" clId="{3E934F02-E2F4-45E2-8EBA-CD91689DD4FE}" dt="2018-08-09T06:49:20.135" v="8" actId="403"/>
          <pc:sldLayoutMkLst>
            <pc:docMk/>
            <pc:sldMasterMk cId="1797113840" sldId="2147483936"/>
            <pc:sldLayoutMk cId="9569622" sldId="2147483940"/>
          </pc:sldLayoutMkLst>
        </pc:sldLayoutChg>
        <pc:sldLayoutChg chg="setBg">
          <pc:chgData name="Andre Janse van Rensburg" userId="c242d890-f940-49be-a646-5509d964c911" providerId="ADAL" clId="{3E934F02-E2F4-45E2-8EBA-CD91689DD4FE}" dt="2018-08-09T06:49:20.135" v="8" actId="403"/>
          <pc:sldLayoutMkLst>
            <pc:docMk/>
            <pc:sldMasterMk cId="1797113840" sldId="2147483936"/>
            <pc:sldLayoutMk cId="2339414345" sldId="2147483941"/>
          </pc:sldLayoutMkLst>
        </pc:sldLayoutChg>
        <pc:sldLayoutChg chg="setBg">
          <pc:chgData name="Andre Janse van Rensburg" userId="c242d890-f940-49be-a646-5509d964c911" providerId="ADAL" clId="{3E934F02-E2F4-45E2-8EBA-CD91689DD4FE}" dt="2018-08-09T06:49:20.135" v="8" actId="403"/>
          <pc:sldLayoutMkLst>
            <pc:docMk/>
            <pc:sldMasterMk cId="1797113840" sldId="2147483936"/>
            <pc:sldLayoutMk cId="2829140206" sldId="2147483942"/>
          </pc:sldLayoutMkLst>
        </pc:sldLayoutChg>
        <pc:sldLayoutChg chg="setBg">
          <pc:chgData name="Andre Janse van Rensburg" userId="c242d890-f940-49be-a646-5509d964c911" providerId="ADAL" clId="{3E934F02-E2F4-45E2-8EBA-CD91689DD4FE}" dt="2018-08-09T06:49:20.135" v="8" actId="403"/>
          <pc:sldLayoutMkLst>
            <pc:docMk/>
            <pc:sldMasterMk cId="1797113840" sldId="2147483936"/>
            <pc:sldLayoutMk cId="991543837" sldId="2147483943"/>
          </pc:sldLayoutMkLst>
        </pc:sldLayoutChg>
        <pc:sldLayoutChg chg="modSp setBg">
          <pc:chgData name="Andre Janse van Rensburg" userId="c242d890-f940-49be-a646-5509d964c911" providerId="ADAL" clId="{3E934F02-E2F4-45E2-8EBA-CD91689DD4FE}" dt="2018-08-10T02:21:11.605" v="322" actId="14100"/>
          <pc:sldLayoutMkLst>
            <pc:docMk/>
            <pc:sldMasterMk cId="1797113840" sldId="2147483936"/>
            <pc:sldLayoutMk cId="3276653243" sldId="2147483944"/>
          </pc:sldLayoutMkLst>
          <pc:spChg chg="mod">
            <ac:chgData name="Andre Janse van Rensburg" userId="c242d890-f940-49be-a646-5509d964c911" providerId="ADAL" clId="{3E934F02-E2F4-45E2-8EBA-CD91689DD4FE}" dt="2018-08-10T02:21:11.605" v="322" actId="14100"/>
            <ac:spMkLst>
              <pc:docMk/>
              <pc:sldMasterMk cId="1797113840" sldId="2147483936"/>
              <pc:sldLayoutMk cId="3276653243" sldId="2147483944"/>
              <ac:spMk id="2" creationId="{00000000-0000-0000-0000-000000000000}"/>
            </ac:spMkLst>
          </pc:spChg>
          <pc:spChg chg="mod">
            <ac:chgData name="Andre Janse van Rensburg" userId="c242d890-f940-49be-a646-5509d964c911" providerId="ADAL" clId="{3E934F02-E2F4-45E2-8EBA-CD91689DD4FE}" dt="2018-08-09T06:58:23.473" v="110" actId="404"/>
            <ac:spMkLst>
              <pc:docMk/>
              <pc:sldMasterMk cId="1797113840" sldId="2147483936"/>
              <pc:sldLayoutMk cId="3276653243" sldId="2147483944"/>
              <ac:spMk id="4" creationId="{00000000-0000-0000-0000-000000000000}"/>
            </ac:spMkLst>
          </pc:spChg>
        </pc:sldLayoutChg>
        <pc:sldLayoutChg chg="modSp setBg">
          <pc:chgData name="Andre Janse van Rensburg" userId="c242d890-f940-49be-a646-5509d964c911" providerId="ADAL" clId="{3E934F02-E2F4-45E2-8EBA-CD91689DD4FE}" dt="2018-08-09T06:58:15.851" v="81" actId="403"/>
          <pc:sldLayoutMkLst>
            <pc:docMk/>
            <pc:sldMasterMk cId="1797113840" sldId="2147483936"/>
            <pc:sldLayoutMk cId="1308075324" sldId="2147483945"/>
          </pc:sldLayoutMkLst>
          <pc:spChg chg="mod">
            <ac:chgData name="Andre Janse van Rensburg" userId="c242d890-f940-49be-a646-5509d964c911" providerId="ADAL" clId="{3E934F02-E2F4-45E2-8EBA-CD91689DD4FE}" dt="2018-08-09T06:58:09.684" v="76" actId="113"/>
            <ac:spMkLst>
              <pc:docMk/>
              <pc:sldMasterMk cId="1797113840" sldId="2147483936"/>
              <pc:sldLayoutMk cId="1308075324" sldId="2147483945"/>
              <ac:spMk id="2" creationId="{00000000-0000-0000-0000-000000000000}"/>
            </ac:spMkLst>
          </pc:spChg>
          <pc:spChg chg="mod">
            <ac:chgData name="Andre Janse van Rensburg" userId="c242d890-f940-49be-a646-5509d964c911" providerId="ADAL" clId="{3E934F02-E2F4-45E2-8EBA-CD91689DD4FE}" dt="2018-08-09T06:58:15.851" v="81" actId="403"/>
            <ac:spMkLst>
              <pc:docMk/>
              <pc:sldMasterMk cId="1797113840" sldId="2147483936"/>
              <pc:sldLayoutMk cId="1308075324" sldId="2147483945"/>
              <ac:spMk id="4" creationId="{00000000-0000-0000-0000-000000000000}"/>
            </ac:spMkLst>
          </pc:spChg>
        </pc:sldLayoutChg>
        <pc:sldLayoutChg chg="modSp setBg">
          <pc:chgData name="Andre Janse van Rensburg" userId="c242d890-f940-49be-a646-5509d964c911" providerId="ADAL" clId="{3E934F02-E2F4-45E2-8EBA-CD91689DD4FE}" dt="2018-08-09T06:58:41.956" v="127" actId="403"/>
          <pc:sldLayoutMkLst>
            <pc:docMk/>
            <pc:sldMasterMk cId="1797113840" sldId="2147483936"/>
            <pc:sldLayoutMk cId="1334081215" sldId="2147483946"/>
          </pc:sldLayoutMkLst>
          <pc:spChg chg="mod">
            <ac:chgData name="Andre Janse van Rensburg" userId="c242d890-f940-49be-a646-5509d964c911" providerId="ADAL" clId="{3E934F02-E2F4-45E2-8EBA-CD91689DD4FE}" dt="2018-08-09T06:58:35.555" v="123" actId="255"/>
            <ac:spMkLst>
              <pc:docMk/>
              <pc:sldMasterMk cId="1797113840" sldId="2147483936"/>
              <pc:sldLayoutMk cId="1334081215" sldId="2147483946"/>
              <ac:spMk id="2" creationId="{00000000-0000-0000-0000-000000000000}"/>
            </ac:spMkLst>
          </pc:spChg>
          <pc:spChg chg="mod">
            <ac:chgData name="Andre Janse van Rensburg" userId="c242d890-f940-49be-a646-5509d964c911" providerId="ADAL" clId="{3E934F02-E2F4-45E2-8EBA-CD91689DD4FE}" dt="2018-08-09T06:58:41.956" v="127" actId="403"/>
            <ac:spMkLst>
              <pc:docMk/>
              <pc:sldMasterMk cId="1797113840" sldId="2147483936"/>
              <pc:sldLayoutMk cId="1334081215" sldId="2147483946"/>
              <ac:spMk id="3" creationId="{00000000-0000-0000-0000-000000000000}"/>
            </ac:spMkLst>
          </pc:spChg>
        </pc:sldLayoutChg>
        <pc:sldLayoutChg chg="setBg">
          <pc:chgData name="Andre Janse van Rensburg" userId="c242d890-f940-49be-a646-5509d964c911" providerId="ADAL" clId="{3E934F02-E2F4-45E2-8EBA-CD91689DD4FE}" dt="2018-08-09T06:49:20.135" v="8" actId="403"/>
          <pc:sldLayoutMkLst>
            <pc:docMk/>
            <pc:sldMasterMk cId="1797113840" sldId="2147483936"/>
            <pc:sldLayoutMk cId="2639444785" sldId="2147483947"/>
          </pc:sldLayoutMkLst>
        </pc:sldLayoutChg>
      </pc:sldMasterChg>
    </pc:docChg>
  </pc:docChgLst>
  <pc:docChgLst>
    <pc:chgData name="Andre Janse van Rensburg" userId="c242d890-f940-49be-a646-5509d964c911" providerId="ADAL" clId="{2CAB0D50-44BA-460A-B77A-9B808505E9A1}"/>
    <pc:docChg chg="custSel addSld modSld sldOrd">
      <pc:chgData name="Andre Janse van Rensburg" userId="c242d890-f940-49be-a646-5509d964c911" providerId="ADAL" clId="{2CAB0D50-44BA-460A-B77A-9B808505E9A1}" dt="2018-08-28T06:02:27.610" v="500" actId="12100"/>
      <pc:docMkLst>
        <pc:docMk/>
      </pc:docMkLst>
      <pc:sldChg chg="ord">
        <pc:chgData name="Andre Janse van Rensburg" userId="c242d890-f940-49be-a646-5509d964c911" providerId="ADAL" clId="{2CAB0D50-44BA-460A-B77A-9B808505E9A1}" dt="2018-08-27T02:04:31.707" v="0"/>
        <pc:sldMkLst>
          <pc:docMk/>
          <pc:sldMk cId="180852187" sldId="296"/>
        </pc:sldMkLst>
      </pc:sldChg>
      <pc:sldChg chg="modSp add">
        <pc:chgData name="Andre Janse van Rensburg" userId="c242d890-f940-49be-a646-5509d964c911" providerId="ADAL" clId="{2CAB0D50-44BA-460A-B77A-9B808505E9A1}" dt="2018-08-28T05:33:18.979" v="234" actId="20577"/>
        <pc:sldMkLst>
          <pc:docMk/>
          <pc:sldMk cId="1786196015" sldId="297"/>
        </pc:sldMkLst>
        <pc:spChg chg="mod">
          <ac:chgData name="Andre Janse van Rensburg" userId="c242d890-f940-49be-a646-5509d964c911" providerId="ADAL" clId="{2CAB0D50-44BA-460A-B77A-9B808505E9A1}" dt="2018-08-28T05:31:46.905" v="21" actId="20577"/>
          <ac:spMkLst>
            <pc:docMk/>
            <pc:sldMk cId="1786196015" sldId="297"/>
            <ac:spMk id="2" creationId="{65EEE188-909D-4054-B60C-89B663422673}"/>
          </ac:spMkLst>
        </pc:spChg>
        <pc:spChg chg="mod">
          <ac:chgData name="Andre Janse van Rensburg" userId="c242d890-f940-49be-a646-5509d964c911" providerId="ADAL" clId="{2CAB0D50-44BA-460A-B77A-9B808505E9A1}" dt="2018-08-28T05:33:18.979" v="234" actId="20577"/>
          <ac:spMkLst>
            <pc:docMk/>
            <pc:sldMk cId="1786196015" sldId="297"/>
            <ac:spMk id="3" creationId="{93207AD9-1A65-4861-AB26-023327DF9D4D}"/>
          </ac:spMkLst>
        </pc:spChg>
      </pc:sldChg>
      <pc:sldChg chg="addSp delSp modSp add">
        <pc:chgData name="Andre Janse van Rensburg" userId="c242d890-f940-49be-a646-5509d964c911" providerId="ADAL" clId="{2CAB0D50-44BA-460A-B77A-9B808505E9A1}" dt="2018-08-28T06:02:27.610" v="500" actId="12100"/>
        <pc:sldMkLst>
          <pc:docMk/>
          <pc:sldMk cId="1115001759" sldId="298"/>
        </pc:sldMkLst>
        <pc:spChg chg="mod">
          <ac:chgData name="Andre Janse van Rensburg" userId="c242d890-f940-49be-a646-5509d964c911" providerId="ADAL" clId="{2CAB0D50-44BA-460A-B77A-9B808505E9A1}" dt="2018-08-28T05:59:29.493" v="249" actId="20577"/>
          <ac:spMkLst>
            <pc:docMk/>
            <pc:sldMk cId="1115001759" sldId="298"/>
            <ac:spMk id="2" creationId="{7B7E9EFB-4A9C-46FA-8547-47A635D62BC1}"/>
          </ac:spMkLst>
        </pc:spChg>
        <pc:spChg chg="del">
          <ac:chgData name="Andre Janse van Rensburg" userId="c242d890-f940-49be-a646-5509d964c911" providerId="ADAL" clId="{2CAB0D50-44BA-460A-B77A-9B808505E9A1}" dt="2018-08-28T06:00:13.150" v="250" actId="1032"/>
          <ac:spMkLst>
            <pc:docMk/>
            <pc:sldMk cId="1115001759" sldId="298"/>
            <ac:spMk id="3" creationId="{A9CC50DB-14C3-45D2-B4EC-A1FACE539E14}"/>
          </ac:spMkLst>
        </pc:spChg>
        <pc:graphicFrameChg chg="add mod">
          <ac:chgData name="Andre Janse van Rensburg" userId="c242d890-f940-49be-a646-5509d964c911" providerId="ADAL" clId="{2CAB0D50-44BA-460A-B77A-9B808505E9A1}" dt="2018-08-28T06:02:27.610" v="500" actId="12100"/>
          <ac:graphicFrameMkLst>
            <pc:docMk/>
            <pc:sldMk cId="1115001759" sldId="298"/>
            <ac:graphicFrameMk id="6" creationId="{32F327E3-1B9C-4F2B-98C7-9D1E53D0F5F0}"/>
          </ac:graphicFrameMkLst>
        </pc:graphicFrameChg>
      </pc:sldChg>
    </pc:docChg>
  </pc:docChgLst>
  <pc:docChgLst>
    <pc:chgData name="Andre Janse van Rensburg" userId="c242d890-f940-49be-a646-5509d964c911" providerId="ADAL" clId="{9FBE322C-E7F4-42CC-927C-DE5D38D03491}"/>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76E29B-BBEB-4E00-A3B2-7F095B7505F8}"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AU"/>
        </a:p>
      </dgm:t>
    </dgm:pt>
    <dgm:pt modelId="{1FA3B70C-05C7-4DA5-B22B-A4DB181010B5}">
      <dgm:prSet phldrT="[Text]"/>
      <dgm:spPr/>
      <dgm:t>
        <a:bodyPr/>
        <a:lstStyle/>
        <a:p>
          <a:r>
            <a:rPr lang="en-US" dirty="0"/>
            <a:t>Mental health in the classroom</a:t>
          </a:r>
          <a:endParaRPr lang="en-AU" dirty="0"/>
        </a:p>
      </dgm:t>
    </dgm:pt>
    <dgm:pt modelId="{AD930131-491C-4A37-95C7-546B6E5E4D4B}" type="parTrans" cxnId="{48383F60-AEF7-47EF-97AF-8DDDA3BD277C}">
      <dgm:prSet/>
      <dgm:spPr/>
      <dgm:t>
        <a:bodyPr/>
        <a:lstStyle/>
        <a:p>
          <a:endParaRPr lang="en-AU"/>
        </a:p>
      </dgm:t>
    </dgm:pt>
    <dgm:pt modelId="{F5DB246D-4A49-4B29-8AC8-3B7A97DD97F0}" type="sibTrans" cxnId="{48383F60-AEF7-47EF-97AF-8DDDA3BD277C}">
      <dgm:prSet/>
      <dgm:spPr/>
      <dgm:t>
        <a:bodyPr/>
        <a:lstStyle/>
        <a:p>
          <a:endParaRPr lang="en-AU"/>
        </a:p>
      </dgm:t>
    </dgm:pt>
    <dgm:pt modelId="{E2E843C5-A39E-45E8-99C2-DBA3B9821461}">
      <dgm:prSet phldrT="[Text]"/>
      <dgm:spPr/>
      <dgm:t>
        <a:bodyPr/>
        <a:lstStyle/>
        <a:p>
          <a:r>
            <a:rPr lang="en-US" dirty="0"/>
            <a:t>Print</a:t>
          </a:r>
        </a:p>
        <a:p>
          <a:r>
            <a:rPr lang="en-US" dirty="0"/>
            <a:t>Billboard Poster:</a:t>
          </a:r>
        </a:p>
        <a:p>
          <a:r>
            <a:rPr lang="en-US" dirty="0"/>
            <a:t>How to avoid homicide</a:t>
          </a:r>
          <a:endParaRPr lang="en-AU" dirty="0"/>
        </a:p>
      </dgm:t>
    </dgm:pt>
    <dgm:pt modelId="{E3525A9E-11D8-4E76-BFA1-D561FEDD5FEC}" type="parTrans" cxnId="{96C1614C-1BA3-4829-9856-11B3C3F53385}">
      <dgm:prSet/>
      <dgm:spPr/>
      <dgm:t>
        <a:bodyPr/>
        <a:lstStyle/>
        <a:p>
          <a:endParaRPr lang="en-AU"/>
        </a:p>
      </dgm:t>
    </dgm:pt>
    <dgm:pt modelId="{94AE9DA2-03E5-4F9D-A179-1BDC4A277E15}" type="sibTrans" cxnId="{96C1614C-1BA3-4829-9856-11B3C3F53385}">
      <dgm:prSet/>
      <dgm:spPr/>
      <dgm:t>
        <a:bodyPr/>
        <a:lstStyle/>
        <a:p>
          <a:endParaRPr lang="en-AU"/>
        </a:p>
      </dgm:t>
    </dgm:pt>
    <dgm:pt modelId="{D39403EF-FC51-4C82-9723-CB894165B59E}">
      <dgm:prSet phldrT="[Text]"/>
      <dgm:spPr/>
      <dgm:t>
        <a:bodyPr/>
        <a:lstStyle/>
        <a:p>
          <a:r>
            <a:rPr lang="en-US" dirty="0"/>
            <a:t>Social Media</a:t>
          </a:r>
        </a:p>
        <a:p>
          <a:r>
            <a:rPr lang="en-US" dirty="0"/>
            <a:t>Twitter</a:t>
          </a:r>
        </a:p>
        <a:p>
          <a:r>
            <a:rPr lang="en-US" dirty="0"/>
            <a:t>Teachers are people too	</a:t>
          </a:r>
          <a:endParaRPr lang="en-AU" dirty="0"/>
        </a:p>
      </dgm:t>
    </dgm:pt>
    <dgm:pt modelId="{28300AAB-313B-45A9-88BE-412C2C453015}" type="parTrans" cxnId="{9582C48D-5932-420B-AB7A-CCF43FC5835C}">
      <dgm:prSet/>
      <dgm:spPr/>
      <dgm:t>
        <a:bodyPr/>
        <a:lstStyle/>
        <a:p>
          <a:endParaRPr lang="en-AU"/>
        </a:p>
      </dgm:t>
    </dgm:pt>
    <dgm:pt modelId="{4A6BABC0-0DE9-40EB-94FB-A4D1C9C565EF}" type="sibTrans" cxnId="{9582C48D-5932-420B-AB7A-CCF43FC5835C}">
      <dgm:prSet/>
      <dgm:spPr/>
      <dgm:t>
        <a:bodyPr/>
        <a:lstStyle/>
        <a:p>
          <a:endParaRPr lang="en-AU"/>
        </a:p>
      </dgm:t>
    </dgm:pt>
    <dgm:pt modelId="{4D4D685F-6441-4CD5-8FC4-BAE6C1FC6AE7}">
      <dgm:prSet phldrT="[Text]"/>
      <dgm:spPr/>
      <dgm:t>
        <a:bodyPr/>
        <a:lstStyle/>
        <a:p>
          <a:r>
            <a:rPr lang="en-US" dirty="0"/>
            <a:t>Television</a:t>
          </a:r>
        </a:p>
        <a:p>
          <a:r>
            <a:rPr lang="en-US" dirty="0"/>
            <a:t>Current Affairs</a:t>
          </a:r>
        </a:p>
        <a:p>
          <a:r>
            <a:rPr lang="en-US" dirty="0"/>
            <a:t>The stresses that teachers experience </a:t>
          </a:r>
          <a:endParaRPr lang="en-AU" dirty="0"/>
        </a:p>
      </dgm:t>
    </dgm:pt>
    <dgm:pt modelId="{FDCD4037-7D25-40C2-B600-A794B67CC60D}" type="parTrans" cxnId="{87A2FC39-43D6-466F-AB3F-56647267A2CE}">
      <dgm:prSet/>
      <dgm:spPr/>
      <dgm:t>
        <a:bodyPr/>
        <a:lstStyle/>
        <a:p>
          <a:endParaRPr lang="en-AU"/>
        </a:p>
      </dgm:t>
    </dgm:pt>
    <dgm:pt modelId="{6C951623-4422-4E8A-8410-6BE05C55FA1F}" type="sibTrans" cxnId="{87A2FC39-43D6-466F-AB3F-56647267A2CE}">
      <dgm:prSet/>
      <dgm:spPr/>
      <dgm:t>
        <a:bodyPr/>
        <a:lstStyle/>
        <a:p>
          <a:endParaRPr lang="en-AU"/>
        </a:p>
      </dgm:t>
    </dgm:pt>
    <dgm:pt modelId="{EAABDA3B-A3CE-4461-B164-915A5BACDC82}" type="pres">
      <dgm:prSet presAssocID="{0476E29B-BBEB-4E00-A3B2-7F095B7505F8}" presName="hierChild1" presStyleCnt="0">
        <dgm:presLayoutVars>
          <dgm:orgChart val="1"/>
          <dgm:chPref val="1"/>
          <dgm:dir/>
          <dgm:animOne val="branch"/>
          <dgm:animLvl val="lvl"/>
          <dgm:resizeHandles/>
        </dgm:presLayoutVars>
      </dgm:prSet>
      <dgm:spPr/>
    </dgm:pt>
    <dgm:pt modelId="{D2A5D3E5-514B-40DA-9872-09C4B2DBC8EA}" type="pres">
      <dgm:prSet presAssocID="{1FA3B70C-05C7-4DA5-B22B-A4DB181010B5}" presName="hierRoot1" presStyleCnt="0">
        <dgm:presLayoutVars>
          <dgm:hierBranch val="init"/>
        </dgm:presLayoutVars>
      </dgm:prSet>
      <dgm:spPr/>
    </dgm:pt>
    <dgm:pt modelId="{5EF05101-EFFF-49B5-A365-E80520FBB1BB}" type="pres">
      <dgm:prSet presAssocID="{1FA3B70C-05C7-4DA5-B22B-A4DB181010B5}" presName="rootComposite1" presStyleCnt="0"/>
      <dgm:spPr/>
    </dgm:pt>
    <dgm:pt modelId="{15E1F46D-5116-450E-83FF-D665C8AE9FA2}" type="pres">
      <dgm:prSet presAssocID="{1FA3B70C-05C7-4DA5-B22B-A4DB181010B5}" presName="rootText1" presStyleLbl="node0" presStyleIdx="0" presStyleCnt="1">
        <dgm:presLayoutVars>
          <dgm:chPref val="3"/>
        </dgm:presLayoutVars>
      </dgm:prSet>
      <dgm:spPr/>
    </dgm:pt>
    <dgm:pt modelId="{900E98F2-CD78-4E6B-B504-4FDA2DAD8055}" type="pres">
      <dgm:prSet presAssocID="{1FA3B70C-05C7-4DA5-B22B-A4DB181010B5}" presName="rootConnector1" presStyleLbl="node1" presStyleIdx="0" presStyleCnt="0"/>
      <dgm:spPr/>
    </dgm:pt>
    <dgm:pt modelId="{86CB2EE6-381D-40B5-A084-DF63901AB59A}" type="pres">
      <dgm:prSet presAssocID="{1FA3B70C-05C7-4DA5-B22B-A4DB181010B5}" presName="hierChild2" presStyleCnt="0"/>
      <dgm:spPr/>
    </dgm:pt>
    <dgm:pt modelId="{E7D965DF-96A1-440C-96FC-0879A16C0A99}" type="pres">
      <dgm:prSet presAssocID="{E3525A9E-11D8-4E76-BFA1-D561FEDD5FEC}" presName="Name37" presStyleLbl="parChTrans1D2" presStyleIdx="0" presStyleCnt="3"/>
      <dgm:spPr/>
    </dgm:pt>
    <dgm:pt modelId="{0E8D2D98-A0BB-409B-A3F0-6BE671E9083D}" type="pres">
      <dgm:prSet presAssocID="{E2E843C5-A39E-45E8-99C2-DBA3B9821461}" presName="hierRoot2" presStyleCnt="0">
        <dgm:presLayoutVars>
          <dgm:hierBranch val="init"/>
        </dgm:presLayoutVars>
      </dgm:prSet>
      <dgm:spPr/>
    </dgm:pt>
    <dgm:pt modelId="{AB0E7B7D-53D4-433F-B1FE-66AC51FAF1D2}" type="pres">
      <dgm:prSet presAssocID="{E2E843C5-A39E-45E8-99C2-DBA3B9821461}" presName="rootComposite" presStyleCnt="0"/>
      <dgm:spPr/>
    </dgm:pt>
    <dgm:pt modelId="{8BD4B888-AE10-480D-BE15-9E6B936BD4B4}" type="pres">
      <dgm:prSet presAssocID="{E2E843C5-A39E-45E8-99C2-DBA3B9821461}" presName="rootText" presStyleLbl="node2" presStyleIdx="0" presStyleCnt="3">
        <dgm:presLayoutVars>
          <dgm:chPref val="3"/>
        </dgm:presLayoutVars>
      </dgm:prSet>
      <dgm:spPr/>
    </dgm:pt>
    <dgm:pt modelId="{F1EB4A62-A54E-47C3-93B8-892DD134EFEA}" type="pres">
      <dgm:prSet presAssocID="{E2E843C5-A39E-45E8-99C2-DBA3B9821461}" presName="rootConnector" presStyleLbl="node2" presStyleIdx="0" presStyleCnt="3"/>
      <dgm:spPr/>
    </dgm:pt>
    <dgm:pt modelId="{FE202435-C029-4CE9-8271-BC0806887FE0}" type="pres">
      <dgm:prSet presAssocID="{E2E843C5-A39E-45E8-99C2-DBA3B9821461}" presName="hierChild4" presStyleCnt="0"/>
      <dgm:spPr/>
    </dgm:pt>
    <dgm:pt modelId="{C7334D74-EA97-4379-82E2-38F06F301C9D}" type="pres">
      <dgm:prSet presAssocID="{E2E843C5-A39E-45E8-99C2-DBA3B9821461}" presName="hierChild5" presStyleCnt="0"/>
      <dgm:spPr/>
    </dgm:pt>
    <dgm:pt modelId="{C4DD5E6D-5BCB-472C-9769-3C2B2BC47996}" type="pres">
      <dgm:prSet presAssocID="{28300AAB-313B-45A9-88BE-412C2C453015}" presName="Name37" presStyleLbl="parChTrans1D2" presStyleIdx="1" presStyleCnt="3"/>
      <dgm:spPr/>
    </dgm:pt>
    <dgm:pt modelId="{CADD239B-A8A5-42DB-82D9-756C2F8557DD}" type="pres">
      <dgm:prSet presAssocID="{D39403EF-FC51-4C82-9723-CB894165B59E}" presName="hierRoot2" presStyleCnt="0">
        <dgm:presLayoutVars>
          <dgm:hierBranch val="init"/>
        </dgm:presLayoutVars>
      </dgm:prSet>
      <dgm:spPr/>
    </dgm:pt>
    <dgm:pt modelId="{C3AB3342-C870-4A38-B1D3-F5708CDC3E53}" type="pres">
      <dgm:prSet presAssocID="{D39403EF-FC51-4C82-9723-CB894165B59E}" presName="rootComposite" presStyleCnt="0"/>
      <dgm:spPr/>
    </dgm:pt>
    <dgm:pt modelId="{10756541-19AF-407F-A6E4-507C0585DB80}" type="pres">
      <dgm:prSet presAssocID="{D39403EF-FC51-4C82-9723-CB894165B59E}" presName="rootText" presStyleLbl="node2" presStyleIdx="1" presStyleCnt="3">
        <dgm:presLayoutVars>
          <dgm:chPref val="3"/>
        </dgm:presLayoutVars>
      </dgm:prSet>
      <dgm:spPr/>
    </dgm:pt>
    <dgm:pt modelId="{8A937BAD-C9E4-4850-9E91-30321ADD4DE3}" type="pres">
      <dgm:prSet presAssocID="{D39403EF-FC51-4C82-9723-CB894165B59E}" presName="rootConnector" presStyleLbl="node2" presStyleIdx="1" presStyleCnt="3"/>
      <dgm:spPr/>
    </dgm:pt>
    <dgm:pt modelId="{21BACD82-DCEC-4D55-B25C-4FDB05B80422}" type="pres">
      <dgm:prSet presAssocID="{D39403EF-FC51-4C82-9723-CB894165B59E}" presName="hierChild4" presStyleCnt="0"/>
      <dgm:spPr/>
    </dgm:pt>
    <dgm:pt modelId="{616C0796-8A88-4B72-8940-A7582F941AE9}" type="pres">
      <dgm:prSet presAssocID="{D39403EF-FC51-4C82-9723-CB894165B59E}" presName="hierChild5" presStyleCnt="0"/>
      <dgm:spPr/>
    </dgm:pt>
    <dgm:pt modelId="{D6CFCA7F-64A8-4EB6-BE1B-64CC9E20B34A}" type="pres">
      <dgm:prSet presAssocID="{FDCD4037-7D25-40C2-B600-A794B67CC60D}" presName="Name37" presStyleLbl="parChTrans1D2" presStyleIdx="2" presStyleCnt="3"/>
      <dgm:spPr/>
    </dgm:pt>
    <dgm:pt modelId="{9F379722-EBE8-4368-A565-DF643D2177DF}" type="pres">
      <dgm:prSet presAssocID="{4D4D685F-6441-4CD5-8FC4-BAE6C1FC6AE7}" presName="hierRoot2" presStyleCnt="0">
        <dgm:presLayoutVars>
          <dgm:hierBranch val="init"/>
        </dgm:presLayoutVars>
      </dgm:prSet>
      <dgm:spPr/>
    </dgm:pt>
    <dgm:pt modelId="{52A43033-1039-459C-97FB-C239FF96585B}" type="pres">
      <dgm:prSet presAssocID="{4D4D685F-6441-4CD5-8FC4-BAE6C1FC6AE7}" presName="rootComposite" presStyleCnt="0"/>
      <dgm:spPr/>
    </dgm:pt>
    <dgm:pt modelId="{1841F932-477B-490E-9E32-B6EA99F13587}" type="pres">
      <dgm:prSet presAssocID="{4D4D685F-6441-4CD5-8FC4-BAE6C1FC6AE7}" presName="rootText" presStyleLbl="node2" presStyleIdx="2" presStyleCnt="3">
        <dgm:presLayoutVars>
          <dgm:chPref val="3"/>
        </dgm:presLayoutVars>
      </dgm:prSet>
      <dgm:spPr/>
    </dgm:pt>
    <dgm:pt modelId="{E61789CD-DA75-4213-BE95-A2FE98C4F487}" type="pres">
      <dgm:prSet presAssocID="{4D4D685F-6441-4CD5-8FC4-BAE6C1FC6AE7}" presName="rootConnector" presStyleLbl="node2" presStyleIdx="2" presStyleCnt="3"/>
      <dgm:spPr/>
    </dgm:pt>
    <dgm:pt modelId="{4063EEF1-3132-46D7-A46C-53AAF5245558}" type="pres">
      <dgm:prSet presAssocID="{4D4D685F-6441-4CD5-8FC4-BAE6C1FC6AE7}" presName="hierChild4" presStyleCnt="0"/>
      <dgm:spPr/>
    </dgm:pt>
    <dgm:pt modelId="{D29DCDB3-FC87-4231-BB10-15A488BA5655}" type="pres">
      <dgm:prSet presAssocID="{4D4D685F-6441-4CD5-8FC4-BAE6C1FC6AE7}" presName="hierChild5" presStyleCnt="0"/>
      <dgm:spPr/>
    </dgm:pt>
    <dgm:pt modelId="{678F4A78-36D2-4743-BC18-4F709F574F96}" type="pres">
      <dgm:prSet presAssocID="{1FA3B70C-05C7-4DA5-B22B-A4DB181010B5}" presName="hierChild3" presStyleCnt="0"/>
      <dgm:spPr/>
    </dgm:pt>
  </dgm:ptLst>
  <dgm:cxnLst>
    <dgm:cxn modelId="{B1A38E28-9932-4658-99D9-294591BE5B5A}" type="presOf" srcId="{1FA3B70C-05C7-4DA5-B22B-A4DB181010B5}" destId="{15E1F46D-5116-450E-83FF-D665C8AE9FA2}" srcOrd="0" destOrd="0" presId="urn:microsoft.com/office/officeart/2005/8/layout/orgChart1"/>
    <dgm:cxn modelId="{AFF2F230-08E6-4E70-AE29-B6E020BC1B20}" type="presOf" srcId="{4D4D685F-6441-4CD5-8FC4-BAE6C1FC6AE7}" destId="{1841F932-477B-490E-9E32-B6EA99F13587}" srcOrd="0" destOrd="0" presId="urn:microsoft.com/office/officeart/2005/8/layout/orgChart1"/>
    <dgm:cxn modelId="{87A2FC39-43D6-466F-AB3F-56647267A2CE}" srcId="{1FA3B70C-05C7-4DA5-B22B-A4DB181010B5}" destId="{4D4D685F-6441-4CD5-8FC4-BAE6C1FC6AE7}" srcOrd="2" destOrd="0" parTransId="{FDCD4037-7D25-40C2-B600-A794B67CC60D}" sibTransId="{6C951623-4422-4E8A-8410-6BE05C55FA1F}"/>
    <dgm:cxn modelId="{EDD3A33B-5A2E-4FA2-87F7-6B33F5F940E4}" type="presOf" srcId="{D39403EF-FC51-4C82-9723-CB894165B59E}" destId="{10756541-19AF-407F-A6E4-507C0585DB80}" srcOrd="0" destOrd="0" presId="urn:microsoft.com/office/officeart/2005/8/layout/orgChart1"/>
    <dgm:cxn modelId="{48383F60-AEF7-47EF-97AF-8DDDA3BD277C}" srcId="{0476E29B-BBEB-4E00-A3B2-7F095B7505F8}" destId="{1FA3B70C-05C7-4DA5-B22B-A4DB181010B5}" srcOrd="0" destOrd="0" parTransId="{AD930131-491C-4A37-95C7-546B6E5E4D4B}" sibTransId="{F5DB246D-4A49-4B29-8AC8-3B7A97DD97F0}"/>
    <dgm:cxn modelId="{160EC345-6958-487D-A940-57977411434E}" type="presOf" srcId="{D39403EF-FC51-4C82-9723-CB894165B59E}" destId="{8A937BAD-C9E4-4850-9E91-30321ADD4DE3}" srcOrd="1" destOrd="0" presId="urn:microsoft.com/office/officeart/2005/8/layout/orgChart1"/>
    <dgm:cxn modelId="{96C1614C-1BA3-4829-9856-11B3C3F53385}" srcId="{1FA3B70C-05C7-4DA5-B22B-A4DB181010B5}" destId="{E2E843C5-A39E-45E8-99C2-DBA3B9821461}" srcOrd="0" destOrd="0" parTransId="{E3525A9E-11D8-4E76-BFA1-D561FEDD5FEC}" sibTransId="{94AE9DA2-03E5-4F9D-A179-1BDC4A277E15}"/>
    <dgm:cxn modelId="{C5171D74-87C5-4176-925E-BBAAA3F97200}" type="presOf" srcId="{4D4D685F-6441-4CD5-8FC4-BAE6C1FC6AE7}" destId="{E61789CD-DA75-4213-BE95-A2FE98C4F487}" srcOrd="1" destOrd="0" presId="urn:microsoft.com/office/officeart/2005/8/layout/orgChart1"/>
    <dgm:cxn modelId="{99FA5A57-8E93-4A25-A535-780E4EA325E5}" type="presOf" srcId="{E2E843C5-A39E-45E8-99C2-DBA3B9821461}" destId="{8BD4B888-AE10-480D-BE15-9E6B936BD4B4}" srcOrd="0" destOrd="0" presId="urn:microsoft.com/office/officeart/2005/8/layout/orgChart1"/>
    <dgm:cxn modelId="{5B843789-249D-49AF-818C-C0181D72ECA2}" type="presOf" srcId="{28300AAB-313B-45A9-88BE-412C2C453015}" destId="{C4DD5E6D-5BCB-472C-9769-3C2B2BC47996}" srcOrd="0" destOrd="0" presId="urn:microsoft.com/office/officeart/2005/8/layout/orgChart1"/>
    <dgm:cxn modelId="{9582C48D-5932-420B-AB7A-CCF43FC5835C}" srcId="{1FA3B70C-05C7-4DA5-B22B-A4DB181010B5}" destId="{D39403EF-FC51-4C82-9723-CB894165B59E}" srcOrd="1" destOrd="0" parTransId="{28300AAB-313B-45A9-88BE-412C2C453015}" sibTransId="{4A6BABC0-0DE9-40EB-94FB-A4D1C9C565EF}"/>
    <dgm:cxn modelId="{D6DDA2A4-F857-426A-A808-3910FCB9D305}" type="presOf" srcId="{FDCD4037-7D25-40C2-B600-A794B67CC60D}" destId="{D6CFCA7F-64A8-4EB6-BE1B-64CC9E20B34A}" srcOrd="0" destOrd="0" presId="urn:microsoft.com/office/officeart/2005/8/layout/orgChart1"/>
    <dgm:cxn modelId="{B88EB0BB-8243-4A65-B061-6ADD415786DA}" type="presOf" srcId="{0476E29B-BBEB-4E00-A3B2-7F095B7505F8}" destId="{EAABDA3B-A3CE-4461-B164-915A5BACDC82}" srcOrd="0" destOrd="0" presId="urn:microsoft.com/office/officeart/2005/8/layout/orgChart1"/>
    <dgm:cxn modelId="{060C69C5-AD32-4BEC-BBB0-E900A70E633C}" type="presOf" srcId="{E2E843C5-A39E-45E8-99C2-DBA3B9821461}" destId="{F1EB4A62-A54E-47C3-93B8-892DD134EFEA}" srcOrd="1" destOrd="0" presId="urn:microsoft.com/office/officeart/2005/8/layout/orgChart1"/>
    <dgm:cxn modelId="{A1ECD6CC-D786-47EE-9615-F1530874D823}" type="presOf" srcId="{1FA3B70C-05C7-4DA5-B22B-A4DB181010B5}" destId="{900E98F2-CD78-4E6B-B504-4FDA2DAD8055}" srcOrd="1" destOrd="0" presId="urn:microsoft.com/office/officeart/2005/8/layout/orgChart1"/>
    <dgm:cxn modelId="{1C73C9F0-1643-43BA-AEE6-B9552B3F577B}" type="presOf" srcId="{E3525A9E-11D8-4E76-BFA1-D561FEDD5FEC}" destId="{E7D965DF-96A1-440C-96FC-0879A16C0A99}" srcOrd="0" destOrd="0" presId="urn:microsoft.com/office/officeart/2005/8/layout/orgChart1"/>
    <dgm:cxn modelId="{6919A213-A214-46FC-AD1C-84DEC2318C8E}" type="presParOf" srcId="{EAABDA3B-A3CE-4461-B164-915A5BACDC82}" destId="{D2A5D3E5-514B-40DA-9872-09C4B2DBC8EA}" srcOrd="0" destOrd="0" presId="urn:microsoft.com/office/officeart/2005/8/layout/orgChart1"/>
    <dgm:cxn modelId="{E9178B5B-25D9-4367-9883-5BA1C8E99902}" type="presParOf" srcId="{D2A5D3E5-514B-40DA-9872-09C4B2DBC8EA}" destId="{5EF05101-EFFF-49B5-A365-E80520FBB1BB}" srcOrd="0" destOrd="0" presId="urn:microsoft.com/office/officeart/2005/8/layout/orgChart1"/>
    <dgm:cxn modelId="{5BEE9CE9-BBF3-42AA-B5AD-D1444C0B8866}" type="presParOf" srcId="{5EF05101-EFFF-49B5-A365-E80520FBB1BB}" destId="{15E1F46D-5116-450E-83FF-D665C8AE9FA2}" srcOrd="0" destOrd="0" presId="urn:microsoft.com/office/officeart/2005/8/layout/orgChart1"/>
    <dgm:cxn modelId="{34D920F3-02FD-4FC7-B69C-26D5E698F6D4}" type="presParOf" srcId="{5EF05101-EFFF-49B5-A365-E80520FBB1BB}" destId="{900E98F2-CD78-4E6B-B504-4FDA2DAD8055}" srcOrd="1" destOrd="0" presId="urn:microsoft.com/office/officeart/2005/8/layout/orgChart1"/>
    <dgm:cxn modelId="{4BD4390E-5971-4E74-AFDC-A417D9F1EB76}" type="presParOf" srcId="{D2A5D3E5-514B-40DA-9872-09C4B2DBC8EA}" destId="{86CB2EE6-381D-40B5-A084-DF63901AB59A}" srcOrd="1" destOrd="0" presId="urn:microsoft.com/office/officeart/2005/8/layout/orgChart1"/>
    <dgm:cxn modelId="{94A05FA6-112E-4F44-9722-0E18C7293E24}" type="presParOf" srcId="{86CB2EE6-381D-40B5-A084-DF63901AB59A}" destId="{E7D965DF-96A1-440C-96FC-0879A16C0A99}" srcOrd="0" destOrd="0" presId="urn:microsoft.com/office/officeart/2005/8/layout/orgChart1"/>
    <dgm:cxn modelId="{0317C6E4-4F42-4273-B899-36FEE103A94F}" type="presParOf" srcId="{86CB2EE6-381D-40B5-A084-DF63901AB59A}" destId="{0E8D2D98-A0BB-409B-A3F0-6BE671E9083D}" srcOrd="1" destOrd="0" presId="urn:microsoft.com/office/officeart/2005/8/layout/orgChart1"/>
    <dgm:cxn modelId="{0C604315-FC0F-4717-BD7C-D77DC9CCC5C6}" type="presParOf" srcId="{0E8D2D98-A0BB-409B-A3F0-6BE671E9083D}" destId="{AB0E7B7D-53D4-433F-B1FE-66AC51FAF1D2}" srcOrd="0" destOrd="0" presId="urn:microsoft.com/office/officeart/2005/8/layout/orgChart1"/>
    <dgm:cxn modelId="{BB28E0CD-4F83-449F-A140-BC1CDFFD9B3A}" type="presParOf" srcId="{AB0E7B7D-53D4-433F-B1FE-66AC51FAF1D2}" destId="{8BD4B888-AE10-480D-BE15-9E6B936BD4B4}" srcOrd="0" destOrd="0" presId="urn:microsoft.com/office/officeart/2005/8/layout/orgChart1"/>
    <dgm:cxn modelId="{9236E1CC-10B5-414F-B48F-E99D286821E4}" type="presParOf" srcId="{AB0E7B7D-53D4-433F-B1FE-66AC51FAF1D2}" destId="{F1EB4A62-A54E-47C3-93B8-892DD134EFEA}" srcOrd="1" destOrd="0" presId="urn:microsoft.com/office/officeart/2005/8/layout/orgChart1"/>
    <dgm:cxn modelId="{241E3447-47F2-4341-BE52-61D06F5573F9}" type="presParOf" srcId="{0E8D2D98-A0BB-409B-A3F0-6BE671E9083D}" destId="{FE202435-C029-4CE9-8271-BC0806887FE0}" srcOrd="1" destOrd="0" presId="urn:microsoft.com/office/officeart/2005/8/layout/orgChart1"/>
    <dgm:cxn modelId="{BBDEFE02-A4C8-445A-BF38-8B9086FE92A3}" type="presParOf" srcId="{0E8D2D98-A0BB-409B-A3F0-6BE671E9083D}" destId="{C7334D74-EA97-4379-82E2-38F06F301C9D}" srcOrd="2" destOrd="0" presId="urn:microsoft.com/office/officeart/2005/8/layout/orgChart1"/>
    <dgm:cxn modelId="{11A8E194-F83C-47F4-8CBD-5D95ECD48908}" type="presParOf" srcId="{86CB2EE6-381D-40B5-A084-DF63901AB59A}" destId="{C4DD5E6D-5BCB-472C-9769-3C2B2BC47996}" srcOrd="2" destOrd="0" presId="urn:microsoft.com/office/officeart/2005/8/layout/orgChart1"/>
    <dgm:cxn modelId="{EB6C068B-E95C-4698-8DBB-4872CBF6CE05}" type="presParOf" srcId="{86CB2EE6-381D-40B5-A084-DF63901AB59A}" destId="{CADD239B-A8A5-42DB-82D9-756C2F8557DD}" srcOrd="3" destOrd="0" presId="urn:microsoft.com/office/officeart/2005/8/layout/orgChart1"/>
    <dgm:cxn modelId="{868CE51C-DE21-4443-AD7E-1038B83AE8E7}" type="presParOf" srcId="{CADD239B-A8A5-42DB-82D9-756C2F8557DD}" destId="{C3AB3342-C870-4A38-B1D3-F5708CDC3E53}" srcOrd="0" destOrd="0" presId="urn:microsoft.com/office/officeart/2005/8/layout/orgChart1"/>
    <dgm:cxn modelId="{1817EAC5-A716-41C7-BB90-D2112DD8EE40}" type="presParOf" srcId="{C3AB3342-C870-4A38-B1D3-F5708CDC3E53}" destId="{10756541-19AF-407F-A6E4-507C0585DB80}" srcOrd="0" destOrd="0" presId="urn:microsoft.com/office/officeart/2005/8/layout/orgChart1"/>
    <dgm:cxn modelId="{944C6E8B-3AF8-407B-809E-4620E8BF8D8B}" type="presParOf" srcId="{C3AB3342-C870-4A38-B1D3-F5708CDC3E53}" destId="{8A937BAD-C9E4-4850-9E91-30321ADD4DE3}" srcOrd="1" destOrd="0" presId="urn:microsoft.com/office/officeart/2005/8/layout/orgChart1"/>
    <dgm:cxn modelId="{43A38DFF-C20B-4FB4-BED0-4E7E32E05A45}" type="presParOf" srcId="{CADD239B-A8A5-42DB-82D9-756C2F8557DD}" destId="{21BACD82-DCEC-4D55-B25C-4FDB05B80422}" srcOrd="1" destOrd="0" presId="urn:microsoft.com/office/officeart/2005/8/layout/orgChart1"/>
    <dgm:cxn modelId="{D321BB9B-5942-4DA7-A8E1-D2BB247D8424}" type="presParOf" srcId="{CADD239B-A8A5-42DB-82D9-756C2F8557DD}" destId="{616C0796-8A88-4B72-8940-A7582F941AE9}" srcOrd="2" destOrd="0" presId="urn:microsoft.com/office/officeart/2005/8/layout/orgChart1"/>
    <dgm:cxn modelId="{E17AE8C5-BD33-40DA-B24A-1F79E22A4ECD}" type="presParOf" srcId="{86CB2EE6-381D-40B5-A084-DF63901AB59A}" destId="{D6CFCA7F-64A8-4EB6-BE1B-64CC9E20B34A}" srcOrd="4" destOrd="0" presId="urn:microsoft.com/office/officeart/2005/8/layout/orgChart1"/>
    <dgm:cxn modelId="{CEDB3620-1D84-4BC9-A4A0-A832679AF4B5}" type="presParOf" srcId="{86CB2EE6-381D-40B5-A084-DF63901AB59A}" destId="{9F379722-EBE8-4368-A565-DF643D2177DF}" srcOrd="5" destOrd="0" presId="urn:microsoft.com/office/officeart/2005/8/layout/orgChart1"/>
    <dgm:cxn modelId="{21EE41EB-8D54-46BD-A6B7-E1808E9D87E3}" type="presParOf" srcId="{9F379722-EBE8-4368-A565-DF643D2177DF}" destId="{52A43033-1039-459C-97FB-C239FF96585B}" srcOrd="0" destOrd="0" presId="urn:microsoft.com/office/officeart/2005/8/layout/orgChart1"/>
    <dgm:cxn modelId="{0CC46F1F-7DC4-4EDB-B9BE-F82315A2A50C}" type="presParOf" srcId="{52A43033-1039-459C-97FB-C239FF96585B}" destId="{1841F932-477B-490E-9E32-B6EA99F13587}" srcOrd="0" destOrd="0" presId="urn:microsoft.com/office/officeart/2005/8/layout/orgChart1"/>
    <dgm:cxn modelId="{35C82BFE-F486-4004-9C88-1A99829B123C}" type="presParOf" srcId="{52A43033-1039-459C-97FB-C239FF96585B}" destId="{E61789CD-DA75-4213-BE95-A2FE98C4F487}" srcOrd="1" destOrd="0" presId="urn:microsoft.com/office/officeart/2005/8/layout/orgChart1"/>
    <dgm:cxn modelId="{A1840677-12C5-4586-8EF3-12D9BD2D5E04}" type="presParOf" srcId="{9F379722-EBE8-4368-A565-DF643D2177DF}" destId="{4063EEF1-3132-46D7-A46C-53AAF5245558}" srcOrd="1" destOrd="0" presId="urn:microsoft.com/office/officeart/2005/8/layout/orgChart1"/>
    <dgm:cxn modelId="{16336D7D-A815-4ACF-835D-706BD4366B2A}" type="presParOf" srcId="{9F379722-EBE8-4368-A565-DF643D2177DF}" destId="{D29DCDB3-FC87-4231-BB10-15A488BA5655}" srcOrd="2" destOrd="0" presId="urn:microsoft.com/office/officeart/2005/8/layout/orgChart1"/>
    <dgm:cxn modelId="{7312D132-DECD-456B-AA33-F703F9392E53}" type="presParOf" srcId="{D2A5D3E5-514B-40DA-9872-09C4B2DBC8EA}" destId="{678F4A78-36D2-4743-BC18-4F709F574F9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FCA7F-64A8-4EB6-BE1B-64CC9E20B34A}">
      <dsp:nvSpPr>
        <dsp:cNvPr id="0" name=""/>
        <dsp:cNvSpPr/>
      </dsp:nvSpPr>
      <dsp:spPr>
        <a:xfrm>
          <a:off x="5448300" y="2353137"/>
          <a:ext cx="3854712" cy="668999"/>
        </a:xfrm>
        <a:custGeom>
          <a:avLst/>
          <a:gdLst/>
          <a:ahLst/>
          <a:cxnLst/>
          <a:rect l="0" t="0" r="0" b="0"/>
          <a:pathLst>
            <a:path>
              <a:moveTo>
                <a:pt x="0" y="0"/>
              </a:moveTo>
              <a:lnTo>
                <a:pt x="0" y="334499"/>
              </a:lnTo>
              <a:lnTo>
                <a:pt x="3854712" y="334499"/>
              </a:lnTo>
              <a:lnTo>
                <a:pt x="3854712" y="66899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DD5E6D-5BCB-472C-9769-3C2B2BC47996}">
      <dsp:nvSpPr>
        <dsp:cNvPr id="0" name=""/>
        <dsp:cNvSpPr/>
      </dsp:nvSpPr>
      <dsp:spPr>
        <a:xfrm>
          <a:off x="5402580" y="2353137"/>
          <a:ext cx="91440" cy="668999"/>
        </a:xfrm>
        <a:custGeom>
          <a:avLst/>
          <a:gdLst/>
          <a:ahLst/>
          <a:cxnLst/>
          <a:rect l="0" t="0" r="0" b="0"/>
          <a:pathLst>
            <a:path>
              <a:moveTo>
                <a:pt x="45720" y="0"/>
              </a:moveTo>
              <a:lnTo>
                <a:pt x="45720" y="66899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D965DF-96A1-440C-96FC-0879A16C0A99}">
      <dsp:nvSpPr>
        <dsp:cNvPr id="0" name=""/>
        <dsp:cNvSpPr/>
      </dsp:nvSpPr>
      <dsp:spPr>
        <a:xfrm>
          <a:off x="1593587" y="2353137"/>
          <a:ext cx="3854712" cy="668999"/>
        </a:xfrm>
        <a:custGeom>
          <a:avLst/>
          <a:gdLst/>
          <a:ahLst/>
          <a:cxnLst/>
          <a:rect l="0" t="0" r="0" b="0"/>
          <a:pathLst>
            <a:path>
              <a:moveTo>
                <a:pt x="3854712" y="0"/>
              </a:moveTo>
              <a:lnTo>
                <a:pt x="3854712" y="334499"/>
              </a:lnTo>
              <a:lnTo>
                <a:pt x="0" y="334499"/>
              </a:lnTo>
              <a:lnTo>
                <a:pt x="0" y="66899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E1F46D-5116-450E-83FF-D665C8AE9FA2}">
      <dsp:nvSpPr>
        <dsp:cNvPr id="0" name=""/>
        <dsp:cNvSpPr/>
      </dsp:nvSpPr>
      <dsp:spPr>
        <a:xfrm>
          <a:off x="3855443" y="760281"/>
          <a:ext cx="3185712" cy="159285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Mental health in the classroom</a:t>
          </a:r>
          <a:endParaRPr lang="en-AU" sz="2300" kern="1200" dirty="0"/>
        </a:p>
      </dsp:txBody>
      <dsp:txXfrm>
        <a:off x="3855443" y="760281"/>
        <a:ext cx="3185712" cy="1592856"/>
      </dsp:txXfrm>
    </dsp:sp>
    <dsp:sp modelId="{8BD4B888-AE10-480D-BE15-9E6B936BD4B4}">
      <dsp:nvSpPr>
        <dsp:cNvPr id="0" name=""/>
        <dsp:cNvSpPr/>
      </dsp:nvSpPr>
      <dsp:spPr>
        <a:xfrm>
          <a:off x="731" y="3022137"/>
          <a:ext cx="3185712" cy="159285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Print</a:t>
          </a:r>
        </a:p>
        <a:p>
          <a:pPr marL="0" lvl="0" indent="0" algn="ctr" defTabSz="1022350">
            <a:lnSpc>
              <a:spcPct val="90000"/>
            </a:lnSpc>
            <a:spcBef>
              <a:spcPct val="0"/>
            </a:spcBef>
            <a:spcAft>
              <a:spcPct val="35000"/>
            </a:spcAft>
            <a:buNone/>
          </a:pPr>
          <a:r>
            <a:rPr lang="en-US" sz="2300" kern="1200" dirty="0"/>
            <a:t>Billboard Poster:</a:t>
          </a:r>
        </a:p>
        <a:p>
          <a:pPr marL="0" lvl="0" indent="0" algn="ctr" defTabSz="1022350">
            <a:lnSpc>
              <a:spcPct val="90000"/>
            </a:lnSpc>
            <a:spcBef>
              <a:spcPct val="0"/>
            </a:spcBef>
            <a:spcAft>
              <a:spcPct val="35000"/>
            </a:spcAft>
            <a:buNone/>
          </a:pPr>
          <a:r>
            <a:rPr lang="en-US" sz="2300" kern="1200" dirty="0"/>
            <a:t>How to avoid homicide</a:t>
          </a:r>
          <a:endParaRPr lang="en-AU" sz="2300" kern="1200" dirty="0"/>
        </a:p>
      </dsp:txBody>
      <dsp:txXfrm>
        <a:off x="731" y="3022137"/>
        <a:ext cx="3185712" cy="1592856"/>
      </dsp:txXfrm>
    </dsp:sp>
    <dsp:sp modelId="{10756541-19AF-407F-A6E4-507C0585DB80}">
      <dsp:nvSpPr>
        <dsp:cNvPr id="0" name=""/>
        <dsp:cNvSpPr/>
      </dsp:nvSpPr>
      <dsp:spPr>
        <a:xfrm>
          <a:off x="3855443" y="3022137"/>
          <a:ext cx="3185712" cy="159285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Social Media</a:t>
          </a:r>
        </a:p>
        <a:p>
          <a:pPr marL="0" lvl="0" indent="0" algn="ctr" defTabSz="1022350">
            <a:lnSpc>
              <a:spcPct val="90000"/>
            </a:lnSpc>
            <a:spcBef>
              <a:spcPct val="0"/>
            </a:spcBef>
            <a:spcAft>
              <a:spcPct val="35000"/>
            </a:spcAft>
            <a:buNone/>
          </a:pPr>
          <a:r>
            <a:rPr lang="en-US" sz="2300" kern="1200" dirty="0"/>
            <a:t>Twitter</a:t>
          </a:r>
        </a:p>
        <a:p>
          <a:pPr marL="0" lvl="0" indent="0" algn="ctr" defTabSz="1022350">
            <a:lnSpc>
              <a:spcPct val="90000"/>
            </a:lnSpc>
            <a:spcBef>
              <a:spcPct val="0"/>
            </a:spcBef>
            <a:spcAft>
              <a:spcPct val="35000"/>
            </a:spcAft>
            <a:buNone/>
          </a:pPr>
          <a:r>
            <a:rPr lang="en-US" sz="2300" kern="1200" dirty="0"/>
            <a:t>Teachers are people too	</a:t>
          </a:r>
          <a:endParaRPr lang="en-AU" sz="2300" kern="1200" dirty="0"/>
        </a:p>
      </dsp:txBody>
      <dsp:txXfrm>
        <a:off x="3855443" y="3022137"/>
        <a:ext cx="3185712" cy="1592856"/>
      </dsp:txXfrm>
    </dsp:sp>
    <dsp:sp modelId="{1841F932-477B-490E-9E32-B6EA99F13587}">
      <dsp:nvSpPr>
        <dsp:cNvPr id="0" name=""/>
        <dsp:cNvSpPr/>
      </dsp:nvSpPr>
      <dsp:spPr>
        <a:xfrm>
          <a:off x="7710155" y="3022137"/>
          <a:ext cx="3185712" cy="159285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Television</a:t>
          </a:r>
        </a:p>
        <a:p>
          <a:pPr marL="0" lvl="0" indent="0" algn="ctr" defTabSz="1022350">
            <a:lnSpc>
              <a:spcPct val="90000"/>
            </a:lnSpc>
            <a:spcBef>
              <a:spcPct val="0"/>
            </a:spcBef>
            <a:spcAft>
              <a:spcPct val="35000"/>
            </a:spcAft>
            <a:buNone/>
          </a:pPr>
          <a:r>
            <a:rPr lang="en-US" sz="2300" kern="1200" dirty="0"/>
            <a:t>Current Affairs</a:t>
          </a:r>
        </a:p>
        <a:p>
          <a:pPr marL="0" lvl="0" indent="0" algn="ctr" defTabSz="1022350">
            <a:lnSpc>
              <a:spcPct val="90000"/>
            </a:lnSpc>
            <a:spcBef>
              <a:spcPct val="0"/>
            </a:spcBef>
            <a:spcAft>
              <a:spcPct val="35000"/>
            </a:spcAft>
            <a:buNone/>
          </a:pPr>
          <a:r>
            <a:rPr lang="en-US" sz="2300" kern="1200" dirty="0"/>
            <a:t>The stresses that teachers experience </a:t>
          </a:r>
          <a:endParaRPr lang="en-AU" sz="2300" kern="1200" dirty="0"/>
        </a:p>
      </dsp:txBody>
      <dsp:txXfrm>
        <a:off x="7710155" y="3022137"/>
        <a:ext cx="3185712" cy="159285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1DEABC-D766-4322-8E78-B830FAE35C72}" type="datetime4">
              <a:rPr lang="en-US" smtClean="0"/>
              <a:pPr/>
              <a:t>August 28, 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3656059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5"/>
            <a:ext cx="10896600" cy="1325563"/>
          </a:xfrm>
        </p:spPr>
        <p:txBody>
          <a:bodyPr anchor="t">
            <a:normAutofit/>
          </a:bodyPr>
          <a:lstStyle>
            <a:lvl1pPr algn="r">
              <a:defRPr sz="4800" b="1"/>
            </a:lvl1pPr>
          </a:lstStyle>
          <a:p>
            <a:r>
              <a:rPr lang="en-US" dirty="0"/>
              <a:t>Click to edit Master title style</a:t>
            </a:r>
          </a:p>
        </p:txBody>
      </p:sp>
      <p:sp>
        <p:nvSpPr>
          <p:cNvPr id="3" name="Content Placeholder 2"/>
          <p:cNvSpPr>
            <a:spLocks noGrp="1"/>
          </p:cNvSpPr>
          <p:nvPr>
            <p:ph idx="1"/>
          </p:nvPr>
        </p:nvSpPr>
        <p:spPr>
          <a:xfrm>
            <a:off x="457200" y="1345474"/>
            <a:ext cx="10896600" cy="5376001"/>
          </a:xfrm>
        </p:spPr>
        <p:txBody>
          <a:bodyPr>
            <a:normAutofit/>
          </a:bodyPr>
          <a:lstStyle>
            <a:lvl1pPr>
              <a:lnSpc>
                <a:spcPct val="120000"/>
              </a:lnSpc>
              <a:defRPr sz="4000"/>
            </a:lvl1pPr>
            <a:lvl2pPr>
              <a:lnSpc>
                <a:spcPct val="120000"/>
              </a:lnSpc>
              <a:defRPr sz="3600"/>
            </a:lvl2pPr>
            <a:lvl3pPr>
              <a:lnSpc>
                <a:spcPct val="120000"/>
              </a:lnSpc>
              <a:defRPr sz="3200"/>
            </a:lvl3pPr>
            <a:lvl4pPr>
              <a:lnSpc>
                <a:spcPct val="120000"/>
              </a:lnSpc>
              <a:defRPr sz="2800"/>
            </a:lvl4pPr>
            <a:lvl5pPr>
              <a:lnSpc>
                <a:spcPct val="120000"/>
              </a:lnSpc>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333F43-3E86-47E4-BFBB-2476D384E1C6}" type="datetime4">
              <a:rPr lang="en-US" smtClean="0"/>
              <a:pPr/>
              <a:t>August 28,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3349106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51663BA-01FC-4367-B6F3-ABB2645D55F1}" type="datetime4">
              <a:rPr lang="en-US" smtClean="0"/>
              <a:pPr/>
              <a:t>August 28, 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2569979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B19C71-EC74-44AF-B27E-FC7DC3C3A61D}" type="datetime4">
              <a:rPr lang="en-US" smtClean="0"/>
              <a:pPr/>
              <a:t>August 28, 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9569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5CDA29-3CBE-48EA-92AE-A996835462BA}" type="datetime4">
              <a:rPr lang="en-US" smtClean="0"/>
              <a:pPr/>
              <a:t>August 28, 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2339414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9EC054-3869-4501-B163-1BBFDE8DCE04}" type="datetime4">
              <a:rPr lang="en-US" smtClean="0"/>
              <a:pPr/>
              <a:t>August 28, 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2829140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63D831-56C1-49CF-8EF7-8B9A98402BCD}" type="datetime4">
              <a:rPr lang="en-US" smtClean="0"/>
              <a:pPr/>
              <a:t>August 28, 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99154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754" y="457200"/>
            <a:ext cx="5617029" cy="1600200"/>
          </a:xfrm>
        </p:spPr>
        <p:txBody>
          <a:bodyPr anchor="b">
            <a:noAutofit/>
          </a:bodyPr>
          <a:lstStyle>
            <a:lvl1pPr>
              <a:defRPr sz="4800" b="1"/>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6EAD5615-7F4F-4584-84D5-CC95918C321F}" type="datetime4">
              <a:rPr lang="en-US" smtClean="0"/>
              <a:pPr/>
              <a:t>August 28, 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3276653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noAutofit/>
          </a:bodyPr>
          <a:lstStyle>
            <a:lvl1pPr>
              <a:defRPr sz="4800" b="1"/>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76EEA923-9BEE-48CE-9F28-5B525F399BAD}" type="datetime4">
              <a:rPr lang="en-US" smtClean="0"/>
              <a:pPr/>
              <a:t>August 28, 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1308075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800" b="1"/>
            </a:lvl1pPr>
          </a:lstStyle>
          <a:p>
            <a:r>
              <a:rPr lang="en-US" dirty="0"/>
              <a:t>Click to edit Master title style</a:t>
            </a:r>
          </a:p>
        </p:txBody>
      </p:sp>
      <p:sp>
        <p:nvSpPr>
          <p:cNvPr id="3" name="Vertical Text Placeholder 2"/>
          <p:cNvSpPr>
            <a:spLocks noGrp="1"/>
          </p:cNvSpPr>
          <p:nvPr>
            <p:ph type="body" orient="vert" idx="1"/>
          </p:nvPr>
        </p:nvSpPr>
        <p:spPr/>
        <p:txBody>
          <a:bodyPr vert="eaVert">
            <a:normAutofit/>
          </a:bodyPr>
          <a:lstStyle>
            <a:lvl1pPr>
              <a:defRPr sz="4400"/>
            </a:lvl1pPr>
            <a:lvl2pPr>
              <a:defRPr sz="4000"/>
            </a:lvl2pPr>
            <a:lvl3pPr>
              <a:defRPr sz="3600"/>
            </a:lvl3pPr>
            <a:lvl4pPr>
              <a:defRPr sz="3200"/>
            </a:lvl4pPr>
            <a:lvl5pPr>
              <a:defRPr sz="3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3131F9E-604E-4343-9F29-EF72E8231CAD}" type="datetime4">
              <a:rPr lang="en-US" smtClean="0"/>
              <a:pPr/>
              <a:t>August 28,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1334081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A8E1CE-37F8-4102-8DF9-852A0A51F293}" type="datetime4">
              <a:rPr lang="en-US" smtClean="0"/>
              <a:pPr/>
              <a:t>August 28, 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Tree>
    <p:extLst>
      <p:ext uri="{BB962C8B-B14F-4D97-AF65-F5344CB8AC3E}">
        <p14:creationId xmlns:p14="http://schemas.microsoft.com/office/powerpoint/2010/main" val="2639444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0EFEE-2756-4A20-BF2A-63F0A94F99AC}" type="datetime4">
              <a:rPr lang="en-US" smtClean="0"/>
              <a:pPr/>
              <a:t>August 28, 2018</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1797113840"/>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6-07-08 at 5.35.22 pm.png"/>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06600" y="1349830"/>
            <a:ext cx="5614804" cy="4154955"/>
          </a:xfrm>
          <a:prstGeom prst="rect">
            <a:avLst/>
          </a:prstGeom>
        </p:spPr>
      </p:pic>
      <p:sp>
        <p:nvSpPr>
          <p:cNvPr id="2" name="Title 1"/>
          <p:cNvSpPr>
            <a:spLocks noGrp="1"/>
          </p:cNvSpPr>
          <p:nvPr>
            <p:ph type="ctrTitle"/>
          </p:nvPr>
        </p:nvSpPr>
        <p:spPr>
          <a:xfrm>
            <a:off x="7488703" y="492370"/>
            <a:ext cx="2954215" cy="5978769"/>
          </a:xfrm>
          <a:prstGeom prst="ellipse">
            <a:avLst/>
          </a:prstGeom>
        </p:spPr>
        <p:txBody>
          <a:bodyPr vert="vert270" lIns="91440" tIns="45720" rIns="91440" bIns="45720" rtlCol="0" anchor="ctr">
            <a:normAutofit/>
          </a:bodyPr>
          <a:lstStyle/>
          <a:p>
            <a:pPr defTabSz="914400"/>
            <a:r>
              <a:rPr lang="en-AU" noProof="0" dirty="0"/>
              <a:t>HEALTH CAMPAIGNS</a:t>
            </a:r>
          </a:p>
        </p:txBody>
      </p:sp>
    </p:spTree>
    <p:extLst>
      <p:ext uri="{BB962C8B-B14F-4D97-AF65-F5344CB8AC3E}">
        <p14:creationId xmlns:p14="http://schemas.microsoft.com/office/powerpoint/2010/main" val="1796815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A2C72-8E24-4078-8CB2-7583F149082F}"/>
              </a:ext>
            </a:extLst>
          </p:cNvPr>
          <p:cNvSpPr>
            <a:spLocks noGrp="1"/>
          </p:cNvSpPr>
          <p:nvPr>
            <p:ph type="title"/>
          </p:nvPr>
        </p:nvSpPr>
        <p:spPr/>
        <p:txBody>
          <a:bodyPr/>
          <a:lstStyle/>
          <a:p>
            <a:pPr algn="r"/>
            <a:r>
              <a:rPr lang="en-US" dirty="0"/>
              <a:t>Lesson 1</a:t>
            </a:r>
            <a:endParaRPr lang="en-AU" dirty="0"/>
          </a:p>
        </p:txBody>
      </p:sp>
      <p:sp>
        <p:nvSpPr>
          <p:cNvPr id="3" name="Content Placeholder 2">
            <a:extLst>
              <a:ext uri="{FF2B5EF4-FFF2-40B4-BE49-F238E27FC236}">
                <a16:creationId xmlns:a16="http://schemas.microsoft.com/office/drawing/2014/main" id="{492FFEDE-DD98-46CD-A2BB-B7550DFCE577}"/>
              </a:ext>
            </a:extLst>
          </p:cNvPr>
          <p:cNvSpPr>
            <a:spLocks noGrp="1"/>
          </p:cNvSpPr>
          <p:nvPr>
            <p:ph idx="1"/>
          </p:nvPr>
        </p:nvSpPr>
        <p:spPr/>
        <p:txBody>
          <a:bodyPr>
            <a:normAutofit/>
          </a:bodyPr>
          <a:lstStyle/>
          <a:p>
            <a:r>
              <a:rPr lang="en-US" dirty="0"/>
              <a:t>Learning Intentions</a:t>
            </a:r>
          </a:p>
          <a:p>
            <a:pPr lvl="1"/>
            <a:r>
              <a:rPr lang="en-AU" dirty="0"/>
              <a:t>To obtain information on the nature of social marketing campaigns</a:t>
            </a:r>
          </a:p>
          <a:p>
            <a:pPr lvl="1"/>
            <a:endParaRPr lang="en-US" dirty="0"/>
          </a:p>
          <a:p>
            <a:r>
              <a:rPr lang="en-US" dirty="0"/>
              <a:t>Success Criteria </a:t>
            </a:r>
          </a:p>
          <a:p>
            <a:pPr lvl="1"/>
            <a:r>
              <a:rPr lang="en-US" dirty="0"/>
              <a:t>Attended a presentation</a:t>
            </a:r>
          </a:p>
          <a:p>
            <a:pPr lvl="1"/>
            <a:r>
              <a:rPr lang="en-US" dirty="0"/>
              <a:t>Responded to questions</a:t>
            </a:r>
            <a:endParaRPr lang="en-AU" dirty="0"/>
          </a:p>
        </p:txBody>
      </p:sp>
    </p:spTree>
    <p:extLst>
      <p:ext uri="{BB962C8B-B14F-4D97-AF65-F5344CB8AC3E}">
        <p14:creationId xmlns:p14="http://schemas.microsoft.com/office/powerpoint/2010/main" val="262454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48852" y="5091762"/>
            <a:ext cx="5875644" cy="1264588"/>
          </a:xfrm>
        </p:spPr>
        <p:txBody>
          <a:bodyPr vert="horz" lIns="91440" tIns="45720" rIns="91440" bIns="45720" rtlCol="0" anchor="ctr">
            <a:normAutofit/>
          </a:bodyPr>
          <a:lstStyle/>
          <a:p>
            <a:pPr algn="r" defTabSz="914400"/>
            <a:r>
              <a:rPr lang="en-AU" noProof="0" dirty="0">
                <a:solidFill>
                  <a:schemeClr val="bg1"/>
                </a:solidFill>
              </a:rPr>
              <a:t>Definition</a:t>
            </a:r>
          </a:p>
        </p:txBody>
      </p:sp>
      <p:pic>
        <p:nvPicPr>
          <p:cNvPr id="7" name="Content Placeholder 6" descr="Screen Shot 2016-07-07 at 4.07.28 pm.png"/>
          <p:cNvPicPr>
            <a:picLocks noGrp="1" noChangeAspect="1"/>
          </p:cNvPicPr>
          <p:nvPr>
            <p:ph idx="1"/>
          </p:nvPr>
        </p:nvPicPr>
        <p:blipFill rotWithShape="1">
          <a:blip r:embed="rId2" cstate="email">
            <a:extLst>
              <a:ext uri="{28A0092B-C50C-407E-A947-70E740481C1C}">
                <a14:useLocalDpi xmlns:a14="http://schemas.microsoft.com/office/drawing/2010/main" val="0"/>
              </a:ext>
            </a:extLst>
          </a:blip>
          <a:srcRect l="7793" r="8706" b="-1"/>
          <a:stretch/>
        </p:blipFill>
        <p:spPr>
          <a:xfrm>
            <a:off x="1521014" y="10"/>
            <a:ext cx="9143999" cy="4571990"/>
          </a:xfrm>
          <a:prstGeom prst="rect">
            <a:avLst/>
          </a:prstGeom>
        </p:spPr>
      </p:pic>
      <p:sp>
        <p:nvSpPr>
          <p:cNvPr id="6" name="Text Placeholder 5"/>
          <p:cNvSpPr>
            <a:spLocks noGrp="1"/>
          </p:cNvSpPr>
          <p:nvPr>
            <p:ph type="body" sz="half" idx="2"/>
          </p:nvPr>
        </p:nvSpPr>
        <p:spPr>
          <a:xfrm>
            <a:off x="7898331" y="5091764"/>
            <a:ext cx="2230655" cy="1264587"/>
          </a:xfrm>
        </p:spPr>
        <p:txBody>
          <a:bodyPr vert="horz" lIns="91440" tIns="45720" rIns="91440" bIns="45720" rtlCol="0" anchor="ctr">
            <a:normAutofit fontScale="92500" lnSpcReduction="10000"/>
          </a:bodyPr>
          <a:lstStyle/>
          <a:p>
            <a:pPr defTabSz="914400">
              <a:spcBef>
                <a:spcPts val="1000"/>
              </a:spcBef>
            </a:pPr>
            <a:r>
              <a:rPr lang="en-AU" noProof="0" dirty="0">
                <a:solidFill>
                  <a:schemeClr val="bg1"/>
                </a:solidFill>
              </a:rPr>
              <a:t>A health campaign is…</a:t>
            </a:r>
          </a:p>
        </p:txBody>
      </p:sp>
    </p:spTree>
    <p:extLst>
      <p:ext uri="{BB962C8B-B14F-4D97-AF65-F5344CB8AC3E}">
        <p14:creationId xmlns:p14="http://schemas.microsoft.com/office/powerpoint/2010/main" val="149481629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02170" y="3579719"/>
            <a:ext cx="4270338" cy="1096331"/>
          </a:xfrm>
        </p:spPr>
        <p:txBody>
          <a:bodyPr vert="horz" lIns="91440" tIns="45720" rIns="91440" bIns="45720" rtlCol="0" anchor="ctr">
            <a:normAutofit/>
          </a:bodyPr>
          <a:lstStyle/>
          <a:p>
            <a:pPr defTabSz="914400"/>
            <a:r>
              <a:rPr lang="en-AU" noProof="0" dirty="0"/>
              <a:t>Definition</a:t>
            </a:r>
          </a:p>
        </p:txBody>
      </p:sp>
      <p:pic>
        <p:nvPicPr>
          <p:cNvPr id="7" name="Content Placeholder 6" descr="Screen Shot 2016-07-07 at 4.07.28 pm.png"/>
          <p:cNvPicPr>
            <a:picLocks noGrp="1" noChangeAspect="1"/>
          </p:cNvPicPr>
          <p:nvPr>
            <p:ph idx="1"/>
          </p:nvPr>
        </p:nvPicPr>
        <p:blipFill rotWithShape="1">
          <a:blip r:embed="rId2" cstate="email">
            <a:extLst>
              <a:ext uri="{28A0092B-C50C-407E-A947-70E740481C1C}">
                <a14:useLocalDpi xmlns:a14="http://schemas.microsoft.com/office/drawing/2010/main" val="0"/>
              </a:ext>
            </a:extLst>
          </a:blip>
          <a:srcRect t="-2066" b="-7637"/>
          <a:stretch/>
        </p:blipFill>
        <p:spPr>
          <a:xfrm>
            <a:off x="266541" y="464234"/>
            <a:ext cx="4455801" cy="2040799"/>
          </a:xfrm>
          <a:prstGeom prst="rect">
            <a:avLst/>
          </a:prstGeom>
        </p:spPr>
      </p:pic>
      <p:sp>
        <p:nvSpPr>
          <p:cNvPr id="6" name="Text Placeholder 5"/>
          <p:cNvSpPr>
            <a:spLocks noGrp="1"/>
          </p:cNvSpPr>
          <p:nvPr>
            <p:ph type="body" sz="half" idx="2"/>
          </p:nvPr>
        </p:nvSpPr>
        <p:spPr>
          <a:xfrm>
            <a:off x="4891154" y="545123"/>
            <a:ext cx="6240389" cy="6179234"/>
          </a:xfrm>
        </p:spPr>
        <p:txBody>
          <a:bodyPr vert="horz" lIns="91440" tIns="45720" rIns="91440" bIns="45720" rtlCol="0" anchor="ctr">
            <a:normAutofit/>
          </a:bodyPr>
          <a:lstStyle/>
          <a:p>
            <a:pPr indent="-228600" defTabSz="914400">
              <a:buFont typeface="Arial" panose="020B0604020202020204" pitchFamily="34" charset="0"/>
              <a:buChar char="•"/>
            </a:pPr>
            <a:r>
              <a:rPr lang="en-AU" noProof="0" dirty="0"/>
              <a:t>A health campaign is a type of media campaign which promotes public health.     </a:t>
            </a:r>
          </a:p>
          <a:p>
            <a:pPr indent="-228600" defTabSz="914400">
              <a:buFont typeface="Arial" panose="020B0604020202020204" pitchFamily="34" charset="0"/>
              <a:buChar char="•"/>
            </a:pPr>
            <a:r>
              <a:rPr lang="en-AU" noProof="0" dirty="0"/>
              <a:t>use education along with opportunities for people to participate further.  </a:t>
            </a:r>
          </a:p>
          <a:p>
            <a:pPr indent="-228600" defTabSz="914400">
              <a:buFont typeface="Arial" panose="020B0604020202020204" pitchFamily="34" charset="0"/>
              <a:buChar char="•"/>
            </a:pPr>
            <a:r>
              <a:rPr lang="en-AU" noProof="0" dirty="0"/>
              <a:t>may have relevance to many different groups, from a local to a global scale.</a:t>
            </a:r>
          </a:p>
          <a:p>
            <a:pPr indent="-228600" defTabSz="914400">
              <a:buFont typeface="Arial" panose="020B0604020202020204" pitchFamily="34" charset="0"/>
              <a:buChar char="•"/>
            </a:pPr>
            <a:r>
              <a:rPr lang="en-AU" noProof="0" dirty="0"/>
              <a:t>The goals of health campaigns are to create positive change for health by changing people’s attitudes, external structures, and behaviour.</a:t>
            </a:r>
          </a:p>
          <a:p>
            <a:pPr indent="-228600" defTabSz="914400">
              <a:buFont typeface="Arial" panose="020B0604020202020204" pitchFamily="34" charset="0"/>
              <a:buChar char="•"/>
            </a:pPr>
            <a:endParaRPr lang="en-AU" noProof="0" dirty="0"/>
          </a:p>
        </p:txBody>
      </p:sp>
    </p:spTree>
    <p:extLst>
      <p:ext uri="{BB962C8B-B14F-4D97-AF65-F5344CB8AC3E}">
        <p14:creationId xmlns:p14="http://schemas.microsoft.com/office/powerpoint/2010/main" val="1065649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86267" y="152718"/>
            <a:ext cx="9324534" cy="1371600"/>
          </a:xfrm>
        </p:spPr>
        <p:txBody>
          <a:bodyPr>
            <a:normAutofit/>
          </a:bodyPr>
          <a:lstStyle/>
          <a:p>
            <a:r>
              <a:rPr lang="en-AU" noProof="0" dirty="0"/>
              <a:t>Types of health campaigns</a:t>
            </a:r>
          </a:p>
        </p:txBody>
      </p:sp>
      <p:pic>
        <p:nvPicPr>
          <p:cNvPr id="9" name="Content Placeholder 8" descr="Screen Shot 2016-07-07 at 5.20.30 pm.png"/>
          <p:cNvPicPr>
            <a:picLocks noGrp="1" noChangeAspect="1"/>
          </p:cNvPicPr>
          <p:nvPr>
            <p:ph idx="1"/>
          </p:nvPr>
        </p:nvPicPr>
        <p:blipFill>
          <a:blip r:embed="rId2">
            <a:extLst>
              <a:ext uri="{28A0092B-C50C-407E-A947-70E740481C1C}">
                <a14:useLocalDpi xmlns:a14="http://schemas.microsoft.com/office/drawing/2010/main" val="0"/>
              </a:ext>
            </a:extLst>
          </a:blip>
          <a:srcRect t="-15607" b="-15607"/>
          <a:stretch>
            <a:fillRect/>
          </a:stretch>
        </p:blipFill>
        <p:spPr>
          <a:xfrm>
            <a:off x="4337540" y="1392704"/>
            <a:ext cx="6060977" cy="5312578"/>
          </a:xfrm>
        </p:spPr>
      </p:pic>
      <p:sp>
        <p:nvSpPr>
          <p:cNvPr id="3" name="Text Placeholder 2"/>
          <p:cNvSpPr>
            <a:spLocks noGrp="1"/>
          </p:cNvSpPr>
          <p:nvPr>
            <p:ph type="body" sz="half" idx="2"/>
          </p:nvPr>
        </p:nvSpPr>
        <p:spPr>
          <a:xfrm>
            <a:off x="886266" y="2057400"/>
            <a:ext cx="3127718" cy="3811588"/>
          </a:xfrm>
        </p:spPr>
        <p:txBody>
          <a:bodyPr>
            <a:normAutofit/>
          </a:bodyPr>
          <a:lstStyle/>
          <a:p>
            <a:r>
              <a:rPr lang="en-AU" noProof="0" dirty="0"/>
              <a:t>There are four main types of health campaigns:</a:t>
            </a:r>
          </a:p>
        </p:txBody>
      </p:sp>
    </p:spTree>
    <p:extLst>
      <p:ext uri="{BB962C8B-B14F-4D97-AF65-F5344CB8AC3E}">
        <p14:creationId xmlns:p14="http://schemas.microsoft.com/office/powerpoint/2010/main" val="264895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Types of health campaigns</a:t>
            </a:r>
          </a:p>
        </p:txBody>
      </p:sp>
      <p:pic>
        <p:nvPicPr>
          <p:cNvPr id="7" name="Content Placeholder 6" descr="Screen Shot 2016-07-07 at 4.20.44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991" y="1730326"/>
            <a:ext cx="4286250" cy="4476750"/>
          </a:xfrm>
        </p:spPr>
      </p:pic>
      <p:sp>
        <p:nvSpPr>
          <p:cNvPr id="3" name="Text Placeholder 2"/>
          <p:cNvSpPr>
            <a:spLocks noGrp="1"/>
          </p:cNvSpPr>
          <p:nvPr>
            <p:ph type="body" sz="half" idx="2"/>
          </p:nvPr>
        </p:nvSpPr>
        <p:spPr>
          <a:xfrm>
            <a:off x="689317" y="1730326"/>
            <a:ext cx="5894363" cy="4579400"/>
          </a:xfrm>
        </p:spPr>
        <p:txBody>
          <a:bodyPr>
            <a:normAutofit fontScale="92500"/>
          </a:bodyPr>
          <a:lstStyle/>
          <a:p>
            <a:r>
              <a:rPr lang="en-AU" b="1" noProof="0" dirty="0">
                <a:solidFill>
                  <a:schemeClr val="accent6"/>
                </a:solidFill>
              </a:rPr>
              <a:t>Health education</a:t>
            </a:r>
          </a:p>
          <a:p>
            <a:r>
              <a:rPr lang="en-AU" noProof="0" dirty="0"/>
              <a:t>Many diseases and medical problems have a ‘health education campaign’ or ‘awareness campaign’ associated with them.  </a:t>
            </a:r>
          </a:p>
          <a:p>
            <a:r>
              <a:rPr lang="en-AU" noProof="0" dirty="0"/>
              <a:t>The goal of such a campaign is to make people conscious of the effects of diseases and to provide them with information about the disease if they want to learn more about it.</a:t>
            </a:r>
          </a:p>
          <a:p>
            <a:endParaRPr lang="en-AU" noProof="0" dirty="0"/>
          </a:p>
        </p:txBody>
      </p:sp>
    </p:spTree>
    <p:extLst>
      <p:ext uri="{BB962C8B-B14F-4D97-AF65-F5344CB8AC3E}">
        <p14:creationId xmlns:p14="http://schemas.microsoft.com/office/powerpoint/2010/main" val="3469076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Types of health campaigns</a:t>
            </a:r>
          </a:p>
        </p:txBody>
      </p:sp>
      <p:pic>
        <p:nvPicPr>
          <p:cNvPr id="5" name="Content Placeholder 4" descr="Screen Shot 2016-07-07 at 4.13.11 pm.png"/>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7726363" y="1704652"/>
            <a:ext cx="3496163" cy="4467849"/>
          </a:xfrm>
        </p:spPr>
      </p:pic>
      <p:sp>
        <p:nvSpPr>
          <p:cNvPr id="3" name="Text Placeholder 2"/>
          <p:cNvSpPr>
            <a:spLocks noGrp="1"/>
          </p:cNvSpPr>
          <p:nvPr>
            <p:ph type="body" sz="half" idx="2"/>
          </p:nvPr>
        </p:nvSpPr>
        <p:spPr>
          <a:xfrm>
            <a:off x="648597" y="1704651"/>
            <a:ext cx="6708805" cy="4467849"/>
          </a:xfrm>
        </p:spPr>
        <p:txBody>
          <a:bodyPr>
            <a:normAutofit/>
          </a:bodyPr>
          <a:lstStyle/>
          <a:p>
            <a:r>
              <a:rPr lang="en-AU" b="1" noProof="0" dirty="0">
                <a:solidFill>
                  <a:schemeClr val="accent6"/>
                </a:solidFill>
              </a:rPr>
              <a:t>Eradication of infectious diseases</a:t>
            </a:r>
          </a:p>
          <a:p>
            <a:r>
              <a:rPr lang="en-AU" noProof="0" dirty="0"/>
              <a:t>Various health campaigns have taken the goal of eradicating infectious diseases.  In such campaigns the organisers recruit the public to participate in the campaign by talking about it with others and encouraging others to participate.</a:t>
            </a:r>
          </a:p>
          <a:p>
            <a:endParaRPr lang="en-AU" noProof="0" dirty="0"/>
          </a:p>
        </p:txBody>
      </p:sp>
    </p:spTree>
    <p:extLst>
      <p:ext uri="{BB962C8B-B14F-4D97-AF65-F5344CB8AC3E}">
        <p14:creationId xmlns:p14="http://schemas.microsoft.com/office/powerpoint/2010/main" val="280469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Types of health campaigns</a:t>
            </a:r>
          </a:p>
        </p:txBody>
      </p:sp>
      <p:pic>
        <p:nvPicPr>
          <p:cNvPr id="5" name="Content Placeholder 4" descr="Screen Shot 2016-07-07 at 4.10.04 pm.png"/>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8269287" y="1330990"/>
            <a:ext cx="2972215" cy="4467849"/>
          </a:xfrm>
        </p:spPr>
      </p:pic>
      <p:sp>
        <p:nvSpPr>
          <p:cNvPr id="3" name="Text Placeholder 2"/>
          <p:cNvSpPr>
            <a:spLocks noGrp="1"/>
          </p:cNvSpPr>
          <p:nvPr>
            <p:ph type="body" sz="half" idx="2"/>
          </p:nvPr>
        </p:nvSpPr>
        <p:spPr>
          <a:xfrm>
            <a:off x="592326" y="1499700"/>
            <a:ext cx="7454393" cy="4467849"/>
          </a:xfrm>
        </p:spPr>
        <p:txBody>
          <a:bodyPr>
            <a:noAutofit/>
          </a:bodyPr>
          <a:lstStyle/>
          <a:p>
            <a:r>
              <a:rPr lang="en-AU" b="1" noProof="0" dirty="0">
                <a:solidFill>
                  <a:schemeClr val="accent6"/>
                </a:solidFill>
              </a:rPr>
              <a:t>Behaviour modification </a:t>
            </a:r>
          </a:p>
          <a:p>
            <a:r>
              <a:rPr lang="en-AU" noProof="0" dirty="0"/>
              <a:t>These campaigns ask for participants to change their behaviour in some way. </a:t>
            </a:r>
          </a:p>
          <a:p>
            <a:r>
              <a:rPr lang="en-AU" noProof="0" dirty="0"/>
              <a:t> Examples include projects such as quit smoking, HIV prevention campaigns which ask people to use condoms, and exercise campaigns which encourage people to do physical activity for health.</a:t>
            </a:r>
          </a:p>
          <a:p>
            <a:endParaRPr lang="en-AU" noProof="0" dirty="0"/>
          </a:p>
        </p:txBody>
      </p:sp>
    </p:spTree>
    <p:extLst>
      <p:ext uri="{BB962C8B-B14F-4D97-AF65-F5344CB8AC3E}">
        <p14:creationId xmlns:p14="http://schemas.microsoft.com/office/powerpoint/2010/main" val="98740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Types of health campaigns</a:t>
            </a:r>
          </a:p>
        </p:txBody>
      </p:sp>
      <p:pic>
        <p:nvPicPr>
          <p:cNvPr id="5" name="Content Placeholder 4" descr="Screen Shot 2016-07-07 at 4.27.55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38244" y="1700212"/>
            <a:ext cx="3000375" cy="3448050"/>
          </a:xfrm>
        </p:spPr>
      </p:pic>
      <p:sp>
        <p:nvSpPr>
          <p:cNvPr id="3" name="Text Placeholder 2"/>
          <p:cNvSpPr>
            <a:spLocks noGrp="1"/>
          </p:cNvSpPr>
          <p:nvPr>
            <p:ph type="body" sz="half" idx="2"/>
          </p:nvPr>
        </p:nvSpPr>
        <p:spPr>
          <a:xfrm>
            <a:off x="506437" y="1700212"/>
            <a:ext cx="7202658" cy="4047465"/>
          </a:xfrm>
        </p:spPr>
        <p:txBody>
          <a:bodyPr>
            <a:noAutofit/>
          </a:bodyPr>
          <a:lstStyle/>
          <a:p>
            <a:r>
              <a:rPr lang="en-AU" b="1" noProof="0" dirty="0">
                <a:solidFill>
                  <a:schemeClr val="accent6"/>
                </a:solidFill>
              </a:rPr>
              <a:t>Organisations as campaigns</a:t>
            </a:r>
          </a:p>
          <a:p>
            <a:r>
              <a:rPr lang="en-AU" noProof="0" dirty="0"/>
              <a:t>In some cases the work of an organisation may itself be a health campaign.  </a:t>
            </a:r>
          </a:p>
          <a:p>
            <a:r>
              <a:rPr lang="en-AU" noProof="0" dirty="0"/>
              <a:t>For example, where an organisation exists to provide health information or medical resources to people who request them.  The organisation itself may conduct series of health campaigns.</a:t>
            </a:r>
          </a:p>
          <a:p>
            <a:endParaRPr lang="en-AU" noProof="0" dirty="0"/>
          </a:p>
        </p:txBody>
      </p:sp>
    </p:spTree>
    <p:extLst>
      <p:ext uri="{BB962C8B-B14F-4D97-AF65-F5344CB8AC3E}">
        <p14:creationId xmlns:p14="http://schemas.microsoft.com/office/powerpoint/2010/main" val="3628580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5" name="Content Placeholder 4" descr="Screen Shot 2016-07-07 at 4.30.20 pm.png"/>
          <p:cNvPicPr>
            <a:picLocks noGrp="1" noChangeAspect="1"/>
          </p:cNvPicPr>
          <p:nvPr>
            <p:ph idx="1"/>
          </p:nvPr>
        </p:nvPicPr>
        <p:blipFill>
          <a:blip r:embed="rId2" cstate="email">
            <a:extLst>
              <a:ext uri="{28A0092B-C50C-407E-A947-70E740481C1C}">
                <a14:useLocalDpi xmlns:a14="http://schemas.microsoft.com/office/drawing/2010/main" val="0"/>
              </a:ext>
            </a:extLst>
          </a:blip>
          <a:srcRect l="-21796" r="-21796"/>
          <a:stretch>
            <a:fillRect/>
          </a:stretch>
        </p:blipFill>
        <p:spPr>
          <a:xfrm>
            <a:off x="4981238" y="1524318"/>
            <a:ext cx="5961082" cy="5225018"/>
          </a:xfrm>
        </p:spPr>
      </p:pic>
      <p:sp>
        <p:nvSpPr>
          <p:cNvPr id="3" name="Text Placeholder 2"/>
          <p:cNvSpPr>
            <a:spLocks noGrp="1"/>
          </p:cNvSpPr>
          <p:nvPr>
            <p:ph type="body" sz="half" idx="2"/>
          </p:nvPr>
        </p:nvSpPr>
        <p:spPr>
          <a:xfrm>
            <a:off x="2153841" y="2057400"/>
            <a:ext cx="2619796" cy="3811588"/>
          </a:xfrm>
        </p:spPr>
        <p:txBody>
          <a:bodyPr>
            <a:normAutofit/>
          </a:bodyPr>
          <a:lstStyle/>
          <a:p>
            <a:r>
              <a:rPr lang="en-AU" noProof="0" dirty="0"/>
              <a:t>A range of types of interventions aim to change ‘risky’ behaviours:</a:t>
            </a:r>
          </a:p>
          <a:p>
            <a:endParaRPr lang="en-AU" noProof="0" dirty="0"/>
          </a:p>
        </p:txBody>
      </p:sp>
    </p:spTree>
    <p:extLst>
      <p:ext uri="{BB962C8B-B14F-4D97-AF65-F5344CB8AC3E}">
        <p14:creationId xmlns:p14="http://schemas.microsoft.com/office/powerpoint/2010/main" val="1982987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7" name="Content Placeholder 6" descr="Screen Shot 2016-07-07 at 4.43.21 pm.png"/>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6780214" y="1657057"/>
            <a:ext cx="4629150" cy="3534360"/>
          </a:xfrm>
        </p:spPr>
      </p:pic>
      <p:sp>
        <p:nvSpPr>
          <p:cNvPr id="3" name="Text Placeholder 2"/>
          <p:cNvSpPr>
            <a:spLocks noGrp="1"/>
          </p:cNvSpPr>
          <p:nvPr>
            <p:ph type="body" sz="half" idx="2"/>
          </p:nvPr>
        </p:nvSpPr>
        <p:spPr>
          <a:xfrm>
            <a:off x="782637" y="1657058"/>
            <a:ext cx="5618164" cy="4588998"/>
          </a:xfrm>
        </p:spPr>
        <p:txBody>
          <a:bodyPr>
            <a:normAutofit/>
          </a:bodyPr>
          <a:lstStyle/>
          <a:p>
            <a:pPr lvl="0"/>
            <a:r>
              <a:rPr lang="en-AU" b="1" noProof="0" dirty="0">
                <a:solidFill>
                  <a:schemeClr val="accent6"/>
                </a:solidFill>
              </a:rPr>
              <a:t>Knowledge and awareness</a:t>
            </a:r>
          </a:p>
          <a:p>
            <a:pPr lvl="0"/>
            <a:r>
              <a:rPr lang="en-AU" noProof="0" dirty="0"/>
              <a:t>Increasing knowledge and awareness of risks (through information and awareness raising), or knowledge and awareness of services to help prevent risks</a:t>
            </a:r>
          </a:p>
          <a:p>
            <a:endParaRPr lang="en-AU" noProof="0" dirty="0"/>
          </a:p>
          <a:p>
            <a:endParaRPr lang="en-AU" noProof="0" dirty="0"/>
          </a:p>
        </p:txBody>
      </p:sp>
    </p:spTree>
    <p:extLst>
      <p:ext uri="{BB962C8B-B14F-4D97-AF65-F5344CB8AC3E}">
        <p14:creationId xmlns:p14="http://schemas.microsoft.com/office/powerpoint/2010/main" val="3929498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5" name="Content Placeholder 4" descr="Screen Shot 2016-07-07 at 4.46.14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04087" y="1773042"/>
            <a:ext cx="4048125" cy="2514600"/>
          </a:xfrm>
        </p:spPr>
      </p:pic>
      <p:sp>
        <p:nvSpPr>
          <p:cNvPr id="3" name="Text Placeholder 2"/>
          <p:cNvSpPr>
            <a:spLocks noGrp="1"/>
          </p:cNvSpPr>
          <p:nvPr>
            <p:ph type="body" sz="half" idx="2"/>
          </p:nvPr>
        </p:nvSpPr>
        <p:spPr>
          <a:xfrm>
            <a:off x="955677" y="1773042"/>
            <a:ext cx="5965628" cy="4374540"/>
          </a:xfrm>
        </p:spPr>
        <p:txBody>
          <a:bodyPr>
            <a:noAutofit/>
          </a:bodyPr>
          <a:lstStyle/>
          <a:p>
            <a:pPr lvl="0"/>
            <a:r>
              <a:rPr lang="en-AU" b="1" noProof="0" dirty="0">
                <a:solidFill>
                  <a:schemeClr val="accent6"/>
                </a:solidFill>
              </a:rPr>
              <a:t>Changing attitudes and motivation </a:t>
            </a:r>
            <a:br>
              <a:rPr lang="en-AU" b="1" noProof="0" dirty="0">
                <a:solidFill>
                  <a:schemeClr val="accent6"/>
                </a:solidFill>
              </a:rPr>
            </a:br>
            <a:endParaRPr lang="en-AU" b="1" noProof="0" dirty="0">
              <a:solidFill>
                <a:schemeClr val="accent6"/>
              </a:solidFill>
            </a:endParaRPr>
          </a:p>
          <a:p>
            <a:pPr lvl="0"/>
            <a:r>
              <a:rPr lang="en-AU" noProof="0" dirty="0"/>
              <a:t>For example:                through messages aimed at young people about the harm smoking does to skin and appearance</a:t>
            </a:r>
          </a:p>
          <a:p>
            <a:endParaRPr lang="en-AU" noProof="0" dirty="0"/>
          </a:p>
          <a:p>
            <a:endParaRPr lang="en-AU" noProof="0" dirty="0"/>
          </a:p>
          <a:p>
            <a:endParaRPr lang="en-AU" noProof="0" dirty="0"/>
          </a:p>
          <a:p>
            <a:endParaRPr lang="en-AU" noProof="0" dirty="0"/>
          </a:p>
        </p:txBody>
      </p:sp>
    </p:spTree>
    <p:extLst>
      <p:ext uri="{BB962C8B-B14F-4D97-AF65-F5344CB8AC3E}">
        <p14:creationId xmlns:p14="http://schemas.microsoft.com/office/powerpoint/2010/main" val="2154988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5" name="Content Placeholder 4" descr="Screen Shot 2016-07-07 at 4.55.27 pm.png"/>
          <p:cNvPicPr>
            <a:picLocks noGrp="1" noChangeAspect="1"/>
          </p:cNvPicPr>
          <p:nvPr>
            <p:ph idx="1"/>
          </p:nvPr>
        </p:nvPicPr>
        <p:blipFill>
          <a:blip r:embed="rId2" cstate="email">
            <a:extLst>
              <a:ext uri="{28A0092B-C50C-407E-A947-70E740481C1C}">
                <a14:useLocalDpi xmlns:a14="http://schemas.microsoft.com/office/drawing/2010/main" val="0"/>
              </a:ext>
            </a:extLst>
          </a:blip>
          <a:srcRect t="-35225" b="-35225"/>
          <a:stretch>
            <a:fillRect/>
          </a:stretch>
        </p:blipFill>
        <p:spPr>
          <a:xfrm>
            <a:off x="1125416" y="2183069"/>
            <a:ext cx="9580098" cy="4916108"/>
          </a:xfrm>
        </p:spPr>
      </p:pic>
      <p:sp>
        <p:nvSpPr>
          <p:cNvPr id="3" name="Text Placeholder 2"/>
          <p:cNvSpPr>
            <a:spLocks noGrp="1"/>
          </p:cNvSpPr>
          <p:nvPr>
            <p:ph type="body" sz="half" idx="2"/>
          </p:nvPr>
        </p:nvSpPr>
        <p:spPr>
          <a:xfrm>
            <a:off x="942536" y="1614194"/>
            <a:ext cx="3437208" cy="2458329"/>
          </a:xfrm>
        </p:spPr>
        <p:txBody>
          <a:bodyPr>
            <a:normAutofit/>
          </a:bodyPr>
          <a:lstStyle/>
          <a:p>
            <a:pPr lvl="0"/>
            <a:r>
              <a:rPr lang="en-AU" b="1" noProof="0" dirty="0">
                <a:solidFill>
                  <a:schemeClr val="accent6"/>
                </a:solidFill>
              </a:rPr>
              <a:t>Increasing physical or interpersonal skills</a:t>
            </a:r>
          </a:p>
          <a:p>
            <a:endParaRPr lang="en-AU" b="1" noProof="0" dirty="0">
              <a:solidFill>
                <a:schemeClr val="accent6"/>
              </a:solidFill>
            </a:endParaRPr>
          </a:p>
          <a:p>
            <a:endParaRPr lang="en-AU" b="1" noProof="0" dirty="0">
              <a:solidFill>
                <a:schemeClr val="accent6"/>
              </a:solidFill>
            </a:endParaRPr>
          </a:p>
          <a:p>
            <a:endParaRPr lang="en-AU" b="1" noProof="0" dirty="0">
              <a:solidFill>
                <a:schemeClr val="accent6"/>
              </a:solidFill>
            </a:endParaRPr>
          </a:p>
        </p:txBody>
      </p:sp>
    </p:spTree>
    <p:extLst>
      <p:ext uri="{BB962C8B-B14F-4D97-AF65-F5344CB8AC3E}">
        <p14:creationId xmlns:p14="http://schemas.microsoft.com/office/powerpoint/2010/main" val="1363506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5" name="Content Placeholder 4" descr="Screen Shot 2016-07-07 at 4.14.55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83877" y="1818249"/>
            <a:ext cx="3824336" cy="3811588"/>
          </a:xfrm>
        </p:spPr>
      </p:pic>
      <p:sp>
        <p:nvSpPr>
          <p:cNvPr id="3" name="Text Placeholder 2"/>
          <p:cNvSpPr>
            <a:spLocks noGrp="1"/>
          </p:cNvSpPr>
          <p:nvPr>
            <p:ph type="body" sz="half" idx="2"/>
          </p:nvPr>
        </p:nvSpPr>
        <p:spPr>
          <a:xfrm>
            <a:off x="839788" y="2057399"/>
            <a:ext cx="6344089" cy="4371535"/>
          </a:xfrm>
        </p:spPr>
        <p:txBody>
          <a:bodyPr>
            <a:noAutofit/>
          </a:bodyPr>
          <a:lstStyle/>
          <a:p>
            <a:pPr lvl="0"/>
            <a:r>
              <a:rPr lang="en-AU" b="1" noProof="0" dirty="0">
                <a:solidFill>
                  <a:schemeClr val="accent6"/>
                </a:solidFill>
              </a:rPr>
              <a:t>Changing beliefs and perceptions</a:t>
            </a:r>
          </a:p>
          <a:p>
            <a:pPr lvl="0"/>
            <a:r>
              <a:rPr lang="en-AU" noProof="0" dirty="0"/>
              <a:t> For example:               </a:t>
            </a:r>
          </a:p>
          <a:p>
            <a:pPr lvl="0"/>
            <a:r>
              <a:rPr lang="en-AU" noProof="0" dirty="0"/>
              <a:t>through interventions aimed at increasing breast or testicular self- examination by raising awareness of risk and ‘normalising’ self examination</a:t>
            </a:r>
          </a:p>
          <a:p>
            <a:endParaRPr lang="en-AU" noProof="0" dirty="0"/>
          </a:p>
          <a:p>
            <a:endParaRPr lang="en-AU" noProof="0" dirty="0"/>
          </a:p>
          <a:p>
            <a:endParaRPr lang="en-AU" noProof="0" dirty="0"/>
          </a:p>
          <a:p>
            <a:endParaRPr lang="en-AU" noProof="0" dirty="0"/>
          </a:p>
          <a:p>
            <a:endParaRPr lang="en-AU" noProof="0" dirty="0"/>
          </a:p>
          <a:p>
            <a:endParaRPr lang="en-AU" noProof="0" dirty="0"/>
          </a:p>
        </p:txBody>
      </p:sp>
    </p:spTree>
    <p:extLst>
      <p:ext uri="{BB962C8B-B14F-4D97-AF65-F5344CB8AC3E}">
        <p14:creationId xmlns:p14="http://schemas.microsoft.com/office/powerpoint/2010/main" val="1523595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5" name="Content Placeholder 4" descr="Screen Shot 2016-07-07 at 4.49.32 pm.png"/>
          <p:cNvPicPr>
            <a:picLocks noGrp="1" noChangeAspect="1"/>
          </p:cNvPicPr>
          <p:nvPr>
            <p:ph idx="1"/>
          </p:nvPr>
        </p:nvPicPr>
        <p:blipFill>
          <a:blip r:embed="rId2">
            <a:extLst>
              <a:ext uri="{28A0092B-C50C-407E-A947-70E740481C1C}">
                <a14:useLocalDpi xmlns:a14="http://schemas.microsoft.com/office/drawing/2010/main" val="0"/>
              </a:ext>
            </a:extLst>
          </a:blip>
          <a:srcRect l="-33421" r="-33421"/>
          <a:stretch>
            <a:fillRect/>
          </a:stretch>
        </p:blipFill>
        <p:spPr>
          <a:xfrm>
            <a:off x="6453517" y="1567825"/>
            <a:ext cx="5861186" cy="5137457"/>
          </a:xfrm>
        </p:spPr>
      </p:pic>
      <p:sp>
        <p:nvSpPr>
          <p:cNvPr id="3" name="Text Placeholder 2"/>
          <p:cNvSpPr>
            <a:spLocks noGrp="1"/>
          </p:cNvSpPr>
          <p:nvPr>
            <p:ph type="body" sz="half" idx="2"/>
          </p:nvPr>
        </p:nvSpPr>
        <p:spPr>
          <a:xfrm>
            <a:off x="839788" y="2057400"/>
            <a:ext cx="6573886" cy="3811588"/>
          </a:xfrm>
        </p:spPr>
        <p:txBody>
          <a:bodyPr>
            <a:normAutofit/>
          </a:bodyPr>
          <a:lstStyle/>
          <a:p>
            <a:pPr lvl="0"/>
            <a:r>
              <a:rPr lang="en-AU" b="1" noProof="0" dirty="0">
                <a:solidFill>
                  <a:schemeClr val="accent6"/>
                </a:solidFill>
              </a:rPr>
              <a:t>Influencing social norms </a:t>
            </a:r>
          </a:p>
          <a:p>
            <a:pPr lvl="0"/>
            <a:r>
              <a:rPr lang="en-AU" noProof="0" dirty="0"/>
              <a:t>For example:             </a:t>
            </a:r>
          </a:p>
          <a:p>
            <a:pPr lvl="0"/>
            <a:r>
              <a:rPr lang="en-AU" noProof="0" dirty="0"/>
              <a:t>changing public perceptions or public acceptance</a:t>
            </a:r>
          </a:p>
          <a:p>
            <a:endParaRPr lang="en-AU" noProof="0" dirty="0"/>
          </a:p>
          <a:p>
            <a:endParaRPr lang="en-AU" noProof="0" dirty="0"/>
          </a:p>
          <a:p>
            <a:endParaRPr lang="en-AU" noProof="0" dirty="0"/>
          </a:p>
          <a:p>
            <a:endParaRPr lang="en-AU" noProof="0" dirty="0"/>
          </a:p>
          <a:p>
            <a:endParaRPr lang="en-AU" noProof="0" dirty="0"/>
          </a:p>
          <a:p>
            <a:endParaRPr lang="en-AU" noProof="0" dirty="0"/>
          </a:p>
          <a:p>
            <a:endParaRPr lang="en-AU" noProof="0" dirty="0"/>
          </a:p>
        </p:txBody>
      </p:sp>
    </p:spTree>
    <p:extLst>
      <p:ext uri="{BB962C8B-B14F-4D97-AF65-F5344CB8AC3E}">
        <p14:creationId xmlns:p14="http://schemas.microsoft.com/office/powerpoint/2010/main" val="434339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5" name="Content Placeholder 4" descr="Screen Shot 2016-07-07 at 5.04.38 pm.png"/>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6480933" y="1492666"/>
            <a:ext cx="4629150" cy="3576366"/>
          </a:xfrm>
        </p:spPr>
      </p:pic>
      <p:sp>
        <p:nvSpPr>
          <p:cNvPr id="3" name="Text Placeholder 2"/>
          <p:cNvSpPr>
            <a:spLocks noGrp="1"/>
          </p:cNvSpPr>
          <p:nvPr>
            <p:ph type="body" sz="half" idx="2"/>
          </p:nvPr>
        </p:nvSpPr>
        <p:spPr>
          <a:xfrm>
            <a:off x="337624" y="1636053"/>
            <a:ext cx="6344530" cy="4638137"/>
          </a:xfrm>
        </p:spPr>
        <p:txBody>
          <a:bodyPr>
            <a:normAutofit/>
          </a:bodyPr>
          <a:lstStyle/>
          <a:p>
            <a:pPr lvl="0"/>
            <a:r>
              <a:rPr lang="en-AU" b="1" noProof="0" dirty="0">
                <a:solidFill>
                  <a:schemeClr val="accent6"/>
                </a:solidFill>
              </a:rPr>
              <a:t>Changing structural factors and influencing the wider determinants of health</a:t>
            </a:r>
          </a:p>
          <a:p>
            <a:pPr lvl="0"/>
            <a:endParaRPr lang="en-AU" b="1" noProof="0" dirty="0">
              <a:solidFill>
                <a:schemeClr val="accent6"/>
              </a:solidFill>
            </a:endParaRPr>
          </a:p>
          <a:p>
            <a:pPr lvl="0"/>
            <a:r>
              <a:rPr lang="en-AU" noProof="0" dirty="0"/>
              <a:t>For example:                         </a:t>
            </a:r>
            <a:br>
              <a:rPr lang="en-AU" noProof="0" dirty="0"/>
            </a:br>
            <a:r>
              <a:rPr lang="en-AU" noProof="0" dirty="0"/>
              <a:t>by implementing clean-air policies to decrease pollution and improve health  (removing lead from petrol)</a:t>
            </a:r>
          </a:p>
        </p:txBody>
      </p:sp>
    </p:spTree>
    <p:extLst>
      <p:ext uri="{BB962C8B-B14F-4D97-AF65-F5344CB8AC3E}">
        <p14:creationId xmlns:p14="http://schemas.microsoft.com/office/powerpoint/2010/main" val="680538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199" y="152718"/>
            <a:ext cx="8229601" cy="1371600"/>
          </a:xfrm>
        </p:spPr>
        <p:txBody>
          <a:bodyPr/>
          <a:lstStyle/>
          <a:p>
            <a:r>
              <a:rPr lang="en-AU" noProof="0" dirty="0"/>
              <a:t>What changes behaviour?</a:t>
            </a:r>
          </a:p>
        </p:txBody>
      </p:sp>
      <p:pic>
        <p:nvPicPr>
          <p:cNvPr id="5" name="Content Placeholder 4" descr="Screen Shot 2016-07-07 at 5.06.31 pm.png"/>
          <p:cNvPicPr>
            <a:picLocks noGrp="1" noChangeAspect="1"/>
          </p:cNvPicPr>
          <p:nvPr>
            <p:ph idx="1"/>
          </p:nvPr>
        </p:nvPicPr>
        <p:blipFill>
          <a:blip r:embed="rId2" cstate="email">
            <a:extLst>
              <a:ext uri="{28A0092B-C50C-407E-A947-70E740481C1C}">
                <a14:useLocalDpi xmlns:a14="http://schemas.microsoft.com/office/drawing/2010/main" val="0"/>
              </a:ext>
            </a:extLst>
          </a:blip>
          <a:srcRect t="-38541" b="-38541"/>
          <a:stretch>
            <a:fillRect/>
          </a:stretch>
        </p:blipFill>
        <p:spPr>
          <a:xfrm>
            <a:off x="5715497" y="1315066"/>
            <a:ext cx="5401241" cy="4734305"/>
          </a:xfrm>
        </p:spPr>
      </p:pic>
      <p:sp>
        <p:nvSpPr>
          <p:cNvPr id="3" name="Text Placeholder 2"/>
          <p:cNvSpPr>
            <a:spLocks noGrp="1"/>
          </p:cNvSpPr>
          <p:nvPr>
            <p:ph type="body" sz="half" idx="2"/>
          </p:nvPr>
        </p:nvSpPr>
        <p:spPr>
          <a:xfrm>
            <a:off x="604911" y="1726539"/>
            <a:ext cx="4839286" cy="4607965"/>
          </a:xfrm>
        </p:spPr>
        <p:txBody>
          <a:bodyPr>
            <a:normAutofit/>
          </a:bodyPr>
          <a:lstStyle/>
          <a:p>
            <a:pPr lvl="0"/>
            <a:r>
              <a:rPr lang="en-AU" b="1" noProof="0" dirty="0">
                <a:solidFill>
                  <a:schemeClr val="accent6"/>
                </a:solidFill>
              </a:rPr>
              <a:t>Influencing the availability and accessibility of health services</a:t>
            </a:r>
          </a:p>
          <a:p>
            <a:endParaRPr lang="en-AU" noProof="0" dirty="0"/>
          </a:p>
          <a:p>
            <a:endParaRPr lang="en-AU" noProof="0" dirty="0"/>
          </a:p>
          <a:p>
            <a:endParaRPr lang="en-AU" noProof="0" dirty="0"/>
          </a:p>
          <a:p>
            <a:endParaRPr lang="en-AU" noProof="0" dirty="0"/>
          </a:p>
          <a:p>
            <a:endParaRPr lang="en-AU" noProof="0" dirty="0"/>
          </a:p>
          <a:p>
            <a:endParaRPr lang="en-AU" noProof="0" dirty="0"/>
          </a:p>
          <a:p>
            <a:endParaRPr lang="en-AU" noProof="0" dirty="0"/>
          </a:p>
          <a:p>
            <a:endParaRPr lang="en-AU" noProof="0" dirty="0"/>
          </a:p>
          <a:p>
            <a:endParaRPr lang="en-AU" noProof="0" dirty="0"/>
          </a:p>
        </p:txBody>
      </p:sp>
    </p:spTree>
    <p:extLst>
      <p:ext uri="{BB962C8B-B14F-4D97-AF65-F5344CB8AC3E}">
        <p14:creationId xmlns:p14="http://schemas.microsoft.com/office/powerpoint/2010/main" val="3922691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53841" y="457200"/>
            <a:ext cx="7248067" cy="1600200"/>
          </a:xfrm>
        </p:spPr>
        <p:txBody>
          <a:bodyPr anchor="t"/>
          <a:lstStyle/>
          <a:p>
            <a:r>
              <a:rPr lang="en-AU" noProof="0" dirty="0"/>
              <a:t>What is effective?</a:t>
            </a:r>
          </a:p>
        </p:txBody>
      </p:sp>
      <p:pic>
        <p:nvPicPr>
          <p:cNvPr id="3" name="Picture 2" descr="Screen Shot 2016-07-07 at 5.39.22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602836" y="1095523"/>
            <a:ext cx="6986331" cy="4666954"/>
          </a:xfrm>
          <a:prstGeom prst="rect">
            <a:avLst/>
          </a:prstGeom>
        </p:spPr>
      </p:pic>
    </p:spTree>
    <p:extLst>
      <p:ext uri="{BB962C8B-B14F-4D97-AF65-F5344CB8AC3E}">
        <p14:creationId xmlns:p14="http://schemas.microsoft.com/office/powerpoint/2010/main" val="418920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noProof="0" dirty="0"/>
              <a:t>What is effective?</a:t>
            </a:r>
          </a:p>
        </p:txBody>
      </p:sp>
      <p:sp>
        <p:nvSpPr>
          <p:cNvPr id="2" name="Content Placeholder 1"/>
          <p:cNvSpPr>
            <a:spLocks noGrp="1"/>
          </p:cNvSpPr>
          <p:nvPr>
            <p:ph idx="1"/>
          </p:nvPr>
        </p:nvSpPr>
        <p:spPr>
          <a:xfrm>
            <a:off x="5099049" y="661183"/>
            <a:ext cx="5915953" cy="5950634"/>
          </a:xfrm>
        </p:spPr>
        <p:txBody>
          <a:bodyPr>
            <a:normAutofit fontScale="77500" lnSpcReduction="20000"/>
          </a:bodyPr>
          <a:lstStyle/>
          <a:p>
            <a:pPr lvl="0"/>
            <a:endParaRPr lang="en-AU" noProof="0" dirty="0"/>
          </a:p>
          <a:p>
            <a:pPr marL="457200" indent="-457200">
              <a:buFontTx/>
              <a:buChar char="•"/>
            </a:pPr>
            <a:r>
              <a:rPr lang="en-AU" noProof="0" dirty="0"/>
              <a:t>be clear about the intervention aimed for</a:t>
            </a:r>
          </a:p>
          <a:p>
            <a:pPr marL="457200" indent="-457200">
              <a:buFontTx/>
              <a:buChar char="•"/>
            </a:pPr>
            <a:r>
              <a:rPr lang="en-AU" noProof="0" dirty="0"/>
              <a:t>intervene at multiple levels when  appropriate</a:t>
            </a:r>
          </a:p>
          <a:p>
            <a:pPr marL="457200" indent="-457200">
              <a:buFontTx/>
              <a:buChar char="•"/>
            </a:pPr>
            <a:r>
              <a:rPr lang="en-AU" noProof="0" dirty="0"/>
              <a:t>target and tailor your message for the audience (age, gender, culture, etc)</a:t>
            </a:r>
          </a:p>
          <a:p>
            <a:pPr marL="457200" indent="-457200">
              <a:buFontTx/>
              <a:buChar char="•"/>
            </a:pPr>
            <a:r>
              <a:rPr lang="en-AU" noProof="0" dirty="0"/>
              <a:t>provide basic, accurate information through clear, unambiguous messages</a:t>
            </a:r>
          </a:p>
          <a:p>
            <a:pPr marL="457200" indent="-457200">
              <a:buFontTx/>
              <a:buChar char="•"/>
            </a:pPr>
            <a:r>
              <a:rPr lang="en-AU" noProof="0" dirty="0"/>
              <a:t>join up with community health services</a:t>
            </a:r>
          </a:p>
          <a:p>
            <a:pPr marL="457200" indent="-457200">
              <a:buFontTx/>
              <a:buChar char="•"/>
            </a:pPr>
            <a:r>
              <a:rPr lang="en-AU" noProof="0" dirty="0"/>
              <a:t>work with community members as advocates</a:t>
            </a:r>
          </a:p>
          <a:p>
            <a:pPr marL="457200" indent="-457200">
              <a:buFontTx/>
              <a:buChar char="•"/>
            </a:pPr>
            <a:r>
              <a:rPr lang="en-AU" noProof="0" dirty="0"/>
              <a:t>provide alternative choices and risk reduction (</a:t>
            </a:r>
            <a:r>
              <a:rPr lang="en-AU" noProof="0" dirty="0" err="1"/>
              <a:t>eg</a:t>
            </a:r>
            <a:r>
              <a:rPr lang="en-AU" noProof="0" dirty="0"/>
              <a:t> promoting condom use), rather that simply telling people not to do something (</a:t>
            </a:r>
            <a:r>
              <a:rPr lang="en-AU" noProof="0" dirty="0" err="1"/>
              <a:t>eg</a:t>
            </a:r>
            <a:r>
              <a:rPr lang="en-AU" noProof="0" dirty="0"/>
              <a:t> don’t have sex)</a:t>
            </a:r>
          </a:p>
          <a:p>
            <a:pPr marL="457200" indent="-457200">
              <a:buFontTx/>
              <a:buChar char="•"/>
            </a:pPr>
            <a:r>
              <a:rPr lang="en-AU" noProof="0" dirty="0"/>
              <a:t>address peer norms and social pressures.</a:t>
            </a:r>
          </a:p>
        </p:txBody>
      </p:sp>
      <p:sp>
        <p:nvSpPr>
          <p:cNvPr id="6" name="Text Placeholder 5"/>
          <p:cNvSpPr>
            <a:spLocks noGrp="1"/>
          </p:cNvSpPr>
          <p:nvPr>
            <p:ph type="body" sz="half" idx="2"/>
          </p:nvPr>
        </p:nvSpPr>
        <p:spPr/>
        <p:txBody>
          <a:bodyPr>
            <a:normAutofit/>
          </a:bodyPr>
          <a:lstStyle/>
          <a:p>
            <a:r>
              <a:rPr lang="en-AU" noProof="0" dirty="0"/>
              <a:t>The key elements for success in changing behaviour:</a:t>
            </a:r>
          </a:p>
        </p:txBody>
      </p:sp>
      <p:pic>
        <p:nvPicPr>
          <p:cNvPr id="3" name="Picture 2" descr="Screen Shot 2016-07-07 at 5.39.22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666709" y="3420861"/>
            <a:ext cx="3322805" cy="2219674"/>
          </a:xfrm>
          <a:prstGeom prst="rect">
            <a:avLst/>
          </a:prstGeom>
        </p:spPr>
      </p:pic>
    </p:spTree>
    <p:extLst>
      <p:ext uri="{BB962C8B-B14F-4D97-AF65-F5344CB8AC3E}">
        <p14:creationId xmlns:p14="http://schemas.microsoft.com/office/powerpoint/2010/main" val="1784880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352" y="457200"/>
            <a:ext cx="4515728" cy="1600200"/>
          </a:xfrm>
        </p:spPr>
        <p:txBody>
          <a:bodyPr anchor="t"/>
          <a:lstStyle/>
          <a:p>
            <a:r>
              <a:rPr lang="en-AU" noProof="0" dirty="0"/>
              <a:t>What is effective?</a:t>
            </a:r>
          </a:p>
        </p:txBody>
      </p:sp>
      <p:sp>
        <p:nvSpPr>
          <p:cNvPr id="2" name="Content Placeholder 1"/>
          <p:cNvSpPr>
            <a:spLocks noGrp="1"/>
          </p:cNvSpPr>
          <p:nvPr>
            <p:ph idx="1"/>
          </p:nvPr>
        </p:nvSpPr>
        <p:spPr>
          <a:xfrm>
            <a:off x="5099050" y="1668157"/>
            <a:ext cx="5111750" cy="4480560"/>
          </a:xfrm>
        </p:spPr>
        <p:txBody>
          <a:bodyPr>
            <a:normAutofit/>
          </a:bodyPr>
          <a:lstStyle/>
          <a:p>
            <a:pPr lvl="0"/>
            <a:endParaRPr lang="en-AU" noProof="0" dirty="0"/>
          </a:p>
          <a:p>
            <a:pPr lvl="0"/>
            <a:endParaRPr lang="en-AU" noProof="0" dirty="0"/>
          </a:p>
        </p:txBody>
      </p:sp>
      <p:sp>
        <p:nvSpPr>
          <p:cNvPr id="6" name="Text Placeholder 5"/>
          <p:cNvSpPr>
            <a:spLocks noGrp="1"/>
          </p:cNvSpPr>
          <p:nvPr>
            <p:ph type="body" sz="half" idx="2"/>
          </p:nvPr>
        </p:nvSpPr>
        <p:spPr>
          <a:xfrm>
            <a:off x="131176" y="1695861"/>
            <a:ext cx="4309239" cy="4192982"/>
          </a:xfrm>
        </p:spPr>
        <p:txBody>
          <a:bodyPr>
            <a:normAutofit/>
          </a:bodyPr>
          <a:lstStyle/>
          <a:p>
            <a:r>
              <a:rPr lang="en-AU" noProof="0" dirty="0"/>
              <a:t>Campaign examples</a:t>
            </a:r>
          </a:p>
          <a:p>
            <a:r>
              <a:rPr lang="en-AU" noProof="0" dirty="0"/>
              <a:t>Media campaigns can change behaviour.  </a:t>
            </a:r>
          </a:p>
          <a:p>
            <a:r>
              <a:rPr lang="en-AU" noProof="0" dirty="0"/>
              <a:t>Successful anti smoking campaigns highlight some lessons </a:t>
            </a:r>
            <a:br>
              <a:rPr lang="en-AU" noProof="0" dirty="0"/>
            </a:br>
            <a:r>
              <a:rPr lang="en-AU" noProof="0" dirty="0"/>
              <a:t>which may be of </a:t>
            </a:r>
            <a:br>
              <a:rPr lang="en-AU" noProof="0" dirty="0"/>
            </a:br>
            <a:r>
              <a:rPr lang="en-AU" noProof="0" dirty="0"/>
              <a:t>general value: </a:t>
            </a:r>
          </a:p>
        </p:txBody>
      </p:sp>
      <p:pic>
        <p:nvPicPr>
          <p:cNvPr id="5" name="Picture 4" descr="Screen Shot 2016-07-08 at 11.47.59 a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989709" y="305475"/>
            <a:ext cx="3879726" cy="2725364"/>
          </a:xfrm>
          <a:prstGeom prst="rect">
            <a:avLst/>
          </a:prstGeom>
        </p:spPr>
      </p:pic>
      <p:pic>
        <p:nvPicPr>
          <p:cNvPr id="7" name="Picture 6" descr="Screen Shot 2016-07-08 at 11.50.41 a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345686" y="4393521"/>
            <a:ext cx="4309239" cy="2399463"/>
          </a:xfrm>
          <a:prstGeom prst="rect">
            <a:avLst/>
          </a:prstGeom>
        </p:spPr>
      </p:pic>
      <p:pic>
        <p:nvPicPr>
          <p:cNvPr id="8" name="Picture 7" descr="Screen Shot 2016-07-03 at 11.48.39 a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516274" y="3034357"/>
            <a:ext cx="3353161" cy="2798357"/>
          </a:xfrm>
          <a:prstGeom prst="rect">
            <a:avLst/>
          </a:prstGeom>
        </p:spPr>
      </p:pic>
      <p:pic>
        <p:nvPicPr>
          <p:cNvPr id="9" name="Picture 8" descr="Screen Shot 2016-07-08 at 3.59.43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776487" y="305475"/>
            <a:ext cx="2139691" cy="2798357"/>
          </a:xfrm>
          <a:prstGeom prst="rect">
            <a:avLst/>
          </a:prstGeom>
        </p:spPr>
      </p:pic>
    </p:spTree>
    <p:extLst>
      <p:ext uri="{BB962C8B-B14F-4D97-AF65-F5344CB8AC3E}">
        <p14:creationId xmlns:p14="http://schemas.microsoft.com/office/powerpoint/2010/main" val="3139089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4869" y="131746"/>
            <a:ext cx="4640854" cy="1600200"/>
          </a:xfrm>
        </p:spPr>
        <p:txBody>
          <a:bodyPr anchor="t"/>
          <a:lstStyle/>
          <a:p>
            <a:r>
              <a:rPr lang="en-AU" noProof="0" dirty="0"/>
              <a:t>What is effective?</a:t>
            </a:r>
          </a:p>
        </p:txBody>
      </p:sp>
      <p:sp>
        <p:nvSpPr>
          <p:cNvPr id="2" name="Content Placeholder 1"/>
          <p:cNvSpPr>
            <a:spLocks noGrp="1"/>
          </p:cNvSpPr>
          <p:nvPr>
            <p:ph idx="1"/>
          </p:nvPr>
        </p:nvSpPr>
        <p:spPr>
          <a:xfrm>
            <a:off x="5148776" y="131746"/>
            <a:ext cx="6836898" cy="6594508"/>
          </a:xfrm>
        </p:spPr>
        <p:txBody>
          <a:bodyPr>
            <a:normAutofit fontScale="77500" lnSpcReduction="20000"/>
          </a:bodyPr>
          <a:lstStyle/>
          <a:p>
            <a:pPr lvl="0"/>
            <a:endParaRPr lang="en-AU" noProof="0" dirty="0"/>
          </a:p>
          <a:p>
            <a:pPr marL="457200" indent="-457200">
              <a:buFontTx/>
              <a:buChar char="•"/>
            </a:pPr>
            <a:r>
              <a:rPr lang="en-AU" noProof="0" dirty="0"/>
              <a:t>Campaigns need to contain a variety of messages– ‘threatening’ and ‘supportive’ styles of delivery can complement each other</a:t>
            </a:r>
          </a:p>
          <a:p>
            <a:pPr marL="457200" indent="-457200">
              <a:buFontTx/>
              <a:buChar char="•"/>
            </a:pPr>
            <a:r>
              <a:rPr lang="en-AU" noProof="0" dirty="0"/>
              <a:t> Anti-smoking advertising has to compete in a crowded media marketplace – a hook is needed to engage the emotions of the target audience </a:t>
            </a:r>
          </a:p>
          <a:p>
            <a:pPr marL="457200" indent="-457200">
              <a:buFontTx/>
              <a:buChar char="•"/>
            </a:pPr>
            <a:r>
              <a:rPr lang="en-AU" noProof="0" dirty="0"/>
              <a:t>Emotions can be engaged using humour, fear,  sympathy or aspiration</a:t>
            </a:r>
          </a:p>
          <a:p>
            <a:pPr marL="457200" indent="-457200">
              <a:buFontTx/>
              <a:buChar char="•"/>
            </a:pPr>
            <a:r>
              <a:rPr lang="en-AU" noProof="0" dirty="0"/>
              <a:t>Smokers want help and encouragement to quit </a:t>
            </a:r>
          </a:p>
          <a:p>
            <a:pPr marL="457200" indent="-457200">
              <a:buFontTx/>
              <a:buChar char="•"/>
            </a:pPr>
            <a:r>
              <a:rPr lang="en-AU" noProof="0" dirty="0"/>
              <a:t>Advertising should not tell people what they should do </a:t>
            </a:r>
          </a:p>
          <a:p>
            <a:pPr marL="457200" indent="-457200">
              <a:buFontTx/>
              <a:buChar char="•"/>
            </a:pPr>
            <a:r>
              <a:rPr lang="en-AU" noProof="0" dirty="0"/>
              <a:t>Smokers are motivated by knowing that they are not alone, and that support and help are available – they need reminding of the benefits of not smoking</a:t>
            </a:r>
          </a:p>
          <a:p>
            <a:pPr marL="457200" indent="-457200">
              <a:buFontTx/>
              <a:buChar char="•"/>
            </a:pPr>
            <a:r>
              <a:rPr lang="en-AU" noProof="0" dirty="0"/>
              <a:t>Content and style of delivery are of equal importance – smokers can accept unpalatable messages if the context is encouraging and supportive. </a:t>
            </a:r>
          </a:p>
        </p:txBody>
      </p:sp>
      <p:grpSp>
        <p:nvGrpSpPr>
          <p:cNvPr id="6" name="Group 5">
            <a:extLst>
              <a:ext uri="{FF2B5EF4-FFF2-40B4-BE49-F238E27FC236}">
                <a16:creationId xmlns:a16="http://schemas.microsoft.com/office/drawing/2014/main" id="{DAC86666-1F75-495B-B187-3B4CB7CFF7F7}"/>
              </a:ext>
            </a:extLst>
          </p:cNvPr>
          <p:cNvGrpSpPr/>
          <p:nvPr/>
        </p:nvGrpSpPr>
        <p:grpSpPr>
          <a:xfrm>
            <a:off x="731149" y="1062289"/>
            <a:ext cx="3860406" cy="5663965"/>
            <a:chOff x="731149" y="1062289"/>
            <a:chExt cx="3860406" cy="5663965"/>
          </a:xfrm>
        </p:grpSpPr>
        <p:pic>
          <p:nvPicPr>
            <p:cNvPr id="3" name="Picture 2" descr="Screen Shot 2016-07-08 at 11.47.59 a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283257" y="1101771"/>
              <a:ext cx="2308298" cy="1621494"/>
            </a:xfrm>
            <a:prstGeom prst="rect">
              <a:avLst/>
            </a:prstGeom>
          </p:spPr>
        </p:pic>
        <p:pic>
          <p:nvPicPr>
            <p:cNvPr id="5" name="Picture 4" descr="Screen Shot 2016-07-08 at 11.50.41 a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31149" y="2923771"/>
              <a:ext cx="3323289" cy="1850467"/>
            </a:xfrm>
            <a:prstGeom prst="rect">
              <a:avLst/>
            </a:prstGeom>
          </p:spPr>
        </p:pic>
        <p:pic>
          <p:nvPicPr>
            <p:cNvPr id="7" name="Picture 6" descr="Screen Shot 2016-07-03 at 11.48.39 a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41412" y="4953642"/>
              <a:ext cx="2124051" cy="1772612"/>
            </a:xfrm>
            <a:prstGeom prst="rect">
              <a:avLst/>
            </a:prstGeom>
          </p:spPr>
        </p:pic>
        <p:pic>
          <p:nvPicPr>
            <p:cNvPr id="8" name="Picture 7" descr="Screen Shot 2016-07-08 at 3.59.43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31149" y="1062289"/>
              <a:ext cx="1300211" cy="1700458"/>
            </a:xfrm>
            <a:prstGeom prst="rect">
              <a:avLst/>
            </a:prstGeom>
          </p:spPr>
        </p:pic>
      </p:grpSp>
    </p:spTree>
    <p:extLst>
      <p:ext uri="{BB962C8B-B14F-4D97-AF65-F5344CB8AC3E}">
        <p14:creationId xmlns:p14="http://schemas.microsoft.com/office/powerpoint/2010/main" val="2094339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noProof="0" dirty="0"/>
              <a:t>Social marketing</a:t>
            </a:r>
          </a:p>
        </p:txBody>
      </p:sp>
      <p:sp>
        <p:nvSpPr>
          <p:cNvPr id="6" name="Text Placeholder 5"/>
          <p:cNvSpPr>
            <a:spLocks noGrp="1"/>
          </p:cNvSpPr>
          <p:nvPr>
            <p:ph type="body" sz="half" idx="2"/>
          </p:nvPr>
        </p:nvSpPr>
        <p:spPr>
          <a:xfrm>
            <a:off x="6496620" y="606995"/>
            <a:ext cx="4194826" cy="5793805"/>
          </a:xfrm>
        </p:spPr>
        <p:txBody>
          <a:bodyPr>
            <a:noAutofit/>
          </a:bodyPr>
          <a:lstStyle/>
          <a:p>
            <a:r>
              <a:rPr lang="en-AU" noProof="0" dirty="0"/>
              <a:t>Social marketing is the use of marketing principles to influence human behaviour in order to improve health or benefit society.</a:t>
            </a:r>
          </a:p>
        </p:txBody>
      </p:sp>
      <p:pic>
        <p:nvPicPr>
          <p:cNvPr id="8" name="Picture 7" descr="Screen Shot 2016-07-08 at 11.59.46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193" y="2379126"/>
            <a:ext cx="6048427" cy="4021674"/>
          </a:xfrm>
          <a:prstGeom prst="rect">
            <a:avLst/>
          </a:prstGeom>
        </p:spPr>
      </p:pic>
    </p:spTree>
    <p:extLst>
      <p:ext uri="{BB962C8B-B14F-4D97-AF65-F5344CB8AC3E}">
        <p14:creationId xmlns:p14="http://schemas.microsoft.com/office/powerpoint/2010/main" val="2345521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noProof="0" dirty="0"/>
              <a:t>Social marketing</a:t>
            </a:r>
          </a:p>
        </p:txBody>
      </p:sp>
      <p:sp>
        <p:nvSpPr>
          <p:cNvPr id="2" name="Content Placeholder 1"/>
          <p:cNvSpPr>
            <a:spLocks noGrp="1"/>
          </p:cNvSpPr>
          <p:nvPr>
            <p:ph idx="1"/>
          </p:nvPr>
        </p:nvSpPr>
        <p:spPr/>
        <p:txBody>
          <a:bodyPr/>
          <a:lstStyle/>
          <a:p>
            <a:pPr lvl="0"/>
            <a:r>
              <a:rPr lang="en-AU" noProof="0" dirty="0"/>
              <a:t>Fasten your seat belt.</a:t>
            </a:r>
          </a:p>
          <a:p>
            <a:pPr lvl="0"/>
            <a:r>
              <a:rPr lang="en-AU" noProof="0" dirty="0"/>
              <a:t>Eat more fruit.</a:t>
            </a:r>
          </a:p>
          <a:p>
            <a:pPr lvl="0"/>
            <a:r>
              <a:rPr lang="en-AU" noProof="0" dirty="0"/>
              <a:t>Pull over to use your mobile phone.</a:t>
            </a:r>
          </a:p>
          <a:p>
            <a:pPr lvl="0"/>
            <a:r>
              <a:rPr lang="en-AU" noProof="0" dirty="0"/>
              <a:t>Don't litter.</a:t>
            </a:r>
          </a:p>
          <a:p>
            <a:pPr lvl="0"/>
            <a:r>
              <a:rPr lang="en-AU" noProof="0" dirty="0"/>
              <a:t>Get a mammogram.</a:t>
            </a:r>
          </a:p>
          <a:p>
            <a:pPr lvl="0"/>
            <a:r>
              <a:rPr lang="en-AU" noProof="0" dirty="0"/>
              <a:t>Talk to your doctor</a:t>
            </a:r>
          </a:p>
          <a:p>
            <a:endParaRPr lang="en-AU" noProof="0" dirty="0"/>
          </a:p>
        </p:txBody>
      </p:sp>
      <p:sp>
        <p:nvSpPr>
          <p:cNvPr id="6" name="Text Placeholder 5"/>
          <p:cNvSpPr>
            <a:spLocks noGrp="1"/>
          </p:cNvSpPr>
          <p:nvPr>
            <p:ph type="body" sz="half" idx="2"/>
          </p:nvPr>
        </p:nvSpPr>
        <p:spPr/>
        <p:txBody>
          <a:bodyPr/>
          <a:lstStyle/>
          <a:p>
            <a:r>
              <a:rPr lang="en-AU" noProof="0" dirty="0"/>
              <a:t>Look at these sentences.</a:t>
            </a:r>
          </a:p>
          <a:p>
            <a:r>
              <a:rPr lang="en-AU" noProof="0" dirty="0"/>
              <a:t>What do the words in red have in common?</a:t>
            </a:r>
          </a:p>
        </p:txBody>
      </p:sp>
      <p:pic>
        <p:nvPicPr>
          <p:cNvPr id="3" name="Picture 2" descr="Screen Shot 2016-07-08 at 12.02.35 pm.png"/>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23791" y="3738458"/>
            <a:ext cx="2965608" cy="2948316"/>
          </a:xfrm>
          <a:prstGeom prst="rect">
            <a:avLst/>
          </a:prstGeom>
        </p:spPr>
      </p:pic>
    </p:spTree>
    <p:extLst>
      <p:ext uri="{BB962C8B-B14F-4D97-AF65-F5344CB8AC3E}">
        <p14:creationId xmlns:p14="http://schemas.microsoft.com/office/powerpoint/2010/main" val="2944538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Shot 2016-07-08 at 12.02.35 pm.png"/>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23375" y="3963194"/>
            <a:ext cx="2965608" cy="2948316"/>
          </a:xfrm>
          <a:prstGeom prst="rect">
            <a:avLst/>
          </a:prstGeom>
        </p:spPr>
      </p:pic>
      <p:sp>
        <p:nvSpPr>
          <p:cNvPr id="4" name="Title 3"/>
          <p:cNvSpPr>
            <a:spLocks noGrp="1"/>
          </p:cNvSpPr>
          <p:nvPr>
            <p:ph type="title"/>
          </p:nvPr>
        </p:nvSpPr>
        <p:spPr/>
        <p:txBody>
          <a:bodyPr/>
          <a:lstStyle/>
          <a:p>
            <a:r>
              <a:rPr lang="en-AU" noProof="0" dirty="0"/>
              <a:t>Social marketing</a:t>
            </a:r>
          </a:p>
        </p:txBody>
      </p:sp>
      <p:sp>
        <p:nvSpPr>
          <p:cNvPr id="2" name="Content Placeholder 1"/>
          <p:cNvSpPr>
            <a:spLocks noGrp="1"/>
          </p:cNvSpPr>
          <p:nvPr>
            <p:ph idx="1"/>
          </p:nvPr>
        </p:nvSpPr>
        <p:spPr/>
        <p:txBody>
          <a:bodyPr/>
          <a:lstStyle/>
          <a:p>
            <a:pPr lvl="0"/>
            <a:r>
              <a:rPr lang="en-AU" noProof="0" dirty="0"/>
              <a:t>Fasten your seat belt.</a:t>
            </a:r>
          </a:p>
          <a:p>
            <a:pPr lvl="0"/>
            <a:r>
              <a:rPr lang="en-AU" noProof="0" dirty="0"/>
              <a:t>Eat more fruit.</a:t>
            </a:r>
          </a:p>
          <a:p>
            <a:pPr lvl="0"/>
            <a:r>
              <a:rPr lang="en-AU" noProof="0" dirty="0"/>
              <a:t>Pull over to use your mobile phone.</a:t>
            </a:r>
          </a:p>
          <a:p>
            <a:pPr lvl="0"/>
            <a:r>
              <a:rPr lang="en-AU" noProof="0" dirty="0"/>
              <a:t>Don't litter.</a:t>
            </a:r>
          </a:p>
          <a:p>
            <a:pPr lvl="0"/>
            <a:r>
              <a:rPr lang="en-AU" noProof="0" dirty="0"/>
              <a:t>Get a mammogram.</a:t>
            </a:r>
          </a:p>
          <a:p>
            <a:pPr lvl="0"/>
            <a:r>
              <a:rPr lang="en-AU" noProof="0" dirty="0"/>
              <a:t>Talk to your doctor</a:t>
            </a:r>
          </a:p>
          <a:p>
            <a:endParaRPr lang="en-AU" noProof="0" dirty="0"/>
          </a:p>
        </p:txBody>
      </p:sp>
      <p:sp>
        <p:nvSpPr>
          <p:cNvPr id="6" name="Text Placeholder 5"/>
          <p:cNvSpPr>
            <a:spLocks noGrp="1"/>
          </p:cNvSpPr>
          <p:nvPr>
            <p:ph type="body" sz="half" idx="2"/>
          </p:nvPr>
        </p:nvSpPr>
        <p:spPr/>
        <p:txBody>
          <a:bodyPr>
            <a:normAutofit lnSpcReduction="10000"/>
          </a:bodyPr>
          <a:lstStyle/>
          <a:p>
            <a:r>
              <a:rPr lang="en-AU" noProof="0" dirty="0"/>
              <a:t>These words describe problems to be addressed by changing behaviour.</a:t>
            </a:r>
          </a:p>
          <a:p>
            <a:r>
              <a:rPr lang="en-AU" noProof="0" dirty="0"/>
              <a:t>You need to understand your target audience and make realistic goals for behaviour change</a:t>
            </a:r>
          </a:p>
        </p:txBody>
      </p:sp>
    </p:spTree>
    <p:extLst>
      <p:ext uri="{BB962C8B-B14F-4D97-AF65-F5344CB8AC3E}">
        <p14:creationId xmlns:p14="http://schemas.microsoft.com/office/powerpoint/2010/main" val="3825236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53841" y="457200"/>
            <a:ext cx="4617408" cy="1600200"/>
          </a:xfrm>
        </p:spPr>
        <p:txBody>
          <a:bodyPr anchor="t"/>
          <a:lstStyle/>
          <a:p>
            <a:r>
              <a:rPr lang="en-AU" noProof="0" dirty="0"/>
              <a:t>Social marketing as about</a:t>
            </a:r>
          </a:p>
        </p:txBody>
      </p:sp>
      <p:sp>
        <p:nvSpPr>
          <p:cNvPr id="2" name="Content Placeholder 1"/>
          <p:cNvSpPr>
            <a:spLocks noGrp="1"/>
          </p:cNvSpPr>
          <p:nvPr>
            <p:ph idx="1"/>
          </p:nvPr>
        </p:nvSpPr>
        <p:spPr>
          <a:xfrm>
            <a:off x="5495349" y="1814234"/>
            <a:ext cx="4950770" cy="4480560"/>
          </a:xfrm>
        </p:spPr>
        <p:txBody>
          <a:bodyPr>
            <a:normAutofit/>
          </a:bodyPr>
          <a:lstStyle/>
          <a:p>
            <a:pPr lvl="0"/>
            <a:r>
              <a:rPr lang="en-AU" noProof="0" dirty="0"/>
              <a:t>Identifying                           the target audience</a:t>
            </a:r>
          </a:p>
          <a:p>
            <a:pPr lvl="0"/>
            <a:endParaRPr lang="en-AU" noProof="0" dirty="0"/>
          </a:p>
          <a:p>
            <a:pPr lvl="0"/>
            <a:r>
              <a:rPr lang="en-AU" noProof="0" dirty="0"/>
              <a:t>Describing the benefits you offer</a:t>
            </a:r>
          </a:p>
          <a:p>
            <a:pPr lvl="0"/>
            <a:endParaRPr lang="en-AU" noProof="0" dirty="0"/>
          </a:p>
          <a:p>
            <a:pPr lvl="0"/>
            <a:r>
              <a:rPr lang="en-AU" noProof="0" dirty="0"/>
              <a:t>Creating effective interventions</a:t>
            </a:r>
          </a:p>
          <a:p>
            <a:endParaRPr lang="en-AU" noProof="0" dirty="0"/>
          </a:p>
        </p:txBody>
      </p:sp>
      <p:pic>
        <p:nvPicPr>
          <p:cNvPr id="3" name="Picture 2" descr="Screen Shot 2016-07-08 at 5.26.54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917307" y="152718"/>
            <a:ext cx="2279757" cy="2049782"/>
          </a:xfrm>
          <a:prstGeom prst="rect">
            <a:avLst/>
          </a:prstGeom>
        </p:spPr>
      </p:pic>
      <p:pic>
        <p:nvPicPr>
          <p:cNvPr id="5" name="Picture 4" descr="Screen Shot 2016-07-08 at 5.28.16 pm.png"/>
          <p:cNvPicPr>
            <a:picLocks noChangeAspect="1"/>
          </p:cNvPicPr>
          <p:nvPr/>
        </p:nvPicPr>
        <p:blipFill>
          <a:blip r:embed="rId3" cstate="email">
            <a:clrChange>
              <a:clrFrom>
                <a:srgbClr val="FEFDFE"/>
              </a:clrFrom>
              <a:clrTo>
                <a:srgbClr val="FEFDFE">
                  <a:alpha val="0"/>
                </a:srgbClr>
              </a:clrTo>
            </a:clrChange>
            <a:extLst>
              <a:ext uri="{28A0092B-C50C-407E-A947-70E740481C1C}">
                <a14:useLocalDpi xmlns:a14="http://schemas.microsoft.com/office/drawing/2010/main" val="0"/>
              </a:ext>
            </a:extLst>
          </a:blip>
          <a:stretch>
            <a:fillRect/>
          </a:stretch>
        </p:blipFill>
        <p:spPr>
          <a:xfrm>
            <a:off x="1745881" y="2032422"/>
            <a:ext cx="3341508" cy="1930772"/>
          </a:xfrm>
          <a:prstGeom prst="rect">
            <a:avLst/>
          </a:prstGeom>
        </p:spPr>
      </p:pic>
      <p:pic>
        <p:nvPicPr>
          <p:cNvPr id="7" name="Picture 6" descr="Screen Shot 2016-07-08 at 5.30.45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981201" y="4682815"/>
            <a:ext cx="3117481" cy="2025779"/>
          </a:xfrm>
          <a:prstGeom prst="rect">
            <a:avLst/>
          </a:prstGeom>
        </p:spPr>
      </p:pic>
    </p:spTree>
    <p:extLst>
      <p:ext uri="{BB962C8B-B14F-4D97-AF65-F5344CB8AC3E}">
        <p14:creationId xmlns:p14="http://schemas.microsoft.com/office/powerpoint/2010/main" val="3575583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noProof="0" dirty="0"/>
              <a:t>Social marketing</a:t>
            </a:r>
          </a:p>
        </p:txBody>
      </p:sp>
      <p:sp>
        <p:nvSpPr>
          <p:cNvPr id="2" name="Content Placeholder 1"/>
          <p:cNvSpPr>
            <a:spLocks noGrp="1"/>
          </p:cNvSpPr>
          <p:nvPr>
            <p:ph idx="1"/>
          </p:nvPr>
        </p:nvSpPr>
        <p:spPr>
          <a:xfrm>
            <a:off x="5098681" y="1083212"/>
            <a:ext cx="5569319" cy="5211582"/>
          </a:xfrm>
        </p:spPr>
        <p:txBody>
          <a:bodyPr>
            <a:normAutofit/>
          </a:bodyPr>
          <a:lstStyle/>
          <a:p>
            <a:pPr lvl="0"/>
            <a:r>
              <a:rPr lang="en-AU" noProof="0" dirty="0"/>
              <a:t>Attention                                 </a:t>
            </a:r>
            <a:br>
              <a:rPr lang="en-AU" noProof="0" dirty="0"/>
            </a:br>
            <a:r>
              <a:rPr lang="en-AU" noProof="0" dirty="0"/>
              <a:t>Gain the audience’s attention</a:t>
            </a:r>
          </a:p>
          <a:p>
            <a:pPr lvl="0"/>
            <a:r>
              <a:rPr lang="en-AU" noProof="0" dirty="0"/>
              <a:t>Interest                                </a:t>
            </a:r>
            <a:br>
              <a:rPr lang="en-AU" noProof="0" dirty="0"/>
            </a:br>
            <a:r>
              <a:rPr lang="en-AU" noProof="0" dirty="0"/>
              <a:t>Maintain their interest</a:t>
            </a:r>
          </a:p>
          <a:p>
            <a:pPr lvl="0"/>
            <a:r>
              <a:rPr lang="en-AU" noProof="0" dirty="0"/>
              <a:t>Desire                                       Encourage them to desire what you are promoting (appeals)</a:t>
            </a:r>
          </a:p>
          <a:p>
            <a:r>
              <a:rPr lang="en-AU" noProof="0" dirty="0"/>
              <a:t>Action                                      </a:t>
            </a:r>
            <a:br>
              <a:rPr lang="en-AU" noProof="0" dirty="0"/>
            </a:br>
            <a:r>
              <a:rPr lang="en-AU" noProof="0" dirty="0"/>
              <a:t>Get them to take action</a:t>
            </a:r>
          </a:p>
          <a:p>
            <a:pPr lvl="0"/>
            <a:endParaRPr lang="en-AU" noProof="0" dirty="0"/>
          </a:p>
          <a:p>
            <a:endParaRPr lang="en-AU" noProof="0" dirty="0"/>
          </a:p>
        </p:txBody>
      </p:sp>
      <p:sp>
        <p:nvSpPr>
          <p:cNvPr id="6" name="Text Placeholder 5"/>
          <p:cNvSpPr>
            <a:spLocks noGrp="1"/>
          </p:cNvSpPr>
          <p:nvPr>
            <p:ph type="body" sz="half" idx="2"/>
          </p:nvPr>
        </p:nvSpPr>
        <p:spPr/>
        <p:txBody>
          <a:bodyPr>
            <a:normAutofit/>
          </a:bodyPr>
          <a:lstStyle/>
          <a:p>
            <a:endParaRPr lang="en-AU" noProof="0" dirty="0"/>
          </a:p>
          <a:p>
            <a:r>
              <a:rPr lang="en-AU" noProof="0" dirty="0"/>
              <a:t>Social marketing is a form of advertising.  Remember AIDA - what advertisers have to do to create a successful advertisement:</a:t>
            </a:r>
          </a:p>
        </p:txBody>
      </p:sp>
    </p:spTree>
    <p:extLst>
      <p:ext uri="{BB962C8B-B14F-4D97-AF65-F5344CB8AC3E}">
        <p14:creationId xmlns:p14="http://schemas.microsoft.com/office/powerpoint/2010/main" val="850178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noProof="0" dirty="0"/>
              <a:t>Social marketing</a:t>
            </a:r>
          </a:p>
        </p:txBody>
      </p:sp>
      <p:sp>
        <p:nvSpPr>
          <p:cNvPr id="2" name="Content Placeholder 1"/>
          <p:cNvSpPr>
            <a:spLocks noGrp="1"/>
          </p:cNvSpPr>
          <p:nvPr>
            <p:ph idx="1"/>
          </p:nvPr>
        </p:nvSpPr>
        <p:spPr>
          <a:xfrm>
            <a:off x="5099050" y="661183"/>
            <a:ext cx="5429810" cy="6045211"/>
          </a:xfrm>
        </p:spPr>
        <p:txBody>
          <a:bodyPr>
            <a:normAutofit fontScale="70000" lnSpcReduction="20000"/>
          </a:bodyPr>
          <a:lstStyle/>
          <a:p>
            <a:pPr marL="457200" indent="-457200">
              <a:buFontTx/>
              <a:buChar char="•"/>
            </a:pPr>
            <a:r>
              <a:rPr lang="en-AU" noProof="0" dirty="0"/>
              <a:t>Review information to define the problem          (What's out there?)</a:t>
            </a:r>
          </a:p>
          <a:p>
            <a:pPr marL="457200" indent="-457200">
              <a:buFontTx/>
              <a:buChar char="•"/>
            </a:pPr>
            <a:r>
              <a:rPr lang="en-AU" noProof="0" dirty="0"/>
              <a:t>Set communication objectives                              (What do we want to accomplish?)</a:t>
            </a:r>
          </a:p>
          <a:p>
            <a:pPr marL="457200" indent="-457200">
              <a:buFontTx/>
              <a:buChar char="•"/>
            </a:pPr>
            <a:r>
              <a:rPr lang="en-AU" noProof="0" dirty="0"/>
              <a:t>Analyse and segment target audiences                 (Who do we want to reach?)</a:t>
            </a:r>
          </a:p>
          <a:p>
            <a:pPr marL="457200" indent="-457200">
              <a:buFontTx/>
              <a:buChar char="•"/>
            </a:pPr>
            <a:r>
              <a:rPr lang="en-AU" noProof="0" dirty="0"/>
              <a:t>Develop and pre-test message concepts               (What do we want to say?)</a:t>
            </a:r>
          </a:p>
          <a:p>
            <a:pPr marL="457200" indent="-457200">
              <a:buFontTx/>
              <a:buChar char="•"/>
            </a:pPr>
            <a:r>
              <a:rPr lang="en-AU" noProof="0" dirty="0"/>
              <a:t>Select communication channels                          (Where do we want to say it?)</a:t>
            </a:r>
          </a:p>
          <a:p>
            <a:pPr marL="457200" indent="-457200">
              <a:buFontTx/>
              <a:buChar char="•"/>
            </a:pPr>
            <a:r>
              <a:rPr lang="en-AU" noProof="0" dirty="0"/>
              <a:t>Select, create and pre-test messages and products (How do we want to say it?)</a:t>
            </a:r>
          </a:p>
          <a:p>
            <a:pPr marL="457200" indent="-457200">
              <a:buFontTx/>
              <a:buChar char="•"/>
            </a:pPr>
            <a:r>
              <a:rPr lang="en-AU" noProof="0" dirty="0"/>
              <a:t>Develop promotion plan/production                        (How do we get it used?)</a:t>
            </a:r>
          </a:p>
          <a:p>
            <a:pPr marL="457200" indent="-457200">
              <a:buFontTx/>
              <a:buChar char="•"/>
            </a:pPr>
            <a:r>
              <a:rPr lang="en-AU" noProof="0" dirty="0"/>
              <a:t>Implement communication strategies and conduct process evaluation                                                  (Getting it out there)</a:t>
            </a:r>
          </a:p>
          <a:p>
            <a:pPr marL="457200" indent="-457200">
              <a:buFontTx/>
              <a:buChar char="•"/>
            </a:pPr>
            <a:r>
              <a:rPr lang="en-AU" noProof="0" dirty="0"/>
              <a:t>Conduct outcome and impact evaluation                     (How well did we do?)</a:t>
            </a:r>
          </a:p>
          <a:p>
            <a:pPr marL="457200" indent="-457200">
              <a:buFontTx/>
              <a:buChar char="•"/>
            </a:pPr>
            <a:endParaRPr lang="en-AU" noProof="0" dirty="0"/>
          </a:p>
          <a:p>
            <a:pPr lvl="0"/>
            <a:endParaRPr lang="en-AU" noProof="0" dirty="0"/>
          </a:p>
          <a:p>
            <a:pPr lvl="0"/>
            <a:endParaRPr lang="en-AU" noProof="0" dirty="0"/>
          </a:p>
        </p:txBody>
      </p:sp>
      <p:sp>
        <p:nvSpPr>
          <p:cNvPr id="6" name="Text Placeholder 5"/>
          <p:cNvSpPr>
            <a:spLocks noGrp="1"/>
          </p:cNvSpPr>
          <p:nvPr>
            <p:ph type="body" sz="half" idx="2"/>
          </p:nvPr>
        </p:nvSpPr>
        <p:spPr/>
        <p:txBody>
          <a:bodyPr>
            <a:normAutofit/>
          </a:bodyPr>
          <a:lstStyle/>
          <a:p>
            <a:r>
              <a:rPr lang="en-AU" noProof="0" dirty="0"/>
              <a:t>Planning</a:t>
            </a:r>
          </a:p>
          <a:p>
            <a:r>
              <a:rPr lang="en-AU" noProof="0" dirty="0"/>
              <a:t>These steps are essential to the strategic planning for an effective health campaign:</a:t>
            </a:r>
          </a:p>
        </p:txBody>
      </p:sp>
      <p:pic>
        <p:nvPicPr>
          <p:cNvPr id="3" name="Picture 2" descr="Screen Shot 2016-07-08 at 6.01.35 pm.png"/>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52438" y="4117772"/>
            <a:ext cx="3456549" cy="2283029"/>
          </a:xfrm>
          <a:prstGeom prst="rect">
            <a:avLst/>
          </a:prstGeom>
        </p:spPr>
      </p:pic>
    </p:spTree>
    <p:extLst>
      <p:ext uri="{BB962C8B-B14F-4D97-AF65-F5344CB8AC3E}">
        <p14:creationId xmlns:p14="http://schemas.microsoft.com/office/powerpoint/2010/main" val="3322043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6905" y="465109"/>
            <a:ext cx="7149593" cy="1600200"/>
          </a:xfrm>
        </p:spPr>
        <p:txBody>
          <a:bodyPr anchor="t"/>
          <a:lstStyle/>
          <a:p>
            <a:r>
              <a:rPr lang="en-AU" noProof="0" dirty="0"/>
              <a:t>Elements of health campaigns</a:t>
            </a:r>
          </a:p>
        </p:txBody>
      </p:sp>
      <p:sp>
        <p:nvSpPr>
          <p:cNvPr id="2" name="Content Placeholder 1"/>
          <p:cNvSpPr>
            <a:spLocks noGrp="1"/>
          </p:cNvSpPr>
          <p:nvPr>
            <p:ph idx="1"/>
          </p:nvPr>
        </p:nvSpPr>
        <p:spPr>
          <a:xfrm>
            <a:off x="5099050" y="1668157"/>
            <a:ext cx="5429810" cy="5038236"/>
          </a:xfrm>
        </p:spPr>
        <p:txBody>
          <a:bodyPr>
            <a:normAutofit/>
          </a:bodyPr>
          <a:lstStyle/>
          <a:p>
            <a:pPr lvl="0"/>
            <a:endParaRPr lang="en-AU" noProof="0" dirty="0"/>
          </a:p>
          <a:p>
            <a:pPr lvl="0"/>
            <a:endParaRPr lang="en-AU" noProof="0" dirty="0"/>
          </a:p>
          <a:p>
            <a:pPr lvl="0"/>
            <a:endParaRPr lang="en-AU" noProof="0" dirty="0"/>
          </a:p>
        </p:txBody>
      </p:sp>
      <p:sp>
        <p:nvSpPr>
          <p:cNvPr id="6" name="Text Placeholder 5"/>
          <p:cNvSpPr>
            <a:spLocks noGrp="1"/>
          </p:cNvSpPr>
          <p:nvPr>
            <p:ph type="body" sz="half" idx="2"/>
          </p:nvPr>
        </p:nvSpPr>
        <p:spPr>
          <a:xfrm>
            <a:off x="500235" y="2312908"/>
            <a:ext cx="4803286" cy="3905011"/>
          </a:xfrm>
        </p:spPr>
        <p:txBody>
          <a:bodyPr>
            <a:noAutofit/>
          </a:bodyPr>
          <a:lstStyle/>
          <a:p>
            <a:pPr marL="285750" indent="-285750">
              <a:buFontTx/>
              <a:buChar char="•"/>
            </a:pPr>
            <a:r>
              <a:rPr lang="en-AU" noProof="0" dirty="0"/>
              <a:t>Posters</a:t>
            </a:r>
          </a:p>
          <a:p>
            <a:pPr marL="285750" indent="-285750">
              <a:buFontTx/>
              <a:buChar char="•"/>
            </a:pPr>
            <a:r>
              <a:rPr lang="en-AU" noProof="0" dirty="0"/>
              <a:t>Slogans and taglines</a:t>
            </a:r>
          </a:p>
          <a:p>
            <a:pPr marL="285750" indent="-285750">
              <a:buFontTx/>
              <a:buChar char="•"/>
            </a:pPr>
            <a:r>
              <a:rPr lang="en-AU" noProof="0" dirty="0"/>
              <a:t>Repeated formats</a:t>
            </a:r>
          </a:p>
          <a:p>
            <a:pPr marL="285750" indent="-285750">
              <a:buFontTx/>
              <a:buChar char="•"/>
            </a:pPr>
            <a:r>
              <a:rPr lang="en-AU" noProof="0" dirty="0"/>
              <a:t>Variety for different media or sections of the audience</a:t>
            </a:r>
          </a:p>
        </p:txBody>
      </p:sp>
      <p:pic>
        <p:nvPicPr>
          <p:cNvPr id="7" name="Content Placeholder 2" descr="Screen Shot 2016-07-08 at 11.57.54 am.png"/>
          <p:cNvPicPr>
            <a:picLocks noGrp="1" noChangeAspect="1"/>
          </p:cNvPicPr>
          <p:nvPr/>
        </p:nvPicPr>
        <p:blipFill>
          <a:blip r:embed="rId2" cstate="email">
            <a:extLst>
              <a:ext uri="{28A0092B-C50C-407E-A947-70E740481C1C}">
                <a14:useLocalDpi xmlns:a14="http://schemas.microsoft.com/office/drawing/2010/main" val="0"/>
              </a:ext>
            </a:extLst>
          </a:blip>
          <a:srcRect t="-16258" b="-16258"/>
          <a:stretch>
            <a:fillRect/>
          </a:stretch>
        </p:blipFill>
        <p:spPr>
          <a:xfrm>
            <a:off x="5510105" y="662194"/>
            <a:ext cx="5567009" cy="4879604"/>
          </a:xfrm>
          <a:prstGeom prst="rect">
            <a:avLst/>
          </a:prstGeom>
        </p:spPr>
      </p:pic>
    </p:spTree>
    <p:extLst>
      <p:ext uri="{BB962C8B-B14F-4D97-AF65-F5344CB8AC3E}">
        <p14:creationId xmlns:p14="http://schemas.microsoft.com/office/powerpoint/2010/main" val="719443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45587" y="218175"/>
            <a:ext cx="7540283" cy="1600200"/>
          </a:xfrm>
        </p:spPr>
        <p:txBody>
          <a:bodyPr anchor="t"/>
          <a:lstStyle/>
          <a:p>
            <a:r>
              <a:rPr lang="en-AU" noProof="0" dirty="0"/>
              <a:t>Elements of health campaigns</a:t>
            </a:r>
          </a:p>
        </p:txBody>
      </p:sp>
      <p:sp>
        <p:nvSpPr>
          <p:cNvPr id="2" name="Content Placeholder 1"/>
          <p:cNvSpPr>
            <a:spLocks noGrp="1"/>
          </p:cNvSpPr>
          <p:nvPr>
            <p:ph idx="1"/>
          </p:nvPr>
        </p:nvSpPr>
        <p:spPr>
          <a:xfrm>
            <a:off x="5457259" y="1086530"/>
            <a:ext cx="5989154" cy="5771470"/>
          </a:xfrm>
        </p:spPr>
        <p:txBody>
          <a:bodyPr>
            <a:normAutofit fontScale="70000" lnSpcReduction="20000"/>
          </a:bodyPr>
          <a:lstStyle/>
          <a:p>
            <a:r>
              <a:rPr lang="en-AU" noProof="0" dirty="0"/>
              <a:t>CAMPAIGNS MAY ALSO HAVE:</a:t>
            </a:r>
          </a:p>
          <a:p>
            <a:pPr marL="457200" indent="-457200">
              <a:buFont typeface="Arial"/>
              <a:buChar char="•"/>
            </a:pPr>
            <a:r>
              <a:rPr lang="en-AU" noProof="0" dirty="0"/>
              <a:t>Social media profile </a:t>
            </a:r>
            <a:r>
              <a:rPr lang="en-AU" noProof="0" dirty="0" err="1"/>
              <a:t>eg</a:t>
            </a:r>
            <a:r>
              <a:rPr lang="en-AU" noProof="0" dirty="0"/>
              <a:t> Facebook page</a:t>
            </a:r>
          </a:p>
          <a:p>
            <a:pPr marL="457200" indent="-457200">
              <a:buFont typeface="Arial"/>
              <a:buChar char="•"/>
            </a:pPr>
            <a:r>
              <a:rPr lang="en-AU" noProof="0" dirty="0"/>
              <a:t>Online community</a:t>
            </a:r>
          </a:p>
          <a:p>
            <a:pPr marL="457200" indent="-457200">
              <a:buFont typeface="Arial"/>
              <a:buChar char="•"/>
            </a:pPr>
            <a:r>
              <a:rPr lang="en-AU" noProof="0" dirty="0"/>
              <a:t>Related games, entertainment</a:t>
            </a:r>
          </a:p>
          <a:p>
            <a:pPr marL="457200" indent="-457200">
              <a:buFont typeface="Arial"/>
              <a:buChar char="•"/>
            </a:pPr>
            <a:r>
              <a:rPr lang="en-AU" noProof="0" dirty="0"/>
              <a:t>Educational material</a:t>
            </a:r>
          </a:p>
          <a:p>
            <a:pPr marL="457200" indent="-457200">
              <a:buFont typeface="Arial"/>
              <a:buChar char="•"/>
            </a:pPr>
            <a:r>
              <a:rPr lang="en-AU" noProof="0" dirty="0"/>
              <a:t>Quizzes, fact sheets</a:t>
            </a:r>
          </a:p>
          <a:p>
            <a:pPr marL="457200" indent="-457200">
              <a:buFont typeface="Arial"/>
              <a:buChar char="•"/>
            </a:pPr>
            <a:r>
              <a:rPr lang="en-AU" noProof="0" dirty="0"/>
              <a:t>Competitions</a:t>
            </a:r>
          </a:p>
          <a:p>
            <a:pPr marL="457200" indent="-457200">
              <a:buFont typeface="Arial"/>
              <a:buChar char="•"/>
            </a:pPr>
            <a:r>
              <a:rPr lang="en-AU" noProof="0" dirty="0"/>
              <a:t>Rewards, prizes</a:t>
            </a:r>
          </a:p>
          <a:p>
            <a:pPr marL="457200" indent="-457200">
              <a:buFont typeface="Arial"/>
              <a:buChar char="•"/>
            </a:pPr>
            <a:r>
              <a:rPr lang="en-AU" noProof="0" dirty="0"/>
              <a:t>Tie ins with big events </a:t>
            </a:r>
            <a:r>
              <a:rPr lang="en-AU" noProof="0" dirty="0" err="1"/>
              <a:t>eg</a:t>
            </a:r>
            <a:r>
              <a:rPr lang="en-AU" noProof="0" dirty="0"/>
              <a:t> Olympics</a:t>
            </a:r>
          </a:p>
          <a:p>
            <a:pPr marL="457200" indent="-457200">
              <a:buFont typeface="Arial"/>
              <a:buChar char="•"/>
            </a:pPr>
            <a:r>
              <a:rPr lang="en-AU" noProof="0" dirty="0"/>
              <a:t>Sponsorship exposure </a:t>
            </a:r>
            <a:r>
              <a:rPr lang="en-AU" noProof="0" dirty="0" err="1"/>
              <a:t>eg</a:t>
            </a:r>
            <a:r>
              <a:rPr lang="en-AU" noProof="0" dirty="0"/>
              <a:t> sporting teams</a:t>
            </a:r>
          </a:p>
          <a:p>
            <a:pPr marL="457200" indent="-457200">
              <a:buFont typeface="Arial"/>
              <a:buChar char="•"/>
            </a:pPr>
            <a:r>
              <a:rPr lang="en-AU" noProof="0" dirty="0"/>
              <a:t>Connections with celebrities, organisations,     people with high social media presence</a:t>
            </a:r>
          </a:p>
          <a:p>
            <a:pPr marL="457200" indent="-457200">
              <a:buFont typeface="Arial"/>
              <a:buChar char="•"/>
            </a:pPr>
            <a:r>
              <a:rPr lang="en-AU" noProof="0" dirty="0"/>
              <a:t>Fictional characters or mascots</a:t>
            </a:r>
          </a:p>
          <a:p>
            <a:pPr marL="457200" indent="-457200">
              <a:buFont typeface="Arial"/>
              <a:buChar char="•"/>
            </a:pPr>
            <a:r>
              <a:rPr lang="en-AU" noProof="0" dirty="0"/>
              <a:t>Video/YouTube</a:t>
            </a:r>
          </a:p>
          <a:p>
            <a:pPr marL="457200" indent="-457200">
              <a:buFont typeface="Arial"/>
              <a:buChar char="•"/>
            </a:pPr>
            <a:r>
              <a:rPr lang="en-AU" noProof="0" dirty="0"/>
              <a:t>Volunteers, personal connections</a:t>
            </a:r>
          </a:p>
          <a:p>
            <a:pPr marL="457200" indent="-457200">
              <a:buFont typeface="Arial"/>
              <a:buChar char="•"/>
            </a:pPr>
            <a:r>
              <a:rPr lang="en-AU" noProof="0" dirty="0"/>
              <a:t>Events</a:t>
            </a:r>
          </a:p>
          <a:p>
            <a:pPr lvl="0"/>
            <a:endParaRPr lang="en-AU" noProof="0" dirty="0"/>
          </a:p>
          <a:p>
            <a:pPr lvl="0"/>
            <a:endParaRPr lang="en-AU" noProof="0" dirty="0"/>
          </a:p>
          <a:p>
            <a:pPr lvl="0"/>
            <a:endParaRPr lang="en-AU" noProof="0" dirty="0"/>
          </a:p>
        </p:txBody>
      </p:sp>
      <p:pic>
        <p:nvPicPr>
          <p:cNvPr id="7" name="Picture 6" descr="Screen Shot 2016-07-08 at 5.04.32 pm.png"/>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402514" y="209815"/>
            <a:ext cx="1933911" cy="1283822"/>
          </a:xfrm>
          <a:prstGeom prst="rect">
            <a:avLst/>
          </a:prstGeom>
        </p:spPr>
      </p:pic>
      <p:grpSp>
        <p:nvGrpSpPr>
          <p:cNvPr id="5" name="Group 4">
            <a:extLst>
              <a:ext uri="{FF2B5EF4-FFF2-40B4-BE49-F238E27FC236}">
                <a16:creationId xmlns:a16="http://schemas.microsoft.com/office/drawing/2014/main" id="{41FD2B62-AF1B-4A6A-9B5C-269D96057C01}"/>
              </a:ext>
            </a:extLst>
          </p:cNvPr>
          <p:cNvGrpSpPr/>
          <p:nvPr/>
        </p:nvGrpSpPr>
        <p:grpSpPr>
          <a:xfrm>
            <a:off x="419420" y="1106496"/>
            <a:ext cx="4624948" cy="4966135"/>
            <a:chOff x="419420" y="1106496"/>
            <a:chExt cx="4624948" cy="4966135"/>
          </a:xfrm>
        </p:grpSpPr>
        <p:pic>
          <p:nvPicPr>
            <p:cNvPr id="3" name="Picture 2" descr="Screen Shot 2016-07-03 at 12.07.25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21012" y="1106496"/>
              <a:ext cx="2484153" cy="3155888"/>
            </a:xfrm>
            <a:prstGeom prst="rect">
              <a:avLst/>
            </a:prstGeom>
          </p:spPr>
        </p:pic>
        <p:pic>
          <p:nvPicPr>
            <p:cNvPr id="8" name="Picture 7" descr="Screen Shot 2016-07-08 at 5.06.41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19420" y="4501893"/>
              <a:ext cx="4096308" cy="1570738"/>
            </a:xfrm>
            <a:prstGeom prst="rect">
              <a:avLst/>
            </a:prstGeom>
          </p:spPr>
        </p:pic>
        <p:pic>
          <p:nvPicPr>
            <p:cNvPr id="10" name="Picture 9" descr="Screen Shot 2016-07-08 at 5.20.21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035550" y="1106496"/>
              <a:ext cx="2008818" cy="2715132"/>
            </a:xfrm>
            <a:prstGeom prst="rect">
              <a:avLst/>
            </a:prstGeom>
          </p:spPr>
        </p:pic>
      </p:grpSp>
    </p:spTree>
    <p:extLst>
      <p:ext uri="{BB962C8B-B14F-4D97-AF65-F5344CB8AC3E}">
        <p14:creationId xmlns:p14="http://schemas.microsoft.com/office/powerpoint/2010/main" val="1638561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1533" y="510952"/>
            <a:ext cx="7948247" cy="1440000"/>
          </a:xfrm>
        </p:spPr>
        <p:txBody>
          <a:bodyPr anchor="t"/>
          <a:lstStyle/>
          <a:p>
            <a:r>
              <a:rPr lang="en-AU" noProof="0" dirty="0"/>
              <a:t>Examples of health campaigns</a:t>
            </a:r>
          </a:p>
        </p:txBody>
      </p:sp>
      <p:sp>
        <p:nvSpPr>
          <p:cNvPr id="2" name="Content Placeholder 1"/>
          <p:cNvSpPr>
            <a:spLocks noGrp="1"/>
          </p:cNvSpPr>
          <p:nvPr>
            <p:ph idx="1"/>
          </p:nvPr>
        </p:nvSpPr>
        <p:spPr>
          <a:xfrm>
            <a:off x="5099050" y="1668157"/>
            <a:ext cx="5429810" cy="5038236"/>
          </a:xfrm>
        </p:spPr>
        <p:txBody>
          <a:bodyPr>
            <a:normAutofit/>
          </a:bodyPr>
          <a:lstStyle/>
          <a:p>
            <a:pPr lvl="0"/>
            <a:endParaRPr lang="en-AU" noProof="0" dirty="0"/>
          </a:p>
          <a:p>
            <a:pPr lvl="0"/>
            <a:endParaRPr lang="en-AU" noProof="0" dirty="0"/>
          </a:p>
          <a:p>
            <a:pPr lvl="0"/>
            <a:endParaRPr lang="en-AU" noProof="0" dirty="0"/>
          </a:p>
        </p:txBody>
      </p:sp>
      <p:sp>
        <p:nvSpPr>
          <p:cNvPr id="6" name="Text Placeholder 5"/>
          <p:cNvSpPr>
            <a:spLocks noGrp="1"/>
          </p:cNvSpPr>
          <p:nvPr>
            <p:ph type="body" sz="half" idx="2"/>
          </p:nvPr>
        </p:nvSpPr>
        <p:spPr>
          <a:xfrm>
            <a:off x="298912" y="1326623"/>
            <a:ext cx="7141027" cy="1781534"/>
          </a:xfrm>
        </p:spPr>
        <p:txBody>
          <a:bodyPr>
            <a:normAutofit/>
          </a:bodyPr>
          <a:lstStyle/>
          <a:p>
            <a:r>
              <a:rPr lang="en-AU" noProof="0" dirty="0"/>
              <a:t>CHANGE 4 LIFE</a:t>
            </a:r>
          </a:p>
          <a:p>
            <a:r>
              <a:rPr lang="en-AU" noProof="0" dirty="0"/>
              <a:t>A Welsh campaign to help families to be more healthy and live longer</a:t>
            </a:r>
          </a:p>
        </p:txBody>
      </p:sp>
      <p:pic>
        <p:nvPicPr>
          <p:cNvPr id="5" name="Picture 4" descr="Screen Shot 2016-07-08 at 4.16.07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772401" y="152719"/>
            <a:ext cx="2607983" cy="3650159"/>
          </a:xfrm>
          <a:prstGeom prst="rect">
            <a:avLst/>
          </a:prstGeom>
        </p:spPr>
      </p:pic>
      <p:pic>
        <p:nvPicPr>
          <p:cNvPr id="7" name="Picture 6" descr="Screen Shot 2016-07-08 at 4.13.49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56036" y="3073341"/>
            <a:ext cx="4595190" cy="3644810"/>
          </a:xfrm>
          <a:prstGeom prst="rect">
            <a:avLst/>
          </a:prstGeom>
        </p:spPr>
      </p:pic>
      <p:pic>
        <p:nvPicPr>
          <p:cNvPr id="8" name="Picture 7" descr="Screen Shot 2016-07-07 at 4.10.04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226565" y="3108157"/>
            <a:ext cx="2213375" cy="3347846"/>
          </a:xfrm>
          <a:prstGeom prst="rect">
            <a:avLst/>
          </a:prstGeom>
        </p:spPr>
      </p:pic>
      <p:pic>
        <p:nvPicPr>
          <p:cNvPr id="9" name="Picture 8" descr="Screen Shot 2016-07-07 at 4.09.39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31892" y="3941493"/>
            <a:ext cx="2895600" cy="2916507"/>
          </a:xfrm>
          <a:prstGeom prst="rect">
            <a:avLst/>
          </a:prstGeom>
        </p:spPr>
      </p:pic>
    </p:spTree>
    <p:extLst>
      <p:ext uri="{BB962C8B-B14F-4D97-AF65-F5344CB8AC3E}">
        <p14:creationId xmlns:p14="http://schemas.microsoft.com/office/powerpoint/2010/main" val="3768348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5760" y="457200"/>
            <a:ext cx="7548081" cy="1440000"/>
          </a:xfrm>
        </p:spPr>
        <p:txBody>
          <a:bodyPr anchor="t"/>
          <a:lstStyle/>
          <a:p>
            <a:r>
              <a:rPr lang="en-AU" noProof="0" dirty="0"/>
              <a:t>Examples of health campaigns</a:t>
            </a:r>
          </a:p>
        </p:txBody>
      </p:sp>
      <p:sp>
        <p:nvSpPr>
          <p:cNvPr id="2" name="Content Placeholder 1"/>
          <p:cNvSpPr>
            <a:spLocks noGrp="1"/>
          </p:cNvSpPr>
          <p:nvPr>
            <p:ph idx="1"/>
          </p:nvPr>
        </p:nvSpPr>
        <p:spPr>
          <a:xfrm>
            <a:off x="5099050" y="1668157"/>
            <a:ext cx="5429810" cy="5038236"/>
          </a:xfrm>
        </p:spPr>
        <p:txBody>
          <a:bodyPr>
            <a:normAutofit/>
          </a:bodyPr>
          <a:lstStyle/>
          <a:p>
            <a:pPr lvl="0"/>
            <a:endParaRPr lang="en-AU" noProof="0" dirty="0"/>
          </a:p>
          <a:p>
            <a:pPr lvl="0"/>
            <a:endParaRPr lang="en-AU" noProof="0" dirty="0"/>
          </a:p>
          <a:p>
            <a:pPr lvl="0"/>
            <a:endParaRPr lang="en-AU" noProof="0" dirty="0"/>
          </a:p>
        </p:txBody>
      </p:sp>
      <p:sp>
        <p:nvSpPr>
          <p:cNvPr id="6" name="Text Placeholder 5"/>
          <p:cNvSpPr>
            <a:spLocks noGrp="1"/>
          </p:cNvSpPr>
          <p:nvPr>
            <p:ph type="body" sz="half" idx="2"/>
          </p:nvPr>
        </p:nvSpPr>
        <p:spPr>
          <a:xfrm>
            <a:off x="492369" y="1061690"/>
            <a:ext cx="5887003" cy="3432339"/>
          </a:xfrm>
        </p:spPr>
        <p:txBody>
          <a:bodyPr>
            <a:noAutofit/>
          </a:bodyPr>
          <a:lstStyle/>
          <a:p>
            <a:r>
              <a:rPr lang="en-AU" noProof="0" dirty="0"/>
              <a:t>CONSENT IS SEXY</a:t>
            </a:r>
          </a:p>
          <a:p>
            <a:r>
              <a:rPr lang="en-AU" noProof="0" dirty="0"/>
              <a:t>A campaign to promote awareness among South African students about consent and respect – to reduce conflict within relationships and to reduce sexual assault and rape.</a:t>
            </a:r>
          </a:p>
        </p:txBody>
      </p:sp>
      <p:pic>
        <p:nvPicPr>
          <p:cNvPr id="3" name="Picture 2" descr="Screen Shot 2016-07-03 at 6.46.19 p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031607" y="1372850"/>
            <a:ext cx="4116205" cy="1442373"/>
          </a:xfrm>
          <a:prstGeom prst="rect">
            <a:avLst/>
          </a:prstGeom>
        </p:spPr>
      </p:pic>
      <p:pic>
        <p:nvPicPr>
          <p:cNvPr id="5" name="Picture 4" descr="Screen Shot 2016-07-08 at 4.30.19 pm.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815013" y="5082285"/>
            <a:ext cx="4332799" cy="1699912"/>
          </a:xfrm>
          <a:prstGeom prst="rect">
            <a:avLst/>
          </a:prstGeom>
        </p:spPr>
      </p:pic>
      <p:pic>
        <p:nvPicPr>
          <p:cNvPr id="7" name="Picture 6" descr="Screen Shot 2016-07-08 at 4.27.34 pm.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070413" y="2967715"/>
            <a:ext cx="3915640" cy="1526315"/>
          </a:xfrm>
          <a:prstGeom prst="rect">
            <a:avLst/>
          </a:prstGeom>
        </p:spPr>
      </p:pic>
      <p:pic>
        <p:nvPicPr>
          <p:cNvPr id="9" name="Picture 8" descr="Screen Shot 2016-07-08 at 4.29.38 p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316011" y="5082285"/>
            <a:ext cx="4304363" cy="1699912"/>
          </a:xfrm>
          <a:prstGeom prst="rect">
            <a:avLst/>
          </a:prstGeom>
        </p:spPr>
      </p:pic>
    </p:spTree>
    <p:extLst>
      <p:ext uri="{BB962C8B-B14F-4D97-AF65-F5344CB8AC3E}">
        <p14:creationId xmlns:p14="http://schemas.microsoft.com/office/powerpoint/2010/main" val="2175965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D10CF-F46C-498D-A236-C42022FDE37F}"/>
              </a:ext>
            </a:extLst>
          </p:cNvPr>
          <p:cNvSpPr>
            <a:spLocks noGrp="1"/>
          </p:cNvSpPr>
          <p:nvPr>
            <p:ph type="title"/>
          </p:nvPr>
        </p:nvSpPr>
        <p:spPr/>
        <p:txBody>
          <a:bodyPr/>
          <a:lstStyle/>
          <a:p>
            <a:r>
              <a:rPr lang="en-US" dirty="0"/>
              <a:t>Lesson 2</a:t>
            </a:r>
            <a:endParaRPr lang="en-AU" dirty="0"/>
          </a:p>
        </p:txBody>
      </p:sp>
      <p:sp>
        <p:nvSpPr>
          <p:cNvPr id="6" name="Content Placeholder 5">
            <a:extLst>
              <a:ext uri="{FF2B5EF4-FFF2-40B4-BE49-F238E27FC236}">
                <a16:creationId xmlns:a16="http://schemas.microsoft.com/office/drawing/2014/main" id="{099949AE-A49D-4342-9CC5-1C3EB83AFA7E}"/>
              </a:ext>
            </a:extLst>
          </p:cNvPr>
          <p:cNvSpPr>
            <a:spLocks noGrp="1"/>
          </p:cNvSpPr>
          <p:nvPr>
            <p:ph idx="1"/>
          </p:nvPr>
        </p:nvSpPr>
        <p:spPr/>
        <p:txBody>
          <a:bodyPr/>
          <a:lstStyle/>
          <a:p>
            <a:r>
              <a:rPr lang="en-US" dirty="0"/>
              <a:t>Learning Intentions</a:t>
            </a:r>
          </a:p>
          <a:p>
            <a:pPr lvl="1"/>
            <a:r>
              <a:rPr lang="en-AU" dirty="0"/>
              <a:t>To consider the elements of social marketing campaigns</a:t>
            </a:r>
          </a:p>
          <a:p>
            <a:r>
              <a:rPr lang="en-US" dirty="0"/>
              <a:t>Success Criteria </a:t>
            </a:r>
            <a:endParaRPr lang="en-AU" dirty="0"/>
          </a:p>
          <a:p>
            <a:pPr lvl="2"/>
            <a:r>
              <a:rPr lang="en-US" dirty="0"/>
              <a:t>Completed brainstorm</a:t>
            </a:r>
          </a:p>
          <a:p>
            <a:pPr lvl="2"/>
            <a:r>
              <a:rPr lang="en-US" dirty="0"/>
              <a:t>Identified other campaign examples</a:t>
            </a:r>
            <a:endParaRPr lang="en-AU" dirty="0"/>
          </a:p>
        </p:txBody>
      </p:sp>
    </p:spTree>
    <p:extLst>
      <p:ext uri="{BB962C8B-B14F-4D97-AF65-F5344CB8AC3E}">
        <p14:creationId xmlns:p14="http://schemas.microsoft.com/office/powerpoint/2010/main" val="3230244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F93C-B6FB-43C7-B40C-C8E0FA1A491C}"/>
              </a:ext>
            </a:extLst>
          </p:cNvPr>
          <p:cNvSpPr>
            <a:spLocks noGrp="1"/>
          </p:cNvSpPr>
          <p:nvPr>
            <p:ph type="title"/>
          </p:nvPr>
        </p:nvSpPr>
        <p:spPr/>
        <p:txBody>
          <a:bodyPr/>
          <a:lstStyle/>
          <a:p>
            <a:r>
              <a:rPr lang="en-US" dirty="0"/>
              <a:t>Lesson 3</a:t>
            </a:r>
            <a:endParaRPr lang="en-AU" dirty="0"/>
          </a:p>
        </p:txBody>
      </p:sp>
      <p:sp>
        <p:nvSpPr>
          <p:cNvPr id="3" name="Content Placeholder 2">
            <a:extLst>
              <a:ext uri="{FF2B5EF4-FFF2-40B4-BE49-F238E27FC236}">
                <a16:creationId xmlns:a16="http://schemas.microsoft.com/office/drawing/2014/main" id="{81169F62-4A64-4098-9C4B-7F46237449EF}"/>
              </a:ext>
            </a:extLst>
          </p:cNvPr>
          <p:cNvSpPr>
            <a:spLocks noGrp="1"/>
          </p:cNvSpPr>
          <p:nvPr>
            <p:ph idx="1"/>
          </p:nvPr>
        </p:nvSpPr>
        <p:spPr/>
        <p:txBody>
          <a:bodyPr/>
          <a:lstStyle/>
          <a:p>
            <a:r>
              <a:rPr lang="en-US" dirty="0"/>
              <a:t>Learning Intentions</a:t>
            </a:r>
          </a:p>
          <a:p>
            <a:pPr lvl="1"/>
            <a:r>
              <a:rPr lang="en-AU" dirty="0"/>
              <a:t>To establish ground rules for group discussions</a:t>
            </a:r>
            <a:endParaRPr lang="en-AU" sz="4000" dirty="0"/>
          </a:p>
          <a:p>
            <a:pPr lvl="1"/>
            <a:r>
              <a:rPr lang="en-AU" dirty="0"/>
              <a:t>To establish a topic for the health campaign</a:t>
            </a:r>
            <a:br>
              <a:rPr lang="en-AU" dirty="0"/>
            </a:br>
            <a:endParaRPr lang="en-AU" dirty="0"/>
          </a:p>
          <a:p>
            <a:r>
              <a:rPr lang="en-US" dirty="0"/>
              <a:t> Success Criteria </a:t>
            </a:r>
          </a:p>
          <a:p>
            <a:pPr lvl="1"/>
            <a:r>
              <a:rPr lang="en-US" dirty="0"/>
              <a:t>A plan for group work is established</a:t>
            </a:r>
            <a:endParaRPr lang="en-AU" dirty="0"/>
          </a:p>
          <a:p>
            <a:endParaRPr lang="en-AU" dirty="0"/>
          </a:p>
        </p:txBody>
      </p:sp>
    </p:spTree>
    <p:extLst>
      <p:ext uri="{BB962C8B-B14F-4D97-AF65-F5344CB8AC3E}">
        <p14:creationId xmlns:p14="http://schemas.microsoft.com/office/powerpoint/2010/main" val="3493929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538AF-FE30-4B2F-AF2D-0408FAAC976B}"/>
              </a:ext>
            </a:extLst>
          </p:cNvPr>
          <p:cNvSpPr>
            <a:spLocks noGrp="1"/>
          </p:cNvSpPr>
          <p:nvPr>
            <p:ph type="title"/>
          </p:nvPr>
        </p:nvSpPr>
        <p:spPr/>
        <p:txBody>
          <a:bodyPr/>
          <a:lstStyle/>
          <a:p>
            <a:r>
              <a:rPr lang="en-US" dirty="0"/>
              <a:t>Lesson 4</a:t>
            </a:r>
            <a:endParaRPr lang="en-AU" dirty="0"/>
          </a:p>
        </p:txBody>
      </p:sp>
      <p:sp>
        <p:nvSpPr>
          <p:cNvPr id="3" name="Content Placeholder 2">
            <a:extLst>
              <a:ext uri="{FF2B5EF4-FFF2-40B4-BE49-F238E27FC236}">
                <a16:creationId xmlns:a16="http://schemas.microsoft.com/office/drawing/2014/main" id="{F977182C-205F-4726-ADAE-D854F324CA71}"/>
              </a:ext>
            </a:extLst>
          </p:cNvPr>
          <p:cNvSpPr>
            <a:spLocks noGrp="1"/>
          </p:cNvSpPr>
          <p:nvPr>
            <p:ph idx="1"/>
          </p:nvPr>
        </p:nvSpPr>
        <p:spPr/>
        <p:txBody>
          <a:bodyPr/>
          <a:lstStyle/>
          <a:p>
            <a:r>
              <a:rPr lang="en-US" dirty="0"/>
              <a:t>Learning Intentions</a:t>
            </a:r>
          </a:p>
          <a:p>
            <a:pPr lvl="1"/>
            <a:r>
              <a:rPr lang="en-AU" dirty="0"/>
              <a:t>To identify the problem; the objective, the target audience and the contents</a:t>
            </a:r>
          </a:p>
          <a:p>
            <a:r>
              <a:rPr lang="en-US" dirty="0"/>
              <a:t>Success Criteria</a:t>
            </a:r>
          </a:p>
          <a:p>
            <a:pPr lvl="1"/>
            <a:r>
              <a:rPr lang="en-US" dirty="0"/>
              <a:t>Discussed an completed responses to Questions 1, 2, 3 and 4</a:t>
            </a:r>
            <a:endParaRPr lang="en-AU" dirty="0"/>
          </a:p>
        </p:txBody>
      </p:sp>
    </p:spTree>
    <p:extLst>
      <p:ext uri="{BB962C8B-B14F-4D97-AF65-F5344CB8AC3E}">
        <p14:creationId xmlns:p14="http://schemas.microsoft.com/office/powerpoint/2010/main" val="4654873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A7C9F-E71C-46E5-8DF3-036191FC16EA}"/>
              </a:ext>
            </a:extLst>
          </p:cNvPr>
          <p:cNvSpPr>
            <a:spLocks noGrp="1"/>
          </p:cNvSpPr>
          <p:nvPr>
            <p:ph type="title"/>
          </p:nvPr>
        </p:nvSpPr>
        <p:spPr/>
        <p:txBody>
          <a:bodyPr/>
          <a:lstStyle/>
          <a:p>
            <a:r>
              <a:rPr lang="en-US" dirty="0"/>
              <a:t>Tasks</a:t>
            </a:r>
            <a:endParaRPr lang="en-AU" dirty="0"/>
          </a:p>
        </p:txBody>
      </p:sp>
      <p:sp>
        <p:nvSpPr>
          <p:cNvPr id="3" name="Content Placeholder 2">
            <a:extLst>
              <a:ext uri="{FF2B5EF4-FFF2-40B4-BE49-F238E27FC236}">
                <a16:creationId xmlns:a16="http://schemas.microsoft.com/office/drawing/2014/main" id="{69A0116A-AB85-475A-9A8D-664B3CED9201}"/>
              </a:ext>
            </a:extLst>
          </p:cNvPr>
          <p:cNvSpPr>
            <a:spLocks noGrp="1"/>
          </p:cNvSpPr>
          <p:nvPr>
            <p:ph idx="1"/>
          </p:nvPr>
        </p:nvSpPr>
        <p:spPr>
          <a:xfrm>
            <a:off x="457200" y="1125416"/>
            <a:ext cx="10896600" cy="5596060"/>
          </a:xfrm>
        </p:spPr>
        <p:txBody>
          <a:bodyPr>
            <a:normAutofit fontScale="92500" lnSpcReduction="10000"/>
          </a:bodyPr>
          <a:lstStyle/>
          <a:p>
            <a:r>
              <a:rPr lang="en-US" dirty="0"/>
              <a:t>What are the task requirements?</a:t>
            </a:r>
          </a:p>
          <a:p>
            <a:r>
              <a:rPr lang="en-US" dirty="0"/>
              <a:t>Decide on a campaign:		topic</a:t>
            </a:r>
            <a:br>
              <a:rPr lang="en-US" dirty="0"/>
            </a:br>
            <a:r>
              <a:rPr lang="en-US" dirty="0"/>
              <a:t>	</a:t>
            </a:r>
            <a:r>
              <a:rPr lang="en-US">
                <a:solidFill>
                  <a:srgbClr val="FF0000"/>
                </a:solidFill>
              </a:rPr>
              <a:t>Group </a:t>
            </a:r>
            <a:r>
              <a:rPr lang="en-US" dirty="0"/>
              <a:t>				audience</a:t>
            </a:r>
            <a:br>
              <a:rPr lang="en-US" dirty="0"/>
            </a:br>
            <a:r>
              <a:rPr lang="en-US" dirty="0"/>
              <a:t>						information</a:t>
            </a:r>
          </a:p>
          <a:p>
            <a:r>
              <a:rPr lang="en-US" dirty="0"/>
              <a:t>Decide on individual tasks and media types</a:t>
            </a:r>
            <a:br>
              <a:rPr lang="en-US" dirty="0"/>
            </a:br>
            <a:r>
              <a:rPr lang="en-US" dirty="0"/>
              <a:t>		Print: 	ads, posters, billboards</a:t>
            </a:r>
            <a:br>
              <a:rPr lang="en-US" dirty="0"/>
            </a:br>
            <a:r>
              <a:rPr lang="en-US" dirty="0"/>
              <a:t>		TV:		adverts; interviews; current affairs</a:t>
            </a:r>
            <a:br>
              <a:rPr lang="en-US" dirty="0"/>
            </a:br>
            <a:r>
              <a:rPr lang="en-US" dirty="0"/>
              <a:t>		Social:	FB; Instagram; Twitter</a:t>
            </a:r>
          </a:p>
        </p:txBody>
      </p:sp>
    </p:spTree>
    <p:extLst>
      <p:ext uri="{BB962C8B-B14F-4D97-AF65-F5344CB8AC3E}">
        <p14:creationId xmlns:p14="http://schemas.microsoft.com/office/powerpoint/2010/main" val="180852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E9EFB-4A9C-46FA-8547-47A635D62BC1}"/>
              </a:ext>
            </a:extLst>
          </p:cNvPr>
          <p:cNvSpPr>
            <a:spLocks noGrp="1"/>
          </p:cNvSpPr>
          <p:nvPr>
            <p:ph type="title"/>
          </p:nvPr>
        </p:nvSpPr>
        <p:spPr/>
        <p:txBody>
          <a:bodyPr/>
          <a:lstStyle/>
          <a:p>
            <a:r>
              <a:rPr lang="en-US" dirty="0"/>
              <a:t>Group Planning</a:t>
            </a:r>
            <a:endParaRPr lang="en-AU" dirty="0"/>
          </a:p>
        </p:txBody>
      </p:sp>
      <p:graphicFrame>
        <p:nvGraphicFramePr>
          <p:cNvPr id="6" name="Content Placeholder 5">
            <a:extLst>
              <a:ext uri="{FF2B5EF4-FFF2-40B4-BE49-F238E27FC236}">
                <a16:creationId xmlns:a16="http://schemas.microsoft.com/office/drawing/2014/main" id="{32F327E3-1B9C-4F2B-98C7-9D1E53D0F5F0}"/>
              </a:ext>
            </a:extLst>
          </p:cNvPr>
          <p:cNvGraphicFramePr>
            <a:graphicFrameLocks noGrp="1"/>
          </p:cNvGraphicFramePr>
          <p:nvPr>
            <p:ph idx="1"/>
            <p:extLst>
              <p:ext uri="{D42A27DB-BD31-4B8C-83A1-F6EECF244321}">
                <p14:modId xmlns:p14="http://schemas.microsoft.com/office/powerpoint/2010/main" val="3757346064"/>
              </p:ext>
            </p:extLst>
          </p:nvPr>
        </p:nvGraphicFramePr>
        <p:xfrm>
          <a:off x="457200" y="1346200"/>
          <a:ext cx="10896600" cy="5375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5001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EE188-909D-4054-B60C-89B663422673}"/>
              </a:ext>
            </a:extLst>
          </p:cNvPr>
          <p:cNvSpPr>
            <a:spLocks noGrp="1"/>
          </p:cNvSpPr>
          <p:nvPr>
            <p:ph type="title"/>
          </p:nvPr>
        </p:nvSpPr>
        <p:spPr/>
        <p:txBody>
          <a:bodyPr/>
          <a:lstStyle/>
          <a:p>
            <a:r>
              <a:rPr lang="en-US" dirty="0"/>
              <a:t>Individual Planning</a:t>
            </a:r>
            <a:endParaRPr lang="en-AU" dirty="0"/>
          </a:p>
        </p:txBody>
      </p:sp>
      <p:sp>
        <p:nvSpPr>
          <p:cNvPr id="3" name="Content Placeholder 2">
            <a:extLst>
              <a:ext uri="{FF2B5EF4-FFF2-40B4-BE49-F238E27FC236}">
                <a16:creationId xmlns:a16="http://schemas.microsoft.com/office/drawing/2014/main" id="{93207AD9-1A65-4861-AB26-023327DF9D4D}"/>
              </a:ext>
            </a:extLst>
          </p:cNvPr>
          <p:cNvSpPr>
            <a:spLocks noGrp="1"/>
          </p:cNvSpPr>
          <p:nvPr>
            <p:ph idx="1"/>
          </p:nvPr>
        </p:nvSpPr>
        <p:spPr/>
        <p:txBody>
          <a:bodyPr>
            <a:normAutofit fontScale="92500" lnSpcReduction="10000"/>
          </a:bodyPr>
          <a:lstStyle/>
          <a:p>
            <a:r>
              <a:rPr lang="en-US" dirty="0"/>
              <a:t>State </a:t>
            </a:r>
          </a:p>
          <a:p>
            <a:pPr lvl="1"/>
            <a:r>
              <a:rPr lang="en-US" dirty="0"/>
              <a:t>media type</a:t>
            </a:r>
          </a:p>
          <a:p>
            <a:pPr lvl="1"/>
            <a:r>
              <a:rPr lang="en-US" dirty="0"/>
              <a:t>purpose/aim</a:t>
            </a:r>
          </a:p>
          <a:p>
            <a:pPr lvl="1"/>
            <a:r>
              <a:rPr lang="en-US" dirty="0"/>
              <a:t>Target audience</a:t>
            </a:r>
          </a:p>
          <a:p>
            <a:pPr lvl="1"/>
            <a:r>
              <a:rPr lang="en-US" dirty="0"/>
              <a:t>Contents – image/feed/</a:t>
            </a:r>
            <a:r>
              <a:rPr lang="en-US" dirty="0" err="1"/>
              <a:t>etc</a:t>
            </a:r>
            <a:endParaRPr lang="en-US" dirty="0"/>
          </a:p>
          <a:p>
            <a:r>
              <a:rPr lang="en-US" dirty="0"/>
              <a:t>Explain</a:t>
            </a:r>
          </a:p>
          <a:p>
            <a:pPr lvl="1"/>
            <a:r>
              <a:rPr lang="en-US" dirty="0"/>
              <a:t>How media relates to aim and audience</a:t>
            </a:r>
          </a:p>
          <a:p>
            <a:pPr lvl="1"/>
            <a:r>
              <a:rPr lang="en-US" dirty="0"/>
              <a:t>How contents relates to aim and audience</a:t>
            </a:r>
          </a:p>
          <a:p>
            <a:pPr marL="0" indent="0">
              <a:buNone/>
            </a:pPr>
            <a:endParaRPr lang="en-AU" dirty="0"/>
          </a:p>
        </p:txBody>
      </p:sp>
    </p:spTree>
    <p:extLst>
      <p:ext uri="{BB962C8B-B14F-4D97-AF65-F5344CB8AC3E}">
        <p14:creationId xmlns:p14="http://schemas.microsoft.com/office/powerpoint/2010/main" val="1786196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DA5F-6E2C-4AC7-A535-B3248BB4B449}"/>
              </a:ext>
            </a:extLst>
          </p:cNvPr>
          <p:cNvSpPr>
            <a:spLocks noGrp="1"/>
          </p:cNvSpPr>
          <p:nvPr>
            <p:ph type="title"/>
          </p:nvPr>
        </p:nvSpPr>
        <p:spPr/>
        <p:txBody>
          <a:bodyPr/>
          <a:lstStyle/>
          <a:p>
            <a:r>
              <a:rPr lang="en-US" dirty="0"/>
              <a:t>Lesson 5</a:t>
            </a:r>
            <a:endParaRPr lang="en-AU" dirty="0"/>
          </a:p>
        </p:txBody>
      </p:sp>
      <p:sp>
        <p:nvSpPr>
          <p:cNvPr id="3" name="Content Placeholder 2">
            <a:extLst>
              <a:ext uri="{FF2B5EF4-FFF2-40B4-BE49-F238E27FC236}">
                <a16:creationId xmlns:a16="http://schemas.microsoft.com/office/drawing/2014/main" id="{D2CFB300-79DC-4B55-A7FF-BAA6AD08A9DB}"/>
              </a:ext>
            </a:extLst>
          </p:cNvPr>
          <p:cNvSpPr>
            <a:spLocks noGrp="1"/>
          </p:cNvSpPr>
          <p:nvPr>
            <p:ph idx="1"/>
          </p:nvPr>
        </p:nvSpPr>
        <p:spPr/>
        <p:txBody>
          <a:bodyPr/>
          <a:lstStyle/>
          <a:p>
            <a:r>
              <a:rPr lang="en-US" dirty="0"/>
              <a:t>Learning Intentions</a:t>
            </a:r>
          </a:p>
          <a:p>
            <a:pPr lvl="1"/>
            <a:r>
              <a:rPr lang="en-AU" dirty="0"/>
              <a:t>To identify the forms of communication, strategies to use, how to implement them and how to assess the success.</a:t>
            </a:r>
          </a:p>
          <a:p>
            <a:r>
              <a:rPr lang="en-US" dirty="0"/>
              <a:t>Success Criteria </a:t>
            </a:r>
          </a:p>
          <a:p>
            <a:pPr lvl="1"/>
            <a:r>
              <a:rPr lang="en-US"/>
              <a:t>Discussed an completed responses to Questions 5 to 8</a:t>
            </a:r>
            <a:endParaRPr lang="en-AU" dirty="0"/>
          </a:p>
          <a:p>
            <a:pPr lvl="1"/>
            <a:endParaRPr lang="en-AU" dirty="0"/>
          </a:p>
        </p:txBody>
      </p:sp>
    </p:spTree>
    <p:extLst>
      <p:ext uri="{BB962C8B-B14F-4D97-AF65-F5344CB8AC3E}">
        <p14:creationId xmlns:p14="http://schemas.microsoft.com/office/powerpoint/2010/main" val="8680151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1724</TotalTime>
  <Words>1331</Words>
  <Application>Microsoft Office PowerPoint</Application>
  <PresentationFormat>Widescreen</PresentationFormat>
  <Paragraphs>223</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HEALTH CAMPAIGNS</vt:lpstr>
      <vt:lpstr>Lesson 1</vt:lpstr>
      <vt:lpstr>Definition</vt:lpstr>
      <vt:lpstr>Definition</vt:lpstr>
      <vt:lpstr>Types of health campaigns</vt:lpstr>
      <vt:lpstr>Types of health campaigns</vt:lpstr>
      <vt:lpstr>Types of health campaigns</vt:lpstr>
      <vt:lpstr>Types of health campaigns</vt:lpstr>
      <vt:lpstr>Types of health campaigns</vt:lpstr>
      <vt:lpstr>What changes behaviour?</vt:lpstr>
      <vt:lpstr>What changes behaviour?</vt:lpstr>
      <vt:lpstr>What changes behaviour?</vt:lpstr>
      <vt:lpstr>What changes behaviour?</vt:lpstr>
      <vt:lpstr>What changes behaviour?</vt:lpstr>
      <vt:lpstr>What changes behaviour?</vt:lpstr>
      <vt:lpstr>What changes behaviour?</vt:lpstr>
      <vt:lpstr>What changes behaviour?</vt:lpstr>
      <vt:lpstr>What is effective?</vt:lpstr>
      <vt:lpstr>What is effective?</vt:lpstr>
      <vt:lpstr>What is effective?</vt:lpstr>
      <vt:lpstr>What is effective?</vt:lpstr>
      <vt:lpstr>Social marketing</vt:lpstr>
      <vt:lpstr>Social marketing</vt:lpstr>
      <vt:lpstr>Social marketing</vt:lpstr>
      <vt:lpstr>Social marketing as about</vt:lpstr>
      <vt:lpstr>Social marketing</vt:lpstr>
      <vt:lpstr>Social marketing</vt:lpstr>
      <vt:lpstr>Elements of health campaigns</vt:lpstr>
      <vt:lpstr>Elements of health campaigns</vt:lpstr>
      <vt:lpstr>Examples of health campaigns</vt:lpstr>
      <vt:lpstr>Examples of health campaigns</vt:lpstr>
      <vt:lpstr>Lesson 2</vt:lpstr>
      <vt:lpstr>Lesson 3</vt:lpstr>
      <vt:lpstr>Lesson 4</vt:lpstr>
      <vt:lpstr>Tasks</vt:lpstr>
      <vt:lpstr>Group Planning</vt:lpstr>
      <vt:lpstr>Individual Planning</vt:lpstr>
      <vt:lpstr>Lesson 5</vt:lpstr>
    </vt:vector>
  </TitlesOfParts>
  <Company>DETWA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CAMPAIGNS</dc:title>
  <dc:creator>Local Admin</dc:creator>
  <cp:lastModifiedBy>Andre Janse van Rensburg</cp:lastModifiedBy>
  <cp:revision>84</cp:revision>
  <dcterms:created xsi:type="dcterms:W3CDTF">2016-07-07T07:38:16Z</dcterms:created>
  <dcterms:modified xsi:type="dcterms:W3CDTF">2018-08-28T06:02:36Z</dcterms:modified>
</cp:coreProperties>
</file>