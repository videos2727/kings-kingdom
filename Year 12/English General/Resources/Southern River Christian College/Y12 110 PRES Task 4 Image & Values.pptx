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1" r:id="rId6"/>
    <p:sldId id="265" r:id="rId7"/>
    <p:sldId id="262" r:id="rId8"/>
    <p:sldId id="260" r:id="rId9"/>
    <p:sldId id="263" r:id="rId10"/>
    <p:sldId id="264" r:id="rId11"/>
    <p:sldId id="266" r:id="rId12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B09C2E-57B9-4846-9125-FD351A1AAC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A94EA1-47AB-40FD-BA15-AF23497966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73118-EF04-4DBB-91E1-DD05C6049B9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7A813-8168-4813-9E26-B3B7AE4482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42F30-1B94-4A96-B8CF-8FF7CA5447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C4AB3-84DF-4A9B-B00F-8A9A0F13F7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6717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F6E0E8E6-B6EB-498A-BC29-48D81AAAA5B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 cap="none" baseline="0">
                <a:latin typeface="Berlin Sans FB" panose="020E0602020502020306" pitchFamily="34" charset="0"/>
              </a:defRPr>
            </a:lvl1pPr>
            <a:lvl2pPr>
              <a:lnSpc>
                <a:spcPct val="150000"/>
              </a:lnSpc>
              <a:defRPr sz="2400" cap="none" baseline="0">
                <a:latin typeface="Berlin Sans FB" panose="020E0602020502020306" pitchFamily="34" charset="0"/>
              </a:defRPr>
            </a:lvl2pPr>
            <a:lvl3pPr>
              <a:lnSpc>
                <a:spcPct val="150000"/>
              </a:lnSpc>
              <a:defRPr sz="2000" cap="none" baseline="0">
                <a:latin typeface="Berlin Sans FB" panose="020E0602020502020306" pitchFamily="34" charset="0"/>
              </a:defRPr>
            </a:lvl3pPr>
            <a:lvl4pPr>
              <a:lnSpc>
                <a:spcPct val="150000"/>
              </a:lnSpc>
              <a:defRPr sz="1800" cap="none" baseline="0">
                <a:latin typeface="Berlin Sans FB" panose="020E0602020502020306" pitchFamily="34" charset="0"/>
              </a:defRPr>
            </a:lvl4pPr>
            <a:lvl5pPr>
              <a:lnSpc>
                <a:spcPct val="150000"/>
              </a:lnSpc>
              <a:defRPr sz="1800" cap="none" baseline="0">
                <a:latin typeface="Berlin Sans FB" panose="020E0602020502020306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41493-8214-4CD3-9E66-4A7CE0239274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97E-FD2D-4D0A-B33C-2E5AEFAED143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092E-80DC-4992-A0D4-E74F7FC3042B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9A4C6-EA06-4AF0-A839-1839C57399A0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0C016-2580-485A-AC4B-4452BC379743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0C8E6-7044-439E-9AE7-82A0C81AB0F0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5F70E-5DFF-42EC-93B3-07D70D7ED1BD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520B5-A0C9-4D15-A71B-70A075D52D64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8B59-FD8C-464E-A2E0-D2DB42977C43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D0685-9E9F-46AF-8733-3458A4A5B67E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578A0-4252-4A4F-8A4C-4F80F1AD91FF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F071-3364-4AF2-8784-696D9E53037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C83B-2A0D-4895-8D19-F0DA28872F64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2ACF0-C7E7-4CC8-840E-A2809FB4BDF6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64FF-53E9-4519-AFEB-B5EAE0A6C098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0605F-0999-49B8-97E8-A9F5FE66FD89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61EAF71F-1A43-41B7-B605-0710A83174B7}" type="datetimeFigureOut">
              <a:rPr lang="en-US" dirty="0"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ECE1D-4D52-4148-917D-895678600B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/>
              <a:t>Oral presentation on an image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5F3FE-6552-46AA-836B-32556D237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 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7884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4D83E-790E-4BCC-8A1D-D5B29C416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98" y="235226"/>
            <a:ext cx="10396882" cy="1151965"/>
          </a:xfrm>
        </p:spPr>
        <p:txBody>
          <a:bodyPr/>
          <a:lstStyle/>
          <a:p>
            <a:r>
              <a:rPr lang="en-US" dirty="0"/>
              <a:t>Nature of the Task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A3E1A-6654-4402-B904-E792723D0B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9026" y="1387191"/>
            <a:ext cx="11436626" cy="4960601"/>
          </a:xfrm>
        </p:spPr>
        <p:txBody>
          <a:bodyPr>
            <a:normAutofit/>
          </a:bodyPr>
          <a:lstStyle/>
          <a:p>
            <a:r>
              <a:rPr lang="en-AU" dirty="0"/>
              <a:t>Deliver an oral presentation about an image which comments on an issue or group in society.  Your aim is to educate and influence an audience of your peers.</a:t>
            </a:r>
          </a:p>
          <a:p>
            <a:r>
              <a:rPr lang="en-AU" dirty="0"/>
              <a:t> Provide</a:t>
            </a:r>
          </a:p>
          <a:p>
            <a:pPr lvl="1"/>
            <a:r>
              <a:rPr lang="en-AU" dirty="0"/>
              <a:t>contextual information about your image </a:t>
            </a:r>
          </a:p>
          <a:p>
            <a:pPr lvl="1"/>
            <a:r>
              <a:rPr lang="en-AU" dirty="0"/>
              <a:t>Reasons for choosing it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3713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A0A3-DAE3-45D2-905D-DBDCCF99E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DD7F3-59D2-47BB-8703-D353B412416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Introduce its main ideas, </a:t>
            </a:r>
          </a:p>
          <a:p>
            <a:r>
              <a:rPr lang="en-AU" dirty="0"/>
              <a:t>Analyse how the image uses visual techniques to construct meaning, </a:t>
            </a:r>
          </a:p>
          <a:p>
            <a:r>
              <a:rPr lang="en-AU" dirty="0"/>
              <a:t>Identify how both empowered and disempowered groups are represented.</a:t>
            </a:r>
          </a:p>
          <a:p>
            <a:r>
              <a:rPr lang="en-AU" dirty="0"/>
              <a:t> Explain the </a:t>
            </a:r>
            <a:r>
              <a:rPr lang="en-AU"/>
              <a:t>values presented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181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889D-AF11-4025-B034-26F897CB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values and attitudes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50FD5-2645-4B59-AAC7-9260CF8A89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Learning Intention</a:t>
            </a:r>
          </a:p>
          <a:p>
            <a:pPr lvl="1"/>
            <a:r>
              <a:rPr lang="en-AU" dirty="0"/>
              <a:t>To understand own values and attitudes</a:t>
            </a:r>
            <a:endParaRPr lang="en-US" dirty="0"/>
          </a:p>
          <a:p>
            <a:r>
              <a:rPr lang="en-US" dirty="0"/>
              <a:t>Success Criteria</a:t>
            </a:r>
          </a:p>
          <a:p>
            <a:pPr lvl="1"/>
            <a:r>
              <a:rPr lang="en-US" dirty="0"/>
              <a:t>Read information</a:t>
            </a:r>
          </a:p>
          <a:p>
            <a:pPr lvl="1"/>
            <a:r>
              <a:rPr lang="en-US" dirty="0"/>
              <a:t>Responded to questions on pages 1-4 of handout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1581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6335-F9BA-4822-B1DD-41EEB31E3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activities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C4AB1-A209-4381-8F35-6788EE3B5D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Read the student responses to values on page1 of the handout</a:t>
            </a:r>
          </a:p>
          <a:p>
            <a:r>
              <a:rPr lang="en-US" dirty="0"/>
              <a:t>Complete the values summary chart</a:t>
            </a:r>
          </a:p>
          <a:p>
            <a:r>
              <a:rPr lang="en-US" dirty="0"/>
              <a:t>Identify your own attitudes in the chart on page 3</a:t>
            </a:r>
          </a:p>
          <a:p>
            <a:r>
              <a:rPr lang="en-US" dirty="0"/>
              <a:t>Apply your attitudes to the image on page 4 and answer the 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3834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143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5DAD-A6CA-428A-94CD-293F327E2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a response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07DC2-71B4-49E4-882A-9FE670915E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plan own response to an image</a:t>
            </a:r>
            <a:endParaRPr lang="en-US" dirty="0"/>
          </a:p>
          <a:p>
            <a:r>
              <a:rPr lang="en-US" dirty="0"/>
              <a:t>Success Criteria</a:t>
            </a:r>
          </a:p>
          <a:p>
            <a:pPr lvl="1"/>
            <a:r>
              <a:rPr lang="en-US" dirty="0"/>
              <a:t>Image chosen and annotated</a:t>
            </a:r>
          </a:p>
          <a:p>
            <a:pPr lvl="1"/>
            <a:r>
              <a:rPr lang="en-US" dirty="0"/>
              <a:t>Retrieval chart completed</a:t>
            </a:r>
          </a:p>
          <a:p>
            <a:pPr lvl="1"/>
            <a:r>
              <a:rPr lang="en-US" dirty="0"/>
              <a:t>Introduction formulated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8285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603A4-7123-4A1C-A8A1-C60DD365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a response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81587-9E8B-426D-A766-FF634938EA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Choose an image</a:t>
            </a:r>
          </a:p>
          <a:p>
            <a:r>
              <a:rPr lang="en-US" dirty="0"/>
              <a:t>Annotate the image</a:t>
            </a:r>
          </a:p>
          <a:p>
            <a:r>
              <a:rPr lang="en-US" dirty="0"/>
              <a:t>Complete the retrieval chart</a:t>
            </a:r>
          </a:p>
          <a:p>
            <a:r>
              <a:rPr lang="en-US" dirty="0"/>
              <a:t>Write the introduction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72892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D2042-FCFB-48D2-96E3-759C96E3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response 2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2EBD3-613C-4B9E-AC45-0C84C298DA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plan own response to an image</a:t>
            </a:r>
            <a:endParaRPr lang="en-US" dirty="0"/>
          </a:p>
          <a:p>
            <a:r>
              <a:rPr lang="en-US" dirty="0"/>
              <a:t>Success Criteria</a:t>
            </a:r>
          </a:p>
          <a:p>
            <a:pPr lvl="1"/>
            <a:r>
              <a:rPr lang="en-US" dirty="0"/>
              <a:t>Body paragraphs formulated</a:t>
            </a:r>
          </a:p>
          <a:p>
            <a:pPr lvl="1"/>
            <a:r>
              <a:rPr lang="en-US" dirty="0"/>
              <a:t>Conclusion formulated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2009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2055-3F86-4FA9-9A51-7DA5FF74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a response 2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D404D-8A4E-44EE-9270-0CDB7CD30E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837766"/>
            <a:ext cx="10394707" cy="3536820"/>
          </a:xfrm>
        </p:spPr>
        <p:txBody>
          <a:bodyPr/>
          <a:lstStyle/>
          <a:p>
            <a:r>
              <a:rPr lang="en-US" dirty="0"/>
              <a:t>Write the introduction</a:t>
            </a:r>
          </a:p>
          <a:p>
            <a:r>
              <a:rPr lang="en-US" dirty="0"/>
              <a:t>Write the three body paragraphs</a:t>
            </a:r>
          </a:p>
          <a:p>
            <a:r>
              <a:rPr lang="en-US" dirty="0"/>
              <a:t>Write the conclusion</a:t>
            </a:r>
          </a:p>
          <a:p>
            <a:r>
              <a:rPr lang="en-US" dirty="0"/>
              <a:t>Create palm cards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5CC0E4-5286-4D43-9B87-0177B1175501}"/>
              </a:ext>
            </a:extLst>
          </p:cNvPr>
          <p:cNvSpPr/>
          <p:nvPr/>
        </p:nvSpPr>
        <p:spPr>
          <a:xfrm>
            <a:off x="7447722" y="2623930"/>
            <a:ext cx="3127513" cy="25179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Palm Cards are no bigger than A5!</a:t>
            </a:r>
            <a:endParaRPr lang="en-AU" sz="3200" dirty="0">
              <a:solidFill>
                <a:srgbClr val="FF0000"/>
              </a:solidFill>
            </a:endParaRPr>
          </a:p>
          <a:p>
            <a:pPr algn="ctr"/>
            <a:endParaRPr lang="en-AU" dirty="0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169F740F-DE4F-4D6D-B986-F337386C40ED}"/>
              </a:ext>
            </a:extLst>
          </p:cNvPr>
          <p:cNvSpPr/>
          <p:nvPr/>
        </p:nvSpPr>
        <p:spPr>
          <a:xfrm>
            <a:off x="4439478" y="3538330"/>
            <a:ext cx="2502972" cy="1060174"/>
          </a:xfrm>
          <a:prstGeom prst="homePlate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2158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and Presenting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1" y="2063396"/>
            <a:ext cx="4826358" cy="33111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Complete planning</a:t>
            </a:r>
          </a:p>
          <a:p>
            <a:r>
              <a:rPr lang="en-US" dirty="0"/>
              <a:t>Create palm cards</a:t>
            </a:r>
          </a:p>
          <a:p>
            <a:pPr lvl="1"/>
            <a:r>
              <a:rPr lang="en-US" dirty="0"/>
              <a:t>Blanks available in front</a:t>
            </a:r>
          </a:p>
          <a:p>
            <a:r>
              <a:rPr lang="en-US" dirty="0"/>
              <a:t>Present</a:t>
            </a:r>
          </a:p>
          <a:p>
            <a:pPr lvl="1"/>
            <a:r>
              <a:rPr lang="en-US" dirty="0"/>
              <a:t>Bring planning and palm cards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6684136" y="2034862"/>
            <a:ext cx="4043966" cy="300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Tuesday: presentation  day for all</a:t>
            </a:r>
            <a:endParaRPr lang="en-AU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87317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129</TotalTime>
  <Words>244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Berlin Sans FB</vt:lpstr>
      <vt:lpstr>Calibri</vt:lpstr>
      <vt:lpstr>Impact</vt:lpstr>
      <vt:lpstr>Main Event</vt:lpstr>
      <vt:lpstr>Oral presentation on an image</vt:lpstr>
      <vt:lpstr>Nature of the Task</vt:lpstr>
      <vt:lpstr>To do</vt:lpstr>
      <vt:lpstr>Understanding values and attitudes</vt:lpstr>
      <vt:lpstr>Understanding activities </vt:lpstr>
      <vt:lpstr>PowerPoint Presentation</vt:lpstr>
      <vt:lpstr>Planning a response</vt:lpstr>
      <vt:lpstr>Planning a response Activities</vt:lpstr>
      <vt:lpstr>Planning response 2</vt:lpstr>
      <vt:lpstr>Planning a response 2 Activities</vt:lpstr>
      <vt:lpstr>Planning and Presenting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Oral presentation on an image</dc:title>
  <dc:creator>Andre Janse van Rensburg</dc:creator>
  <cp:lastModifiedBy>Andre Janse van Rensburg</cp:lastModifiedBy>
  <cp:revision>3</cp:revision>
  <dcterms:created xsi:type="dcterms:W3CDTF">2018-03-19T05:43:54Z</dcterms:created>
  <dcterms:modified xsi:type="dcterms:W3CDTF">2018-12-06T02:13:14Z</dcterms:modified>
</cp:coreProperties>
</file>