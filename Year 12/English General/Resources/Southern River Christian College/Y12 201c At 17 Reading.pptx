
<file path=[Content_Types].xml><?xml version="1.0" encoding="utf-8"?>
<Types xmlns="http://schemas.openxmlformats.org/package/2006/content-types">
  <Default Extension="png" ContentType="image/png"/>
  <Default Extension="jpeg" ContentType="image/jpeg"/>
  <Default Extension="m4a" ContentType="audio/mp4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A3EF-ACC0-4938-9D24-8B9BC9432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6621F-B2DC-4769-8342-E81819D5C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FC193-3581-4F8D-9214-8CB2BFB2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4CAB3-ABBB-47C6-8599-126BFD68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E3E5-4409-4B29-9254-7B091E17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29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A50D-0C71-42CA-B230-1FE9497F2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E0235-6605-41BA-8223-142DD8200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F23FE-F3F9-41A0-B901-B611CE43B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98A9A-7245-469D-A814-175CBB1F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601EB-6938-45F3-B5AE-8ED2354D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9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5070-9B88-4149-8408-837E3D23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678FA-5C6E-43F1-82FB-6B86DA55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59142-B573-45C5-8C72-2301157A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91F71-7AE1-41A0-95CF-0D5141F3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50C90-9EDC-495C-9447-DC1B3970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607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2BB1-3B7E-4974-8856-47A65AD2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D0EA7-F47F-4F04-B643-EA037C767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A74E7-9F47-49F1-BDD9-FEF508479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4603F-0584-4DEB-A1BE-7BC5CBC63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48573-B2FA-4ABB-9736-8D3EAE6C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0442C-EBDA-4ED5-ADD8-F44176F8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86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23CF-8D29-4B75-AC3E-4288974C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AC501-F39E-4AED-8576-C1F407796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A4502-D853-4385-8A57-20D5E172E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2788D7-123D-4655-889B-96CBC94FA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80C670-3012-4BB1-B95A-B2739ED54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B5CB2-C873-4AAF-BD93-E0E83B75F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15A87-9B17-4D6E-A2AA-2E81390A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0F802-A9FC-4057-9DC7-E2F12F10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37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76D2-C288-4202-A6F0-E62C74A2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1D658-FE0F-4568-AC9C-D8BC6240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7F1DC-4C0A-4327-97A8-82D11846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0A925-0201-412F-89E8-AE04656C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38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5D62C-5F49-4005-A1B1-120C1E4C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2DBDA-7EF0-4B6A-B935-969E1623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9B9BF-A71C-4470-BEC7-F910F316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14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AB87-8D0D-41CE-AAA8-0815FC03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35AB2-9225-4460-B7F1-59A1E1EE9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D1CA1-DBF2-4C91-B675-CDAFAA2D6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59324-29D6-4FFD-9E8B-3D58B2D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53354-BB4B-4889-943B-A45A35F2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67707-87E0-428D-AB82-1EAF7FAF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258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F0EF-D308-4A28-8426-17B682AE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DC7B5-C847-4F8D-B64E-E296198CC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ADCCA-D9F8-4F9D-B427-6C6AE6CE8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FA655-92D6-40D7-85F9-C0C5B581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D9123-BBD3-48E3-B494-27ABE7E7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1C63A-C978-4ABB-AEF5-793241CC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82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F301-C0AE-412C-96E2-1008EFAE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707F8-8EB0-4885-BBF7-D9F4019F1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72C32-BFE3-4494-B626-05255250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BE4F9-4268-4438-86DE-D0849056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BAB6C-C281-4DD7-90EE-74F81126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76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31AA0F-C53E-461E-931A-93E9D6455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3AC4C-B3E8-4389-9345-87924A94D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45E8-C40A-41B8-B87D-B6CA77D9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E908-C694-47DF-80E2-AF06219F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C39EB-8304-4DF0-A2BF-B3099B58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27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A75CB-E2B4-4D25-B544-4FDECCD4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0CAFE-3789-4F2D-8B55-1723BB872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5AFD1-1BD5-4232-A085-AF1F178EF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4C37F-C0B4-425C-8876-F1B5DC62DA81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45381-866C-4A6C-8951-D26A258F4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A91F6-434A-4642-88CC-BF4D05BCC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2FE4C-2B2C-45D5-8B0E-6718A88086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6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eascape albany">
            <a:extLst>
              <a:ext uri="{FF2B5EF4-FFF2-40B4-BE49-F238E27FC236}">
                <a16:creationId xmlns:a16="http://schemas.microsoft.com/office/drawing/2014/main" id="{9430A114-B839-45AF-B6B1-95A6A2E19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  <a:ex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D528333-17A0-4250-AFF6-1B1D67140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/>
              <a:t>At Seventeen</a:t>
            </a:r>
            <a:endParaRPr lang="en-AU" sz="4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BC98F-1832-4AA8-B2A6-73780EC6B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747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491D-F373-4A2D-AA55-8D0938E7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45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CF51F-3B55-46AE-AB4C-8A03C7670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At 17">
            <a:hlinkClick r:id="" action="ppaction://media"/>
            <a:extLst>
              <a:ext uri="{FF2B5EF4-FFF2-40B4-BE49-F238E27FC236}">
                <a16:creationId xmlns:a16="http://schemas.microsoft.com/office/drawing/2014/main" id="{58E29146-C13A-47E5-AF92-4844D6A1F7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7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15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09C2-60B3-462C-BD86-04540271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46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D22A-7377-4EB0-B22A-86DCAD15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At 17 pt2">
            <a:hlinkClick r:id="" action="ppaction://media"/>
            <a:extLst>
              <a:ext uri="{FF2B5EF4-FFF2-40B4-BE49-F238E27FC236}">
                <a16:creationId xmlns:a16="http://schemas.microsoft.com/office/drawing/2014/main" id="{DD40AAF0-0014-47B7-B7F9-020B0BECDC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9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97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2BA7-0EC7-438B-9E37-0D7394F9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31CB5-A2B2-4D94-9907-FEE6033C4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13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</Words>
  <Application>Microsoft Office PowerPoint</Application>
  <PresentationFormat>Widescreen</PresentationFormat>
  <Paragraphs>3</Paragraphs>
  <Slides>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At Seventeen</vt:lpstr>
      <vt:lpstr>Page 45</vt:lpstr>
      <vt:lpstr>Page 46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 Seventeen</dc:title>
  <dc:creator>Andre Janse van Rensburg</dc:creator>
  <cp:lastModifiedBy>Andre Janse van Rensburg</cp:lastModifiedBy>
  <cp:revision>3</cp:revision>
  <dcterms:created xsi:type="dcterms:W3CDTF">2018-06-06T01:04:09Z</dcterms:created>
  <dcterms:modified xsi:type="dcterms:W3CDTF">2018-06-06T01:28:35Z</dcterms:modified>
</cp:coreProperties>
</file>