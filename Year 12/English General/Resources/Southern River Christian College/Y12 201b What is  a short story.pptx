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64" r:id="rId6"/>
    <p:sldId id="265" r:id="rId7"/>
    <p:sldId id="269" r:id="rId8"/>
    <p:sldId id="266" r:id="rId9"/>
    <p:sldId id="270" r:id="rId10"/>
    <p:sldId id="267" r:id="rId11"/>
    <p:sldId id="268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CC00"/>
    <a:srgbClr val="D0640A"/>
    <a:srgbClr val="F9B6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6601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75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91604-554D-409D-AA1B-6AD92D6B1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E000A2-CB90-4E72-B21E-9DFC2A49F6C4}" type="datetimeFigureOut">
              <a:rPr lang="en-GB"/>
              <a:pPr>
                <a:defRPr/>
              </a:pPr>
              <a:t>10/05/2018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78F2A-C4CB-417A-9B51-04A23705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D657F-16E9-4B0B-BA23-F5BA4971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A541D9-9847-431F-BBC4-B73512C2741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12782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33530-973A-4D27-8AFD-29BAB77D1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D55FBB-6826-49BA-BE3A-5D89BF1FC27F}" type="datetimeFigureOut">
              <a:rPr lang="en-GB"/>
              <a:pPr>
                <a:defRPr/>
              </a:pPr>
              <a:t>10/05/2018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1B834-92DC-4008-A519-30904B172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3A471-E854-4890-AC6C-F9D48363F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DBA7EB-864C-470C-9921-4120D99DBFD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29279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F298D-8CEF-40BF-8E06-4F3315DF5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C3D9A2-6043-4D57-B25B-98C35762589C}" type="datetimeFigureOut">
              <a:rPr lang="en-GB"/>
              <a:pPr>
                <a:defRPr/>
              </a:pPr>
              <a:t>10/05/2018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52BF4-921F-4AF9-8006-BB35DF63D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8BA1B-01CB-4713-9A20-0F5F8B597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223381-FF91-4991-85DB-68B95A047FD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39368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CCC2578-E7F5-4DA4-917B-32E8C4E3D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97AE69-22B2-4511-91BF-DBFB897D348C}" type="datetimeFigureOut">
              <a:rPr lang="en-GB"/>
              <a:pPr>
                <a:defRPr/>
              </a:pPr>
              <a:t>10/05/2018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2A00F28-E607-4795-A210-0FC18445B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6501DC9-B0AC-4599-8FA9-2CC208C38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9FB865-A3C3-447D-B00B-F62DBA90356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8469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78C4A96-0924-4017-853A-4450D1264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473249-4EE8-437C-AB8D-18482642509B}" type="datetimeFigureOut">
              <a:rPr lang="en-GB"/>
              <a:pPr>
                <a:defRPr/>
              </a:pPr>
              <a:t>10/05/2018</a:t>
            </a:fld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AD895CE-5EF4-4E3C-A26E-C08D1918C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127FC10-8CD9-48CB-880A-26BD83E5B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B1023-5F11-49CD-9743-05015CA30F5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44557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97FBE1B-CB61-496F-9E81-107A411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6255C4-939A-4DE9-BFB7-F21AC34038D7}" type="datetimeFigureOut">
              <a:rPr lang="en-GB"/>
              <a:pPr>
                <a:defRPr/>
              </a:pPr>
              <a:t>10/05/2018</a:t>
            </a:fld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0E17C3D-83A2-4D2C-9F61-940A870F6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560F245-EC52-4353-A986-667915A33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A6DBAE-8EB5-4792-893C-BCF04A0DBAF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2793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3BEC576-C996-45B1-A107-16D61048B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BA332B-71C9-4EFA-978E-317A003DF1E5}" type="datetimeFigureOut">
              <a:rPr lang="en-GB"/>
              <a:pPr>
                <a:defRPr/>
              </a:pPr>
              <a:t>10/05/2018</a:t>
            </a:fld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860E2B3-E6FD-43C3-820F-E04D0CBD1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F05768C-40EE-4B8A-B83C-0A1EA0F4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8F6340-3B78-4640-AD8B-A72075DD360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19740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2CB723A-09D6-4C98-A21E-3405EF486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BA294C-7DB4-48A1-801B-26780186A529}" type="datetimeFigureOut">
              <a:rPr lang="en-GB"/>
              <a:pPr>
                <a:defRPr/>
              </a:pPr>
              <a:t>10/05/2018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0EFE8B0-4894-4ED2-906D-B67DE28FD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5D46EDF-C742-40F4-8A08-C0115A59A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2B3E46-413D-4F5D-9939-BDF62B6CD3E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7627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78BC024-5CD4-4729-B497-472C9F228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E4614B-BCA9-4D40-9BDA-CD2EB49DDDF8}" type="datetimeFigureOut">
              <a:rPr lang="en-GB"/>
              <a:pPr>
                <a:defRPr/>
              </a:pPr>
              <a:t>10/05/2018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1026518-43DF-45D8-8316-522F3227F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B3EF8ED-2668-4502-8234-CBDEFB5A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A19401-702F-4DA2-B221-7AF5E752B53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11996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6BE71-F5B0-43C2-BA9A-A52841CFE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A7F76-64B3-46C5-8F75-F24345099F32}" type="datetimeFigureOut">
              <a:rPr lang="en-GB"/>
              <a:pPr>
                <a:defRPr/>
              </a:pPr>
              <a:t>10/05/2018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ED353-0A3B-4234-8E2B-87856F512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31397-D39A-4C77-909A-9E6934F8E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E66F1B-AC34-4BC2-8599-B00E7C333DC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26802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0157C-4F25-4FC7-9E5B-309F27C1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2F51BA-38F1-4170-ABE7-CEDD97E8BB25}" type="datetimeFigureOut">
              <a:rPr lang="en-GB"/>
              <a:pPr>
                <a:defRPr/>
              </a:pPr>
              <a:t>10/05/2018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1468-FC03-472F-935F-B46AF83C9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FA9D8-B0EB-43B5-8566-4052E0685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6AFB2F-8E4B-4187-879B-ED01E0CE1CF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98286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4200B03-FD34-4CF8-A7F1-A15A593A82F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E348A53-4DA7-4C5D-BF5D-FC09855E88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B315B-7C0E-4F5E-AD46-CEC8F777A1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5AB13A1-3D42-4698-AC77-C46F57781257}" type="datetimeFigureOut">
              <a:rPr lang="en-GB"/>
              <a:pPr>
                <a:defRPr/>
              </a:pPr>
              <a:t>10/05/2018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B7E12-B449-43DA-BAA7-20A062513B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CB380-4B1C-45F5-98B1-87C113B715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CE5656BE-2B73-4C00-89C6-51A5D0F59C57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E32F6-B5CC-439D-979A-482FE63050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3600" b="1" kern="0" spc="5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WHAT IS A SHORT STORY?</a:t>
            </a:r>
            <a:endParaRPr lang="en-GB" sz="3600" kern="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F3B05C5-8275-4C32-8C3C-911C0801E527}"/>
              </a:ext>
            </a:extLst>
          </p:cNvPr>
          <p:cNvSpPr/>
          <p:nvPr/>
        </p:nvSpPr>
        <p:spPr>
          <a:xfrm>
            <a:off x="3581400" y="2889250"/>
            <a:ext cx="1933575" cy="1187450"/>
          </a:xfrm>
          <a:prstGeom prst="roundRect">
            <a:avLst/>
          </a:prstGeom>
          <a:solidFill>
            <a:schemeClr val="bg1"/>
          </a:solidFill>
          <a:ln>
            <a:solidFill>
              <a:srgbClr val="FFCC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have </a:t>
            </a:r>
            <a:r>
              <a:rPr lang="en-ZA" sz="1600">
                <a:solidFill>
                  <a:srgbClr val="FF9900"/>
                </a:solidFill>
                <a:latin typeface="Arial" pitchFamily="34" charset="0"/>
                <a:cs typeface="Arial" pitchFamily="34" charset="0"/>
              </a:rPr>
              <a:t>characters</a:t>
            </a: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– who interact or reflect on events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4E32DF5-8923-4416-BB5D-9DF48009E029}"/>
              </a:ext>
            </a:extLst>
          </p:cNvPr>
          <p:cNvSpPr/>
          <p:nvPr/>
        </p:nvSpPr>
        <p:spPr>
          <a:xfrm>
            <a:off x="3589338" y="2889250"/>
            <a:ext cx="1919287" cy="1187450"/>
          </a:xfrm>
          <a:prstGeom prst="roundRect">
            <a:avLst/>
          </a:prstGeom>
          <a:solidFill>
            <a:schemeClr val="bg1"/>
          </a:solidFill>
          <a:ln>
            <a:solidFill>
              <a:srgbClr val="FFCC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have a </a:t>
            </a:r>
            <a:r>
              <a:rPr lang="en-ZA" sz="1600">
                <a:solidFill>
                  <a:srgbClr val="FF9900"/>
                </a:solidFill>
                <a:latin typeface="Arial" pitchFamily="34" charset="0"/>
                <a:cs typeface="Arial" pitchFamily="34" charset="0"/>
              </a:rPr>
              <a:t>setting</a:t>
            </a: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– the place(s) where the action happens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5E9E04D-1AA6-4D59-9518-202105BEE36E}"/>
              </a:ext>
            </a:extLst>
          </p:cNvPr>
          <p:cNvSpPr/>
          <p:nvPr/>
        </p:nvSpPr>
        <p:spPr>
          <a:xfrm>
            <a:off x="3432175" y="2889250"/>
            <a:ext cx="2232025" cy="1187450"/>
          </a:xfrm>
          <a:prstGeom prst="roundRect">
            <a:avLst/>
          </a:prstGeom>
          <a:solidFill>
            <a:schemeClr val="bg1"/>
          </a:solidFill>
          <a:ln>
            <a:solidFill>
              <a:srgbClr val="FFCC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have </a:t>
            </a:r>
            <a:r>
              <a:rPr lang="en-ZA" sz="1600">
                <a:solidFill>
                  <a:srgbClr val="FF9900"/>
                </a:solidFill>
                <a:latin typeface="Arial" pitchFamily="34" charset="0"/>
                <a:cs typeface="Arial" pitchFamily="34" charset="0"/>
              </a:rPr>
              <a:t>plots</a:t>
            </a: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and </a:t>
            </a:r>
            <a:r>
              <a:rPr lang="en-ZA" sz="1600">
                <a:solidFill>
                  <a:srgbClr val="FF9900"/>
                </a:solidFill>
                <a:latin typeface="Arial" pitchFamily="34" charset="0"/>
                <a:cs typeface="Arial" pitchFamily="34" charset="0"/>
              </a:rPr>
              <a:t>structure</a:t>
            </a: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– organised by the writer, to achieve an effect 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73CBDC7-6F5A-4BEA-88FB-2A9D250D7E39}"/>
              </a:ext>
            </a:extLst>
          </p:cNvPr>
          <p:cNvSpPr/>
          <p:nvPr/>
        </p:nvSpPr>
        <p:spPr>
          <a:xfrm>
            <a:off x="4078288" y="2874963"/>
            <a:ext cx="1247775" cy="1187450"/>
          </a:xfrm>
          <a:prstGeom prst="roundRect">
            <a:avLst/>
          </a:prstGeom>
          <a:solidFill>
            <a:schemeClr val="bg1"/>
          </a:solidFill>
          <a:ln>
            <a:solidFill>
              <a:srgbClr val="FFCC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have a </a:t>
            </a:r>
            <a:r>
              <a:rPr lang="en-ZA" sz="1600">
                <a:solidFill>
                  <a:srgbClr val="FF9900"/>
                </a:solidFill>
                <a:latin typeface="Arial" pitchFamily="34" charset="0"/>
                <a:cs typeface="Arial" pitchFamily="34" charset="0"/>
              </a:rPr>
              <a:t>theme</a:t>
            </a: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– main idea 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3593AA2-4EE2-4FBF-817E-7EF4A3206CC8}"/>
              </a:ext>
            </a:extLst>
          </p:cNvPr>
          <p:cNvSpPr/>
          <p:nvPr/>
        </p:nvSpPr>
        <p:spPr>
          <a:xfrm>
            <a:off x="3668713" y="2889250"/>
            <a:ext cx="1758950" cy="1187450"/>
          </a:xfrm>
          <a:prstGeom prst="roundRect">
            <a:avLst/>
          </a:prstGeom>
          <a:solidFill>
            <a:schemeClr val="bg1"/>
          </a:solidFill>
          <a:ln>
            <a:solidFill>
              <a:srgbClr val="FFCC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have their own </a:t>
            </a:r>
            <a:r>
              <a:rPr lang="en-ZA" sz="1600">
                <a:solidFill>
                  <a:srgbClr val="FF9900"/>
                </a:solidFill>
                <a:latin typeface="Arial" pitchFamily="34" charset="0"/>
                <a:cs typeface="Arial" pitchFamily="34" charset="0"/>
              </a:rPr>
              <a:t>diction</a:t>
            </a: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and </a:t>
            </a:r>
            <a:r>
              <a:rPr lang="en-ZA" sz="1600">
                <a:solidFill>
                  <a:srgbClr val="FF9900"/>
                </a:solidFill>
                <a:latin typeface="Arial" pitchFamily="34" charset="0"/>
                <a:cs typeface="Arial" pitchFamily="34" charset="0"/>
              </a:rPr>
              <a:t>style</a:t>
            </a: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of writing 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94FB892-C0FF-4FBC-9D10-ECF61BF66451}"/>
              </a:ext>
            </a:extLst>
          </p:cNvPr>
          <p:cNvSpPr/>
          <p:nvPr/>
        </p:nvSpPr>
        <p:spPr>
          <a:xfrm>
            <a:off x="3760788" y="2889250"/>
            <a:ext cx="1574800" cy="1187450"/>
          </a:xfrm>
          <a:prstGeom prst="roundRect">
            <a:avLst/>
          </a:prstGeom>
          <a:solidFill>
            <a:schemeClr val="bg1"/>
          </a:solidFill>
          <a:ln>
            <a:solidFill>
              <a:srgbClr val="FFCC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are examples of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1600">
                <a:solidFill>
                  <a:srgbClr val="FF9900"/>
                </a:solidFill>
                <a:latin typeface="Arial" pitchFamily="34" charset="0"/>
                <a:cs typeface="Arial" pitchFamily="34" charset="0"/>
              </a:rPr>
              <a:t>prose fiction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906A496-287F-431E-974F-E30EDF903A5A}"/>
              </a:ext>
            </a:extLst>
          </p:cNvPr>
          <p:cNvSpPr/>
          <p:nvPr/>
        </p:nvSpPr>
        <p:spPr>
          <a:xfrm>
            <a:off x="3578225" y="2889250"/>
            <a:ext cx="1941513" cy="1187450"/>
          </a:xfrm>
          <a:prstGeom prst="roundRect">
            <a:avLst/>
          </a:prstGeom>
          <a:solidFill>
            <a:schemeClr val="bg1"/>
          </a:solidFill>
          <a:ln>
            <a:solidFill>
              <a:srgbClr val="FFCC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1600">
                <a:solidFill>
                  <a:srgbClr val="FF9900"/>
                </a:solidFill>
                <a:latin typeface="Arial" pitchFamily="34" charset="0"/>
                <a:cs typeface="Arial" pitchFamily="34" charset="0"/>
              </a:rPr>
              <a:t>entertain</a:t>
            </a: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us, or sometimes </a:t>
            </a:r>
            <a:r>
              <a:rPr lang="en-ZA" sz="1600">
                <a:solidFill>
                  <a:srgbClr val="FF9900"/>
                </a:solidFill>
                <a:latin typeface="Arial" pitchFamily="34" charset="0"/>
                <a:cs typeface="Arial" pitchFamily="34" charset="0"/>
              </a:rPr>
              <a:t>make us think</a:t>
            </a: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or </a:t>
            </a:r>
            <a:r>
              <a:rPr lang="en-ZA" sz="1600">
                <a:solidFill>
                  <a:srgbClr val="FF9900"/>
                </a:solidFill>
                <a:latin typeface="Arial" pitchFamily="34" charset="0"/>
                <a:cs typeface="Arial" pitchFamily="34" charset="0"/>
              </a:rPr>
              <a:t>feel</a:t>
            </a: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something new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4C3906A-BF8B-4A33-BF9D-57F0A4E65FFE}"/>
              </a:ext>
            </a:extLst>
          </p:cNvPr>
          <p:cNvSpPr/>
          <p:nvPr/>
        </p:nvSpPr>
        <p:spPr>
          <a:xfrm>
            <a:off x="3432175" y="2889250"/>
            <a:ext cx="2232025" cy="1187450"/>
          </a:xfrm>
          <a:prstGeom prst="roundRect">
            <a:avLst/>
          </a:prstGeom>
          <a:solidFill>
            <a:schemeClr val="bg1"/>
          </a:solidFill>
          <a:ln>
            <a:solidFill>
              <a:srgbClr val="FFCC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have </a:t>
            </a:r>
            <a:r>
              <a:rPr lang="en-ZA" sz="1600">
                <a:solidFill>
                  <a:srgbClr val="FF9900"/>
                </a:solidFill>
                <a:latin typeface="Arial" pitchFamily="34" charset="0"/>
                <a:cs typeface="Arial" pitchFamily="34" charset="0"/>
              </a:rPr>
              <a:t>conflict </a:t>
            </a: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– tensions and discord make things happen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9D11D65-D2F4-432D-9F36-02AB1C6C2E1F}"/>
              </a:ext>
            </a:extLst>
          </p:cNvPr>
          <p:cNvSpPr/>
          <p:nvPr/>
        </p:nvSpPr>
        <p:spPr>
          <a:xfrm>
            <a:off x="3768725" y="2889250"/>
            <a:ext cx="1560513" cy="1187450"/>
          </a:xfrm>
          <a:prstGeom prst="roundRect">
            <a:avLst/>
          </a:prstGeom>
          <a:solidFill>
            <a:schemeClr val="bg1"/>
          </a:solidFill>
          <a:ln>
            <a:solidFill>
              <a:srgbClr val="FFCC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have a </a:t>
            </a:r>
            <a:r>
              <a:rPr lang="en-ZA" sz="1600">
                <a:solidFill>
                  <a:srgbClr val="FF9900"/>
                </a:solidFill>
                <a:latin typeface="Arial" pitchFamily="34" charset="0"/>
                <a:cs typeface="Arial" pitchFamily="34" charset="0"/>
              </a:rPr>
              <a:t>narrator</a:t>
            </a: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– someone who tells the story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5B711F3-2DDD-434F-BAB3-7ACFB8DE128A}"/>
              </a:ext>
            </a:extLst>
          </p:cNvPr>
          <p:cNvSpPr/>
          <p:nvPr/>
        </p:nvSpPr>
        <p:spPr>
          <a:xfrm>
            <a:off x="3432175" y="2889250"/>
            <a:ext cx="2232025" cy="1187450"/>
          </a:xfrm>
          <a:prstGeom prst="roundRect">
            <a:avLst/>
          </a:prstGeom>
          <a:solidFill>
            <a:schemeClr val="bg1"/>
          </a:solidFill>
          <a:ln>
            <a:solidFill>
              <a:srgbClr val="FFCC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are </a:t>
            </a:r>
            <a:r>
              <a:rPr lang="en-ZA" sz="1600">
                <a:solidFill>
                  <a:srgbClr val="FF9900"/>
                </a:solidFill>
                <a:latin typeface="Arial" pitchFamily="34" charset="0"/>
                <a:cs typeface="Arial" pitchFamily="34" charset="0"/>
              </a:rPr>
              <a:t>short </a:t>
            </a: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– you can read them in one sitting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8BA07CA-437F-4BC6-A6A0-7696CE683653}"/>
              </a:ext>
            </a:extLst>
          </p:cNvPr>
          <p:cNvSpPr/>
          <p:nvPr/>
        </p:nvSpPr>
        <p:spPr>
          <a:xfrm>
            <a:off x="3432175" y="2889250"/>
            <a:ext cx="2232025" cy="1187450"/>
          </a:xfrm>
          <a:prstGeom prst="roundRect">
            <a:avLst/>
          </a:prstGeom>
          <a:solidFill>
            <a:schemeClr val="bg1"/>
          </a:solidFill>
          <a:ln>
            <a:solidFill>
              <a:srgbClr val="FFCC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have </a:t>
            </a:r>
            <a:r>
              <a:rPr lang="en-ZA" sz="1600">
                <a:solidFill>
                  <a:srgbClr val="FF9900"/>
                </a:solidFill>
                <a:latin typeface="Arial" pitchFamily="34" charset="0"/>
                <a:cs typeface="Arial" pitchFamily="34" charset="0"/>
              </a:rPr>
              <a:t>narrative</a:t>
            </a:r>
            <a:r>
              <a:rPr lang="en-ZA" sz="16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– things happen somewhere to someone, with consequences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8AFBFD2-43CD-4D55-8918-B43F824E5F09}"/>
              </a:ext>
            </a:extLst>
          </p:cNvPr>
          <p:cNvSpPr/>
          <p:nvPr/>
        </p:nvSpPr>
        <p:spPr>
          <a:xfrm>
            <a:off x="3432175" y="2727325"/>
            <a:ext cx="2232025" cy="1584325"/>
          </a:xfrm>
          <a:prstGeom prst="roundRect">
            <a:avLst/>
          </a:prstGeom>
          <a:gradFill>
            <a:gsLst>
              <a:gs pos="0">
                <a:srgbClr val="FF9900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</a:gradFill>
          <a:ln w="28575"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2800" b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Short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2800" b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stories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777 -0.04652 C -0.14409 -0.05208 -0.15972 -0.0581 -0.17569 -0.06527 C -0.18107 -0.06782 -0.19444 -0.07106 -0.19982 -0.07592 C -0.20885 -0.08402 -0.21736 -0.08819 -0.22777 -0.09189 C -0.22968 -0.09375 -0.23142 -0.09583 -0.23368 -0.09722 C -0.2375 -0.09953 -0.24236 -0.0993 -0.24583 -0.10254 C -0.25347 -0.10949 -0.24948 -0.10694 -0.25781 -0.11041 C -0.27951 -0.13078 -0.24895 -0.10324 -0.26979 -0.11851 C -0.27395 -0.12152 -0.28177 -0.12916 -0.28177 -0.12916 C -0.28698 -0.15115 -0.27968 -0.12476 -0.28784 -0.14259 C -0.28888 -0.1449 -0.28888 -0.14791 -0.28975 -0.15046 C -0.29079 -0.15347 -0.2927 -0.15578 -0.29375 -0.15856 C -0.29774 -0.16921 -0.29861 -0.18032 -0.30382 -0.1905 C -0.30711 -0.20416 -0.31284 -0.21203 -0.3217 -0.2199 C -0.32847 -0.23333 -0.32361 -0.22592 -0.33784 -0.23842 C -0.33975 -0.24027 -0.34184 -0.24189 -0.34375 -0.24375 C -0.34548 -0.24537 -0.34982 -0.24652 -0.34982 -0.24652 " pathEditMode="relative" ptsTypes="ffffffffffffffffA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44444E-6 C -0.00834 -0.00254 -0.01754 -0.00439 -0.02553 -0.00902 C -0.0349 -0.01458 -0.04358 -0.02291 -0.05313 -0.02708 C -0.06285 -0.04143 -0.05678 -0.03402 -0.07204 -0.04814 C -0.08472 -0.06041 -0.08889 -0.07731 -0.10382 -0.08425 C -0.10521 -0.08726 -0.10625 -0.09097 -0.10799 -0.09351 C -0.11198 -0.09814 -0.12084 -0.10532 -0.12084 -0.10532 C -0.12136 -0.10833 -0.12136 -0.1118 -0.12292 -0.11435 C -0.12466 -0.11713 -0.12813 -0.11713 -0.12935 -0.12037 C -0.13403 -0.13055 -0.13594 -0.15046 -0.13768 -0.16273 C -0.13542 -0.19537 -0.13716 -0.18819 -0.12935 -0.21064 C -0.1283 -0.21365 -0.12848 -0.21713 -0.12726 -0.2199 C -0.12553 -0.22338 -0.12257 -0.22546 -0.12084 -0.2287 C -0.1191 -0.23171 -0.11789 -0.23472 -0.1165 -0.23796 C -0.1158 -0.24074 -0.11441 -0.24652 -0.11441 -0.24652 " pathEditMode="relative" rAng="0" ptsTypes="ffffffffffffffA">
                                      <p:cBhvr>
                                        <p:cTn id="1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92" y="-12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6 -4.44444E-6 C -0.00573 -0.01759 -0.00695 -0.0324 -0.00816 -0.05115 C -0.00781 -0.07963 -0.00816 -0.1081 -0.00643 -0.13657 C -0.00608 -0.14282 0.00573 -0.17013 0.00607 -0.17106 C 0.01406 -0.1905 0.02517 -0.21481 0.03889 -0.22199 C 0.05121 -0.23588 0.0651 -0.23588 0.07969 -0.23912 C 0.08663 -0.24652 0.08351 -0.24606 0.08819 -0.24606 " pathEditMode="relative" rAng="0" ptsTypes="ffffffA">
                                      <p:cBhvr>
                                        <p:cTn id="1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19" y="-12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C 0.03767 -0.00648 0.0717 -0.025 0.10625 -0.04329 C 0.11128 -0.04583 0.11632 -0.04769 0.12135 -0.05046 C 0.12969 -0.05486 0.14618 -0.06458 0.14618 -0.06435 C 0.15885 -0.07986 0.17274 -0.09259 0.18524 -0.1081 C 0.18854 -0.11157 0.18871 -0.11782 0.19167 -0.12199 C 0.1941 -0.12616 0.19757 -0.1294 0.20069 -0.13287 C 0.20278 -0.1375 0.20451 -0.14213 0.20694 -0.14676 C 0.21059 -0.15463 0.21892 -0.16829 0.21892 -0.16806 C 0.22587 -0.19977 0.21736 -0.16528 0.22847 -0.19699 C 0.23837 -0.22685 0.23733 -0.23472 0.25243 -0.26157 C 0.25451 -0.26505 0.25538 -0.2706 0.25868 -0.27222 C 0.2691 -0.27662 0.26528 -0.27361 0.27118 -0.27894 " pathEditMode="relative" rAng="0" ptsTypes="ffffffffffffA">
                                      <p:cBhvr>
                                        <p:cTn id="1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59" y="-139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4.44444E-6 C 0.02569 -0.00416 0.05052 -0.00856 0.07726 -0.00995 C 0.1059 -0.01435 0.08993 -0.01273 0.12569 -0.01481 C 0.14132 -0.01689 0.15955 -0.01689 0.17413 -0.0206 C 0.18871 -0.02407 0.2026 -0.02893 0.21771 -0.03125 C 0.22448 -0.03379 0.23298 -0.03425 0.23976 -0.0375 C 0.25816 -0.04513 0.27691 -0.05115 0.29826 -0.05509 C 0.30104 -0.05555 0.3026 -0.0574 0.30538 -0.05833 C 0.30746 -0.05902 0.31007 -0.05902 0.3125 -0.05949 C 0.34305 -0.07245 0.31701 -0.05949 0.33194 -0.07037 C 0.33663 -0.07338 0.34271 -0.07592 0.34653 -0.07963 C 0.35712 -0.08912 0.35104 -0.08657 0.36146 -0.08912 " pathEditMode="relative" rAng="0" ptsTypes="fffffffffffA">
                                      <p:cBhvr>
                                        <p:cTn id="2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073" y="-44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44444E-6 C 0.03507 0.00325 0.07014 0.00741 0.10555 0.01019 C 0.12656 0.01968 0.09878 0.00834 0.14323 0.01737 C 0.15052 0.01922 0.15764 0.02269 0.1651 0.02454 C 0.17135 0.02616 0.17777 0.02732 0.18402 0.02848 C 0.2184 0.0426 0.2526 0.05718 0.28732 0.06829 C 0.29496 0.07477 0.30086 0.0838 0.30902 0.09028 C 0.31909 0.09792 0.3283 0.09931 0.33906 0.10463 C 0.3651 0.11783 0.33507 0.10741 0.36041 0.11551 C 0.36319 0.11783 0.36892 0.12269 0.36892 0.12338 " pathEditMode="relative" rAng="0" ptsTypes="fffffffffA">
                                      <p:cBhvr>
                                        <p:cTn id="2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38" y="6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4.44444E-6 C 0.0151 0.00556 0.0283 0.02037 0.04323 0.03172 C 0.04965 0.0419 0.05677 0.04607 0.06424 0.0544 C 0.07396 0.06459 0.08142 0.07662 0.09149 0.08635 C 0.11858 0.11459 0.10052 0.10162 0.11215 0.122 C 0.12656 0.14584 0.14097 0.17084 0.15851 0.18936 C 0.16441 0.20348 0.17205 0.21042 0.17934 0.22176 C 0.18576 0.23079 0.1901 0.24121 0.19601 0.2507 C 0.19687 0.25139 0.20833 0.26528 0.21094 0.2669 C 0.21476 0.26968 0.22361 0.27338 0.22361 0.27362 C 0.22899 0.27917 0.23177 0.28079 0.23611 0.28959 C 0.23924 0.29561 0.2408 0.30325 0.24462 0.30857 C 0.24653 0.31158 0.24861 0.31551 0.25087 0.31783 C 0.2526 0.32061 0.25816 0.32477 0.25816 0.3257 " pathEditMode="relative" rAng="0" ptsTypes="fffffffffffffA">
                                      <p:cBhvr>
                                        <p:cTn id="3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99" y="16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7037E-7 C 0.00034 0.00718 0.00034 0.01551 0.00069 0.02778 C 0.00086 0.04514 0.00069 0.03588 0.00121 0.05556 C 0.00121 0.05833 0.00138 0.06389 0.00138 0.06435 C 0.00138 0.08194 0.00191 0.09769 0.00208 0.11458 C 0.00225 0.12755 0.00243 0.14074 0.00243 0.15394 C 0.0026 0.16852 0.00277 0.19861 0.00277 0.19884 C 0.00295 0.23009 0.00295 0.2588 0.00364 0.28519 C 0.00382 0.29884 0.00399 0.30625 0.00434 0.31366 C 0.00451 0.31644 0.00451 0.31944 0.00451 0.32199 C 0.00468 0.32361 0.00503 0.32477 0.00503 0.32569 " pathEditMode="relative" rAng="0" ptsTypes="ffffffffffA">
                                      <p:cBhvr>
                                        <p:cTn id="3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" y="16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85185E-6 C -0.02604 0.01389 0.00504 -0.00347 -0.02239 0.01829 C -0.03975 0.03218 -0.06024 0.04699 -0.07986 0.05741 C -0.09132 0.075 -0.11163 0.08403 -0.12222 0.10301 C -0.13229 0.12084 -0.14496 0.13704 -0.15677 0.15394 C -0.16354 0.16459 -0.16684 0.17662 -0.17378 0.18727 C -0.18125 0.22107 -0.17066 0.18033 -0.18211 0.20834 C -0.18715 0.22107 -0.19027 0.23773 -0.19357 0.25116 C -0.19895 0.27523 -0.20017 0.30255 -0.21336 0.32338 C -0.22083 0.34769 -0.20868 0.3125 -0.23073 0.34769 C -0.23264 0.3507 -0.23368 0.3544 -0.23628 0.35671 C -0.23871 0.3588 -0.24201 0.35857 -0.24514 0.35972 C -0.25139 0.3669 -0.24861 0.36389 -0.25277 0.36921 " pathEditMode="relative" rAng="0" ptsTypes="ffffffffffffA">
                                      <p:cBhvr>
                                        <p:cTn id="3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396" y="18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4.44444E-6 C -0.02691 0.00348 -0.04618 0.01459 -0.07344 0.01783 C -0.07934 0.01968 -0.08559 0.02153 -0.09132 0.02338 C -0.09514 0.02524 -0.09844 0.02755 -0.10278 0.02894 C -0.12414 0.03681 -0.14723 0.0426 -0.16702 0.05139 C -0.18056 0.05764 -0.19514 0.07153 -0.20799 0.07547 C -0.22466 0.08079 -0.24011 0.08866 -0.25799 0.09237 C -0.28073 0.10162 -0.25122 0.09051 -0.2783 0.09792 C -0.31146 0.10718 -0.26424 0.097 -0.29584 0.10325 C -0.30486 0.10718 -0.31355 0.10903 -0.3224 0.1125 C -0.33316 0.12292 -0.33403 0.12547 -0.35157 0.1294 C -0.36285 0.13982 -0.3658 0.1426 -0.3658 0.15625 " pathEditMode="relative" rAng="0" ptsTypes="fffffffffffA">
                                      <p:cBhvr>
                                        <p:cTn id="4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99" y="78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7037E-7 C -0.01945 0.01065 -0.02726 0.01551 -0.04601 0.01968 C -0.07587 0.03588 -0.10608 0.03519 -0.13733 0.0419 C -0.18004 0.04051 -0.21858 0.04259 -0.25955 0.03079 C -0.28403 0.0088 -0.24844 0.04213 -0.26962 0.0169 C -0.27796 0.00741 -0.28872 0.0037 -0.29671 -0.00556 C -0.30105 -0.01088 -0.30921 -0.02222 -0.30921 -0.02199 C -0.31146 -0.03356 -0.30921 -0.03356 -0.30921 -0.04444 " pathEditMode="relative" rAng="0" ptsTypes="fffffffA">
                                      <p:cBhvr>
                                        <p:cTn id="4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573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8" grpId="0" animBg="1"/>
      <p:bldP spid="13" grpId="0" animBg="1"/>
      <p:bldP spid="14" grpId="0" animBg="1"/>
      <p:bldP spid="15" grpId="0" animBg="1"/>
      <p:bldP spid="16" grpId="0" animBg="1"/>
      <p:bldP spid="7" grpId="0" animBg="1"/>
      <p:bldP spid="11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B52981-E282-4E11-A492-1BA9DFC23E10}"/>
              </a:ext>
            </a:extLst>
          </p:cNvPr>
          <p:cNvSpPr/>
          <p:nvPr/>
        </p:nvSpPr>
        <p:spPr>
          <a:xfrm>
            <a:off x="650875" y="1203325"/>
            <a:ext cx="7842250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2800" b="1" kern="0" spc="50" dirty="0">
                <a:latin typeface="Arial" pitchFamily="34" charset="0"/>
                <a:ea typeface="+mj-ea"/>
              </a:rPr>
              <a:t>Short stories are short: “Economy of form”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2247E025-AFAD-4113-A212-B23C6CEED09F}"/>
              </a:ext>
            </a:extLst>
          </p:cNvPr>
          <p:cNvSpPr txBox="1">
            <a:spLocks/>
          </p:cNvSpPr>
          <p:nvPr/>
        </p:nvSpPr>
        <p:spPr>
          <a:xfrm>
            <a:off x="457200" y="1768475"/>
            <a:ext cx="8229600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2200" dirty="0">
                <a:latin typeface="Arial" pitchFamily="34" charset="0"/>
                <a:cs typeface="Arial" pitchFamily="34" charset="0"/>
              </a:rPr>
              <a:t>Short stories are like photographs, rather than movies: they usually focus on a particular scene, character, event or situation.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ZA" sz="2200" dirty="0">
              <a:latin typeface="Arial" pitchFamily="34" charset="0"/>
              <a:cs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2200" dirty="0">
                <a:latin typeface="Arial" pitchFamily="34" charset="0"/>
                <a:cs typeface="Arial" pitchFamily="34" charset="0"/>
              </a:rPr>
              <a:t>With </a:t>
            </a:r>
            <a:r>
              <a:rPr lang="en-ZA" sz="2200" b="1" dirty="0">
                <a:latin typeface="Arial" pitchFamily="34" charset="0"/>
                <a:cs typeface="Arial" pitchFamily="34" charset="0"/>
              </a:rPr>
              <a:t>limited space</a:t>
            </a:r>
            <a:r>
              <a:rPr lang="en-ZA" sz="2200" dirty="0">
                <a:latin typeface="Arial" pitchFamily="34" charset="0"/>
                <a:cs typeface="Arial" pitchFamily="34" charset="0"/>
              </a:rPr>
              <a:t>, you need a clear focus, few characters, narrators and settings, and one central event or conflict.</a:t>
            </a: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422DB335-036D-4654-BD7C-F2B1BB6525BC}"/>
              </a:ext>
            </a:extLst>
          </p:cNvPr>
          <p:cNvSpPr/>
          <p:nvPr/>
        </p:nvSpPr>
        <p:spPr>
          <a:xfrm>
            <a:off x="2028825" y="4152900"/>
            <a:ext cx="5086350" cy="1535113"/>
          </a:xfrm>
          <a:prstGeom prst="wedgeRoundRectCallout">
            <a:avLst>
              <a:gd name="adj1" fmla="val 74296"/>
              <a:gd name="adj2" fmla="val 37681"/>
              <a:gd name="adj3" fmla="val 16667"/>
            </a:avLst>
          </a:prstGeom>
          <a:solidFill>
            <a:schemeClr val="bg1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200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 short story is like “a little earthquake”: It must introduce and resolve a single event or point of conflict, in limited space.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ZA" sz="200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E11F73-2458-4778-AE60-DE4AE565B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0975" y="5249863"/>
            <a:ext cx="3028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ZA" altLang="en-US" sz="2000">
                <a:solidFill>
                  <a:srgbClr val="0070C0"/>
                </a:solidFill>
                <a:latin typeface="Arial" panose="020B0604020202020204" pitchFamily="34" charset="0"/>
              </a:rPr>
              <a:t>~ Joseph O’Conner ~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7">
            <a:extLst>
              <a:ext uri="{FF2B5EF4-FFF2-40B4-BE49-F238E27FC236}">
                <a16:creationId xmlns:a16="http://schemas.microsoft.com/office/drawing/2014/main" id="{D77BC20F-C952-40CB-97E5-BFD6668763E0}"/>
              </a:ext>
            </a:extLst>
          </p:cNvPr>
          <p:cNvSpPr txBox="1">
            <a:spLocks/>
          </p:cNvSpPr>
          <p:nvPr/>
        </p:nvSpPr>
        <p:spPr bwMode="auto">
          <a:xfrm>
            <a:off x="457200" y="6126163"/>
            <a:ext cx="82296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895C03-741F-4ACB-9922-AE3AE1D7D7C3}"/>
              </a:ext>
            </a:extLst>
          </p:cNvPr>
          <p:cNvSpPr/>
          <p:nvPr/>
        </p:nvSpPr>
        <p:spPr>
          <a:xfrm>
            <a:off x="4479925" y="1768475"/>
            <a:ext cx="18415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2400" kern="0" dirty="0">
              <a:latin typeface="Arial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133601-C9CD-4B1B-9E5C-C68F62B04E77}"/>
              </a:ext>
            </a:extLst>
          </p:cNvPr>
          <p:cNvSpPr/>
          <p:nvPr/>
        </p:nvSpPr>
        <p:spPr>
          <a:xfrm>
            <a:off x="2219325" y="1203325"/>
            <a:ext cx="4705350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2800" b="1" kern="0" spc="50" dirty="0">
                <a:latin typeface="Arial" pitchFamily="34" charset="0"/>
                <a:ea typeface="+mj-ea"/>
              </a:rPr>
              <a:t>Short stories contain plot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5DB20539-2AA1-41B3-B114-0B36DAF85A2E}"/>
              </a:ext>
            </a:extLst>
          </p:cNvPr>
          <p:cNvSpPr txBox="1">
            <a:spLocks/>
          </p:cNvSpPr>
          <p:nvPr/>
        </p:nvSpPr>
        <p:spPr>
          <a:xfrm>
            <a:off x="457200" y="1768475"/>
            <a:ext cx="8229600" cy="368458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2200" dirty="0">
                <a:latin typeface="Arial" pitchFamily="34" charset="0"/>
                <a:cs typeface="Arial" pitchFamily="34" charset="0"/>
              </a:rPr>
              <a:t>A plot is a narrative that is carefully </a:t>
            </a:r>
            <a:r>
              <a:rPr lang="en-ZA" sz="2200" b="1" dirty="0">
                <a:latin typeface="Arial" pitchFamily="34" charset="0"/>
                <a:cs typeface="Arial" pitchFamily="34" charset="0"/>
              </a:rPr>
              <a:t>organised</a:t>
            </a:r>
            <a:r>
              <a:rPr lang="en-ZA" sz="2200" dirty="0">
                <a:latin typeface="Arial" pitchFamily="34" charset="0"/>
                <a:cs typeface="Arial" pitchFamily="34" charset="0"/>
              </a:rPr>
              <a:t> and </a:t>
            </a:r>
            <a:r>
              <a:rPr lang="en-ZA" sz="2200" b="1" dirty="0">
                <a:latin typeface="Arial" pitchFamily="34" charset="0"/>
                <a:cs typeface="Arial" pitchFamily="34" charset="0"/>
              </a:rPr>
              <a:t>sequenced</a:t>
            </a:r>
            <a:r>
              <a:rPr lang="en-ZA" sz="220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ZA" sz="2200" dirty="0">
              <a:latin typeface="Arial" pitchFamily="34" charset="0"/>
              <a:cs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2200" dirty="0">
                <a:latin typeface="Arial" pitchFamily="34" charset="0"/>
                <a:cs typeface="Arial" pitchFamily="34" charset="0"/>
              </a:rPr>
              <a:t>Plots focus on </a:t>
            </a:r>
            <a:r>
              <a:rPr lang="en-ZA" sz="2200" b="1" dirty="0">
                <a:latin typeface="Arial" pitchFamily="34" charset="0"/>
                <a:cs typeface="Arial" pitchFamily="34" charset="0"/>
              </a:rPr>
              <a:t>why events happen </a:t>
            </a:r>
            <a:r>
              <a:rPr lang="en-ZA" sz="2200" dirty="0">
                <a:latin typeface="Arial" pitchFamily="34" charset="0"/>
                <a:cs typeface="Arial" pitchFamily="34" charset="0"/>
              </a:rPr>
              <a:t>and the </a:t>
            </a:r>
            <a:r>
              <a:rPr lang="en-ZA" sz="2200" b="1" dirty="0">
                <a:latin typeface="Arial" pitchFamily="34" charset="0"/>
                <a:cs typeface="Arial" pitchFamily="34" charset="0"/>
              </a:rPr>
              <a:t>connections</a:t>
            </a:r>
            <a:r>
              <a:rPr lang="en-ZA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en-ZA" sz="2200" b="1" dirty="0">
                <a:latin typeface="Arial" pitchFamily="34" charset="0"/>
                <a:cs typeface="Arial" pitchFamily="34" charset="0"/>
              </a:rPr>
              <a:t>between them </a:t>
            </a:r>
            <a:r>
              <a:rPr lang="en-ZA" sz="2200" dirty="0">
                <a:latin typeface="Arial" pitchFamily="34" charset="0"/>
                <a:cs typeface="Arial" pitchFamily="34" charset="0"/>
              </a:rPr>
              <a:t>(causality).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ZA" sz="2200" dirty="0">
              <a:latin typeface="Arial" pitchFamily="34" charset="0"/>
              <a:cs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2200" dirty="0">
                <a:latin typeface="Arial" pitchFamily="34" charset="0"/>
                <a:cs typeface="Arial" pitchFamily="34" charset="0"/>
              </a:rPr>
              <a:t>Plot events do not have to happen in </a:t>
            </a:r>
            <a:r>
              <a:rPr lang="en-ZA" sz="2200" b="1" dirty="0">
                <a:latin typeface="Arial" pitchFamily="34" charset="0"/>
                <a:cs typeface="Arial" pitchFamily="34" charset="0"/>
              </a:rPr>
              <a:t>chronological</a:t>
            </a:r>
            <a:r>
              <a:rPr lang="en-ZA" sz="2200" dirty="0">
                <a:latin typeface="Arial" pitchFamily="34" charset="0"/>
                <a:cs typeface="Arial" pitchFamily="34" charset="0"/>
              </a:rPr>
              <a:t> order: they may move backwards and forwards in time.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ZA" sz="2200" dirty="0">
              <a:latin typeface="Arial" pitchFamily="34" charset="0"/>
              <a:cs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2200" dirty="0">
                <a:latin typeface="Arial" pitchFamily="34" charset="0"/>
                <a:cs typeface="Arial" pitchFamily="34" charset="0"/>
              </a:rPr>
              <a:t>Some stories begin in </a:t>
            </a:r>
            <a:r>
              <a:rPr lang="en-ZA" sz="2200" b="1" dirty="0">
                <a:latin typeface="Arial" pitchFamily="34" charset="0"/>
                <a:cs typeface="Arial" pitchFamily="34" charset="0"/>
              </a:rPr>
              <a:t>media res </a:t>
            </a:r>
            <a:r>
              <a:rPr lang="en-ZA" sz="2200" dirty="0">
                <a:latin typeface="Arial" pitchFamily="34" charset="0"/>
                <a:cs typeface="Arial" pitchFamily="34" charset="0"/>
              </a:rPr>
              <a:t>– in the middle of the action.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ZA" sz="2200" dirty="0">
              <a:latin typeface="Arial" pitchFamily="34" charset="0"/>
              <a:cs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2200" dirty="0">
                <a:latin typeface="Arial" pitchFamily="34" charset="0"/>
                <a:cs typeface="Arial" pitchFamily="34" charset="0"/>
              </a:rPr>
              <a:t>Some stories have a </a:t>
            </a:r>
            <a:r>
              <a:rPr lang="en-ZA" sz="2200" b="1" dirty="0">
                <a:latin typeface="Arial" pitchFamily="34" charset="0"/>
                <a:cs typeface="Arial" pitchFamily="34" charset="0"/>
              </a:rPr>
              <a:t>twist in the tail </a:t>
            </a:r>
            <a:r>
              <a:rPr lang="en-ZA" sz="2200" dirty="0">
                <a:latin typeface="Arial" pitchFamily="34" charset="0"/>
                <a:cs typeface="Arial" pitchFamily="34" charset="0"/>
              </a:rPr>
              <a:t>– an unexpected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tabLst>
                <a:tab pos="365125" algn="l"/>
              </a:tabLst>
              <a:defRPr/>
            </a:pPr>
            <a:r>
              <a:rPr lang="en-ZA" sz="2200" dirty="0">
                <a:latin typeface="Arial" pitchFamily="34" charset="0"/>
                <a:cs typeface="Arial" pitchFamily="34" charset="0"/>
              </a:rPr>
              <a:t>	or surprising ending.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ZA" sz="2200" dirty="0">
              <a:latin typeface="Arial" pitchFamily="34" charset="0"/>
              <a:cs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ZA" sz="22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417C4AE-A75C-4638-886E-55283528D08F}"/>
              </a:ext>
            </a:extLst>
          </p:cNvPr>
          <p:cNvGrpSpPr/>
          <p:nvPr/>
        </p:nvGrpSpPr>
        <p:grpSpPr>
          <a:xfrm flipV="1">
            <a:off x="7601718" y="5888220"/>
            <a:ext cx="514365" cy="333802"/>
            <a:chOff x="4762500" y="2876497"/>
            <a:chExt cx="514365" cy="333802"/>
          </a:xfrm>
          <a:solidFill>
            <a:srgbClr val="00B0F0"/>
          </a:solidFill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87838B15-489E-44A5-B9B1-C96BD4F9DBCC}"/>
                </a:ext>
              </a:extLst>
            </p:cNvPr>
            <p:cNvSpPr/>
            <p:nvPr/>
          </p:nvSpPr>
          <p:spPr>
            <a:xfrm>
              <a:off x="4762500" y="2924522"/>
              <a:ext cx="419100" cy="237778"/>
            </a:xfrm>
            <a:custGeom>
              <a:avLst/>
              <a:gdLst>
                <a:gd name="connsiteX0" fmla="*/ 190500 w 419100"/>
                <a:gd name="connsiteY0" fmla="*/ 28575 h 193675"/>
                <a:gd name="connsiteX1" fmla="*/ 190500 w 419100"/>
                <a:gd name="connsiteY1" fmla="*/ 28575 h 193675"/>
                <a:gd name="connsiteX2" fmla="*/ 66675 w 419100"/>
                <a:gd name="connsiteY2" fmla="*/ 28575 h 193675"/>
                <a:gd name="connsiteX3" fmla="*/ 28575 w 419100"/>
                <a:gd name="connsiteY3" fmla="*/ 47625 h 193675"/>
                <a:gd name="connsiteX4" fmla="*/ 19050 w 419100"/>
                <a:gd name="connsiteY4" fmla="*/ 53975 h 193675"/>
                <a:gd name="connsiteX5" fmla="*/ 6350 w 419100"/>
                <a:gd name="connsiteY5" fmla="*/ 73025 h 193675"/>
                <a:gd name="connsiteX6" fmla="*/ 0 w 419100"/>
                <a:gd name="connsiteY6" fmla="*/ 92075 h 193675"/>
                <a:gd name="connsiteX7" fmla="*/ 6350 w 419100"/>
                <a:gd name="connsiteY7" fmla="*/ 139700 h 193675"/>
                <a:gd name="connsiteX8" fmla="*/ 12700 w 419100"/>
                <a:gd name="connsiteY8" fmla="*/ 149225 h 193675"/>
                <a:gd name="connsiteX9" fmla="*/ 22225 w 419100"/>
                <a:gd name="connsiteY9" fmla="*/ 155575 h 193675"/>
                <a:gd name="connsiteX10" fmla="*/ 31750 w 419100"/>
                <a:gd name="connsiteY10" fmla="*/ 165100 h 193675"/>
                <a:gd name="connsiteX11" fmla="*/ 50800 w 419100"/>
                <a:gd name="connsiteY11" fmla="*/ 171450 h 193675"/>
                <a:gd name="connsiteX12" fmla="*/ 79375 w 419100"/>
                <a:gd name="connsiteY12" fmla="*/ 180975 h 193675"/>
                <a:gd name="connsiteX13" fmla="*/ 88900 w 419100"/>
                <a:gd name="connsiteY13" fmla="*/ 184150 h 193675"/>
                <a:gd name="connsiteX14" fmla="*/ 98425 w 419100"/>
                <a:gd name="connsiteY14" fmla="*/ 187325 h 193675"/>
                <a:gd name="connsiteX15" fmla="*/ 146050 w 419100"/>
                <a:gd name="connsiteY15" fmla="*/ 180975 h 193675"/>
                <a:gd name="connsiteX16" fmla="*/ 155575 w 419100"/>
                <a:gd name="connsiteY16" fmla="*/ 177800 h 193675"/>
                <a:gd name="connsiteX17" fmla="*/ 168275 w 419100"/>
                <a:gd name="connsiteY17" fmla="*/ 174625 h 193675"/>
                <a:gd name="connsiteX18" fmla="*/ 200025 w 419100"/>
                <a:gd name="connsiteY18" fmla="*/ 165100 h 193675"/>
                <a:gd name="connsiteX19" fmla="*/ 234950 w 419100"/>
                <a:gd name="connsiteY19" fmla="*/ 161925 h 193675"/>
                <a:gd name="connsiteX20" fmla="*/ 273050 w 419100"/>
                <a:gd name="connsiteY20" fmla="*/ 171450 h 193675"/>
                <a:gd name="connsiteX21" fmla="*/ 282575 w 419100"/>
                <a:gd name="connsiteY21" fmla="*/ 177800 h 193675"/>
                <a:gd name="connsiteX22" fmla="*/ 292100 w 419100"/>
                <a:gd name="connsiteY22" fmla="*/ 180975 h 193675"/>
                <a:gd name="connsiteX23" fmla="*/ 301625 w 419100"/>
                <a:gd name="connsiteY23" fmla="*/ 187325 h 193675"/>
                <a:gd name="connsiteX24" fmla="*/ 320675 w 419100"/>
                <a:gd name="connsiteY24" fmla="*/ 193675 h 193675"/>
                <a:gd name="connsiteX25" fmla="*/ 374650 w 419100"/>
                <a:gd name="connsiteY25" fmla="*/ 190500 h 193675"/>
                <a:gd name="connsiteX26" fmla="*/ 384175 w 419100"/>
                <a:gd name="connsiteY26" fmla="*/ 187325 h 193675"/>
                <a:gd name="connsiteX27" fmla="*/ 403225 w 419100"/>
                <a:gd name="connsiteY27" fmla="*/ 174625 h 193675"/>
                <a:gd name="connsiteX28" fmla="*/ 415925 w 419100"/>
                <a:gd name="connsiteY28" fmla="*/ 146050 h 193675"/>
                <a:gd name="connsiteX29" fmla="*/ 419100 w 419100"/>
                <a:gd name="connsiteY29" fmla="*/ 136525 h 193675"/>
                <a:gd name="connsiteX30" fmla="*/ 415925 w 419100"/>
                <a:gd name="connsiteY30" fmla="*/ 104775 h 193675"/>
                <a:gd name="connsiteX31" fmla="*/ 409575 w 419100"/>
                <a:gd name="connsiteY31" fmla="*/ 85725 h 193675"/>
                <a:gd name="connsiteX32" fmla="*/ 406400 w 419100"/>
                <a:gd name="connsiteY32" fmla="*/ 76200 h 193675"/>
                <a:gd name="connsiteX33" fmla="*/ 390525 w 419100"/>
                <a:gd name="connsiteY33" fmla="*/ 57150 h 193675"/>
                <a:gd name="connsiteX34" fmla="*/ 381000 w 419100"/>
                <a:gd name="connsiteY34" fmla="*/ 50800 h 193675"/>
                <a:gd name="connsiteX35" fmla="*/ 365125 w 419100"/>
                <a:gd name="connsiteY35" fmla="*/ 34925 h 193675"/>
                <a:gd name="connsiteX36" fmla="*/ 355600 w 419100"/>
                <a:gd name="connsiteY36" fmla="*/ 25400 h 193675"/>
                <a:gd name="connsiteX37" fmla="*/ 336550 w 419100"/>
                <a:gd name="connsiteY37" fmla="*/ 12700 h 193675"/>
                <a:gd name="connsiteX38" fmla="*/ 327025 w 419100"/>
                <a:gd name="connsiteY38" fmla="*/ 6350 h 193675"/>
                <a:gd name="connsiteX39" fmla="*/ 304800 w 419100"/>
                <a:gd name="connsiteY39" fmla="*/ 0 h 193675"/>
                <a:gd name="connsiteX40" fmla="*/ 263525 w 419100"/>
                <a:gd name="connsiteY40" fmla="*/ 9525 h 193675"/>
                <a:gd name="connsiteX41" fmla="*/ 254000 w 419100"/>
                <a:gd name="connsiteY41" fmla="*/ 12700 h 193675"/>
                <a:gd name="connsiteX42" fmla="*/ 244475 w 419100"/>
                <a:gd name="connsiteY42" fmla="*/ 19050 h 193675"/>
                <a:gd name="connsiteX43" fmla="*/ 238125 w 419100"/>
                <a:gd name="connsiteY43" fmla="*/ 28575 h 193675"/>
                <a:gd name="connsiteX44" fmla="*/ 203200 w 419100"/>
                <a:gd name="connsiteY44" fmla="*/ 38100 h 193675"/>
                <a:gd name="connsiteX45" fmla="*/ 184150 w 419100"/>
                <a:gd name="connsiteY45" fmla="*/ 34925 h 193675"/>
                <a:gd name="connsiteX46" fmla="*/ 190500 w 419100"/>
                <a:gd name="connsiteY46" fmla="*/ 28575 h 193675"/>
                <a:gd name="connsiteX0" fmla="*/ 190500 w 419100"/>
                <a:gd name="connsiteY0" fmla="*/ 28575 h 193675"/>
                <a:gd name="connsiteX1" fmla="*/ 190500 w 419100"/>
                <a:gd name="connsiteY1" fmla="*/ 28575 h 193675"/>
                <a:gd name="connsiteX2" fmla="*/ 66675 w 419100"/>
                <a:gd name="connsiteY2" fmla="*/ 28575 h 193675"/>
                <a:gd name="connsiteX3" fmla="*/ 28575 w 419100"/>
                <a:gd name="connsiteY3" fmla="*/ 47625 h 193675"/>
                <a:gd name="connsiteX4" fmla="*/ 19050 w 419100"/>
                <a:gd name="connsiteY4" fmla="*/ 53975 h 193675"/>
                <a:gd name="connsiteX5" fmla="*/ 6350 w 419100"/>
                <a:gd name="connsiteY5" fmla="*/ 73025 h 193675"/>
                <a:gd name="connsiteX6" fmla="*/ 0 w 419100"/>
                <a:gd name="connsiteY6" fmla="*/ 92075 h 193675"/>
                <a:gd name="connsiteX7" fmla="*/ 6350 w 419100"/>
                <a:gd name="connsiteY7" fmla="*/ 139700 h 193675"/>
                <a:gd name="connsiteX8" fmla="*/ 12700 w 419100"/>
                <a:gd name="connsiteY8" fmla="*/ 149225 h 193675"/>
                <a:gd name="connsiteX9" fmla="*/ 22225 w 419100"/>
                <a:gd name="connsiteY9" fmla="*/ 155575 h 193675"/>
                <a:gd name="connsiteX10" fmla="*/ 31750 w 419100"/>
                <a:gd name="connsiteY10" fmla="*/ 165100 h 193675"/>
                <a:gd name="connsiteX11" fmla="*/ 50800 w 419100"/>
                <a:gd name="connsiteY11" fmla="*/ 171450 h 193675"/>
                <a:gd name="connsiteX12" fmla="*/ 79375 w 419100"/>
                <a:gd name="connsiteY12" fmla="*/ 180975 h 193675"/>
                <a:gd name="connsiteX13" fmla="*/ 88900 w 419100"/>
                <a:gd name="connsiteY13" fmla="*/ 184150 h 193675"/>
                <a:gd name="connsiteX14" fmla="*/ 98425 w 419100"/>
                <a:gd name="connsiteY14" fmla="*/ 187325 h 193675"/>
                <a:gd name="connsiteX15" fmla="*/ 146050 w 419100"/>
                <a:gd name="connsiteY15" fmla="*/ 180975 h 193675"/>
                <a:gd name="connsiteX16" fmla="*/ 155575 w 419100"/>
                <a:gd name="connsiteY16" fmla="*/ 177800 h 193675"/>
                <a:gd name="connsiteX17" fmla="*/ 168275 w 419100"/>
                <a:gd name="connsiteY17" fmla="*/ 174625 h 193675"/>
                <a:gd name="connsiteX18" fmla="*/ 200025 w 419100"/>
                <a:gd name="connsiteY18" fmla="*/ 165100 h 193675"/>
                <a:gd name="connsiteX19" fmla="*/ 234950 w 419100"/>
                <a:gd name="connsiteY19" fmla="*/ 161925 h 193675"/>
                <a:gd name="connsiteX20" fmla="*/ 273050 w 419100"/>
                <a:gd name="connsiteY20" fmla="*/ 171450 h 193675"/>
                <a:gd name="connsiteX21" fmla="*/ 282575 w 419100"/>
                <a:gd name="connsiteY21" fmla="*/ 177800 h 193675"/>
                <a:gd name="connsiteX22" fmla="*/ 292100 w 419100"/>
                <a:gd name="connsiteY22" fmla="*/ 180975 h 193675"/>
                <a:gd name="connsiteX23" fmla="*/ 301625 w 419100"/>
                <a:gd name="connsiteY23" fmla="*/ 187325 h 193675"/>
                <a:gd name="connsiteX24" fmla="*/ 320675 w 419100"/>
                <a:gd name="connsiteY24" fmla="*/ 193675 h 193675"/>
                <a:gd name="connsiteX25" fmla="*/ 374650 w 419100"/>
                <a:gd name="connsiteY25" fmla="*/ 190500 h 193675"/>
                <a:gd name="connsiteX26" fmla="*/ 384175 w 419100"/>
                <a:gd name="connsiteY26" fmla="*/ 187325 h 193675"/>
                <a:gd name="connsiteX27" fmla="*/ 403225 w 419100"/>
                <a:gd name="connsiteY27" fmla="*/ 174625 h 193675"/>
                <a:gd name="connsiteX28" fmla="*/ 415925 w 419100"/>
                <a:gd name="connsiteY28" fmla="*/ 146050 h 193675"/>
                <a:gd name="connsiteX29" fmla="*/ 419100 w 419100"/>
                <a:gd name="connsiteY29" fmla="*/ 136525 h 193675"/>
                <a:gd name="connsiteX30" fmla="*/ 415925 w 419100"/>
                <a:gd name="connsiteY30" fmla="*/ 104775 h 193675"/>
                <a:gd name="connsiteX31" fmla="*/ 409575 w 419100"/>
                <a:gd name="connsiteY31" fmla="*/ 85725 h 193675"/>
                <a:gd name="connsiteX32" fmla="*/ 406400 w 419100"/>
                <a:gd name="connsiteY32" fmla="*/ 76200 h 193675"/>
                <a:gd name="connsiteX33" fmla="*/ 390525 w 419100"/>
                <a:gd name="connsiteY33" fmla="*/ 57150 h 193675"/>
                <a:gd name="connsiteX34" fmla="*/ 381000 w 419100"/>
                <a:gd name="connsiteY34" fmla="*/ 50800 h 193675"/>
                <a:gd name="connsiteX35" fmla="*/ 365125 w 419100"/>
                <a:gd name="connsiteY35" fmla="*/ 34925 h 193675"/>
                <a:gd name="connsiteX36" fmla="*/ 355600 w 419100"/>
                <a:gd name="connsiteY36" fmla="*/ 25400 h 193675"/>
                <a:gd name="connsiteX37" fmla="*/ 336550 w 419100"/>
                <a:gd name="connsiteY37" fmla="*/ 12700 h 193675"/>
                <a:gd name="connsiteX38" fmla="*/ 327025 w 419100"/>
                <a:gd name="connsiteY38" fmla="*/ 6350 h 193675"/>
                <a:gd name="connsiteX39" fmla="*/ 304800 w 419100"/>
                <a:gd name="connsiteY39" fmla="*/ 0 h 193675"/>
                <a:gd name="connsiteX40" fmla="*/ 263525 w 419100"/>
                <a:gd name="connsiteY40" fmla="*/ 9525 h 193675"/>
                <a:gd name="connsiteX41" fmla="*/ 254000 w 419100"/>
                <a:gd name="connsiteY41" fmla="*/ 12700 h 193675"/>
                <a:gd name="connsiteX42" fmla="*/ 244475 w 419100"/>
                <a:gd name="connsiteY42" fmla="*/ 19050 h 193675"/>
                <a:gd name="connsiteX43" fmla="*/ 238125 w 419100"/>
                <a:gd name="connsiteY43" fmla="*/ 28575 h 193675"/>
                <a:gd name="connsiteX44" fmla="*/ 184150 w 419100"/>
                <a:gd name="connsiteY44" fmla="*/ 34925 h 193675"/>
                <a:gd name="connsiteX45" fmla="*/ 190500 w 419100"/>
                <a:gd name="connsiteY45" fmla="*/ 28575 h 193675"/>
                <a:gd name="connsiteX0" fmla="*/ 190500 w 419100"/>
                <a:gd name="connsiteY0" fmla="*/ 28575 h 193675"/>
                <a:gd name="connsiteX1" fmla="*/ 190500 w 419100"/>
                <a:gd name="connsiteY1" fmla="*/ 28575 h 193675"/>
                <a:gd name="connsiteX2" fmla="*/ 66675 w 419100"/>
                <a:gd name="connsiteY2" fmla="*/ 28575 h 193675"/>
                <a:gd name="connsiteX3" fmla="*/ 28575 w 419100"/>
                <a:gd name="connsiteY3" fmla="*/ 47625 h 193675"/>
                <a:gd name="connsiteX4" fmla="*/ 19050 w 419100"/>
                <a:gd name="connsiteY4" fmla="*/ 53975 h 193675"/>
                <a:gd name="connsiteX5" fmla="*/ 6350 w 419100"/>
                <a:gd name="connsiteY5" fmla="*/ 73025 h 193675"/>
                <a:gd name="connsiteX6" fmla="*/ 0 w 419100"/>
                <a:gd name="connsiteY6" fmla="*/ 92075 h 193675"/>
                <a:gd name="connsiteX7" fmla="*/ 6350 w 419100"/>
                <a:gd name="connsiteY7" fmla="*/ 139700 h 193675"/>
                <a:gd name="connsiteX8" fmla="*/ 12700 w 419100"/>
                <a:gd name="connsiteY8" fmla="*/ 149225 h 193675"/>
                <a:gd name="connsiteX9" fmla="*/ 22225 w 419100"/>
                <a:gd name="connsiteY9" fmla="*/ 155575 h 193675"/>
                <a:gd name="connsiteX10" fmla="*/ 31750 w 419100"/>
                <a:gd name="connsiteY10" fmla="*/ 165100 h 193675"/>
                <a:gd name="connsiteX11" fmla="*/ 50800 w 419100"/>
                <a:gd name="connsiteY11" fmla="*/ 171450 h 193675"/>
                <a:gd name="connsiteX12" fmla="*/ 79375 w 419100"/>
                <a:gd name="connsiteY12" fmla="*/ 180975 h 193675"/>
                <a:gd name="connsiteX13" fmla="*/ 88900 w 419100"/>
                <a:gd name="connsiteY13" fmla="*/ 184150 h 193675"/>
                <a:gd name="connsiteX14" fmla="*/ 98425 w 419100"/>
                <a:gd name="connsiteY14" fmla="*/ 187325 h 193675"/>
                <a:gd name="connsiteX15" fmla="*/ 146050 w 419100"/>
                <a:gd name="connsiteY15" fmla="*/ 180975 h 193675"/>
                <a:gd name="connsiteX16" fmla="*/ 155575 w 419100"/>
                <a:gd name="connsiteY16" fmla="*/ 177800 h 193675"/>
                <a:gd name="connsiteX17" fmla="*/ 168275 w 419100"/>
                <a:gd name="connsiteY17" fmla="*/ 174625 h 193675"/>
                <a:gd name="connsiteX18" fmla="*/ 200025 w 419100"/>
                <a:gd name="connsiteY18" fmla="*/ 165100 h 193675"/>
                <a:gd name="connsiteX19" fmla="*/ 234950 w 419100"/>
                <a:gd name="connsiteY19" fmla="*/ 161925 h 193675"/>
                <a:gd name="connsiteX20" fmla="*/ 273050 w 419100"/>
                <a:gd name="connsiteY20" fmla="*/ 171450 h 193675"/>
                <a:gd name="connsiteX21" fmla="*/ 282575 w 419100"/>
                <a:gd name="connsiteY21" fmla="*/ 177800 h 193675"/>
                <a:gd name="connsiteX22" fmla="*/ 292100 w 419100"/>
                <a:gd name="connsiteY22" fmla="*/ 180975 h 193675"/>
                <a:gd name="connsiteX23" fmla="*/ 301625 w 419100"/>
                <a:gd name="connsiteY23" fmla="*/ 187325 h 193675"/>
                <a:gd name="connsiteX24" fmla="*/ 320675 w 419100"/>
                <a:gd name="connsiteY24" fmla="*/ 193675 h 193675"/>
                <a:gd name="connsiteX25" fmla="*/ 374650 w 419100"/>
                <a:gd name="connsiteY25" fmla="*/ 190500 h 193675"/>
                <a:gd name="connsiteX26" fmla="*/ 384175 w 419100"/>
                <a:gd name="connsiteY26" fmla="*/ 187325 h 193675"/>
                <a:gd name="connsiteX27" fmla="*/ 403225 w 419100"/>
                <a:gd name="connsiteY27" fmla="*/ 174625 h 193675"/>
                <a:gd name="connsiteX28" fmla="*/ 415925 w 419100"/>
                <a:gd name="connsiteY28" fmla="*/ 146050 h 193675"/>
                <a:gd name="connsiteX29" fmla="*/ 419100 w 419100"/>
                <a:gd name="connsiteY29" fmla="*/ 136525 h 193675"/>
                <a:gd name="connsiteX30" fmla="*/ 415925 w 419100"/>
                <a:gd name="connsiteY30" fmla="*/ 104775 h 193675"/>
                <a:gd name="connsiteX31" fmla="*/ 409575 w 419100"/>
                <a:gd name="connsiteY31" fmla="*/ 85725 h 193675"/>
                <a:gd name="connsiteX32" fmla="*/ 406400 w 419100"/>
                <a:gd name="connsiteY32" fmla="*/ 76200 h 193675"/>
                <a:gd name="connsiteX33" fmla="*/ 390525 w 419100"/>
                <a:gd name="connsiteY33" fmla="*/ 57150 h 193675"/>
                <a:gd name="connsiteX34" fmla="*/ 381000 w 419100"/>
                <a:gd name="connsiteY34" fmla="*/ 50800 h 193675"/>
                <a:gd name="connsiteX35" fmla="*/ 365125 w 419100"/>
                <a:gd name="connsiteY35" fmla="*/ 34925 h 193675"/>
                <a:gd name="connsiteX36" fmla="*/ 355600 w 419100"/>
                <a:gd name="connsiteY36" fmla="*/ 25400 h 193675"/>
                <a:gd name="connsiteX37" fmla="*/ 336550 w 419100"/>
                <a:gd name="connsiteY37" fmla="*/ 12700 h 193675"/>
                <a:gd name="connsiteX38" fmla="*/ 327025 w 419100"/>
                <a:gd name="connsiteY38" fmla="*/ 6350 h 193675"/>
                <a:gd name="connsiteX39" fmla="*/ 304800 w 419100"/>
                <a:gd name="connsiteY39" fmla="*/ 0 h 193675"/>
                <a:gd name="connsiteX40" fmla="*/ 263525 w 419100"/>
                <a:gd name="connsiteY40" fmla="*/ 9525 h 193675"/>
                <a:gd name="connsiteX41" fmla="*/ 244475 w 419100"/>
                <a:gd name="connsiteY41" fmla="*/ 19050 h 193675"/>
                <a:gd name="connsiteX42" fmla="*/ 238125 w 419100"/>
                <a:gd name="connsiteY42" fmla="*/ 28575 h 193675"/>
                <a:gd name="connsiteX43" fmla="*/ 184150 w 419100"/>
                <a:gd name="connsiteY43" fmla="*/ 34925 h 193675"/>
                <a:gd name="connsiteX44" fmla="*/ 190500 w 419100"/>
                <a:gd name="connsiteY44" fmla="*/ 28575 h 193675"/>
                <a:gd name="connsiteX0" fmla="*/ 190500 w 419100"/>
                <a:gd name="connsiteY0" fmla="*/ 28575 h 193675"/>
                <a:gd name="connsiteX1" fmla="*/ 190500 w 419100"/>
                <a:gd name="connsiteY1" fmla="*/ 28575 h 193675"/>
                <a:gd name="connsiteX2" fmla="*/ 66675 w 419100"/>
                <a:gd name="connsiteY2" fmla="*/ 28575 h 193675"/>
                <a:gd name="connsiteX3" fmla="*/ 28575 w 419100"/>
                <a:gd name="connsiteY3" fmla="*/ 47625 h 193675"/>
                <a:gd name="connsiteX4" fmla="*/ 19050 w 419100"/>
                <a:gd name="connsiteY4" fmla="*/ 53975 h 193675"/>
                <a:gd name="connsiteX5" fmla="*/ 6350 w 419100"/>
                <a:gd name="connsiteY5" fmla="*/ 73025 h 193675"/>
                <a:gd name="connsiteX6" fmla="*/ 0 w 419100"/>
                <a:gd name="connsiteY6" fmla="*/ 92075 h 193675"/>
                <a:gd name="connsiteX7" fmla="*/ 6350 w 419100"/>
                <a:gd name="connsiteY7" fmla="*/ 139700 h 193675"/>
                <a:gd name="connsiteX8" fmla="*/ 12700 w 419100"/>
                <a:gd name="connsiteY8" fmla="*/ 149225 h 193675"/>
                <a:gd name="connsiteX9" fmla="*/ 22225 w 419100"/>
                <a:gd name="connsiteY9" fmla="*/ 155575 h 193675"/>
                <a:gd name="connsiteX10" fmla="*/ 31750 w 419100"/>
                <a:gd name="connsiteY10" fmla="*/ 165100 h 193675"/>
                <a:gd name="connsiteX11" fmla="*/ 50800 w 419100"/>
                <a:gd name="connsiteY11" fmla="*/ 171450 h 193675"/>
                <a:gd name="connsiteX12" fmla="*/ 79375 w 419100"/>
                <a:gd name="connsiteY12" fmla="*/ 180975 h 193675"/>
                <a:gd name="connsiteX13" fmla="*/ 88900 w 419100"/>
                <a:gd name="connsiteY13" fmla="*/ 184150 h 193675"/>
                <a:gd name="connsiteX14" fmla="*/ 98425 w 419100"/>
                <a:gd name="connsiteY14" fmla="*/ 187325 h 193675"/>
                <a:gd name="connsiteX15" fmla="*/ 146050 w 419100"/>
                <a:gd name="connsiteY15" fmla="*/ 180975 h 193675"/>
                <a:gd name="connsiteX16" fmla="*/ 155575 w 419100"/>
                <a:gd name="connsiteY16" fmla="*/ 177800 h 193675"/>
                <a:gd name="connsiteX17" fmla="*/ 168275 w 419100"/>
                <a:gd name="connsiteY17" fmla="*/ 174625 h 193675"/>
                <a:gd name="connsiteX18" fmla="*/ 200025 w 419100"/>
                <a:gd name="connsiteY18" fmla="*/ 165100 h 193675"/>
                <a:gd name="connsiteX19" fmla="*/ 234950 w 419100"/>
                <a:gd name="connsiteY19" fmla="*/ 161925 h 193675"/>
                <a:gd name="connsiteX20" fmla="*/ 273050 w 419100"/>
                <a:gd name="connsiteY20" fmla="*/ 171450 h 193675"/>
                <a:gd name="connsiteX21" fmla="*/ 282575 w 419100"/>
                <a:gd name="connsiteY21" fmla="*/ 177800 h 193675"/>
                <a:gd name="connsiteX22" fmla="*/ 292100 w 419100"/>
                <a:gd name="connsiteY22" fmla="*/ 180975 h 193675"/>
                <a:gd name="connsiteX23" fmla="*/ 301625 w 419100"/>
                <a:gd name="connsiteY23" fmla="*/ 187325 h 193675"/>
                <a:gd name="connsiteX24" fmla="*/ 320675 w 419100"/>
                <a:gd name="connsiteY24" fmla="*/ 193675 h 193675"/>
                <a:gd name="connsiteX25" fmla="*/ 374650 w 419100"/>
                <a:gd name="connsiteY25" fmla="*/ 190500 h 193675"/>
                <a:gd name="connsiteX26" fmla="*/ 384175 w 419100"/>
                <a:gd name="connsiteY26" fmla="*/ 187325 h 193675"/>
                <a:gd name="connsiteX27" fmla="*/ 403225 w 419100"/>
                <a:gd name="connsiteY27" fmla="*/ 174625 h 193675"/>
                <a:gd name="connsiteX28" fmla="*/ 415925 w 419100"/>
                <a:gd name="connsiteY28" fmla="*/ 146050 h 193675"/>
                <a:gd name="connsiteX29" fmla="*/ 419100 w 419100"/>
                <a:gd name="connsiteY29" fmla="*/ 136525 h 193675"/>
                <a:gd name="connsiteX30" fmla="*/ 415925 w 419100"/>
                <a:gd name="connsiteY30" fmla="*/ 104775 h 193675"/>
                <a:gd name="connsiteX31" fmla="*/ 409575 w 419100"/>
                <a:gd name="connsiteY31" fmla="*/ 85725 h 193675"/>
                <a:gd name="connsiteX32" fmla="*/ 406400 w 419100"/>
                <a:gd name="connsiteY32" fmla="*/ 76200 h 193675"/>
                <a:gd name="connsiteX33" fmla="*/ 390525 w 419100"/>
                <a:gd name="connsiteY33" fmla="*/ 57150 h 193675"/>
                <a:gd name="connsiteX34" fmla="*/ 381000 w 419100"/>
                <a:gd name="connsiteY34" fmla="*/ 50800 h 193675"/>
                <a:gd name="connsiteX35" fmla="*/ 365125 w 419100"/>
                <a:gd name="connsiteY35" fmla="*/ 34925 h 193675"/>
                <a:gd name="connsiteX36" fmla="*/ 355600 w 419100"/>
                <a:gd name="connsiteY36" fmla="*/ 25400 h 193675"/>
                <a:gd name="connsiteX37" fmla="*/ 336550 w 419100"/>
                <a:gd name="connsiteY37" fmla="*/ 12700 h 193675"/>
                <a:gd name="connsiteX38" fmla="*/ 327025 w 419100"/>
                <a:gd name="connsiteY38" fmla="*/ 6350 h 193675"/>
                <a:gd name="connsiteX39" fmla="*/ 304800 w 419100"/>
                <a:gd name="connsiteY39" fmla="*/ 0 h 193675"/>
                <a:gd name="connsiteX40" fmla="*/ 263525 w 419100"/>
                <a:gd name="connsiteY40" fmla="*/ 9525 h 193675"/>
                <a:gd name="connsiteX41" fmla="*/ 244475 w 419100"/>
                <a:gd name="connsiteY41" fmla="*/ 19050 h 193675"/>
                <a:gd name="connsiteX42" fmla="*/ 238125 w 419100"/>
                <a:gd name="connsiteY42" fmla="*/ 28575 h 193675"/>
                <a:gd name="connsiteX43" fmla="*/ 191294 w 419100"/>
                <a:gd name="connsiteY43" fmla="*/ 27781 h 193675"/>
                <a:gd name="connsiteX44" fmla="*/ 190500 w 419100"/>
                <a:gd name="connsiteY44" fmla="*/ 28575 h 193675"/>
                <a:gd name="connsiteX0" fmla="*/ 190500 w 419100"/>
                <a:gd name="connsiteY0" fmla="*/ 28575 h 193675"/>
                <a:gd name="connsiteX1" fmla="*/ 190500 w 419100"/>
                <a:gd name="connsiteY1" fmla="*/ 28575 h 193675"/>
                <a:gd name="connsiteX2" fmla="*/ 66675 w 419100"/>
                <a:gd name="connsiteY2" fmla="*/ 28575 h 193675"/>
                <a:gd name="connsiteX3" fmla="*/ 28575 w 419100"/>
                <a:gd name="connsiteY3" fmla="*/ 47625 h 193675"/>
                <a:gd name="connsiteX4" fmla="*/ 19050 w 419100"/>
                <a:gd name="connsiteY4" fmla="*/ 53975 h 193675"/>
                <a:gd name="connsiteX5" fmla="*/ 6350 w 419100"/>
                <a:gd name="connsiteY5" fmla="*/ 73025 h 193675"/>
                <a:gd name="connsiteX6" fmla="*/ 0 w 419100"/>
                <a:gd name="connsiteY6" fmla="*/ 92075 h 193675"/>
                <a:gd name="connsiteX7" fmla="*/ 6350 w 419100"/>
                <a:gd name="connsiteY7" fmla="*/ 139700 h 193675"/>
                <a:gd name="connsiteX8" fmla="*/ 12700 w 419100"/>
                <a:gd name="connsiteY8" fmla="*/ 149225 h 193675"/>
                <a:gd name="connsiteX9" fmla="*/ 22225 w 419100"/>
                <a:gd name="connsiteY9" fmla="*/ 155575 h 193675"/>
                <a:gd name="connsiteX10" fmla="*/ 31750 w 419100"/>
                <a:gd name="connsiteY10" fmla="*/ 165100 h 193675"/>
                <a:gd name="connsiteX11" fmla="*/ 50800 w 419100"/>
                <a:gd name="connsiteY11" fmla="*/ 171450 h 193675"/>
                <a:gd name="connsiteX12" fmla="*/ 79375 w 419100"/>
                <a:gd name="connsiteY12" fmla="*/ 180975 h 193675"/>
                <a:gd name="connsiteX13" fmla="*/ 88900 w 419100"/>
                <a:gd name="connsiteY13" fmla="*/ 184150 h 193675"/>
                <a:gd name="connsiteX14" fmla="*/ 98425 w 419100"/>
                <a:gd name="connsiteY14" fmla="*/ 187325 h 193675"/>
                <a:gd name="connsiteX15" fmla="*/ 146050 w 419100"/>
                <a:gd name="connsiteY15" fmla="*/ 180975 h 193675"/>
                <a:gd name="connsiteX16" fmla="*/ 155575 w 419100"/>
                <a:gd name="connsiteY16" fmla="*/ 177800 h 193675"/>
                <a:gd name="connsiteX17" fmla="*/ 168275 w 419100"/>
                <a:gd name="connsiteY17" fmla="*/ 174625 h 193675"/>
                <a:gd name="connsiteX18" fmla="*/ 200025 w 419100"/>
                <a:gd name="connsiteY18" fmla="*/ 165100 h 193675"/>
                <a:gd name="connsiteX19" fmla="*/ 234950 w 419100"/>
                <a:gd name="connsiteY19" fmla="*/ 161925 h 193675"/>
                <a:gd name="connsiteX20" fmla="*/ 273050 w 419100"/>
                <a:gd name="connsiteY20" fmla="*/ 171450 h 193675"/>
                <a:gd name="connsiteX21" fmla="*/ 282575 w 419100"/>
                <a:gd name="connsiteY21" fmla="*/ 177800 h 193675"/>
                <a:gd name="connsiteX22" fmla="*/ 292100 w 419100"/>
                <a:gd name="connsiteY22" fmla="*/ 180975 h 193675"/>
                <a:gd name="connsiteX23" fmla="*/ 301625 w 419100"/>
                <a:gd name="connsiteY23" fmla="*/ 187325 h 193675"/>
                <a:gd name="connsiteX24" fmla="*/ 320675 w 419100"/>
                <a:gd name="connsiteY24" fmla="*/ 193675 h 193675"/>
                <a:gd name="connsiteX25" fmla="*/ 374650 w 419100"/>
                <a:gd name="connsiteY25" fmla="*/ 190500 h 193675"/>
                <a:gd name="connsiteX26" fmla="*/ 384175 w 419100"/>
                <a:gd name="connsiteY26" fmla="*/ 187325 h 193675"/>
                <a:gd name="connsiteX27" fmla="*/ 403225 w 419100"/>
                <a:gd name="connsiteY27" fmla="*/ 174625 h 193675"/>
                <a:gd name="connsiteX28" fmla="*/ 415925 w 419100"/>
                <a:gd name="connsiteY28" fmla="*/ 146050 h 193675"/>
                <a:gd name="connsiteX29" fmla="*/ 419100 w 419100"/>
                <a:gd name="connsiteY29" fmla="*/ 136525 h 193675"/>
                <a:gd name="connsiteX30" fmla="*/ 415925 w 419100"/>
                <a:gd name="connsiteY30" fmla="*/ 104775 h 193675"/>
                <a:gd name="connsiteX31" fmla="*/ 409575 w 419100"/>
                <a:gd name="connsiteY31" fmla="*/ 85725 h 193675"/>
                <a:gd name="connsiteX32" fmla="*/ 406400 w 419100"/>
                <a:gd name="connsiteY32" fmla="*/ 76200 h 193675"/>
                <a:gd name="connsiteX33" fmla="*/ 390525 w 419100"/>
                <a:gd name="connsiteY33" fmla="*/ 57150 h 193675"/>
                <a:gd name="connsiteX34" fmla="*/ 381000 w 419100"/>
                <a:gd name="connsiteY34" fmla="*/ 50800 h 193675"/>
                <a:gd name="connsiteX35" fmla="*/ 365125 w 419100"/>
                <a:gd name="connsiteY35" fmla="*/ 34925 h 193675"/>
                <a:gd name="connsiteX36" fmla="*/ 355600 w 419100"/>
                <a:gd name="connsiteY36" fmla="*/ 25400 h 193675"/>
                <a:gd name="connsiteX37" fmla="*/ 336550 w 419100"/>
                <a:gd name="connsiteY37" fmla="*/ 12700 h 193675"/>
                <a:gd name="connsiteX38" fmla="*/ 327025 w 419100"/>
                <a:gd name="connsiteY38" fmla="*/ 6350 h 193675"/>
                <a:gd name="connsiteX39" fmla="*/ 304800 w 419100"/>
                <a:gd name="connsiteY39" fmla="*/ 0 h 193675"/>
                <a:gd name="connsiteX40" fmla="*/ 263525 w 419100"/>
                <a:gd name="connsiteY40" fmla="*/ 9525 h 193675"/>
                <a:gd name="connsiteX41" fmla="*/ 238125 w 419100"/>
                <a:gd name="connsiteY41" fmla="*/ 28575 h 193675"/>
                <a:gd name="connsiteX42" fmla="*/ 191294 w 419100"/>
                <a:gd name="connsiteY42" fmla="*/ 27781 h 193675"/>
                <a:gd name="connsiteX43" fmla="*/ 190500 w 419100"/>
                <a:gd name="connsiteY43" fmla="*/ 28575 h 193675"/>
                <a:gd name="connsiteX0" fmla="*/ 190500 w 419100"/>
                <a:gd name="connsiteY0" fmla="*/ 28575 h 193675"/>
                <a:gd name="connsiteX1" fmla="*/ 190500 w 419100"/>
                <a:gd name="connsiteY1" fmla="*/ 28575 h 193675"/>
                <a:gd name="connsiteX2" fmla="*/ 66675 w 419100"/>
                <a:gd name="connsiteY2" fmla="*/ 28575 h 193675"/>
                <a:gd name="connsiteX3" fmla="*/ 28575 w 419100"/>
                <a:gd name="connsiteY3" fmla="*/ 47625 h 193675"/>
                <a:gd name="connsiteX4" fmla="*/ 19050 w 419100"/>
                <a:gd name="connsiteY4" fmla="*/ 53975 h 193675"/>
                <a:gd name="connsiteX5" fmla="*/ 6350 w 419100"/>
                <a:gd name="connsiteY5" fmla="*/ 73025 h 193675"/>
                <a:gd name="connsiteX6" fmla="*/ 0 w 419100"/>
                <a:gd name="connsiteY6" fmla="*/ 92075 h 193675"/>
                <a:gd name="connsiteX7" fmla="*/ 6350 w 419100"/>
                <a:gd name="connsiteY7" fmla="*/ 139700 h 193675"/>
                <a:gd name="connsiteX8" fmla="*/ 12700 w 419100"/>
                <a:gd name="connsiteY8" fmla="*/ 149225 h 193675"/>
                <a:gd name="connsiteX9" fmla="*/ 22225 w 419100"/>
                <a:gd name="connsiteY9" fmla="*/ 155575 h 193675"/>
                <a:gd name="connsiteX10" fmla="*/ 31750 w 419100"/>
                <a:gd name="connsiteY10" fmla="*/ 165100 h 193675"/>
                <a:gd name="connsiteX11" fmla="*/ 50800 w 419100"/>
                <a:gd name="connsiteY11" fmla="*/ 171450 h 193675"/>
                <a:gd name="connsiteX12" fmla="*/ 79375 w 419100"/>
                <a:gd name="connsiteY12" fmla="*/ 180975 h 193675"/>
                <a:gd name="connsiteX13" fmla="*/ 88900 w 419100"/>
                <a:gd name="connsiteY13" fmla="*/ 184150 h 193675"/>
                <a:gd name="connsiteX14" fmla="*/ 98425 w 419100"/>
                <a:gd name="connsiteY14" fmla="*/ 187325 h 193675"/>
                <a:gd name="connsiteX15" fmla="*/ 146050 w 419100"/>
                <a:gd name="connsiteY15" fmla="*/ 180975 h 193675"/>
                <a:gd name="connsiteX16" fmla="*/ 155575 w 419100"/>
                <a:gd name="connsiteY16" fmla="*/ 177800 h 193675"/>
                <a:gd name="connsiteX17" fmla="*/ 168275 w 419100"/>
                <a:gd name="connsiteY17" fmla="*/ 174625 h 193675"/>
                <a:gd name="connsiteX18" fmla="*/ 200025 w 419100"/>
                <a:gd name="connsiteY18" fmla="*/ 165100 h 193675"/>
                <a:gd name="connsiteX19" fmla="*/ 234950 w 419100"/>
                <a:gd name="connsiteY19" fmla="*/ 161925 h 193675"/>
                <a:gd name="connsiteX20" fmla="*/ 273050 w 419100"/>
                <a:gd name="connsiteY20" fmla="*/ 171450 h 193675"/>
                <a:gd name="connsiteX21" fmla="*/ 282575 w 419100"/>
                <a:gd name="connsiteY21" fmla="*/ 177800 h 193675"/>
                <a:gd name="connsiteX22" fmla="*/ 292100 w 419100"/>
                <a:gd name="connsiteY22" fmla="*/ 180975 h 193675"/>
                <a:gd name="connsiteX23" fmla="*/ 301625 w 419100"/>
                <a:gd name="connsiteY23" fmla="*/ 187325 h 193675"/>
                <a:gd name="connsiteX24" fmla="*/ 320675 w 419100"/>
                <a:gd name="connsiteY24" fmla="*/ 193675 h 193675"/>
                <a:gd name="connsiteX25" fmla="*/ 374650 w 419100"/>
                <a:gd name="connsiteY25" fmla="*/ 190500 h 193675"/>
                <a:gd name="connsiteX26" fmla="*/ 384175 w 419100"/>
                <a:gd name="connsiteY26" fmla="*/ 187325 h 193675"/>
                <a:gd name="connsiteX27" fmla="*/ 403225 w 419100"/>
                <a:gd name="connsiteY27" fmla="*/ 174625 h 193675"/>
                <a:gd name="connsiteX28" fmla="*/ 415925 w 419100"/>
                <a:gd name="connsiteY28" fmla="*/ 146050 h 193675"/>
                <a:gd name="connsiteX29" fmla="*/ 419100 w 419100"/>
                <a:gd name="connsiteY29" fmla="*/ 136525 h 193675"/>
                <a:gd name="connsiteX30" fmla="*/ 415925 w 419100"/>
                <a:gd name="connsiteY30" fmla="*/ 104775 h 193675"/>
                <a:gd name="connsiteX31" fmla="*/ 409575 w 419100"/>
                <a:gd name="connsiteY31" fmla="*/ 85725 h 193675"/>
                <a:gd name="connsiteX32" fmla="*/ 406400 w 419100"/>
                <a:gd name="connsiteY32" fmla="*/ 76200 h 193675"/>
                <a:gd name="connsiteX33" fmla="*/ 390525 w 419100"/>
                <a:gd name="connsiteY33" fmla="*/ 57150 h 193675"/>
                <a:gd name="connsiteX34" fmla="*/ 381000 w 419100"/>
                <a:gd name="connsiteY34" fmla="*/ 50800 h 193675"/>
                <a:gd name="connsiteX35" fmla="*/ 365125 w 419100"/>
                <a:gd name="connsiteY35" fmla="*/ 34925 h 193675"/>
                <a:gd name="connsiteX36" fmla="*/ 355600 w 419100"/>
                <a:gd name="connsiteY36" fmla="*/ 25400 h 193675"/>
                <a:gd name="connsiteX37" fmla="*/ 336550 w 419100"/>
                <a:gd name="connsiteY37" fmla="*/ 12700 h 193675"/>
                <a:gd name="connsiteX38" fmla="*/ 327025 w 419100"/>
                <a:gd name="connsiteY38" fmla="*/ 6350 h 193675"/>
                <a:gd name="connsiteX39" fmla="*/ 304800 w 419100"/>
                <a:gd name="connsiteY39" fmla="*/ 0 h 193675"/>
                <a:gd name="connsiteX40" fmla="*/ 263525 w 419100"/>
                <a:gd name="connsiteY40" fmla="*/ 9525 h 193675"/>
                <a:gd name="connsiteX41" fmla="*/ 240507 w 419100"/>
                <a:gd name="connsiteY41" fmla="*/ 38100 h 193675"/>
                <a:gd name="connsiteX42" fmla="*/ 191294 w 419100"/>
                <a:gd name="connsiteY42" fmla="*/ 27781 h 193675"/>
                <a:gd name="connsiteX43" fmla="*/ 190500 w 419100"/>
                <a:gd name="connsiteY43" fmla="*/ 28575 h 193675"/>
                <a:gd name="connsiteX0" fmla="*/ 190500 w 419100"/>
                <a:gd name="connsiteY0" fmla="*/ 28575 h 193675"/>
                <a:gd name="connsiteX1" fmla="*/ 190500 w 419100"/>
                <a:gd name="connsiteY1" fmla="*/ 28575 h 193675"/>
                <a:gd name="connsiteX2" fmla="*/ 66675 w 419100"/>
                <a:gd name="connsiteY2" fmla="*/ 28575 h 193675"/>
                <a:gd name="connsiteX3" fmla="*/ 28575 w 419100"/>
                <a:gd name="connsiteY3" fmla="*/ 47625 h 193675"/>
                <a:gd name="connsiteX4" fmla="*/ 19050 w 419100"/>
                <a:gd name="connsiteY4" fmla="*/ 53975 h 193675"/>
                <a:gd name="connsiteX5" fmla="*/ 6350 w 419100"/>
                <a:gd name="connsiteY5" fmla="*/ 73025 h 193675"/>
                <a:gd name="connsiteX6" fmla="*/ 0 w 419100"/>
                <a:gd name="connsiteY6" fmla="*/ 92075 h 193675"/>
                <a:gd name="connsiteX7" fmla="*/ 6350 w 419100"/>
                <a:gd name="connsiteY7" fmla="*/ 139700 h 193675"/>
                <a:gd name="connsiteX8" fmla="*/ 12700 w 419100"/>
                <a:gd name="connsiteY8" fmla="*/ 149225 h 193675"/>
                <a:gd name="connsiteX9" fmla="*/ 22225 w 419100"/>
                <a:gd name="connsiteY9" fmla="*/ 155575 h 193675"/>
                <a:gd name="connsiteX10" fmla="*/ 31750 w 419100"/>
                <a:gd name="connsiteY10" fmla="*/ 165100 h 193675"/>
                <a:gd name="connsiteX11" fmla="*/ 50800 w 419100"/>
                <a:gd name="connsiteY11" fmla="*/ 171450 h 193675"/>
                <a:gd name="connsiteX12" fmla="*/ 79375 w 419100"/>
                <a:gd name="connsiteY12" fmla="*/ 180975 h 193675"/>
                <a:gd name="connsiteX13" fmla="*/ 88900 w 419100"/>
                <a:gd name="connsiteY13" fmla="*/ 184150 h 193675"/>
                <a:gd name="connsiteX14" fmla="*/ 98425 w 419100"/>
                <a:gd name="connsiteY14" fmla="*/ 187325 h 193675"/>
                <a:gd name="connsiteX15" fmla="*/ 146050 w 419100"/>
                <a:gd name="connsiteY15" fmla="*/ 180975 h 193675"/>
                <a:gd name="connsiteX16" fmla="*/ 155575 w 419100"/>
                <a:gd name="connsiteY16" fmla="*/ 177800 h 193675"/>
                <a:gd name="connsiteX17" fmla="*/ 168275 w 419100"/>
                <a:gd name="connsiteY17" fmla="*/ 174625 h 193675"/>
                <a:gd name="connsiteX18" fmla="*/ 200025 w 419100"/>
                <a:gd name="connsiteY18" fmla="*/ 165100 h 193675"/>
                <a:gd name="connsiteX19" fmla="*/ 234950 w 419100"/>
                <a:gd name="connsiteY19" fmla="*/ 161925 h 193675"/>
                <a:gd name="connsiteX20" fmla="*/ 273050 w 419100"/>
                <a:gd name="connsiteY20" fmla="*/ 171450 h 193675"/>
                <a:gd name="connsiteX21" fmla="*/ 282575 w 419100"/>
                <a:gd name="connsiteY21" fmla="*/ 177800 h 193675"/>
                <a:gd name="connsiteX22" fmla="*/ 292100 w 419100"/>
                <a:gd name="connsiteY22" fmla="*/ 180975 h 193675"/>
                <a:gd name="connsiteX23" fmla="*/ 301625 w 419100"/>
                <a:gd name="connsiteY23" fmla="*/ 187325 h 193675"/>
                <a:gd name="connsiteX24" fmla="*/ 320675 w 419100"/>
                <a:gd name="connsiteY24" fmla="*/ 193675 h 193675"/>
                <a:gd name="connsiteX25" fmla="*/ 374650 w 419100"/>
                <a:gd name="connsiteY25" fmla="*/ 190500 h 193675"/>
                <a:gd name="connsiteX26" fmla="*/ 384175 w 419100"/>
                <a:gd name="connsiteY26" fmla="*/ 187325 h 193675"/>
                <a:gd name="connsiteX27" fmla="*/ 403225 w 419100"/>
                <a:gd name="connsiteY27" fmla="*/ 174625 h 193675"/>
                <a:gd name="connsiteX28" fmla="*/ 415925 w 419100"/>
                <a:gd name="connsiteY28" fmla="*/ 146050 h 193675"/>
                <a:gd name="connsiteX29" fmla="*/ 419100 w 419100"/>
                <a:gd name="connsiteY29" fmla="*/ 136525 h 193675"/>
                <a:gd name="connsiteX30" fmla="*/ 415925 w 419100"/>
                <a:gd name="connsiteY30" fmla="*/ 104775 h 193675"/>
                <a:gd name="connsiteX31" fmla="*/ 409575 w 419100"/>
                <a:gd name="connsiteY31" fmla="*/ 85725 h 193675"/>
                <a:gd name="connsiteX32" fmla="*/ 406400 w 419100"/>
                <a:gd name="connsiteY32" fmla="*/ 76200 h 193675"/>
                <a:gd name="connsiteX33" fmla="*/ 390525 w 419100"/>
                <a:gd name="connsiteY33" fmla="*/ 57150 h 193675"/>
                <a:gd name="connsiteX34" fmla="*/ 381000 w 419100"/>
                <a:gd name="connsiteY34" fmla="*/ 50800 h 193675"/>
                <a:gd name="connsiteX35" fmla="*/ 365125 w 419100"/>
                <a:gd name="connsiteY35" fmla="*/ 34925 h 193675"/>
                <a:gd name="connsiteX36" fmla="*/ 355600 w 419100"/>
                <a:gd name="connsiteY36" fmla="*/ 25400 h 193675"/>
                <a:gd name="connsiteX37" fmla="*/ 336550 w 419100"/>
                <a:gd name="connsiteY37" fmla="*/ 12700 h 193675"/>
                <a:gd name="connsiteX38" fmla="*/ 327025 w 419100"/>
                <a:gd name="connsiteY38" fmla="*/ 6350 h 193675"/>
                <a:gd name="connsiteX39" fmla="*/ 304800 w 419100"/>
                <a:gd name="connsiteY39" fmla="*/ 0 h 193675"/>
                <a:gd name="connsiteX40" fmla="*/ 263525 w 419100"/>
                <a:gd name="connsiteY40" fmla="*/ 9525 h 193675"/>
                <a:gd name="connsiteX41" fmla="*/ 215107 w 419100"/>
                <a:gd name="connsiteY41" fmla="*/ 25400 h 193675"/>
                <a:gd name="connsiteX42" fmla="*/ 191294 w 419100"/>
                <a:gd name="connsiteY42" fmla="*/ 27781 h 193675"/>
                <a:gd name="connsiteX43" fmla="*/ 190500 w 419100"/>
                <a:gd name="connsiteY43" fmla="*/ 28575 h 193675"/>
                <a:gd name="connsiteX0" fmla="*/ 190500 w 419100"/>
                <a:gd name="connsiteY0" fmla="*/ 37315 h 202415"/>
                <a:gd name="connsiteX1" fmla="*/ 190500 w 419100"/>
                <a:gd name="connsiteY1" fmla="*/ 37315 h 202415"/>
                <a:gd name="connsiteX2" fmla="*/ 66675 w 419100"/>
                <a:gd name="connsiteY2" fmla="*/ 37315 h 202415"/>
                <a:gd name="connsiteX3" fmla="*/ 28575 w 419100"/>
                <a:gd name="connsiteY3" fmla="*/ 56365 h 202415"/>
                <a:gd name="connsiteX4" fmla="*/ 19050 w 419100"/>
                <a:gd name="connsiteY4" fmla="*/ 62715 h 202415"/>
                <a:gd name="connsiteX5" fmla="*/ 6350 w 419100"/>
                <a:gd name="connsiteY5" fmla="*/ 81765 h 202415"/>
                <a:gd name="connsiteX6" fmla="*/ 0 w 419100"/>
                <a:gd name="connsiteY6" fmla="*/ 100815 h 202415"/>
                <a:gd name="connsiteX7" fmla="*/ 6350 w 419100"/>
                <a:gd name="connsiteY7" fmla="*/ 148440 h 202415"/>
                <a:gd name="connsiteX8" fmla="*/ 12700 w 419100"/>
                <a:gd name="connsiteY8" fmla="*/ 157965 h 202415"/>
                <a:gd name="connsiteX9" fmla="*/ 22225 w 419100"/>
                <a:gd name="connsiteY9" fmla="*/ 164315 h 202415"/>
                <a:gd name="connsiteX10" fmla="*/ 31750 w 419100"/>
                <a:gd name="connsiteY10" fmla="*/ 173840 h 202415"/>
                <a:gd name="connsiteX11" fmla="*/ 50800 w 419100"/>
                <a:gd name="connsiteY11" fmla="*/ 180190 h 202415"/>
                <a:gd name="connsiteX12" fmla="*/ 79375 w 419100"/>
                <a:gd name="connsiteY12" fmla="*/ 189715 h 202415"/>
                <a:gd name="connsiteX13" fmla="*/ 88900 w 419100"/>
                <a:gd name="connsiteY13" fmla="*/ 192890 h 202415"/>
                <a:gd name="connsiteX14" fmla="*/ 98425 w 419100"/>
                <a:gd name="connsiteY14" fmla="*/ 196065 h 202415"/>
                <a:gd name="connsiteX15" fmla="*/ 146050 w 419100"/>
                <a:gd name="connsiteY15" fmla="*/ 189715 h 202415"/>
                <a:gd name="connsiteX16" fmla="*/ 155575 w 419100"/>
                <a:gd name="connsiteY16" fmla="*/ 186540 h 202415"/>
                <a:gd name="connsiteX17" fmla="*/ 168275 w 419100"/>
                <a:gd name="connsiteY17" fmla="*/ 183365 h 202415"/>
                <a:gd name="connsiteX18" fmla="*/ 200025 w 419100"/>
                <a:gd name="connsiteY18" fmla="*/ 173840 h 202415"/>
                <a:gd name="connsiteX19" fmla="*/ 234950 w 419100"/>
                <a:gd name="connsiteY19" fmla="*/ 170665 h 202415"/>
                <a:gd name="connsiteX20" fmla="*/ 273050 w 419100"/>
                <a:gd name="connsiteY20" fmla="*/ 180190 h 202415"/>
                <a:gd name="connsiteX21" fmla="*/ 282575 w 419100"/>
                <a:gd name="connsiteY21" fmla="*/ 186540 h 202415"/>
                <a:gd name="connsiteX22" fmla="*/ 292100 w 419100"/>
                <a:gd name="connsiteY22" fmla="*/ 189715 h 202415"/>
                <a:gd name="connsiteX23" fmla="*/ 301625 w 419100"/>
                <a:gd name="connsiteY23" fmla="*/ 196065 h 202415"/>
                <a:gd name="connsiteX24" fmla="*/ 320675 w 419100"/>
                <a:gd name="connsiteY24" fmla="*/ 202415 h 202415"/>
                <a:gd name="connsiteX25" fmla="*/ 374650 w 419100"/>
                <a:gd name="connsiteY25" fmla="*/ 199240 h 202415"/>
                <a:gd name="connsiteX26" fmla="*/ 384175 w 419100"/>
                <a:gd name="connsiteY26" fmla="*/ 196065 h 202415"/>
                <a:gd name="connsiteX27" fmla="*/ 403225 w 419100"/>
                <a:gd name="connsiteY27" fmla="*/ 183365 h 202415"/>
                <a:gd name="connsiteX28" fmla="*/ 415925 w 419100"/>
                <a:gd name="connsiteY28" fmla="*/ 154790 h 202415"/>
                <a:gd name="connsiteX29" fmla="*/ 419100 w 419100"/>
                <a:gd name="connsiteY29" fmla="*/ 145265 h 202415"/>
                <a:gd name="connsiteX30" fmla="*/ 415925 w 419100"/>
                <a:gd name="connsiteY30" fmla="*/ 113515 h 202415"/>
                <a:gd name="connsiteX31" fmla="*/ 409575 w 419100"/>
                <a:gd name="connsiteY31" fmla="*/ 94465 h 202415"/>
                <a:gd name="connsiteX32" fmla="*/ 406400 w 419100"/>
                <a:gd name="connsiteY32" fmla="*/ 84940 h 202415"/>
                <a:gd name="connsiteX33" fmla="*/ 390525 w 419100"/>
                <a:gd name="connsiteY33" fmla="*/ 65890 h 202415"/>
                <a:gd name="connsiteX34" fmla="*/ 381000 w 419100"/>
                <a:gd name="connsiteY34" fmla="*/ 59540 h 202415"/>
                <a:gd name="connsiteX35" fmla="*/ 365125 w 419100"/>
                <a:gd name="connsiteY35" fmla="*/ 43665 h 202415"/>
                <a:gd name="connsiteX36" fmla="*/ 355600 w 419100"/>
                <a:gd name="connsiteY36" fmla="*/ 34140 h 202415"/>
                <a:gd name="connsiteX37" fmla="*/ 336550 w 419100"/>
                <a:gd name="connsiteY37" fmla="*/ 21440 h 202415"/>
                <a:gd name="connsiteX38" fmla="*/ 336550 w 419100"/>
                <a:gd name="connsiteY38" fmla="*/ 803 h 202415"/>
                <a:gd name="connsiteX39" fmla="*/ 304800 w 419100"/>
                <a:gd name="connsiteY39" fmla="*/ 8740 h 202415"/>
                <a:gd name="connsiteX40" fmla="*/ 263525 w 419100"/>
                <a:gd name="connsiteY40" fmla="*/ 18265 h 202415"/>
                <a:gd name="connsiteX41" fmla="*/ 215107 w 419100"/>
                <a:gd name="connsiteY41" fmla="*/ 34140 h 202415"/>
                <a:gd name="connsiteX42" fmla="*/ 191294 w 419100"/>
                <a:gd name="connsiteY42" fmla="*/ 36521 h 202415"/>
                <a:gd name="connsiteX43" fmla="*/ 190500 w 419100"/>
                <a:gd name="connsiteY43" fmla="*/ 37315 h 202415"/>
                <a:gd name="connsiteX0" fmla="*/ 190500 w 419100"/>
                <a:gd name="connsiteY0" fmla="*/ 36663 h 201763"/>
                <a:gd name="connsiteX1" fmla="*/ 190500 w 419100"/>
                <a:gd name="connsiteY1" fmla="*/ 36663 h 201763"/>
                <a:gd name="connsiteX2" fmla="*/ 66675 w 419100"/>
                <a:gd name="connsiteY2" fmla="*/ 36663 h 201763"/>
                <a:gd name="connsiteX3" fmla="*/ 28575 w 419100"/>
                <a:gd name="connsiteY3" fmla="*/ 55713 h 201763"/>
                <a:gd name="connsiteX4" fmla="*/ 19050 w 419100"/>
                <a:gd name="connsiteY4" fmla="*/ 62063 h 201763"/>
                <a:gd name="connsiteX5" fmla="*/ 6350 w 419100"/>
                <a:gd name="connsiteY5" fmla="*/ 81113 h 201763"/>
                <a:gd name="connsiteX6" fmla="*/ 0 w 419100"/>
                <a:gd name="connsiteY6" fmla="*/ 100163 h 201763"/>
                <a:gd name="connsiteX7" fmla="*/ 6350 w 419100"/>
                <a:gd name="connsiteY7" fmla="*/ 147788 h 201763"/>
                <a:gd name="connsiteX8" fmla="*/ 12700 w 419100"/>
                <a:gd name="connsiteY8" fmla="*/ 157313 h 201763"/>
                <a:gd name="connsiteX9" fmla="*/ 22225 w 419100"/>
                <a:gd name="connsiteY9" fmla="*/ 163663 h 201763"/>
                <a:gd name="connsiteX10" fmla="*/ 31750 w 419100"/>
                <a:gd name="connsiteY10" fmla="*/ 173188 h 201763"/>
                <a:gd name="connsiteX11" fmla="*/ 50800 w 419100"/>
                <a:gd name="connsiteY11" fmla="*/ 179538 h 201763"/>
                <a:gd name="connsiteX12" fmla="*/ 79375 w 419100"/>
                <a:gd name="connsiteY12" fmla="*/ 189063 h 201763"/>
                <a:gd name="connsiteX13" fmla="*/ 88900 w 419100"/>
                <a:gd name="connsiteY13" fmla="*/ 192238 h 201763"/>
                <a:gd name="connsiteX14" fmla="*/ 98425 w 419100"/>
                <a:gd name="connsiteY14" fmla="*/ 195413 h 201763"/>
                <a:gd name="connsiteX15" fmla="*/ 146050 w 419100"/>
                <a:gd name="connsiteY15" fmla="*/ 189063 h 201763"/>
                <a:gd name="connsiteX16" fmla="*/ 155575 w 419100"/>
                <a:gd name="connsiteY16" fmla="*/ 185888 h 201763"/>
                <a:gd name="connsiteX17" fmla="*/ 168275 w 419100"/>
                <a:gd name="connsiteY17" fmla="*/ 182713 h 201763"/>
                <a:gd name="connsiteX18" fmla="*/ 200025 w 419100"/>
                <a:gd name="connsiteY18" fmla="*/ 173188 h 201763"/>
                <a:gd name="connsiteX19" fmla="*/ 234950 w 419100"/>
                <a:gd name="connsiteY19" fmla="*/ 170013 h 201763"/>
                <a:gd name="connsiteX20" fmla="*/ 273050 w 419100"/>
                <a:gd name="connsiteY20" fmla="*/ 179538 h 201763"/>
                <a:gd name="connsiteX21" fmla="*/ 282575 w 419100"/>
                <a:gd name="connsiteY21" fmla="*/ 185888 h 201763"/>
                <a:gd name="connsiteX22" fmla="*/ 292100 w 419100"/>
                <a:gd name="connsiteY22" fmla="*/ 189063 h 201763"/>
                <a:gd name="connsiteX23" fmla="*/ 301625 w 419100"/>
                <a:gd name="connsiteY23" fmla="*/ 195413 h 201763"/>
                <a:gd name="connsiteX24" fmla="*/ 320675 w 419100"/>
                <a:gd name="connsiteY24" fmla="*/ 201763 h 201763"/>
                <a:gd name="connsiteX25" fmla="*/ 374650 w 419100"/>
                <a:gd name="connsiteY25" fmla="*/ 198588 h 201763"/>
                <a:gd name="connsiteX26" fmla="*/ 384175 w 419100"/>
                <a:gd name="connsiteY26" fmla="*/ 195413 h 201763"/>
                <a:gd name="connsiteX27" fmla="*/ 403225 w 419100"/>
                <a:gd name="connsiteY27" fmla="*/ 182713 h 201763"/>
                <a:gd name="connsiteX28" fmla="*/ 415925 w 419100"/>
                <a:gd name="connsiteY28" fmla="*/ 154138 h 201763"/>
                <a:gd name="connsiteX29" fmla="*/ 419100 w 419100"/>
                <a:gd name="connsiteY29" fmla="*/ 144613 h 201763"/>
                <a:gd name="connsiteX30" fmla="*/ 415925 w 419100"/>
                <a:gd name="connsiteY30" fmla="*/ 112863 h 201763"/>
                <a:gd name="connsiteX31" fmla="*/ 409575 w 419100"/>
                <a:gd name="connsiteY31" fmla="*/ 93813 h 201763"/>
                <a:gd name="connsiteX32" fmla="*/ 406400 w 419100"/>
                <a:gd name="connsiteY32" fmla="*/ 84288 h 201763"/>
                <a:gd name="connsiteX33" fmla="*/ 390525 w 419100"/>
                <a:gd name="connsiteY33" fmla="*/ 65238 h 201763"/>
                <a:gd name="connsiteX34" fmla="*/ 381000 w 419100"/>
                <a:gd name="connsiteY34" fmla="*/ 58888 h 201763"/>
                <a:gd name="connsiteX35" fmla="*/ 365125 w 419100"/>
                <a:gd name="connsiteY35" fmla="*/ 43013 h 201763"/>
                <a:gd name="connsiteX36" fmla="*/ 355600 w 419100"/>
                <a:gd name="connsiteY36" fmla="*/ 33488 h 201763"/>
                <a:gd name="connsiteX37" fmla="*/ 353219 w 419100"/>
                <a:gd name="connsiteY37" fmla="*/ 18407 h 201763"/>
                <a:gd name="connsiteX38" fmla="*/ 336550 w 419100"/>
                <a:gd name="connsiteY38" fmla="*/ 151 h 201763"/>
                <a:gd name="connsiteX39" fmla="*/ 304800 w 419100"/>
                <a:gd name="connsiteY39" fmla="*/ 8088 h 201763"/>
                <a:gd name="connsiteX40" fmla="*/ 263525 w 419100"/>
                <a:gd name="connsiteY40" fmla="*/ 17613 h 201763"/>
                <a:gd name="connsiteX41" fmla="*/ 215107 w 419100"/>
                <a:gd name="connsiteY41" fmla="*/ 33488 h 201763"/>
                <a:gd name="connsiteX42" fmla="*/ 191294 w 419100"/>
                <a:gd name="connsiteY42" fmla="*/ 35869 h 201763"/>
                <a:gd name="connsiteX43" fmla="*/ 190500 w 419100"/>
                <a:gd name="connsiteY43" fmla="*/ 36663 h 201763"/>
                <a:gd name="connsiteX0" fmla="*/ 190500 w 419100"/>
                <a:gd name="connsiteY0" fmla="*/ 36663 h 201763"/>
                <a:gd name="connsiteX1" fmla="*/ 190500 w 419100"/>
                <a:gd name="connsiteY1" fmla="*/ 36663 h 201763"/>
                <a:gd name="connsiteX2" fmla="*/ 66675 w 419100"/>
                <a:gd name="connsiteY2" fmla="*/ 36663 h 201763"/>
                <a:gd name="connsiteX3" fmla="*/ 28575 w 419100"/>
                <a:gd name="connsiteY3" fmla="*/ 55713 h 201763"/>
                <a:gd name="connsiteX4" fmla="*/ 19050 w 419100"/>
                <a:gd name="connsiteY4" fmla="*/ 62063 h 201763"/>
                <a:gd name="connsiteX5" fmla="*/ 6350 w 419100"/>
                <a:gd name="connsiteY5" fmla="*/ 81113 h 201763"/>
                <a:gd name="connsiteX6" fmla="*/ 0 w 419100"/>
                <a:gd name="connsiteY6" fmla="*/ 100163 h 201763"/>
                <a:gd name="connsiteX7" fmla="*/ 6350 w 419100"/>
                <a:gd name="connsiteY7" fmla="*/ 147788 h 201763"/>
                <a:gd name="connsiteX8" fmla="*/ 12700 w 419100"/>
                <a:gd name="connsiteY8" fmla="*/ 157313 h 201763"/>
                <a:gd name="connsiteX9" fmla="*/ 22225 w 419100"/>
                <a:gd name="connsiteY9" fmla="*/ 163663 h 201763"/>
                <a:gd name="connsiteX10" fmla="*/ 31750 w 419100"/>
                <a:gd name="connsiteY10" fmla="*/ 173188 h 201763"/>
                <a:gd name="connsiteX11" fmla="*/ 50800 w 419100"/>
                <a:gd name="connsiteY11" fmla="*/ 179538 h 201763"/>
                <a:gd name="connsiteX12" fmla="*/ 79375 w 419100"/>
                <a:gd name="connsiteY12" fmla="*/ 189063 h 201763"/>
                <a:gd name="connsiteX13" fmla="*/ 88900 w 419100"/>
                <a:gd name="connsiteY13" fmla="*/ 192238 h 201763"/>
                <a:gd name="connsiteX14" fmla="*/ 98425 w 419100"/>
                <a:gd name="connsiteY14" fmla="*/ 195413 h 201763"/>
                <a:gd name="connsiteX15" fmla="*/ 146050 w 419100"/>
                <a:gd name="connsiteY15" fmla="*/ 189063 h 201763"/>
                <a:gd name="connsiteX16" fmla="*/ 155575 w 419100"/>
                <a:gd name="connsiteY16" fmla="*/ 185888 h 201763"/>
                <a:gd name="connsiteX17" fmla="*/ 168275 w 419100"/>
                <a:gd name="connsiteY17" fmla="*/ 182713 h 201763"/>
                <a:gd name="connsiteX18" fmla="*/ 200025 w 419100"/>
                <a:gd name="connsiteY18" fmla="*/ 173188 h 201763"/>
                <a:gd name="connsiteX19" fmla="*/ 234950 w 419100"/>
                <a:gd name="connsiteY19" fmla="*/ 170013 h 201763"/>
                <a:gd name="connsiteX20" fmla="*/ 273050 w 419100"/>
                <a:gd name="connsiteY20" fmla="*/ 179538 h 201763"/>
                <a:gd name="connsiteX21" fmla="*/ 282575 w 419100"/>
                <a:gd name="connsiteY21" fmla="*/ 185888 h 201763"/>
                <a:gd name="connsiteX22" fmla="*/ 292100 w 419100"/>
                <a:gd name="connsiteY22" fmla="*/ 189063 h 201763"/>
                <a:gd name="connsiteX23" fmla="*/ 301625 w 419100"/>
                <a:gd name="connsiteY23" fmla="*/ 195413 h 201763"/>
                <a:gd name="connsiteX24" fmla="*/ 320675 w 419100"/>
                <a:gd name="connsiteY24" fmla="*/ 201763 h 201763"/>
                <a:gd name="connsiteX25" fmla="*/ 374650 w 419100"/>
                <a:gd name="connsiteY25" fmla="*/ 198588 h 201763"/>
                <a:gd name="connsiteX26" fmla="*/ 384175 w 419100"/>
                <a:gd name="connsiteY26" fmla="*/ 195413 h 201763"/>
                <a:gd name="connsiteX27" fmla="*/ 403225 w 419100"/>
                <a:gd name="connsiteY27" fmla="*/ 182713 h 201763"/>
                <a:gd name="connsiteX28" fmla="*/ 415925 w 419100"/>
                <a:gd name="connsiteY28" fmla="*/ 154138 h 201763"/>
                <a:gd name="connsiteX29" fmla="*/ 419100 w 419100"/>
                <a:gd name="connsiteY29" fmla="*/ 144613 h 201763"/>
                <a:gd name="connsiteX30" fmla="*/ 415925 w 419100"/>
                <a:gd name="connsiteY30" fmla="*/ 112863 h 201763"/>
                <a:gd name="connsiteX31" fmla="*/ 409575 w 419100"/>
                <a:gd name="connsiteY31" fmla="*/ 93813 h 201763"/>
                <a:gd name="connsiteX32" fmla="*/ 406400 w 419100"/>
                <a:gd name="connsiteY32" fmla="*/ 84288 h 201763"/>
                <a:gd name="connsiteX33" fmla="*/ 390525 w 419100"/>
                <a:gd name="connsiteY33" fmla="*/ 65238 h 201763"/>
                <a:gd name="connsiteX34" fmla="*/ 381000 w 419100"/>
                <a:gd name="connsiteY34" fmla="*/ 58888 h 201763"/>
                <a:gd name="connsiteX35" fmla="*/ 365125 w 419100"/>
                <a:gd name="connsiteY35" fmla="*/ 43013 h 201763"/>
                <a:gd name="connsiteX36" fmla="*/ 369888 w 419100"/>
                <a:gd name="connsiteY36" fmla="*/ 31107 h 201763"/>
                <a:gd name="connsiteX37" fmla="*/ 353219 w 419100"/>
                <a:gd name="connsiteY37" fmla="*/ 18407 h 201763"/>
                <a:gd name="connsiteX38" fmla="*/ 336550 w 419100"/>
                <a:gd name="connsiteY38" fmla="*/ 151 h 201763"/>
                <a:gd name="connsiteX39" fmla="*/ 304800 w 419100"/>
                <a:gd name="connsiteY39" fmla="*/ 8088 h 201763"/>
                <a:gd name="connsiteX40" fmla="*/ 263525 w 419100"/>
                <a:gd name="connsiteY40" fmla="*/ 17613 h 201763"/>
                <a:gd name="connsiteX41" fmla="*/ 215107 w 419100"/>
                <a:gd name="connsiteY41" fmla="*/ 33488 h 201763"/>
                <a:gd name="connsiteX42" fmla="*/ 191294 w 419100"/>
                <a:gd name="connsiteY42" fmla="*/ 35869 h 201763"/>
                <a:gd name="connsiteX43" fmla="*/ 190500 w 419100"/>
                <a:gd name="connsiteY43" fmla="*/ 36663 h 201763"/>
                <a:gd name="connsiteX0" fmla="*/ 190500 w 419100"/>
                <a:gd name="connsiteY0" fmla="*/ 34312 h 199412"/>
                <a:gd name="connsiteX1" fmla="*/ 190500 w 419100"/>
                <a:gd name="connsiteY1" fmla="*/ 34312 h 199412"/>
                <a:gd name="connsiteX2" fmla="*/ 66675 w 419100"/>
                <a:gd name="connsiteY2" fmla="*/ 34312 h 199412"/>
                <a:gd name="connsiteX3" fmla="*/ 28575 w 419100"/>
                <a:gd name="connsiteY3" fmla="*/ 53362 h 199412"/>
                <a:gd name="connsiteX4" fmla="*/ 19050 w 419100"/>
                <a:gd name="connsiteY4" fmla="*/ 59712 h 199412"/>
                <a:gd name="connsiteX5" fmla="*/ 6350 w 419100"/>
                <a:gd name="connsiteY5" fmla="*/ 78762 h 199412"/>
                <a:gd name="connsiteX6" fmla="*/ 0 w 419100"/>
                <a:gd name="connsiteY6" fmla="*/ 97812 h 199412"/>
                <a:gd name="connsiteX7" fmla="*/ 6350 w 419100"/>
                <a:gd name="connsiteY7" fmla="*/ 145437 h 199412"/>
                <a:gd name="connsiteX8" fmla="*/ 12700 w 419100"/>
                <a:gd name="connsiteY8" fmla="*/ 154962 h 199412"/>
                <a:gd name="connsiteX9" fmla="*/ 22225 w 419100"/>
                <a:gd name="connsiteY9" fmla="*/ 161312 h 199412"/>
                <a:gd name="connsiteX10" fmla="*/ 31750 w 419100"/>
                <a:gd name="connsiteY10" fmla="*/ 170837 h 199412"/>
                <a:gd name="connsiteX11" fmla="*/ 50800 w 419100"/>
                <a:gd name="connsiteY11" fmla="*/ 177187 h 199412"/>
                <a:gd name="connsiteX12" fmla="*/ 79375 w 419100"/>
                <a:gd name="connsiteY12" fmla="*/ 186712 h 199412"/>
                <a:gd name="connsiteX13" fmla="*/ 88900 w 419100"/>
                <a:gd name="connsiteY13" fmla="*/ 189887 h 199412"/>
                <a:gd name="connsiteX14" fmla="*/ 98425 w 419100"/>
                <a:gd name="connsiteY14" fmla="*/ 193062 h 199412"/>
                <a:gd name="connsiteX15" fmla="*/ 146050 w 419100"/>
                <a:gd name="connsiteY15" fmla="*/ 186712 h 199412"/>
                <a:gd name="connsiteX16" fmla="*/ 155575 w 419100"/>
                <a:gd name="connsiteY16" fmla="*/ 183537 h 199412"/>
                <a:gd name="connsiteX17" fmla="*/ 168275 w 419100"/>
                <a:gd name="connsiteY17" fmla="*/ 180362 h 199412"/>
                <a:gd name="connsiteX18" fmla="*/ 200025 w 419100"/>
                <a:gd name="connsiteY18" fmla="*/ 170837 h 199412"/>
                <a:gd name="connsiteX19" fmla="*/ 234950 w 419100"/>
                <a:gd name="connsiteY19" fmla="*/ 167662 h 199412"/>
                <a:gd name="connsiteX20" fmla="*/ 273050 w 419100"/>
                <a:gd name="connsiteY20" fmla="*/ 177187 h 199412"/>
                <a:gd name="connsiteX21" fmla="*/ 282575 w 419100"/>
                <a:gd name="connsiteY21" fmla="*/ 183537 h 199412"/>
                <a:gd name="connsiteX22" fmla="*/ 292100 w 419100"/>
                <a:gd name="connsiteY22" fmla="*/ 186712 h 199412"/>
                <a:gd name="connsiteX23" fmla="*/ 301625 w 419100"/>
                <a:gd name="connsiteY23" fmla="*/ 193062 h 199412"/>
                <a:gd name="connsiteX24" fmla="*/ 320675 w 419100"/>
                <a:gd name="connsiteY24" fmla="*/ 199412 h 199412"/>
                <a:gd name="connsiteX25" fmla="*/ 374650 w 419100"/>
                <a:gd name="connsiteY25" fmla="*/ 196237 h 199412"/>
                <a:gd name="connsiteX26" fmla="*/ 384175 w 419100"/>
                <a:gd name="connsiteY26" fmla="*/ 193062 h 199412"/>
                <a:gd name="connsiteX27" fmla="*/ 403225 w 419100"/>
                <a:gd name="connsiteY27" fmla="*/ 180362 h 199412"/>
                <a:gd name="connsiteX28" fmla="*/ 415925 w 419100"/>
                <a:gd name="connsiteY28" fmla="*/ 151787 h 199412"/>
                <a:gd name="connsiteX29" fmla="*/ 419100 w 419100"/>
                <a:gd name="connsiteY29" fmla="*/ 142262 h 199412"/>
                <a:gd name="connsiteX30" fmla="*/ 415925 w 419100"/>
                <a:gd name="connsiteY30" fmla="*/ 110512 h 199412"/>
                <a:gd name="connsiteX31" fmla="*/ 409575 w 419100"/>
                <a:gd name="connsiteY31" fmla="*/ 91462 h 199412"/>
                <a:gd name="connsiteX32" fmla="*/ 406400 w 419100"/>
                <a:gd name="connsiteY32" fmla="*/ 81937 h 199412"/>
                <a:gd name="connsiteX33" fmla="*/ 390525 w 419100"/>
                <a:gd name="connsiteY33" fmla="*/ 62887 h 199412"/>
                <a:gd name="connsiteX34" fmla="*/ 381000 w 419100"/>
                <a:gd name="connsiteY34" fmla="*/ 56537 h 199412"/>
                <a:gd name="connsiteX35" fmla="*/ 365125 w 419100"/>
                <a:gd name="connsiteY35" fmla="*/ 40662 h 199412"/>
                <a:gd name="connsiteX36" fmla="*/ 369888 w 419100"/>
                <a:gd name="connsiteY36" fmla="*/ 28756 h 199412"/>
                <a:gd name="connsiteX37" fmla="*/ 353219 w 419100"/>
                <a:gd name="connsiteY37" fmla="*/ 16056 h 199412"/>
                <a:gd name="connsiteX38" fmla="*/ 319881 w 419100"/>
                <a:gd name="connsiteY38" fmla="*/ 181 h 199412"/>
                <a:gd name="connsiteX39" fmla="*/ 304800 w 419100"/>
                <a:gd name="connsiteY39" fmla="*/ 5737 h 199412"/>
                <a:gd name="connsiteX40" fmla="*/ 263525 w 419100"/>
                <a:gd name="connsiteY40" fmla="*/ 15262 h 199412"/>
                <a:gd name="connsiteX41" fmla="*/ 215107 w 419100"/>
                <a:gd name="connsiteY41" fmla="*/ 31137 h 199412"/>
                <a:gd name="connsiteX42" fmla="*/ 191294 w 419100"/>
                <a:gd name="connsiteY42" fmla="*/ 33518 h 199412"/>
                <a:gd name="connsiteX43" fmla="*/ 190500 w 419100"/>
                <a:gd name="connsiteY43" fmla="*/ 34312 h 199412"/>
                <a:gd name="connsiteX0" fmla="*/ 190500 w 419100"/>
                <a:gd name="connsiteY0" fmla="*/ 79412 h 244512"/>
                <a:gd name="connsiteX1" fmla="*/ 190500 w 419100"/>
                <a:gd name="connsiteY1" fmla="*/ 79412 h 244512"/>
                <a:gd name="connsiteX2" fmla="*/ 66675 w 419100"/>
                <a:gd name="connsiteY2" fmla="*/ 79412 h 244512"/>
                <a:gd name="connsiteX3" fmla="*/ 28575 w 419100"/>
                <a:gd name="connsiteY3" fmla="*/ 98462 h 244512"/>
                <a:gd name="connsiteX4" fmla="*/ 19050 w 419100"/>
                <a:gd name="connsiteY4" fmla="*/ 104812 h 244512"/>
                <a:gd name="connsiteX5" fmla="*/ 6350 w 419100"/>
                <a:gd name="connsiteY5" fmla="*/ 123862 h 244512"/>
                <a:gd name="connsiteX6" fmla="*/ 0 w 419100"/>
                <a:gd name="connsiteY6" fmla="*/ 142912 h 244512"/>
                <a:gd name="connsiteX7" fmla="*/ 6350 w 419100"/>
                <a:gd name="connsiteY7" fmla="*/ 190537 h 244512"/>
                <a:gd name="connsiteX8" fmla="*/ 12700 w 419100"/>
                <a:gd name="connsiteY8" fmla="*/ 200062 h 244512"/>
                <a:gd name="connsiteX9" fmla="*/ 22225 w 419100"/>
                <a:gd name="connsiteY9" fmla="*/ 206412 h 244512"/>
                <a:gd name="connsiteX10" fmla="*/ 31750 w 419100"/>
                <a:gd name="connsiteY10" fmla="*/ 215937 h 244512"/>
                <a:gd name="connsiteX11" fmla="*/ 50800 w 419100"/>
                <a:gd name="connsiteY11" fmla="*/ 222287 h 244512"/>
                <a:gd name="connsiteX12" fmla="*/ 79375 w 419100"/>
                <a:gd name="connsiteY12" fmla="*/ 231812 h 244512"/>
                <a:gd name="connsiteX13" fmla="*/ 88900 w 419100"/>
                <a:gd name="connsiteY13" fmla="*/ 234987 h 244512"/>
                <a:gd name="connsiteX14" fmla="*/ 98425 w 419100"/>
                <a:gd name="connsiteY14" fmla="*/ 238162 h 244512"/>
                <a:gd name="connsiteX15" fmla="*/ 146050 w 419100"/>
                <a:gd name="connsiteY15" fmla="*/ 231812 h 244512"/>
                <a:gd name="connsiteX16" fmla="*/ 155575 w 419100"/>
                <a:gd name="connsiteY16" fmla="*/ 228637 h 244512"/>
                <a:gd name="connsiteX17" fmla="*/ 168275 w 419100"/>
                <a:gd name="connsiteY17" fmla="*/ 225462 h 244512"/>
                <a:gd name="connsiteX18" fmla="*/ 200025 w 419100"/>
                <a:gd name="connsiteY18" fmla="*/ 215937 h 244512"/>
                <a:gd name="connsiteX19" fmla="*/ 234950 w 419100"/>
                <a:gd name="connsiteY19" fmla="*/ 212762 h 244512"/>
                <a:gd name="connsiteX20" fmla="*/ 273050 w 419100"/>
                <a:gd name="connsiteY20" fmla="*/ 222287 h 244512"/>
                <a:gd name="connsiteX21" fmla="*/ 282575 w 419100"/>
                <a:gd name="connsiteY21" fmla="*/ 228637 h 244512"/>
                <a:gd name="connsiteX22" fmla="*/ 292100 w 419100"/>
                <a:gd name="connsiteY22" fmla="*/ 231812 h 244512"/>
                <a:gd name="connsiteX23" fmla="*/ 301625 w 419100"/>
                <a:gd name="connsiteY23" fmla="*/ 238162 h 244512"/>
                <a:gd name="connsiteX24" fmla="*/ 320675 w 419100"/>
                <a:gd name="connsiteY24" fmla="*/ 244512 h 244512"/>
                <a:gd name="connsiteX25" fmla="*/ 374650 w 419100"/>
                <a:gd name="connsiteY25" fmla="*/ 241337 h 244512"/>
                <a:gd name="connsiteX26" fmla="*/ 384175 w 419100"/>
                <a:gd name="connsiteY26" fmla="*/ 238162 h 244512"/>
                <a:gd name="connsiteX27" fmla="*/ 403225 w 419100"/>
                <a:gd name="connsiteY27" fmla="*/ 225462 h 244512"/>
                <a:gd name="connsiteX28" fmla="*/ 415925 w 419100"/>
                <a:gd name="connsiteY28" fmla="*/ 196887 h 244512"/>
                <a:gd name="connsiteX29" fmla="*/ 419100 w 419100"/>
                <a:gd name="connsiteY29" fmla="*/ 187362 h 244512"/>
                <a:gd name="connsiteX30" fmla="*/ 415925 w 419100"/>
                <a:gd name="connsiteY30" fmla="*/ 155612 h 244512"/>
                <a:gd name="connsiteX31" fmla="*/ 409575 w 419100"/>
                <a:gd name="connsiteY31" fmla="*/ 136562 h 244512"/>
                <a:gd name="connsiteX32" fmla="*/ 406400 w 419100"/>
                <a:gd name="connsiteY32" fmla="*/ 127037 h 244512"/>
                <a:gd name="connsiteX33" fmla="*/ 390525 w 419100"/>
                <a:gd name="connsiteY33" fmla="*/ 107987 h 244512"/>
                <a:gd name="connsiteX34" fmla="*/ 381000 w 419100"/>
                <a:gd name="connsiteY34" fmla="*/ 101637 h 244512"/>
                <a:gd name="connsiteX35" fmla="*/ 365125 w 419100"/>
                <a:gd name="connsiteY35" fmla="*/ 85762 h 244512"/>
                <a:gd name="connsiteX36" fmla="*/ 369888 w 419100"/>
                <a:gd name="connsiteY36" fmla="*/ 73856 h 244512"/>
                <a:gd name="connsiteX37" fmla="*/ 353219 w 419100"/>
                <a:gd name="connsiteY37" fmla="*/ 61156 h 244512"/>
                <a:gd name="connsiteX38" fmla="*/ 324644 w 419100"/>
                <a:gd name="connsiteY38" fmla="*/ 38 h 244512"/>
                <a:gd name="connsiteX39" fmla="*/ 304800 w 419100"/>
                <a:gd name="connsiteY39" fmla="*/ 50837 h 244512"/>
                <a:gd name="connsiteX40" fmla="*/ 263525 w 419100"/>
                <a:gd name="connsiteY40" fmla="*/ 60362 h 244512"/>
                <a:gd name="connsiteX41" fmla="*/ 215107 w 419100"/>
                <a:gd name="connsiteY41" fmla="*/ 76237 h 244512"/>
                <a:gd name="connsiteX42" fmla="*/ 191294 w 419100"/>
                <a:gd name="connsiteY42" fmla="*/ 78618 h 244512"/>
                <a:gd name="connsiteX43" fmla="*/ 190500 w 419100"/>
                <a:gd name="connsiteY43" fmla="*/ 79412 h 244512"/>
                <a:gd name="connsiteX0" fmla="*/ 190500 w 419100"/>
                <a:gd name="connsiteY0" fmla="*/ 79707 h 244807"/>
                <a:gd name="connsiteX1" fmla="*/ 190500 w 419100"/>
                <a:gd name="connsiteY1" fmla="*/ 79707 h 244807"/>
                <a:gd name="connsiteX2" fmla="*/ 66675 w 419100"/>
                <a:gd name="connsiteY2" fmla="*/ 79707 h 244807"/>
                <a:gd name="connsiteX3" fmla="*/ 28575 w 419100"/>
                <a:gd name="connsiteY3" fmla="*/ 98757 h 244807"/>
                <a:gd name="connsiteX4" fmla="*/ 19050 w 419100"/>
                <a:gd name="connsiteY4" fmla="*/ 105107 h 244807"/>
                <a:gd name="connsiteX5" fmla="*/ 6350 w 419100"/>
                <a:gd name="connsiteY5" fmla="*/ 124157 h 244807"/>
                <a:gd name="connsiteX6" fmla="*/ 0 w 419100"/>
                <a:gd name="connsiteY6" fmla="*/ 143207 h 244807"/>
                <a:gd name="connsiteX7" fmla="*/ 6350 w 419100"/>
                <a:gd name="connsiteY7" fmla="*/ 190832 h 244807"/>
                <a:gd name="connsiteX8" fmla="*/ 12700 w 419100"/>
                <a:gd name="connsiteY8" fmla="*/ 200357 h 244807"/>
                <a:gd name="connsiteX9" fmla="*/ 22225 w 419100"/>
                <a:gd name="connsiteY9" fmla="*/ 206707 h 244807"/>
                <a:gd name="connsiteX10" fmla="*/ 31750 w 419100"/>
                <a:gd name="connsiteY10" fmla="*/ 216232 h 244807"/>
                <a:gd name="connsiteX11" fmla="*/ 50800 w 419100"/>
                <a:gd name="connsiteY11" fmla="*/ 222582 h 244807"/>
                <a:gd name="connsiteX12" fmla="*/ 79375 w 419100"/>
                <a:gd name="connsiteY12" fmla="*/ 232107 h 244807"/>
                <a:gd name="connsiteX13" fmla="*/ 88900 w 419100"/>
                <a:gd name="connsiteY13" fmla="*/ 235282 h 244807"/>
                <a:gd name="connsiteX14" fmla="*/ 98425 w 419100"/>
                <a:gd name="connsiteY14" fmla="*/ 238457 h 244807"/>
                <a:gd name="connsiteX15" fmla="*/ 146050 w 419100"/>
                <a:gd name="connsiteY15" fmla="*/ 232107 h 244807"/>
                <a:gd name="connsiteX16" fmla="*/ 155575 w 419100"/>
                <a:gd name="connsiteY16" fmla="*/ 228932 h 244807"/>
                <a:gd name="connsiteX17" fmla="*/ 168275 w 419100"/>
                <a:gd name="connsiteY17" fmla="*/ 225757 h 244807"/>
                <a:gd name="connsiteX18" fmla="*/ 200025 w 419100"/>
                <a:gd name="connsiteY18" fmla="*/ 216232 h 244807"/>
                <a:gd name="connsiteX19" fmla="*/ 234950 w 419100"/>
                <a:gd name="connsiteY19" fmla="*/ 213057 h 244807"/>
                <a:gd name="connsiteX20" fmla="*/ 273050 w 419100"/>
                <a:gd name="connsiteY20" fmla="*/ 222582 h 244807"/>
                <a:gd name="connsiteX21" fmla="*/ 282575 w 419100"/>
                <a:gd name="connsiteY21" fmla="*/ 228932 h 244807"/>
                <a:gd name="connsiteX22" fmla="*/ 292100 w 419100"/>
                <a:gd name="connsiteY22" fmla="*/ 232107 h 244807"/>
                <a:gd name="connsiteX23" fmla="*/ 301625 w 419100"/>
                <a:gd name="connsiteY23" fmla="*/ 238457 h 244807"/>
                <a:gd name="connsiteX24" fmla="*/ 320675 w 419100"/>
                <a:gd name="connsiteY24" fmla="*/ 244807 h 244807"/>
                <a:gd name="connsiteX25" fmla="*/ 374650 w 419100"/>
                <a:gd name="connsiteY25" fmla="*/ 241632 h 244807"/>
                <a:gd name="connsiteX26" fmla="*/ 384175 w 419100"/>
                <a:gd name="connsiteY26" fmla="*/ 238457 h 244807"/>
                <a:gd name="connsiteX27" fmla="*/ 403225 w 419100"/>
                <a:gd name="connsiteY27" fmla="*/ 225757 h 244807"/>
                <a:gd name="connsiteX28" fmla="*/ 415925 w 419100"/>
                <a:gd name="connsiteY28" fmla="*/ 197182 h 244807"/>
                <a:gd name="connsiteX29" fmla="*/ 419100 w 419100"/>
                <a:gd name="connsiteY29" fmla="*/ 187657 h 244807"/>
                <a:gd name="connsiteX30" fmla="*/ 415925 w 419100"/>
                <a:gd name="connsiteY30" fmla="*/ 155907 h 244807"/>
                <a:gd name="connsiteX31" fmla="*/ 409575 w 419100"/>
                <a:gd name="connsiteY31" fmla="*/ 136857 h 244807"/>
                <a:gd name="connsiteX32" fmla="*/ 406400 w 419100"/>
                <a:gd name="connsiteY32" fmla="*/ 127332 h 244807"/>
                <a:gd name="connsiteX33" fmla="*/ 390525 w 419100"/>
                <a:gd name="connsiteY33" fmla="*/ 108282 h 244807"/>
                <a:gd name="connsiteX34" fmla="*/ 381000 w 419100"/>
                <a:gd name="connsiteY34" fmla="*/ 101932 h 244807"/>
                <a:gd name="connsiteX35" fmla="*/ 365125 w 419100"/>
                <a:gd name="connsiteY35" fmla="*/ 86057 h 244807"/>
                <a:gd name="connsiteX36" fmla="*/ 369888 w 419100"/>
                <a:gd name="connsiteY36" fmla="*/ 74151 h 244807"/>
                <a:gd name="connsiteX37" fmla="*/ 353219 w 419100"/>
                <a:gd name="connsiteY37" fmla="*/ 61451 h 244807"/>
                <a:gd name="connsiteX38" fmla="*/ 324644 w 419100"/>
                <a:gd name="connsiteY38" fmla="*/ 333 h 244807"/>
                <a:gd name="connsiteX39" fmla="*/ 266700 w 419100"/>
                <a:gd name="connsiteY39" fmla="*/ 34463 h 244807"/>
                <a:gd name="connsiteX40" fmla="*/ 263525 w 419100"/>
                <a:gd name="connsiteY40" fmla="*/ 60657 h 244807"/>
                <a:gd name="connsiteX41" fmla="*/ 215107 w 419100"/>
                <a:gd name="connsiteY41" fmla="*/ 76532 h 244807"/>
                <a:gd name="connsiteX42" fmla="*/ 191294 w 419100"/>
                <a:gd name="connsiteY42" fmla="*/ 78913 h 244807"/>
                <a:gd name="connsiteX43" fmla="*/ 190500 w 419100"/>
                <a:gd name="connsiteY43" fmla="*/ 79707 h 244807"/>
                <a:gd name="connsiteX0" fmla="*/ 190500 w 419100"/>
                <a:gd name="connsiteY0" fmla="*/ 79707 h 244807"/>
                <a:gd name="connsiteX1" fmla="*/ 190500 w 419100"/>
                <a:gd name="connsiteY1" fmla="*/ 79707 h 244807"/>
                <a:gd name="connsiteX2" fmla="*/ 66675 w 419100"/>
                <a:gd name="connsiteY2" fmla="*/ 79707 h 244807"/>
                <a:gd name="connsiteX3" fmla="*/ 28575 w 419100"/>
                <a:gd name="connsiteY3" fmla="*/ 98757 h 244807"/>
                <a:gd name="connsiteX4" fmla="*/ 19050 w 419100"/>
                <a:gd name="connsiteY4" fmla="*/ 105107 h 244807"/>
                <a:gd name="connsiteX5" fmla="*/ 6350 w 419100"/>
                <a:gd name="connsiteY5" fmla="*/ 124157 h 244807"/>
                <a:gd name="connsiteX6" fmla="*/ 0 w 419100"/>
                <a:gd name="connsiteY6" fmla="*/ 143207 h 244807"/>
                <a:gd name="connsiteX7" fmla="*/ 6350 w 419100"/>
                <a:gd name="connsiteY7" fmla="*/ 190832 h 244807"/>
                <a:gd name="connsiteX8" fmla="*/ 12700 w 419100"/>
                <a:gd name="connsiteY8" fmla="*/ 200357 h 244807"/>
                <a:gd name="connsiteX9" fmla="*/ 22225 w 419100"/>
                <a:gd name="connsiteY9" fmla="*/ 206707 h 244807"/>
                <a:gd name="connsiteX10" fmla="*/ 31750 w 419100"/>
                <a:gd name="connsiteY10" fmla="*/ 216232 h 244807"/>
                <a:gd name="connsiteX11" fmla="*/ 50800 w 419100"/>
                <a:gd name="connsiteY11" fmla="*/ 222582 h 244807"/>
                <a:gd name="connsiteX12" fmla="*/ 79375 w 419100"/>
                <a:gd name="connsiteY12" fmla="*/ 232107 h 244807"/>
                <a:gd name="connsiteX13" fmla="*/ 88900 w 419100"/>
                <a:gd name="connsiteY13" fmla="*/ 235282 h 244807"/>
                <a:gd name="connsiteX14" fmla="*/ 98425 w 419100"/>
                <a:gd name="connsiteY14" fmla="*/ 238457 h 244807"/>
                <a:gd name="connsiteX15" fmla="*/ 146050 w 419100"/>
                <a:gd name="connsiteY15" fmla="*/ 232107 h 244807"/>
                <a:gd name="connsiteX16" fmla="*/ 155575 w 419100"/>
                <a:gd name="connsiteY16" fmla="*/ 228932 h 244807"/>
                <a:gd name="connsiteX17" fmla="*/ 168275 w 419100"/>
                <a:gd name="connsiteY17" fmla="*/ 225757 h 244807"/>
                <a:gd name="connsiteX18" fmla="*/ 200025 w 419100"/>
                <a:gd name="connsiteY18" fmla="*/ 216232 h 244807"/>
                <a:gd name="connsiteX19" fmla="*/ 234950 w 419100"/>
                <a:gd name="connsiteY19" fmla="*/ 213057 h 244807"/>
                <a:gd name="connsiteX20" fmla="*/ 273050 w 419100"/>
                <a:gd name="connsiteY20" fmla="*/ 222582 h 244807"/>
                <a:gd name="connsiteX21" fmla="*/ 282575 w 419100"/>
                <a:gd name="connsiteY21" fmla="*/ 228932 h 244807"/>
                <a:gd name="connsiteX22" fmla="*/ 292100 w 419100"/>
                <a:gd name="connsiteY22" fmla="*/ 232107 h 244807"/>
                <a:gd name="connsiteX23" fmla="*/ 301625 w 419100"/>
                <a:gd name="connsiteY23" fmla="*/ 238457 h 244807"/>
                <a:gd name="connsiteX24" fmla="*/ 320675 w 419100"/>
                <a:gd name="connsiteY24" fmla="*/ 244807 h 244807"/>
                <a:gd name="connsiteX25" fmla="*/ 374650 w 419100"/>
                <a:gd name="connsiteY25" fmla="*/ 241632 h 244807"/>
                <a:gd name="connsiteX26" fmla="*/ 384175 w 419100"/>
                <a:gd name="connsiteY26" fmla="*/ 238457 h 244807"/>
                <a:gd name="connsiteX27" fmla="*/ 403225 w 419100"/>
                <a:gd name="connsiteY27" fmla="*/ 225757 h 244807"/>
                <a:gd name="connsiteX28" fmla="*/ 415925 w 419100"/>
                <a:gd name="connsiteY28" fmla="*/ 197182 h 244807"/>
                <a:gd name="connsiteX29" fmla="*/ 419100 w 419100"/>
                <a:gd name="connsiteY29" fmla="*/ 187657 h 244807"/>
                <a:gd name="connsiteX30" fmla="*/ 415925 w 419100"/>
                <a:gd name="connsiteY30" fmla="*/ 155907 h 244807"/>
                <a:gd name="connsiteX31" fmla="*/ 409575 w 419100"/>
                <a:gd name="connsiteY31" fmla="*/ 136857 h 244807"/>
                <a:gd name="connsiteX32" fmla="*/ 406400 w 419100"/>
                <a:gd name="connsiteY32" fmla="*/ 127332 h 244807"/>
                <a:gd name="connsiteX33" fmla="*/ 390525 w 419100"/>
                <a:gd name="connsiteY33" fmla="*/ 108282 h 244807"/>
                <a:gd name="connsiteX34" fmla="*/ 381000 w 419100"/>
                <a:gd name="connsiteY34" fmla="*/ 101932 h 244807"/>
                <a:gd name="connsiteX35" fmla="*/ 365125 w 419100"/>
                <a:gd name="connsiteY35" fmla="*/ 86057 h 244807"/>
                <a:gd name="connsiteX36" fmla="*/ 369888 w 419100"/>
                <a:gd name="connsiteY36" fmla="*/ 74151 h 244807"/>
                <a:gd name="connsiteX37" fmla="*/ 353219 w 419100"/>
                <a:gd name="connsiteY37" fmla="*/ 61451 h 244807"/>
                <a:gd name="connsiteX38" fmla="*/ 324644 w 419100"/>
                <a:gd name="connsiteY38" fmla="*/ 333 h 244807"/>
                <a:gd name="connsiteX39" fmla="*/ 266700 w 419100"/>
                <a:gd name="connsiteY39" fmla="*/ 34463 h 244807"/>
                <a:gd name="connsiteX40" fmla="*/ 215107 w 419100"/>
                <a:gd name="connsiteY40" fmla="*/ 76532 h 244807"/>
                <a:gd name="connsiteX41" fmla="*/ 191294 w 419100"/>
                <a:gd name="connsiteY41" fmla="*/ 78913 h 244807"/>
                <a:gd name="connsiteX42" fmla="*/ 190500 w 419100"/>
                <a:gd name="connsiteY42" fmla="*/ 79707 h 244807"/>
                <a:gd name="connsiteX0" fmla="*/ 190500 w 419100"/>
                <a:gd name="connsiteY0" fmla="*/ 79381 h 244481"/>
                <a:gd name="connsiteX1" fmla="*/ 190500 w 419100"/>
                <a:gd name="connsiteY1" fmla="*/ 79381 h 244481"/>
                <a:gd name="connsiteX2" fmla="*/ 66675 w 419100"/>
                <a:gd name="connsiteY2" fmla="*/ 79381 h 244481"/>
                <a:gd name="connsiteX3" fmla="*/ 28575 w 419100"/>
                <a:gd name="connsiteY3" fmla="*/ 98431 h 244481"/>
                <a:gd name="connsiteX4" fmla="*/ 19050 w 419100"/>
                <a:gd name="connsiteY4" fmla="*/ 104781 h 244481"/>
                <a:gd name="connsiteX5" fmla="*/ 6350 w 419100"/>
                <a:gd name="connsiteY5" fmla="*/ 123831 h 244481"/>
                <a:gd name="connsiteX6" fmla="*/ 0 w 419100"/>
                <a:gd name="connsiteY6" fmla="*/ 142881 h 244481"/>
                <a:gd name="connsiteX7" fmla="*/ 6350 w 419100"/>
                <a:gd name="connsiteY7" fmla="*/ 190506 h 244481"/>
                <a:gd name="connsiteX8" fmla="*/ 12700 w 419100"/>
                <a:gd name="connsiteY8" fmla="*/ 200031 h 244481"/>
                <a:gd name="connsiteX9" fmla="*/ 22225 w 419100"/>
                <a:gd name="connsiteY9" fmla="*/ 206381 h 244481"/>
                <a:gd name="connsiteX10" fmla="*/ 31750 w 419100"/>
                <a:gd name="connsiteY10" fmla="*/ 215906 h 244481"/>
                <a:gd name="connsiteX11" fmla="*/ 50800 w 419100"/>
                <a:gd name="connsiteY11" fmla="*/ 222256 h 244481"/>
                <a:gd name="connsiteX12" fmla="*/ 79375 w 419100"/>
                <a:gd name="connsiteY12" fmla="*/ 231781 h 244481"/>
                <a:gd name="connsiteX13" fmla="*/ 88900 w 419100"/>
                <a:gd name="connsiteY13" fmla="*/ 234956 h 244481"/>
                <a:gd name="connsiteX14" fmla="*/ 98425 w 419100"/>
                <a:gd name="connsiteY14" fmla="*/ 238131 h 244481"/>
                <a:gd name="connsiteX15" fmla="*/ 146050 w 419100"/>
                <a:gd name="connsiteY15" fmla="*/ 231781 h 244481"/>
                <a:gd name="connsiteX16" fmla="*/ 155575 w 419100"/>
                <a:gd name="connsiteY16" fmla="*/ 228606 h 244481"/>
                <a:gd name="connsiteX17" fmla="*/ 168275 w 419100"/>
                <a:gd name="connsiteY17" fmla="*/ 225431 h 244481"/>
                <a:gd name="connsiteX18" fmla="*/ 200025 w 419100"/>
                <a:gd name="connsiteY18" fmla="*/ 215906 h 244481"/>
                <a:gd name="connsiteX19" fmla="*/ 234950 w 419100"/>
                <a:gd name="connsiteY19" fmla="*/ 212731 h 244481"/>
                <a:gd name="connsiteX20" fmla="*/ 273050 w 419100"/>
                <a:gd name="connsiteY20" fmla="*/ 222256 h 244481"/>
                <a:gd name="connsiteX21" fmla="*/ 282575 w 419100"/>
                <a:gd name="connsiteY21" fmla="*/ 228606 h 244481"/>
                <a:gd name="connsiteX22" fmla="*/ 292100 w 419100"/>
                <a:gd name="connsiteY22" fmla="*/ 231781 h 244481"/>
                <a:gd name="connsiteX23" fmla="*/ 301625 w 419100"/>
                <a:gd name="connsiteY23" fmla="*/ 238131 h 244481"/>
                <a:gd name="connsiteX24" fmla="*/ 320675 w 419100"/>
                <a:gd name="connsiteY24" fmla="*/ 244481 h 244481"/>
                <a:gd name="connsiteX25" fmla="*/ 374650 w 419100"/>
                <a:gd name="connsiteY25" fmla="*/ 241306 h 244481"/>
                <a:gd name="connsiteX26" fmla="*/ 384175 w 419100"/>
                <a:gd name="connsiteY26" fmla="*/ 238131 h 244481"/>
                <a:gd name="connsiteX27" fmla="*/ 403225 w 419100"/>
                <a:gd name="connsiteY27" fmla="*/ 225431 h 244481"/>
                <a:gd name="connsiteX28" fmla="*/ 415925 w 419100"/>
                <a:gd name="connsiteY28" fmla="*/ 196856 h 244481"/>
                <a:gd name="connsiteX29" fmla="*/ 419100 w 419100"/>
                <a:gd name="connsiteY29" fmla="*/ 187331 h 244481"/>
                <a:gd name="connsiteX30" fmla="*/ 415925 w 419100"/>
                <a:gd name="connsiteY30" fmla="*/ 155581 h 244481"/>
                <a:gd name="connsiteX31" fmla="*/ 409575 w 419100"/>
                <a:gd name="connsiteY31" fmla="*/ 136531 h 244481"/>
                <a:gd name="connsiteX32" fmla="*/ 406400 w 419100"/>
                <a:gd name="connsiteY32" fmla="*/ 127006 h 244481"/>
                <a:gd name="connsiteX33" fmla="*/ 390525 w 419100"/>
                <a:gd name="connsiteY33" fmla="*/ 107956 h 244481"/>
                <a:gd name="connsiteX34" fmla="*/ 381000 w 419100"/>
                <a:gd name="connsiteY34" fmla="*/ 101606 h 244481"/>
                <a:gd name="connsiteX35" fmla="*/ 365125 w 419100"/>
                <a:gd name="connsiteY35" fmla="*/ 85731 h 244481"/>
                <a:gd name="connsiteX36" fmla="*/ 369888 w 419100"/>
                <a:gd name="connsiteY36" fmla="*/ 73825 h 244481"/>
                <a:gd name="connsiteX37" fmla="*/ 353219 w 419100"/>
                <a:gd name="connsiteY37" fmla="*/ 61125 h 244481"/>
                <a:gd name="connsiteX38" fmla="*/ 324644 w 419100"/>
                <a:gd name="connsiteY38" fmla="*/ 7 h 244481"/>
                <a:gd name="connsiteX39" fmla="*/ 276225 w 419100"/>
                <a:gd name="connsiteY39" fmla="*/ 65094 h 244481"/>
                <a:gd name="connsiteX40" fmla="*/ 215107 w 419100"/>
                <a:gd name="connsiteY40" fmla="*/ 76206 h 244481"/>
                <a:gd name="connsiteX41" fmla="*/ 191294 w 419100"/>
                <a:gd name="connsiteY41" fmla="*/ 78587 h 244481"/>
                <a:gd name="connsiteX42" fmla="*/ 190500 w 419100"/>
                <a:gd name="connsiteY42" fmla="*/ 79381 h 244481"/>
                <a:gd name="connsiteX0" fmla="*/ 190500 w 419100"/>
                <a:gd name="connsiteY0" fmla="*/ 53192 h 218292"/>
                <a:gd name="connsiteX1" fmla="*/ 190500 w 419100"/>
                <a:gd name="connsiteY1" fmla="*/ 53192 h 218292"/>
                <a:gd name="connsiteX2" fmla="*/ 66675 w 419100"/>
                <a:gd name="connsiteY2" fmla="*/ 53192 h 218292"/>
                <a:gd name="connsiteX3" fmla="*/ 28575 w 419100"/>
                <a:gd name="connsiteY3" fmla="*/ 72242 h 218292"/>
                <a:gd name="connsiteX4" fmla="*/ 19050 w 419100"/>
                <a:gd name="connsiteY4" fmla="*/ 78592 h 218292"/>
                <a:gd name="connsiteX5" fmla="*/ 6350 w 419100"/>
                <a:gd name="connsiteY5" fmla="*/ 97642 h 218292"/>
                <a:gd name="connsiteX6" fmla="*/ 0 w 419100"/>
                <a:gd name="connsiteY6" fmla="*/ 116692 h 218292"/>
                <a:gd name="connsiteX7" fmla="*/ 6350 w 419100"/>
                <a:gd name="connsiteY7" fmla="*/ 164317 h 218292"/>
                <a:gd name="connsiteX8" fmla="*/ 12700 w 419100"/>
                <a:gd name="connsiteY8" fmla="*/ 173842 h 218292"/>
                <a:gd name="connsiteX9" fmla="*/ 22225 w 419100"/>
                <a:gd name="connsiteY9" fmla="*/ 180192 h 218292"/>
                <a:gd name="connsiteX10" fmla="*/ 31750 w 419100"/>
                <a:gd name="connsiteY10" fmla="*/ 189717 h 218292"/>
                <a:gd name="connsiteX11" fmla="*/ 50800 w 419100"/>
                <a:gd name="connsiteY11" fmla="*/ 196067 h 218292"/>
                <a:gd name="connsiteX12" fmla="*/ 79375 w 419100"/>
                <a:gd name="connsiteY12" fmla="*/ 205592 h 218292"/>
                <a:gd name="connsiteX13" fmla="*/ 88900 w 419100"/>
                <a:gd name="connsiteY13" fmla="*/ 208767 h 218292"/>
                <a:gd name="connsiteX14" fmla="*/ 98425 w 419100"/>
                <a:gd name="connsiteY14" fmla="*/ 211942 h 218292"/>
                <a:gd name="connsiteX15" fmla="*/ 146050 w 419100"/>
                <a:gd name="connsiteY15" fmla="*/ 205592 h 218292"/>
                <a:gd name="connsiteX16" fmla="*/ 155575 w 419100"/>
                <a:gd name="connsiteY16" fmla="*/ 202417 h 218292"/>
                <a:gd name="connsiteX17" fmla="*/ 168275 w 419100"/>
                <a:gd name="connsiteY17" fmla="*/ 199242 h 218292"/>
                <a:gd name="connsiteX18" fmla="*/ 200025 w 419100"/>
                <a:gd name="connsiteY18" fmla="*/ 189717 h 218292"/>
                <a:gd name="connsiteX19" fmla="*/ 234950 w 419100"/>
                <a:gd name="connsiteY19" fmla="*/ 186542 h 218292"/>
                <a:gd name="connsiteX20" fmla="*/ 273050 w 419100"/>
                <a:gd name="connsiteY20" fmla="*/ 196067 h 218292"/>
                <a:gd name="connsiteX21" fmla="*/ 282575 w 419100"/>
                <a:gd name="connsiteY21" fmla="*/ 202417 h 218292"/>
                <a:gd name="connsiteX22" fmla="*/ 292100 w 419100"/>
                <a:gd name="connsiteY22" fmla="*/ 205592 h 218292"/>
                <a:gd name="connsiteX23" fmla="*/ 301625 w 419100"/>
                <a:gd name="connsiteY23" fmla="*/ 211942 h 218292"/>
                <a:gd name="connsiteX24" fmla="*/ 320675 w 419100"/>
                <a:gd name="connsiteY24" fmla="*/ 218292 h 218292"/>
                <a:gd name="connsiteX25" fmla="*/ 374650 w 419100"/>
                <a:gd name="connsiteY25" fmla="*/ 215117 h 218292"/>
                <a:gd name="connsiteX26" fmla="*/ 384175 w 419100"/>
                <a:gd name="connsiteY26" fmla="*/ 211942 h 218292"/>
                <a:gd name="connsiteX27" fmla="*/ 403225 w 419100"/>
                <a:gd name="connsiteY27" fmla="*/ 199242 h 218292"/>
                <a:gd name="connsiteX28" fmla="*/ 415925 w 419100"/>
                <a:gd name="connsiteY28" fmla="*/ 170667 h 218292"/>
                <a:gd name="connsiteX29" fmla="*/ 419100 w 419100"/>
                <a:gd name="connsiteY29" fmla="*/ 161142 h 218292"/>
                <a:gd name="connsiteX30" fmla="*/ 415925 w 419100"/>
                <a:gd name="connsiteY30" fmla="*/ 129392 h 218292"/>
                <a:gd name="connsiteX31" fmla="*/ 409575 w 419100"/>
                <a:gd name="connsiteY31" fmla="*/ 110342 h 218292"/>
                <a:gd name="connsiteX32" fmla="*/ 406400 w 419100"/>
                <a:gd name="connsiteY32" fmla="*/ 100817 h 218292"/>
                <a:gd name="connsiteX33" fmla="*/ 390525 w 419100"/>
                <a:gd name="connsiteY33" fmla="*/ 81767 h 218292"/>
                <a:gd name="connsiteX34" fmla="*/ 381000 w 419100"/>
                <a:gd name="connsiteY34" fmla="*/ 75417 h 218292"/>
                <a:gd name="connsiteX35" fmla="*/ 365125 w 419100"/>
                <a:gd name="connsiteY35" fmla="*/ 59542 h 218292"/>
                <a:gd name="connsiteX36" fmla="*/ 369888 w 419100"/>
                <a:gd name="connsiteY36" fmla="*/ 47636 h 218292"/>
                <a:gd name="connsiteX37" fmla="*/ 353219 w 419100"/>
                <a:gd name="connsiteY37" fmla="*/ 34936 h 218292"/>
                <a:gd name="connsiteX38" fmla="*/ 343694 w 419100"/>
                <a:gd name="connsiteY38" fmla="*/ 12 h 218292"/>
                <a:gd name="connsiteX39" fmla="*/ 276225 w 419100"/>
                <a:gd name="connsiteY39" fmla="*/ 38905 h 218292"/>
                <a:gd name="connsiteX40" fmla="*/ 215107 w 419100"/>
                <a:gd name="connsiteY40" fmla="*/ 50017 h 218292"/>
                <a:gd name="connsiteX41" fmla="*/ 191294 w 419100"/>
                <a:gd name="connsiteY41" fmla="*/ 52398 h 218292"/>
                <a:gd name="connsiteX42" fmla="*/ 190500 w 419100"/>
                <a:gd name="connsiteY42" fmla="*/ 53192 h 218292"/>
                <a:gd name="connsiteX0" fmla="*/ 190500 w 419100"/>
                <a:gd name="connsiteY0" fmla="*/ 69856 h 234956"/>
                <a:gd name="connsiteX1" fmla="*/ 190500 w 419100"/>
                <a:gd name="connsiteY1" fmla="*/ 69856 h 234956"/>
                <a:gd name="connsiteX2" fmla="*/ 66675 w 419100"/>
                <a:gd name="connsiteY2" fmla="*/ 69856 h 234956"/>
                <a:gd name="connsiteX3" fmla="*/ 28575 w 419100"/>
                <a:gd name="connsiteY3" fmla="*/ 88906 h 234956"/>
                <a:gd name="connsiteX4" fmla="*/ 19050 w 419100"/>
                <a:gd name="connsiteY4" fmla="*/ 95256 h 234956"/>
                <a:gd name="connsiteX5" fmla="*/ 6350 w 419100"/>
                <a:gd name="connsiteY5" fmla="*/ 114306 h 234956"/>
                <a:gd name="connsiteX6" fmla="*/ 0 w 419100"/>
                <a:gd name="connsiteY6" fmla="*/ 133356 h 234956"/>
                <a:gd name="connsiteX7" fmla="*/ 6350 w 419100"/>
                <a:gd name="connsiteY7" fmla="*/ 180981 h 234956"/>
                <a:gd name="connsiteX8" fmla="*/ 12700 w 419100"/>
                <a:gd name="connsiteY8" fmla="*/ 190506 h 234956"/>
                <a:gd name="connsiteX9" fmla="*/ 22225 w 419100"/>
                <a:gd name="connsiteY9" fmla="*/ 196856 h 234956"/>
                <a:gd name="connsiteX10" fmla="*/ 31750 w 419100"/>
                <a:gd name="connsiteY10" fmla="*/ 206381 h 234956"/>
                <a:gd name="connsiteX11" fmla="*/ 50800 w 419100"/>
                <a:gd name="connsiteY11" fmla="*/ 212731 h 234956"/>
                <a:gd name="connsiteX12" fmla="*/ 79375 w 419100"/>
                <a:gd name="connsiteY12" fmla="*/ 222256 h 234956"/>
                <a:gd name="connsiteX13" fmla="*/ 88900 w 419100"/>
                <a:gd name="connsiteY13" fmla="*/ 225431 h 234956"/>
                <a:gd name="connsiteX14" fmla="*/ 98425 w 419100"/>
                <a:gd name="connsiteY14" fmla="*/ 228606 h 234956"/>
                <a:gd name="connsiteX15" fmla="*/ 146050 w 419100"/>
                <a:gd name="connsiteY15" fmla="*/ 222256 h 234956"/>
                <a:gd name="connsiteX16" fmla="*/ 155575 w 419100"/>
                <a:gd name="connsiteY16" fmla="*/ 219081 h 234956"/>
                <a:gd name="connsiteX17" fmla="*/ 168275 w 419100"/>
                <a:gd name="connsiteY17" fmla="*/ 215906 h 234956"/>
                <a:gd name="connsiteX18" fmla="*/ 200025 w 419100"/>
                <a:gd name="connsiteY18" fmla="*/ 206381 h 234956"/>
                <a:gd name="connsiteX19" fmla="*/ 234950 w 419100"/>
                <a:gd name="connsiteY19" fmla="*/ 203206 h 234956"/>
                <a:gd name="connsiteX20" fmla="*/ 273050 w 419100"/>
                <a:gd name="connsiteY20" fmla="*/ 212731 h 234956"/>
                <a:gd name="connsiteX21" fmla="*/ 282575 w 419100"/>
                <a:gd name="connsiteY21" fmla="*/ 219081 h 234956"/>
                <a:gd name="connsiteX22" fmla="*/ 292100 w 419100"/>
                <a:gd name="connsiteY22" fmla="*/ 222256 h 234956"/>
                <a:gd name="connsiteX23" fmla="*/ 301625 w 419100"/>
                <a:gd name="connsiteY23" fmla="*/ 228606 h 234956"/>
                <a:gd name="connsiteX24" fmla="*/ 320675 w 419100"/>
                <a:gd name="connsiteY24" fmla="*/ 234956 h 234956"/>
                <a:gd name="connsiteX25" fmla="*/ 374650 w 419100"/>
                <a:gd name="connsiteY25" fmla="*/ 231781 h 234956"/>
                <a:gd name="connsiteX26" fmla="*/ 384175 w 419100"/>
                <a:gd name="connsiteY26" fmla="*/ 228606 h 234956"/>
                <a:gd name="connsiteX27" fmla="*/ 403225 w 419100"/>
                <a:gd name="connsiteY27" fmla="*/ 215906 h 234956"/>
                <a:gd name="connsiteX28" fmla="*/ 415925 w 419100"/>
                <a:gd name="connsiteY28" fmla="*/ 187331 h 234956"/>
                <a:gd name="connsiteX29" fmla="*/ 419100 w 419100"/>
                <a:gd name="connsiteY29" fmla="*/ 177806 h 234956"/>
                <a:gd name="connsiteX30" fmla="*/ 415925 w 419100"/>
                <a:gd name="connsiteY30" fmla="*/ 146056 h 234956"/>
                <a:gd name="connsiteX31" fmla="*/ 409575 w 419100"/>
                <a:gd name="connsiteY31" fmla="*/ 127006 h 234956"/>
                <a:gd name="connsiteX32" fmla="*/ 406400 w 419100"/>
                <a:gd name="connsiteY32" fmla="*/ 117481 h 234956"/>
                <a:gd name="connsiteX33" fmla="*/ 390525 w 419100"/>
                <a:gd name="connsiteY33" fmla="*/ 98431 h 234956"/>
                <a:gd name="connsiteX34" fmla="*/ 381000 w 419100"/>
                <a:gd name="connsiteY34" fmla="*/ 92081 h 234956"/>
                <a:gd name="connsiteX35" fmla="*/ 365125 w 419100"/>
                <a:gd name="connsiteY35" fmla="*/ 76206 h 234956"/>
                <a:gd name="connsiteX36" fmla="*/ 369888 w 419100"/>
                <a:gd name="connsiteY36" fmla="*/ 64300 h 234956"/>
                <a:gd name="connsiteX37" fmla="*/ 353219 w 419100"/>
                <a:gd name="connsiteY37" fmla="*/ 51600 h 234956"/>
                <a:gd name="connsiteX38" fmla="*/ 317500 w 419100"/>
                <a:gd name="connsiteY38" fmla="*/ 7 h 234956"/>
                <a:gd name="connsiteX39" fmla="*/ 276225 w 419100"/>
                <a:gd name="connsiteY39" fmla="*/ 55569 h 234956"/>
                <a:gd name="connsiteX40" fmla="*/ 215107 w 419100"/>
                <a:gd name="connsiteY40" fmla="*/ 66681 h 234956"/>
                <a:gd name="connsiteX41" fmla="*/ 191294 w 419100"/>
                <a:gd name="connsiteY41" fmla="*/ 69062 h 234956"/>
                <a:gd name="connsiteX42" fmla="*/ 190500 w 419100"/>
                <a:gd name="connsiteY42" fmla="*/ 69856 h 234956"/>
                <a:gd name="connsiteX0" fmla="*/ 190500 w 419100"/>
                <a:gd name="connsiteY0" fmla="*/ 69890 h 234990"/>
                <a:gd name="connsiteX1" fmla="*/ 190500 w 419100"/>
                <a:gd name="connsiteY1" fmla="*/ 69890 h 234990"/>
                <a:gd name="connsiteX2" fmla="*/ 66675 w 419100"/>
                <a:gd name="connsiteY2" fmla="*/ 69890 h 234990"/>
                <a:gd name="connsiteX3" fmla="*/ 28575 w 419100"/>
                <a:gd name="connsiteY3" fmla="*/ 88940 h 234990"/>
                <a:gd name="connsiteX4" fmla="*/ 19050 w 419100"/>
                <a:gd name="connsiteY4" fmla="*/ 95290 h 234990"/>
                <a:gd name="connsiteX5" fmla="*/ 6350 w 419100"/>
                <a:gd name="connsiteY5" fmla="*/ 114340 h 234990"/>
                <a:gd name="connsiteX6" fmla="*/ 0 w 419100"/>
                <a:gd name="connsiteY6" fmla="*/ 133390 h 234990"/>
                <a:gd name="connsiteX7" fmla="*/ 6350 w 419100"/>
                <a:gd name="connsiteY7" fmla="*/ 181015 h 234990"/>
                <a:gd name="connsiteX8" fmla="*/ 12700 w 419100"/>
                <a:gd name="connsiteY8" fmla="*/ 190540 h 234990"/>
                <a:gd name="connsiteX9" fmla="*/ 22225 w 419100"/>
                <a:gd name="connsiteY9" fmla="*/ 196890 h 234990"/>
                <a:gd name="connsiteX10" fmla="*/ 31750 w 419100"/>
                <a:gd name="connsiteY10" fmla="*/ 206415 h 234990"/>
                <a:gd name="connsiteX11" fmla="*/ 50800 w 419100"/>
                <a:gd name="connsiteY11" fmla="*/ 212765 h 234990"/>
                <a:gd name="connsiteX12" fmla="*/ 79375 w 419100"/>
                <a:gd name="connsiteY12" fmla="*/ 222290 h 234990"/>
                <a:gd name="connsiteX13" fmla="*/ 88900 w 419100"/>
                <a:gd name="connsiteY13" fmla="*/ 225465 h 234990"/>
                <a:gd name="connsiteX14" fmla="*/ 98425 w 419100"/>
                <a:gd name="connsiteY14" fmla="*/ 228640 h 234990"/>
                <a:gd name="connsiteX15" fmla="*/ 146050 w 419100"/>
                <a:gd name="connsiteY15" fmla="*/ 222290 h 234990"/>
                <a:gd name="connsiteX16" fmla="*/ 155575 w 419100"/>
                <a:gd name="connsiteY16" fmla="*/ 219115 h 234990"/>
                <a:gd name="connsiteX17" fmla="*/ 168275 w 419100"/>
                <a:gd name="connsiteY17" fmla="*/ 215940 h 234990"/>
                <a:gd name="connsiteX18" fmla="*/ 200025 w 419100"/>
                <a:gd name="connsiteY18" fmla="*/ 206415 h 234990"/>
                <a:gd name="connsiteX19" fmla="*/ 234950 w 419100"/>
                <a:gd name="connsiteY19" fmla="*/ 203240 h 234990"/>
                <a:gd name="connsiteX20" fmla="*/ 273050 w 419100"/>
                <a:gd name="connsiteY20" fmla="*/ 212765 h 234990"/>
                <a:gd name="connsiteX21" fmla="*/ 282575 w 419100"/>
                <a:gd name="connsiteY21" fmla="*/ 219115 h 234990"/>
                <a:gd name="connsiteX22" fmla="*/ 292100 w 419100"/>
                <a:gd name="connsiteY22" fmla="*/ 222290 h 234990"/>
                <a:gd name="connsiteX23" fmla="*/ 301625 w 419100"/>
                <a:gd name="connsiteY23" fmla="*/ 228640 h 234990"/>
                <a:gd name="connsiteX24" fmla="*/ 320675 w 419100"/>
                <a:gd name="connsiteY24" fmla="*/ 234990 h 234990"/>
                <a:gd name="connsiteX25" fmla="*/ 374650 w 419100"/>
                <a:gd name="connsiteY25" fmla="*/ 231815 h 234990"/>
                <a:gd name="connsiteX26" fmla="*/ 384175 w 419100"/>
                <a:gd name="connsiteY26" fmla="*/ 228640 h 234990"/>
                <a:gd name="connsiteX27" fmla="*/ 403225 w 419100"/>
                <a:gd name="connsiteY27" fmla="*/ 215940 h 234990"/>
                <a:gd name="connsiteX28" fmla="*/ 415925 w 419100"/>
                <a:gd name="connsiteY28" fmla="*/ 187365 h 234990"/>
                <a:gd name="connsiteX29" fmla="*/ 419100 w 419100"/>
                <a:gd name="connsiteY29" fmla="*/ 177840 h 234990"/>
                <a:gd name="connsiteX30" fmla="*/ 415925 w 419100"/>
                <a:gd name="connsiteY30" fmla="*/ 146090 h 234990"/>
                <a:gd name="connsiteX31" fmla="*/ 409575 w 419100"/>
                <a:gd name="connsiteY31" fmla="*/ 127040 h 234990"/>
                <a:gd name="connsiteX32" fmla="*/ 406400 w 419100"/>
                <a:gd name="connsiteY32" fmla="*/ 117515 h 234990"/>
                <a:gd name="connsiteX33" fmla="*/ 390525 w 419100"/>
                <a:gd name="connsiteY33" fmla="*/ 98465 h 234990"/>
                <a:gd name="connsiteX34" fmla="*/ 381000 w 419100"/>
                <a:gd name="connsiteY34" fmla="*/ 92115 h 234990"/>
                <a:gd name="connsiteX35" fmla="*/ 365125 w 419100"/>
                <a:gd name="connsiteY35" fmla="*/ 76240 h 234990"/>
                <a:gd name="connsiteX36" fmla="*/ 369888 w 419100"/>
                <a:gd name="connsiteY36" fmla="*/ 64334 h 234990"/>
                <a:gd name="connsiteX37" fmla="*/ 331788 w 419100"/>
                <a:gd name="connsiteY37" fmla="*/ 46872 h 234990"/>
                <a:gd name="connsiteX38" fmla="*/ 317500 w 419100"/>
                <a:gd name="connsiteY38" fmla="*/ 41 h 234990"/>
                <a:gd name="connsiteX39" fmla="*/ 276225 w 419100"/>
                <a:gd name="connsiteY39" fmla="*/ 55603 h 234990"/>
                <a:gd name="connsiteX40" fmla="*/ 215107 w 419100"/>
                <a:gd name="connsiteY40" fmla="*/ 66715 h 234990"/>
                <a:gd name="connsiteX41" fmla="*/ 191294 w 419100"/>
                <a:gd name="connsiteY41" fmla="*/ 69096 h 234990"/>
                <a:gd name="connsiteX42" fmla="*/ 190500 w 419100"/>
                <a:gd name="connsiteY42" fmla="*/ 69890 h 234990"/>
                <a:gd name="connsiteX0" fmla="*/ 190500 w 419100"/>
                <a:gd name="connsiteY0" fmla="*/ 71245 h 236345"/>
                <a:gd name="connsiteX1" fmla="*/ 190500 w 419100"/>
                <a:gd name="connsiteY1" fmla="*/ 71245 h 236345"/>
                <a:gd name="connsiteX2" fmla="*/ 66675 w 419100"/>
                <a:gd name="connsiteY2" fmla="*/ 71245 h 236345"/>
                <a:gd name="connsiteX3" fmla="*/ 28575 w 419100"/>
                <a:gd name="connsiteY3" fmla="*/ 90295 h 236345"/>
                <a:gd name="connsiteX4" fmla="*/ 19050 w 419100"/>
                <a:gd name="connsiteY4" fmla="*/ 96645 h 236345"/>
                <a:gd name="connsiteX5" fmla="*/ 6350 w 419100"/>
                <a:gd name="connsiteY5" fmla="*/ 115695 h 236345"/>
                <a:gd name="connsiteX6" fmla="*/ 0 w 419100"/>
                <a:gd name="connsiteY6" fmla="*/ 134745 h 236345"/>
                <a:gd name="connsiteX7" fmla="*/ 6350 w 419100"/>
                <a:gd name="connsiteY7" fmla="*/ 182370 h 236345"/>
                <a:gd name="connsiteX8" fmla="*/ 12700 w 419100"/>
                <a:gd name="connsiteY8" fmla="*/ 191895 h 236345"/>
                <a:gd name="connsiteX9" fmla="*/ 22225 w 419100"/>
                <a:gd name="connsiteY9" fmla="*/ 198245 h 236345"/>
                <a:gd name="connsiteX10" fmla="*/ 31750 w 419100"/>
                <a:gd name="connsiteY10" fmla="*/ 207770 h 236345"/>
                <a:gd name="connsiteX11" fmla="*/ 50800 w 419100"/>
                <a:gd name="connsiteY11" fmla="*/ 214120 h 236345"/>
                <a:gd name="connsiteX12" fmla="*/ 79375 w 419100"/>
                <a:gd name="connsiteY12" fmla="*/ 223645 h 236345"/>
                <a:gd name="connsiteX13" fmla="*/ 88900 w 419100"/>
                <a:gd name="connsiteY13" fmla="*/ 226820 h 236345"/>
                <a:gd name="connsiteX14" fmla="*/ 98425 w 419100"/>
                <a:gd name="connsiteY14" fmla="*/ 229995 h 236345"/>
                <a:gd name="connsiteX15" fmla="*/ 146050 w 419100"/>
                <a:gd name="connsiteY15" fmla="*/ 223645 h 236345"/>
                <a:gd name="connsiteX16" fmla="*/ 155575 w 419100"/>
                <a:gd name="connsiteY16" fmla="*/ 220470 h 236345"/>
                <a:gd name="connsiteX17" fmla="*/ 168275 w 419100"/>
                <a:gd name="connsiteY17" fmla="*/ 217295 h 236345"/>
                <a:gd name="connsiteX18" fmla="*/ 200025 w 419100"/>
                <a:gd name="connsiteY18" fmla="*/ 207770 h 236345"/>
                <a:gd name="connsiteX19" fmla="*/ 234950 w 419100"/>
                <a:gd name="connsiteY19" fmla="*/ 204595 h 236345"/>
                <a:gd name="connsiteX20" fmla="*/ 273050 w 419100"/>
                <a:gd name="connsiteY20" fmla="*/ 214120 h 236345"/>
                <a:gd name="connsiteX21" fmla="*/ 282575 w 419100"/>
                <a:gd name="connsiteY21" fmla="*/ 220470 h 236345"/>
                <a:gd name="connsiteX22" fmla="*/ 292100 w 419100"/>
                <a:gd name="connsiteY22" fmla="*/ 223645 h 236345"/>
                <a:gd name="connsiteX23" fmla="*/ 301625 w 419100"/>
                <a:gd name="connsiteY23" fmla="*/ 229995 h 236345"/>
                <a:gd name="connsiteX24" fmla="*/ 320675 w 419100"/>
                <a:gd name="connsiteY24" fmla="*/ 236345 h 236345"/>
                <a:gd name="connsiteX25" fmla="*/ 374650 w 419100"/>
                <a:gd name="connsiteY25" fmla="*/ 233170 h 236345"/>
                <a:gd name="connsiteX26" fmla="*/ 384175 w 419100"/>
                <a:gd name="connsiteY26" fmla="*/ 229995 h 236345"/>
                <a:gd name="connsiteX27" fmla="*/ 403225 w 419100"/>
                <a:gd name="connsiteY27" fmla="*/ 217295 h 236345"/>
                <a:gd name="connsiteX28" fmla="*/ 415925 w 419100"/>
                <a:gd name="connsiteY28" fmla="*/ 188720 h 236345"/>
                <a:gd name="connsiteX29" fmla="*/ 419100 w 419100"/>
                <a:gd name="connsiteY29" fmla="*/ 179195 h 236345"/>
                <a:gd name="connsiteX30" fmla="*/ 415925 w 419100"/>
                <a:gd name="connsiteY30" fmla="*/ 147445 h 236345"/>
                <a:gd name="connsiteX31" fmla="*/ 409575 w 419100"/>
                <a:gd name="connsiteY31" fmla="*/ 128395 h 236345"/>
                <a:gd name="connsiteX32" fmla="*/ 406400 w 419100"/>
                <a:gd name="connsiteY32" fmla="*/ 118870 h 236345"/>
                <a:gd name="connsiteX33" fmla="*/ 390525 w 419100"/>
                <a:gd name="connsiteY33" fmla="*/ 99820 h 236345"/>
                <a:gd name="connsiteX34" fmla="*/ 381000 w 419100"/>
                <a:gd name="connsiteY34" fmla="*/ 93470 h 236345"/>
                <a:gd name="connsiteX35" fmla="*/ 365125 w 419100"/>
                <a:gd name="connsiteY35" fmla="*/ 77595 h 236345"/>
                <a:gd name="connsiteX36" fmla="*/ 369888 w 419100"/>
                <a:gd name="connsiteY36" fmla="*/ 65689 h 236345"/>
                <a:gd name="connsiteX37" fmla="*/ 331788 w 419100"/>
                <a:gd name="connsiteY37" fmla="*/ 48227 h 236345"/>
                <a:gd name="connsiteX38" fmla="*/ 317500 w 419100"/>
                <a:gd name="connsiteY38" fmla="*/ 1396 h 236345"/>
                <a:gd name="connsiteX39" fmla="*/ 264319 w 419100"/>
                <a:gd name="connsiteY39" fmla="*/ 9333 h 236345"/>
                <a:gd name="connsiteX40" fmla="*/ 215107 w 419100"/>
                <a:gd name="connsiteY40" fmla="*/ 68070 h 236345"/>
                <a:gd name="connsiteX41" fmla="*/ 191294 w 419100"/>
                <a:gd name="connsiteY41" fmla="*/ 70451 h 236345"/>
                <a:gd name="connsiteX42" fmla="*/ 190500 w 419100"/>
                <a:gd name="connsiteY42" fmla="*/ 71245 h 236345"/>
                <a:gd name="connsiteX0" fmla="*/ 190500 w 419100"/>
                <a:gd name="connsiteY0" fmla="*/ 77546 h 242646"/>
                <a:gd name="connsiteX1" fmla="*/ 190500 w 419100"/>
                <a:gd name="connsiteY1" fmla="*/ 77546 h 242646"/>
                <a:gd name="connsiteX2" fmla="*/ 66675 w 419100"/>
                <a:gd name="connsiteY2" fmla="*/ 77546 h 242646"/>
                <a:gd name="connsiteX3" fmla="*/ 28575 w 419100"/>
                <a:gd name="connsiteY3" fmla="*/ 96596 h 242646"/>
                <a:gd name="connsiteX4" fmla="*/ 19050 w 419100"/>
                <a:gd name="connsiteY4" fmla="*/ 102946 h 242646"/>
                <a:gd name="connsiteX5" fmla="*/ 6350 w 419100"/>
                <a:gd name="connsiteY5" fmla="*/ 121996 h 242646"/>
                <a:gd name="connsiteX6" fmla="*/ 0 w 419100"/>
                <a:gd name="connsiteY6" fmla="*/ 141046 h 242646"/>
                <a:gd name="connsiteX7" fmla="*/ 6350 w 419100"/>
                <a:gd name="connsiteY7" fmla="*/ 188671 h 242646"/>
                <a:gd name="connsiteX8" fmla="*/ 12700 w 419100"/>
                <a:gd name="connsiteY8" fmla="*/ 198196 h 242646"/>
                <a:gd name="connsiteX9" fmla="*/ 22225 w 419100"/>
                <a:gd name="connsiteY9" fmla="*/ 204546 h 242646"/>
                <a:gd name="connsiteX10" fmla="*/ 31750 w 419100"/>
                <a:gd name="connsiteY10" fmla="*/ 214071 h 242646"/>
                <a:gd name="connsiteX11" fmla="*/ 50800 w 419100"/>
                <a:gd name="connsiteY11" fmla="*/ 220421 h 242646"/>
                <a:gd name="connsiteX12" fmla="*/ 79375 w 419100"/>
                <a:gd name="connsiteY12" fmla="*/ 229946 h 242646"/>
                <a:gd name="connsiteX13" fmla="*/ 88900 w 419100"/>
                <a:gd name="connsiteY13" fmla="*/ 233121 h 242646"/>
                <a:gd name="connsiteX14" fmla="*/ 98425 w 419100"/>
                <a:gd name="connsiteY14" fmla="*/ 236296 h 242646"/>
                <a:gd name="connsiteX15" fmla="*/ 146050 w 419100"/>
                <a:gd name="connsiteY15" fmla="*/ 229946 h 242646"/>
                <a:gd name="connsiteX16" fmla="*/ 155575 w 419100"/>
                <a:gd name="connsiteY16" fmla="*/ 226771 h 242646"/>
                <a:gd name="connsiteX17" fmla="*/ 168275 w 419100"/>
                <a:gd name="connsiteY17" fmla="*/ 223596 h 242646"/>
                <a:gd name="connsiteX18" fmla="*/ 200025 w 419100"/>
                <a:gd name="connsiteY18" fmla="*/ 214071 h 242646"/>
                <a:gd name="connsiteX19" fmla="*/ 234950 w 419100"/>
                <a:gd name="connsiteY19" fmla="*/ 210896 h 242646"/>
                <a:gd name="connsiteX20" fmla="*/ 273050 w 419100"/>
                <a:gd name="connsiteY20" fmla="*/ 220421 h 242646"/>
                <a:gd name="connsiteX21" fmla="*/ 282575 w 419100"/>
                <a:gd name="connsiteY21" fmla="*/ 226771 h 242646"/>
                <a:gd name="connsiteX22" fmla="*/ 292100 w 419100"/>
                <a:gd name="connsiteY22" fmla="*/ 229946 h 242646"/>
                <a:gd name="connsiteX23" fmla="*/ 301625 w 419100"/>
                <a:gd name="connsiteY23" fmla="*/ 236296 h 242646"/>
                <a:gd name="connsiteX24" fmla="*/ 320675 w 419100"/>
                <a:gd name="connsiteY24" fmla="*/ 242646 h 242646"/>
                <a:gd name="connsiteX25" fmla="*/ 374650 w 419100"/>
                <a:gd name="connsiteY25" fmla="*/ 239471 h 242646"/>
                <a:gd name="connsiteX26" fmla="*/ 384175 w 419100"/>
                <a:gd name="connsiteY26" fmla="*/ 236296 h 242646"/>
                <a:gd name="connsiteX27" fmla="*/ 403225 w 419100"/>
                <a:gd name="connsiteY27" fmla="*/ 223596 h 242646"/>
                <a:gd name="connsiteX28" fmla="*/ 415925 w 419100"/>
                <a:gd name="connsiteY28" fmla="*/ 195021 h 242646"/>
                <a:gd name="connsiteX29" fmla="*/ 419100 w 419100"/>
                <a:gd name="connsiteY29" fmla="*/ 185496 h 242646"/>
                <a:gd name="connsiteX30" fmla="*/ 415925 w 419100"/>
                <a:gd name="connsiteY30" fmla="*/ 153746 h 242646"/>
                <a:gd name="connsiteX31" fmla="*/ 409575 w 419100"/>
                <a:gd name="connsiteY31" fmla="*/ 134696 h 242646"/>
                <a:gd name="connsiteX32" fmla="*/ 406400 w 419100"/>
                <a:gd name="connsiteY32" fmla="*/ 125171 h 242646"/>
                <a:gd name="connsiteX33" fmla="*/ 390525 w 419100"/>
                <a:gd name="connsiteY33" fmla="*/ 106121 h 242646"/>
                <a:gd name="connsiteX34" fmla="*/ 381000 w 419100"/>
                <a:gd name="connsiteY34" fmla="*/ 99771 h 242646"/>
                <a:gd name="connsiteX35" fmla="*/ 365125 w 419100"/>
                <a:gd name="connsiteY35" fmla="*/ 83896 h 242646"/>
                <a:gd name="connsiteX36" fmla="*/ 369888 w 419100"/>
                <a:gd name="connsiteY36" fmla="*/ 71990 h 242646"/>
                <a:gd name="connsiteX37" fmla="*/ 331788 w 419100"/>
                <a:gd name="connsiteY37" fmla="*/ 54528 h 242646"/>
                <a:gd name="connsiteX38" fmla="*/ 317500 w 419100"/>
                <a:gd name="connsiteY38" fmla="*/ 7697 h 242646"/>
                <a:gd name="connsiteX39" fmla="*/ 264319 w 419100"/>
                <a:gd name="connsiteY39" fmla="*/ 15634 h 242646"/>
                <a:gd name="connsiteX40" fmla="*/ 215107 w 419100"/>
                <a:gd name="connsiteY40" fmla="*/ 74371 h 242646"/>
                <a:gd name="connsiteX41" fmla="*/ 191294 w 419100"/>
                <a:gd name="connsiteY41" fmla="*/ 76752 h 242646"/>
                <a:gd name="connsiteX42" fmla="*/ 190500 w 419100"/>
                <a:gd name="connsiteY42" fmla="*/ 77546 h 242646"/>
                <a:gd name="connsiteX0" fmla="*/ 190500 w 419100"/>
                <a:gd name="connsiteY0" fmla="*/ 77546 h 242646"/>
                <a:gd name="connsiteX1" fmla="*/ 190500 w 419100"/>
                <a:gd name="connsiteY1" fmla="*/ 77546 h 242646"/>
                <a:gd name="connsiteX2" fmla="*/ 66675 w 419100"/>
                <a:gd name="connsiteY2" fmla="*/ 77546 h 242646"/>
                <a:gd name="connsiteX3" fmla="*/ 28575 w 419100"/>
                <a:gd name="connsiteY3" fmla="*/ 96596 h 242646"/>
                <a:gd name="connsiteX4" fmla="*/ 19050 w 419100"/>
                <a:gd name="connsiteY4" fmla="*/ 102946 h 242646"/>
                <a:gd name="connsiteX5" fmla="*/ 6350 w 419100"/>
                <a:gd name="connsiteY5" fmla="*/ 121996 h 242646"/>
                <a:gd name="connsiteX6" fmla="*/ 0 w 419100"/>
                <a:gd name="connsiteY6" fmla="*/ 141046 h 242646"/>
                <a:gd name="connsiteX7" fmla="*/ 6350 w 419100"/>
                <a:gd name="connsiteY7" fmla="*/ 188671 h 242646"/>
                <a:gd name="connsiteX8" fmla="*/ 12700 w 419100"/>
                <a:gd name="connsiteY8" fmla="*/ 198196 h 242646"/>
                <a:gd name="connsiteX9" fmla="*/ 22225 w 419100"/>
                <a:gd name="connsiteY9" fmla="*/ 204546 h 242646"/>
                <a:gd name="connsiteX10" fmla="*/ 31750 w 419100"/>
                <a:gd name="connsiteY10" fmla="*/ 214071 h 242646"/>
                <a:gd name="connsiteX11" fmla="*/ 50800 w 419100"/>
                <a:gd name="connsiteY11" fmla="*/ 220421 h 242646"/>
                <a:gd name="connsiteX12" fmla="*/ 79375 w 419100"/>
                <a:gd name="connsiteY12" fmla="*/ 229946 h 242646"/>
                <a:gd name="connsiteX13" fmla="*/ 88900 w 419100"/>
                <a:gd name="connsiteY13" fmla="*/ 233121 h 242646"/>
                <a:gd name="connsiteX14" fmla="*/ 98425 w 419100"/>
                <a:gd name="connsiteY14" fmla="*/ 236296 h 242646"/>
                <a:gd name="connsiteX15" fmla="*/ 146050 w 419100"/>
                <a:gd name="connsiteY15" fmla="*/ 229946 h 242646"/>
                <a:gd name="connsiteX16" fmla="*/ 155575 w 419100"/>
                <a:gd name="connsiteY16" fmla="*/ 226771 h 242646"/>
                <a:gd name="connsiteX17" fmla="*/ 168275 w 419100"/>
                <a:gd name="connsiteY17" fmla="*/ 223596 h 242646"/>
                <a:gd name="connsiteX18" fmla="*/ 200025 w 419100"/>
                <a:gd name="connsiteY18" fmla="*/ 214071 h 242646"/>
                <a:gd name="connsiteX19" fmla="*/ 234950 w 419100"/>
                <a:gd name="connsiteY19" fmla="*/ 210896 h 242646"/>
                <a:gd name="connsiteX20" fmla="*/ 273050 w 419100"/>
                <a:gd name="connsiteY20" fmla="*/ 220421 h 242646"/>
                <a:gd name="connsiteX21" fmla="*/ 282575 w 419100"/>
                <a:gd name="connsiteY21" fmla="*/ 226771 h 242646"/>
                <a:gd name="connsiteX22" fmla="*/ 292100 w 419100"/>
                <a:gd name="connsiteY22" fmla="*/ 229946 h 242646"/>
                <a:gd name="connsiteX23" fmla="*/ 301625 w 419100"/>
                <a:gd name="connsiteY23" fmla="*/ 236296 h 242646"/>
                <a:gd name="connsiteX24" fmla="*/ 320675 w 419100"/>
                <a:gd name="connsiteY24" fmla="*/ 242646 h 242646"/>
                <a:gd name="connsiteX25" fmla="*/ 374650 w 419100"/>
                <a:gd name="connsiteY25" fmla="*/ 239471 h 242646"/>
                <a:gd name="connsiteX26" fmla="*/ 384175 w 419100"/>
                <a:gd name="connsiteY26" fmla="*/ 236296 h 242646"/>
                <a:gd name="connsiteX27" fmla="*/ 403225 w 419100"/>
                <a:gd name="connsiteY27" fmla="*/ 223596 h 242646"/>
                <a:gd name="connsiteX28" fmla="*/ 415925 w 419100"/>
                <a:gd name="connsiteY28" fmla="*/ 195021 h 242646"/>
                <a:gd name="connsiteX29" fmla="*/ 419100 w 419100"/>
                <a:gd name="connsiteY29" fmla="*/ 185496 h 242646"/>
                <a:gd name="connsiteX30" fmla="*/ 415925 w 419100"/>
                <a:gd name="connsiteY30" fmla="*/ 153746 h 242646"/>
                <a:gd name="connsiteX31" fmla="*/ 409575 w 419100"/>
                <a:gd name="connsiteY31" fmla="*/ 134696 h 242646"/>
                <a:gd name="connsiteX32" fmla="*/ 406400 w 419100"/>
                <a:gd name="connsiteY32" fmla="*/ 125171 h 242646"/>
                <a:gd name="connsiteX33" fmla="*/ 390525 w 419100"/>
                <a:gd name="connsiteY33" fmla="*/ 106121 h 242646"/>
                <a:gd name="connsiteX34" fmla="*/ 381000 w 419100"/>
                <a:gd name="connsiteY34" fmla="*/ 99771 h 242646"/>
                <a:gd name="connsiteX35" fmla="*/ 365125 w 419100"/>
                <a:gd name="connsiteY35" fmla="*/ 83896 h 242646"/>
                <a:gd name="connsiteX36" fmla="*/ 369888 w 419100"/>
                <a:gd name="connsiteY36" fmla="*/ 71990 h 242646"/>
                <a:gd name="connsiteX37" fmla="*/ 331788 w 419100"/>
                <a:gd name="connsiteY37" fmla="*/ 54528 h 242646"/>
                <a:gd name="connsiteX38" fmla="*/ 317500 w 419100"/>
                <a:gd name="connsiteY38" fmla="*/ 7697 h 242646"/>
                <a:gd name="connsiteX39" fmla="*/ 264319 w 419100"/>
                <a:gd name="connsiteY39" fmla="*/ 15634 h 242646"/>
                <a:gd name="connsiteX40" fmla="*/ 215107 w 419100"/>
                <a:gd name="connsiteY40" fmla="*/ 74371 h 242646"/>
                <a:gd name="connsiteX41" fmla="*/ 191294 w 419100"/>
                <a:gd name="connsiteY41" fmla="*/ 76752 h 242646"/>
                <a:gd name="connsiteX42" fmla="*/ 190500 w 419100"/>
                <a:gd name="connsiteY42" fmla="*/ 77546 h 242646"/>
                <a:gd name="connsiteX0" fmla="*/ 190500 w 419100"/>
                <a:gd name="connsiteY0" fmla="*/ 77546 h 242646"/>
                <a:gd name="connsiteX1" fmla="*/ 190500 w 419100"/>
                <a:gd name="connsiteY1" fmla="*/ 77546 h 242646"/>
                <a:gd name="connsiteX2" fmla="*/ 66675 w 419100"/>
                <a:gd name="connsiteY2" fmla="*/ 77546 h 242646"/>
                <a:gd name="connsiteX3" fmla="*/ 28575 w 419100"/>
                <a:gd name="connsiteY3" fmla="*/ 96596 h 242646"/>
                <a:gd name="connsiteX4" fmla="*/ 19050 w 419100"/>
                <a:gd name="connsiteY4" fmla="*/ 102946 h 242646"/>
                <a:gd name="connsiteX5" fmla="*/ 6350 w 419100"/>
                <a:gd name="connsiteY5" fmla="*/ 121996 h 242646"/>
                <a:gd name="connsiteX6" fmla="*/ 0 w 419100"/>
                <a:gd name="connsiteY6" fmla="*/ 141046 h 242646"/>
                <a:gd name="connsiteX7" fmla="*/ 6350 w 419100"/>
                <a:gd name="connsiteY7" fmla="*/ 188671 h 242646"/>
                <a:gd name="connsiteX8" fmla="*/ 12700 w 419100"/>
                <a:gd name="connsiteY8" fmla="*/ 198196 h 242646"/>
                <a:gd name="connsiteX9" fmla="*/ 22225 w 419100"/>
                <a:gd name="connsiteY9" fmla="*/ 204546 h 242646"/>
                <a:gd name="connsiteX10" fmla="*/ 31750 w 419100"/>
                <a:gd name="connsiteY10" fmla="*/ 214071 h 242646"/>
                <a:gd name="connsiteX11" fmla="*/ 50800 w 419100"/>
                <a:gd name="connsiteY11" fmla="*/ 220421 h 242646"/>
                <a:gd name="connsiteX12" fmla="*/ 79375 w 419100"/>
                <a:gd name="connsiteY12" fmla="*/ 229946 h 242646"/>
                <a:gd name="connsiteX13" fmla="*/ 88900 w 419100"/>
                <a:gd name="connsiteY13" fmla="*/ 233121 h 242646"/>
                <a:gd name="connsiteX14" fmla="*/ 98425 w 419100"/>
                <a:gd name="connsiteY14" fmla="*/ 236296 h 242646"/>
                <a:gd name="connsiteX15" fmla="*/ 146050 w 419100"/>
                <a:gd name="connsiteY15" fmla="*/ 229946 h 242646"/>
                <a:gd name="connsiteX16" fmla="*/ 155575 w 419100"/>
                <a:gd name="connsiteY16" fmla="*/ 226771 h 242646"/>
                <a:gd name="connsiteX17" fmla="*/ 168275 w 419100"/>
                <a:gd name="connsiteY17" fmla="*/ 223596 h 242646"/>
                <a:gd name="connsiteX18" fmla="*/ 200025 w 419100"/>
                <a:gd name="connsiteY18" fmla="*/ 214071 h 242646"/>
                <a:gd name="connsiteX19" fmla="*/ 234950 w 419100"/>
                <a:gd name="connsiteY19" fmla="*/ 210896 h 242646"/>
                <a:gd name="connsiteX20" fmla="*/ 273050 w 419100"/>
                <a:gd name="connsiteY20" fmla="*/ 220421 h 242646"/>
                <a:gd name="connsiteX21" fmla="*/ 282575 w 419100"/>
                <a:gd name="connsiteY21" fmla="*/ 226771 h 242646"/>
                <a:gd name="connsiteX22" fmla="*/ 292100 w 419100"/>
                <a:gd name="connsiteY22" fmla="*/ 229946 h 242646"/>
                <a:gd name="connsiteX23" fmla="*/ 301625 w 419100"/>
                <a:gd name="connsiteY23" fmla="*/ 236296 h 242646"/>
                <a:gd name="connsiteX24" fmla="*/ 320675 w 419100"/>
                <a:gd name="connsiteY24" fmla="*/ 242646 h 242646"/>
                <a:gd name="connsiteX25" fmla="*/ 374650 w 419100"/>
                <a:gd name="connsiteY25" fmla="*/ 239471 h 242646"/>
                <a:gd name="connsiteX26" fmla="*/ 384175 w 419100"/>
                <a:gd name="connsiteY26" fmla="*/ 236296 h 242646"/>
                <a:gd name="connsiteX27" fmla="*/ 403225 w 419100"/>
                <a:gd name="connsiteY27" fmla="*/ 223596 h 242646"/>
                <a:gd name="connsiteX28" fmla="*/ 415925 w 419100"/>
                <a:gd name="connsiteY28" fmla="*/ 195021 h 242646"/>
                <a:gd name="connsiteX29" fmla="*/ 419100 w 419100"/>
                <a:gd name="connsiteY29" fmla="*/ 185496 h 242646"/>
                <a:gd name="connsiteX30" fmla="*/ 415925 w 419100"/>
                <a:gd name="connsiteY30" fmla="*/ 153746 h 242646"/>
                <a:gd name="connsiteX31" fmla="*/ 409575 w 419100"/>
                <a:gd name="connsiteY31" fmla="*/ 134696 h 242646"/>
                <a:gd name="connsiteX32" fmla="*/ 406400 w 419100"/>
                <a:gd name="connsiteY32" fmla="*/ 125171 h 242646"/>
                <a:gd name="connsiteX33" fmla="*/ 390525 w 419100"/>
                <a:gd name="connsiteY33" fmla="*/ 106121 h 242646"/>
                <a:gd name="connsiteX34" fmla="*/ 381000 w 419100"/>
                <a:gd name="connsiteY34" fmla="*/ 99771 h 242646"/>
                <a:gd name="connsiteX35" fmla="*/ 365125 w 419100"/>
                <a:gd name="connsiteY35" fmla="*/ 83896 h 242646"/>
                <a:gd name="connsiteX36" fmla="*/ 369888 w 419100"/>
                <a:gd name="connsiteY36" fmla="*/ 71990 h 242646"/>
                <a:gd name="connsiteX37" fmla="*/ 331788 w 419100"/>
                <a:gd name="connsiteY37" fmla="*/ 54528 h 242646"/>
                <a:gd name="connsiteX38" fmla="*/ 317500 w 419100"/>
                <a:gd name="connsiteY38" fmla="*/ 7697 h 242646"/>
                <a:gd name="connsiteX39" fmla="*/ 264319 w 419100"/>
                <a:gd name="connsiteY39" fmla="*/ 15634 h 242646"/>
                <a:gd name="connsiteX40" fmla="*/ 215107 w 419100"/>
                <a:gd name="connsiteY40" fmla="*/ 74371 h 242646"/>
                <a:gd name="connsiteX41" fmla="*/ 191294 w 419100"/>
                <a:gd name="connsiteY41" fmla="*/ 76752 h 242646"/>
                <a:gd name="connsiteX42" fmla="*/ 190500 w 419100"/>
                <a:gd name="connsiteY42" fmla="*/ 77546 h 242646"/>
                <a:gd name="connsiteX0" fmla="*/ 190500 w 419100"/>
                <a:gd name="connsiteY0" fmla="*/ 76982 h 242082"/>
                <a:gd name="connsiteX1" fmla="*/ 190500 w 419100"/>
                <a:gd name="connsiteY1" fmla="*/ 76982 h 242082"/>
                <a:gd name="connsiteX2" fmla="*/ 66675 w 419100"/>
                <a:gd name="connsiteY2" fmla="*/ 76982 h 242082"/>
                <a:gd name="connsiteX3" fmla="*/ 28575 w 419100"/>
                <a:gd name="connsiteY3" fmla="*/ 96032 h 242082"/>
                <a:gd name="connsiteX4" fmla="*/ 19050 w 419100"/>
                <a:gd name="connsiteY4" fmla="*/ 102382 h 242082"/>
                <a:gd name="connsiteX5" fmla="*/ 6350 w 419100"/>
                <a:gd name="connsiteY5" fmla="*/ 121432 h 242082"/>
                <a:gd name="connsiteX6" fmla="*/ 0 w 419100"/>
                <a:gd name="connsiteY6" fmla="*/ 140482 h 242082"/>
                <a:gd name="connsiteX7" fmla="*/ 6350 w 419100"/>
                <a:gd name="connsiteY7" fmla="*/ 188107 h 242082"/>
                <a:gd name="connsiteX8" fmla="*/ 12700 w 419100"/>
                <a:gd name="connsiteY8" fmla="*/ 197632 h 242082"/>
                <a:gd name="connsiteX9" fmla="*/ 22225 w 419100"/>
                <a:gd name="connsiteY9" fmla="*/ 203982 h 242082"/>
                <a:gd name="connsiteX10" fmla="*/ 31750 w 419100"/>
                <a:gd name="connsiteY10" fmla="*/ 213507 h 242082"/>
                <a:gd name="connsiteX11" fmla="*/ 50800 w 419100"/>
                <a:gd name="connsiteY11" fmla="*/ 219857 h 242082"/>
                <a:gd name="connsiteX12" fmla="*/ 79375 w 419100"/>
                <a:gd name="connsiteY12" fmla="*/ 229382 h 242082"/>
                <a:gd name="connsiteX13" fmla="*/ 88900 w 419100"/>
                <a:gd name="connsiteY13" fmla="*/ 232557 h 242082"/>
                <a:gd name="connsiteX14" fmla="*/ 98425 w 419100"/>
                <a:gd name="connsiteY14" fmla="*/ 235732 h 242082"/>
                <a:gd name="connsiteX15" fmla="*/ 146050 w 419100"/>
                <a:gd name="connsiteY15" fmla="*/ 229382 h 242082"/>
                <a:gd name="connsiteX16" fmla="*/ 155575 w 419100"/>
                <a:gd name="connsiteY16" fmla="*/ 226207 h 242082"/>
                <a:gd name="connsiteX17" fmla="*/ 168275 w 419100"/>
                <a:gd name="connsiteY17" fmla="*/ 223032 h 242082"/>
                <a:gd name="connsiteX18" fmla="*/ 200025 w 419100"/>
                <a:gd name="connsiteY18" fmla="*/ 213507 h 242082"/>
                <a:gd name="connsiteX19" fmla="*/ 234950 w 419100"/>
                <a:gd name="connsiteY19" fmla="*/ 210332 h 242082"/>
                <a:gd name="connsiteX20" fmla="*/ 273050 w 419100"/>
                <a:gd name="connsiteY20" fmla="*/ 219857 h 242082"/>
                <a:gd name="connsiteX21" fmla="*/ 282575 w 419100"/>
                <a:gd name="connsiteY21" fmla="*/ 226207 h 242082"/>
                <a:gd name="connsiteX22" fmla="*/ 292100 w 419100"/>
                <a:gd name="connsiteY22" fmla="*/ 229382 h 242082"/>
                <a:gd name="connsiteX23" fmla="*/ 301625 w 419100"/>
                <a:gd name="connsiteY23" fmla="*/ 235732 h 242082"/>
                <a:gd name="connsiteX24" fmla="*/ 320675 w 419100"/>
                <a:gd name="connsiteY24" fmla="*/ 242082 h 242082"/>
                <a:gd name="connsiteX25" fmla="*/ 374650 w 419100"/>
                <a:gd name="connsiteY25" fmla="*/ 238907 h 242082"/>
                <a:gd name="connsiteX26" fmla="*/ 384175 w 419100"/>
                <a:gd name="connsiteY26" fmla="*/ 235732 h 242082"/>
                <a:gd name="connsiteX27" fmla="*/ 403225 w 419100"/>
                <a:gd name="connsiteY27" fmla="*/ 223032 h 242082"/>
                <a:gd name="connsiteX28" fmla="*/ 415925 w 419100"/>
                <a:gd name="connsiteY28" fmla="*/ 194457 h 242082"/>
                <a:gd name="connsiteX29" fmla="*/ 419100 w 419100"/>
                <a:gd name="connsiteY29" fmla="*/ 184932 h 242082"/>
                <a:gd name="connsiteX30" fmla="*/ 415925 w 419100"/>
                <a:gd name="connsiteY30" fmla="*/ 153182 h 242082"/>
                <a:gd name="connsiteX31" fmla="*/ 409575 w 419100"/>
                <a:gd name="connsiteY31" fmla="*/ 134132 h 242082"/>
                <a:gd name="connsiteX32" fmla="*/ 406400 w 419100"/>
                <a:gd name="connsiteY32" fmla="*/ 124607 h 242082"/>
                <a:gd name="connsiteX33" fmla="*/ 390525 w 419100"/>
                <a:gd name="connsiteY33" fmla="*/ 105557 h 242082"/>
                <a:gd name="connsiteX34" fmla="*/ 381000 w 419100"/>
                <a:gd name="connsiteY34" fmla="*/ 99207 h 242082"/>
                <a:gd name="connsiteX35" fmla="*/ 365125 w 419100"/>
                <a:gd name="connsiteY35" fmla="*/ 83332 h 242082"/>
                <a:gd name="connsiteX36" fmla="*/ 369888 w 419100"/>
                <a:gd name="connsiteY36" fmla="*/ 71426 h 242082"/>
                <a:gd name="connsiteX37" fmla="*/ 346075 w 419100"/>
                <a:gd name="connsiteY37" fmla="*/ 44439 h 242082"/>
                <a:gd name="connsiteX38" fmla="*/ 317500 w 419100"/>
                <a:gd name="connsiteY38" fmla="*/ 7133 h 242082"/>
                <a:gd name="connsiteX39" fmla="*/ 264319 w 419100"/>
                <a:gd name="connsiteY39" fmla="*/ 15070 h 242082"/>
                <a:gd name="connsiteX40" fmla="*/ 215107 w 419100"/>
                <a:gd name="connsiteY40" fmla="*/ 73807 h 242082"/>
                <a:gd name="connsiteX41" fmla="*/ 191294 w 419100"/>
                <a:gd name="connsiteY41" fmla="*/ 76188 h 242082"/>
                <a:gd name="connsiteX42" fmla="*/ 190500 w 419100"/>
                <a:gd name="connsiteY42" fmla="*/ 76982 h 242082"/>
                <a:gd name="connsiteX0" fmla="*/ 190500 w 419100"/>
                <a:gd name="connsiteY0" fmla="*/ 76982 h 242082"/>
                <a:gd name="connsiteX1" fmla="*/ 190500 w 419100"/>
                <a:gd name="connsiteY1" fmla="*/ 76982 h 242082"/>
                <a:gd name="connsiteX2" fmla="*/ 66675 w 419100"/>
                <a:gd name="connsiteY2" fmla="*/ 76982 h 242082"/>
                <a:gd name="connsiteX3" fmla="*/ 28575 w 419100"/>
                <a:gd name="connsiteY3" fmla="*/ 96032 h 242082"/>
                <a:gd name="connsiteX4" fmla="*/ 19050 w 419100"/>
                <a:gd name="connsiteY4" fmla="*/ 102382 h 242082"/>
                <a:gd name="connsiteX5" fmla="*/ 6350 w 419100"/>
                <a:gd name="connsiteY5" fmla="*/ 121432 h 242082"/>
                <a:gd name="connsiteX6" fmla="*/ 0 w 419100"/>
                <a:gd name="connsiteY6" fmla="*/ 140482 h 242082"/>
                <a:gd name="connsiteX7" fmla="*/ 6350 w 419100"/>
                <a:gd name="connsiteY7" fmla="*/ 188107 h 242082"/>
                <a:gd name="connsiteX8" fmla="*/ 12700 w 419100"/>
                <a:gd name="connsiteY8" fmla="*/ 197632 h 242082"/>
                <a:gd name="connsiteX9" fmla="*/ 22225 w 419100"/>
                <a:gd name="connsiteY9" fmla="*/ 203982 h 242082"/>
                <a:gd name="connsiteX10" fmla="*/ 31750 w 419100"/>
                <a:gd name="connsiteY10" fmla="*/ 213507 h 242082"/>
                <a:gd name="connsiteX11" fmla="*/ 50800 w 419100"/>
                <a:gd name="connsiteY11" fmla="*/ 219857 h 242082"/>
                <a:gd name="connsiteX12" fmla="*/ 79375 w 419100"/>
                <a:gd name="connsiteY12" fmla="*/ 229382 h 242082"/>
                <a:gd name="connsiteX13" fmla="*/ 88900 w 419100"/>
                <a:gd name="connsiteY13" fmla="*/ 232557 h 242082"/>
                <a:gd name="connsiteX14" fmla="*/ 98425 w 419100"/>
                <a:gd name="connsiteY14" fmla="*/ 235732 h 242082"/>
                <a:gd name="connsiteX15" fmla="*/ 146050 w 419100"/>
                <a:gd name="connsiteY15" fmla="*/ 229382 h 242082"/>
                <a:gd name="connsiteX16" fmla="*/ 155575 w 419100"/>
                <a:gd name="connsiteY16" fmla="*/ 226207 h 242082"/>
                <a:gd name="connsiteX17" fmla="*/ 168275 w 419100"/>
                <a:gd name="connsiteY17" fmla="*/ 223032 h 242082"/>
                <a:gd name="connsiteX18" fmla="*/ 200025 w 419100"/>
                <a:gd name="connsiteY18" fmla="*/ 213507 h 242082"/>
                <a:gd name="connsiteX19" fmla="*/ 234950 w 419100"/>
                <a:gd name="connsiteY19" fmla="*/ 210332 h 242082"/>
                <a:gd name="connsiteX20" fmla="*/ 273050 w 419100"/>
                <a:gd name="connsiteY20" fmla="*/ 219857 h 242082"/>
                <a:gd name="connsiteX21" fmla="*/ 282575 w 419100"/>
                <a:gd name="connsiteY21" fmla="*/ 226207 h 242082"/>
                <a:gd name="connsiteX22" fmla="*/ 292100 w 419100"/>
                <a:gd name="connsiteY22" fmla="*/ 229382 h 242082"/>
                <a:gd name="connsiteX23" fmla="*/ 301625 w 419100"/>
                <a:gd name="connsiteY23" fmla="*/ 235732 h 242082"/>
                <a:gd name="connsiteX24" fmla="*/ 320675 w 419100"/>
                <a:gd name="connsiteY24" fmla="*/ 242082 h 242082"/>
                <a:gd name="connsiteX25" fmla="*/ 374650 w 419100"/>
                <a:gd name="connsiteY25" fmla="*/ 238907 h 242082"/>
                <a:gd name="connsiteX26" fmla="*/ 384175 w 419100"/>
                <a:gd name="connsiteY26" fmla="*/ 235732 h 242082"/>
                <a:gd name="connsiteX27" fmla="*/ 403225 w 419100"/>
                <a:gd name="connsiteY27" fmla="*/ 223032 h 242082"/>
                <a:gd name="connsiteX28" fmla="*/ 415925 w 419100"/>
                <a:gd name="connsiteY28" fmla="*/ 194457 h 242082"/>
                <a:gd name="connsiteX29" fmla="*/ 419100 w 419100"/>
                <a:gd name="connsiteY29" fmla="*/ 184932 h 242082"/>
                <a:gd name="connsiteX30" fmla="*/ 415925 w 419100"/>
                <a:gd name="connsiteY30" fmla="*/ 153182 h 242082"/>
                <a:gd name="connsiteX31" fmla="*/ 409575 w 419100"/>
                <a:gd name="connsiteY31" fmla="*/ 134132 h 242082"/>
                <a:gd name="connsiteX32" fmla="*/ 406400 w 419100"/>
                <a:gd name="connsiteY32" fmla="*/ 124607 h 242082"/>
                <a:gd name="connsiteX33" fmla="*/ 390525 w 419100"/>
                <a:gd name="connsiteY33" fmla="*/ 105557 h 242082"/>
                <a:gd name="connsiteX34" fmla="*/ 381000 w 419100"/>
                <a:gd name="connsiteY34" fmla="*/ 99207 h 242082"/>
                <a:gd name="connsiteX35" fmla="*/ 369888 w 419100"/>
                <a:gd name="connsiteY35" fmla="*/ 71426 h 242082"/>
                <a:gd name="connsiteX36" fmla="*/ 346075 w 419100"/>
                <a:gd name="connsiteY36" fmla="*/ 44439 h 242082"/>
                <a:gd name="connsiteX37" fmla="*/ 317500 w 419100"/>
                <a:gd name="connsiteY37" fmla="*/ 7133 h 242082"/>
                <a:gd name="connsiteX38" fmla="*/ 264319 w 419100"/>
                <a:gd name="connsiteY38" fmla="*/ 15070 h 242082"/>
                <a:gd name="connsiteX39" fmla="*/ 215107 w 419100"/>
                <a:gd name="connsiteY39" fmla="*/ 73807 h 242082"/>
                <a:gd name="connsiteX40" fmla="*/ 191294 w 419100"/>
                <a:gd name="connsiteY40" fmla="*/ 76188 h 242082"/>
                <a:gd name="connsiteX41" fmla="*/ 190500 w 419100"/>
                <a:gd name="connsiteY41" fmla="*/ 76982 h 242082"/>
                <a:gd name="connsiteX0" fmla="*/ 190500 w 419100"/>
                <a:gd name="connsiteY0" fmla="*/ 71798 h 236898"/>
                <a:gd name="connsiteX1" fmla="*/ 190500 w 419100"/>
                <a:gd name="connsiteY1" fmla="*/ 71798 h 236898"/>
                <a:gd name="connsiteX2" fmla="*/ 66675 w 419100"/>
                <a:gd name="connsiteY2" fmla="*/ 71798 h 236898"/>
                <a:gd name="connsiteX3" fmla="*/ 28575 w 419100"/>
                <a:gd name="connsiteY3" fmla="*/ 90848 h 236898"/>
                <a:gd name="connsiteX4" fmla="*/ 19050 w 419100"/>
                <a:gd name="connsiteY4" fmla="*/ 97198 h 236898"/>
                <a:gd name="connsiteX5" fmla="*/ 6350 w 419100"/>
                <a:gd name="connsiteY5" fmla="*/ 116248 h 236898"/>
                <a:gd name="connsiteX6" fmla="*/ 0 w 419100"/>
                <a:gd name="connsiteY6" fmla="*/ 135298 h 236898"/>
                <a:gd name="connsiteX7" fmla="*/ 6350 w 419100"/>
                <a:gd name="connsiteY7" fmla="*/ 182923 h 236898"/>
                <a:gd name="connsiteX8" fmla="*/ 12700 w 419100"/>
                <a:gd name="connsiteY8" fmla="*/ 192448 h 236898"/>
                <a:gd name="connsiteX9" fmla="*/ 22225 w 419100"/>
                <a:gd name="connsiteY9" fmla="*/ 198798 h 236898"/>
                <a:gd name="connsiteX10" fmla="*/ 31750 w 419100"/>
                <a:gd name="connsiteY10" fmla="*/ 208323 h 236898"/>
                <a:gd name="connsiteX11" fmla="*/ 50800 w 419100"/>
                <a:gd name="connsiteY11" fmla="*/ 214673 h 236898"/>
                <a:gd name="connsiteX12" fmla="*/ 79375 w 419100"/>
                <a:gd name="connsiteY12" fmla="*/ 224198 h 236898"/>
                <a:gd name="connsiteX13" fmla="*/ 88900 w 419100"/>
                <a:gd name="connsiteY13" fmla="*/ 227373 h 236898"/>
                <a:gd name="connsiteX14" fmla="*/ 98425 w 419100"/>
                <a:gd name="connsiteY14" fmla="*/ 230548 h 236898"/>
                <a:gd name="connsiteX15" fmla="*/ 146050 w 419100"/>
                <a:gd name="connsiteY15" fmla="*/ 224198 h 236898"/>
                <a:gd name="connsiteX16" fmla="*/ 155575 w 419100"/>
                <a:gd name="connsiteY16" fmla="*/ 221023 h 236898"/>
                <a:gd name="connsiteX17" fmla="*/ 168275 w 419100"/>
                <a:gd name="connsiteY17" fmla="*/ 217848 h 236898"/>
                <a:gd name="connsiteX18" fmla="*/ 200025 w 419100"/>
                <a:gd name="connsiteY18" fmla="*/ 208323 h 236898"/>
                <a:gd name="connsiteX19" fmla="*/ 234950 w 419100"/>
                <a:gd name="connsiteY19" fmla="*/ 205148 h 236898"/>
                <a:gd name="connsiteX20" fmla="*/ 273050 w 419100"/>
                <a:gd name="connsiteY20" fmla="*/ 214673 h 236898"/>
                <a:gd name="connsiteX21" fmla="*/ 282575 w 419100"/>
                <a:gd name="connsiteY21" fmla="*/ 221023 h 236898"/>
                <a:gd name="connsiteX22" fmla="*/ 292100 w 419100"/>
                <a:gd name="connsiteY22" fmla="*/ 224198 h 236898"/>
                <a:gd name="connsiteX23" fmla="*/ 301625 w 419100"/>
                <a:gd name="connsiteY23" fmla="*/ 230548 h 236898"/>
                <a:gd name="connsiteX24" fmla="*/ 320675 w 419100"/>
                <a:gd name="connsiteY24" fmla="*/ 236898 h 236898"/>
                <a:gd name="connsiteX25" fmla="*/ 374650 w 419100"/>
                <a:gd name="connsiteY25" fmla="*/ 233723 h 236898"/>
                <a:gd name="connsiteX26" fmla="*/ 384175 w 419100"/>
                <a:gd name="connsiteY26" fmla="*/ 230548 h 236898"/>
                <a:gd name="connsiteX27" fmla="*/ 403225 w 419100"/>
                <a:gd name="connsiteY27" fmla="*/ 217848 h 236898"/>
                <a:gd name="connsiteX28" fmla="*/ 415925 w 419100"/>
                <a:gd name="connsiteY28" fmla="*/ 189273 h 236898"/>
                <a:gd name="connsiteX29" fmla="*/ 419100 w 419100"/>
                <a:gd name="connsiteY29" fmla="*/ 179748 h 236898"/>
                <a:gd name="connsiteX30" fmla="*/ 415925 w 419100"/>
                <a:gd name="connsiteY30" fmla="*/ 147998 h 236898"/>
                <a:gd name="connsiteX31" fmla="*/ 409575 w 419100"/>
                <a:gd name="connsiteY31" fmla="*/ 128948 h 236898"/>
                <a:gd name="connsiteX32" fmla="*/ 406400 w 419100"/>
                <a:gd name="connsiteY32" fmla="*/ 119423 h 236898"/>
                <a:gd name="connsiteX33" fmla="*/ 390525 w 419100"/>
                <a:gd name="connsiteY33" fmla="*/ 100373 h 236898"/>
                <a:gd name="connsiteX34" fmla="*/ 381000 w 419100"/>
                <a:gd name="connsiteY34" fmla="*/ 94023 h 236898"/>
                <a:gd name="connsiteX35" fmla="*/ 369888 w 419100"/>
                <a:gd name="connsiteY35" fmla="*/ 66242 h 236898"/>
                <a:gd name="connsiteX36" fmla="*/ 346075 w 419100"/>
                <a:gd name="connsiteY36" fmla="*/ 39255 h 236898"/>
                <a:gd name="connsiteX37" fmla="*/ 336550 w 419100"/>
                <a:gd name="connsiteY37" fmla="*/ 18617 h 236898"/>
                <a:gd name="connsiteX38" fmla="*/ 264319 w 419100"/>
                <a:gd name="connsiteY38" fmla="*/ 9886 h 236898"/>
                <a:gd name="connsiteX39" fmla="*/ 215107 w 419100"/>
                <a:gd name="connsiteY39" fmla="*/ 68623 h 236898"/>
                <a:gd name="connsiteX40" fmla="*/ 191294 w 419100"/>
                <a:gd name="connsiteY40" fmla="*/ 71004 h 236898"/>
                <a:gd name="connsiteX41" fmla="*/ 190500 w 419100"/>
                <a:gd name="connsiteY41" fmla="*/ 71798 h 236898"/>
                <a:gd name="connsiteX0" fmla="*/ 190500 w 419100"/>
                <a:gd name="connsiteY0" fmla="*/ 72678 h 237778"/>
                <a:gd name="connsiteX1" fmla="*/ 190500 w 419100"/>
                <a:gd name="connsiteY1" fmla="*/ 72678 h 237778"/>
                <a:gd name="connsiteX2" fmla="*/ 66675 w 419100"/>
                <a:gd name="connsiteY2" fmla="*/ 72678 h 237778"/>
                <a:gd name="connsiteX3" fmla="*/ 28575 w 419100"/>
                <a:gd name="connsiteY3" fmla="*/ 91728 h 237778"/>
                <a:gd name="connsiteX4" fmla="*/ 19050 w 419100"/>
                <a:gd name="connsiteY4" fmla="*/ 98078 h 237778"/>
                <a:gd name="connsiteX5" fmla="*/ 6350 w 419100"/>
                <a:gd name="connsiteY5" fmla="*/ 117128 h 237778"/>
                <a:gd name="connsiteX6" fmla="*/ 0 w 419100"/>
                <a:gd name="connsiteY6" fmla="*/ 136178 h 237778"/>
                <a:gd name="connsiteX7" fmla="*/ 6350 w 419100"/>
                <a:gd name="connsiteY7" fmla="*/ 183803 h 237778"/>
                <a:gd name="connsiteX8" fmla="*/ 12700 w 419100"/>
                <a:gd name="connsiteY8" fmla="*/ 193328 h 237778"/>
                <a:gd name="connsiteX9" fmla="*/ 22225 w 419100"/>
                <a:gd name="connsiteY9" fmla="*/ 199678 h 237778"/>
                <a:gd name="connsiteX10" fmla="*/ 31750 w 419100"/>
                <a:gd name="connsiteY10" fmla="*/ 209203 h 237778"/>
                <a:gd name="connsiteX11" fmla="*/ 50800 w 419100"/>
                <a:gd name="connsiteY11" fmla="*/ 215553 h 237778"/>
                <a:gd name="connsiteX12" fmla="*/ 79375 w 419100"/>
                <a:gd name="connsiteY12" fmla="*/ 225078 h 237778"/>
                <a:gd name="connsiteX13" fmla="*/ 88900 w 419100"/>
                <a:gd name="connsiteY13" fmla="*/ 228253 h 237778"/>
                <a:gd name="connsiteX14" fmla="*/ 98425 w 419100"/>
                <a:gd name="connsiteY14" fmla="*/ 231428 h 237778"/>
                <a:gd name="connsiteX15" fmla="*/ 146050 w 419100"/>
                <a:gd name="connsiteY15" fmla="*/ 225078 h 237778"/>
                <a:gd name="connsiteX16" fmla="*/ 155575 w 419100"/>
                <a:gd name="connsiteY16" fmla="*/ 221903 h 237778"/>
                <a:gd name="connsiteX17" fmla="*/ 168275 w 419100"/>
                <a:gd name="connsiteY17" fmla="*/ 218728 h 237778"/>
                <a:gd name="connsiteX18" fmla="*/ 200025 w 419100"/>
                <a:gd name="connsiteY18" fmla="*/ 209203 h 237778"/>
                <a:gd name="connsiteX19" fmla="*/ 234950 w 419100"/>
                <a:gd name="connsiteY19" fmla="*/ 206028 h 237778"/>
                <a:gd name="connsiteX20" fmla="*/ 273050 w 419100"/>
                <a:gd name="connsiteY20" fmla="*/ 215553 h 237778"/>
                <a:gd name="connsiteX21" fmla="*/ 282575 w 419100"/>
                <a:gd name="connsiteY21" fmla="*/ 221903 h 237778"/>
                <a:gd name="connsiteX22" fmla="*/ 292100 w 419100"/>
                <a:gd name="connsiteY22" fmla="*/ 225078 h 237778"/>
                <a:gd name="connsiteX23" fmla="*/ 301625 w 419100"/>
                <a:gd name="connsiteY23" fmla="*/ 231428 h 237778"/>
                <a:gd name="connsiteX24" fmla="*/ 320675 w 419100"/>
                <a:gd name="connsiteY24" fmla="*/ 237778 h 237778"/>
                <a:gd name="connsiteX25" fmla="*/ 374650 w 419100"/>
                <a:gd name="connsiteY25" fmla="*/ 234603 h 237778"/>
                <a:gd name="connsiteX26" fmla="*/ 384175 w 419100"/>
                <a:gd name="connsiteY26" fmla="*/ 231428 h 237778"/>
                <a:gd name="connsiteX27" fmla="*/ 403225 w 419100"/>
                <a:gd name="connsiteY27" fmla="*/ 218728 h 237778"/>
                <a:gd name="connsiteX28" fmla="*/ 415925 w 419100"/>
                <a:gd name="connsiteY28" fmla="*/ 190153 h 237778"/>
                <a:gd name="connsiteX29" fmla="*/ 419100 w 419100"/>
                <a:gd name="connsiteY29" fmla="*/ 180628 h 237778"/>
                <a:gd name="connsiteX30" fmla="*/ 415925 w 419100"/>
                <a:gd name="connsiteY30" fmla="*/ 148878 h 237778"/>
                <a:gd name="connsiteX31" fmla="*/ 409575 w 419100"/>
                <a:gd name="connsiteY31" fmla="*/ 129828 h 237778"/>
                <a:gd name="connsiteX32" fmla="*/ 406400 w 419100"/>
                <a:gd name="connsiteY32" fmla="*/ 120303 h 237778"/>
                <a:gd name="connsiteX33" fmla="*/ 390525 w 419100"/>
                <a:gd name="connsiteY33" fmla="*/ 101253 h 237778"/>
                <a:gd name="connsiteX34" fmla="*/ 381000 w 419100"/>
                <a:gd name="connsiteY34" fmla="*/ 94903 h 237778"/>
                <a:gd name="connsiteX35" fmla="*/ 369888 w 419100"/>
                <a:gd name="connsiteY35" fmla="*/ 67122 h 237778"/>
                <a:gd name="connsiteX36" fmla="*/ 336550 w 419100"/>
                <a:gd name="connsiteY36" fmla="*/ 19497 h 237778"/>
                <a:gd name="connsiteX37" fmla="*/ 264319 w 419100"/>
                <a:gd name="connsiteY37" fmla="*/ 10766 h 237778"/>
                <a:gd name="connsiteX38" fmla="*/ 215107 w 419100"/>
                <a:gd name="connsiteY38" fmla="*/ 69503 h 237778"/>
                <a:gd name="connsiteX39" fmla="*/ 191294 w 419100"/>
                <a:gd name="connsiteY39" fmla="*/ 71884 h 237778"/>
                <a:gd name="connsiteX40" fmla="*/ 190500 w 419100"/>
                <a:gd name="connsiteY40" fmla="*/ 72678 h 237778"/>
                <a:gd name="connsiteX0" fmla="*/ 190500 w 419100"/>
                <a:gd name="connsiteY0" fmla="*/ 72678 h 237778"/>
                <a:gd name="connsiteX1" fmla="*/ 190500 w 419100"/>
                <a:gd name="connsiteY1" fmla="*/ 72678 h 237778"/>
                <a:gd name="connsiteX2" fmla="*/ 66675 w 419100"/>
                <a:gd name="connsiteY2" fmla="*/ 72678 h 237778"/>
                <a:gd name="connsiteX3" fmla="*/ 28575 w 419100"/>
                <a:gd name="connsiteY3" fmla="*/ 91728 h 237778"/>
                <a:gd name="connsiteX4" fmla="*/ 19050 w 419100"/>
                <a:gd name="connsiteY4" fmla="*/ 98078 h 237778"/>
                <a:gd name="connsiteX5" fmla="*/ 6350 w 419100"/>
                <a:gd name="connsiteY5" fmla="*/ 117128 h 237778"/>
                <a:gd name="connsiteX6" fmla="*/ 0 w 419100"/>
                <a:gd name="connsiteY6" fmla="*/ 136178 h 237778"/>
                <a:gd name="connsiteX7" fmla="*/ 6350 w 419100"/>
                <a:gd name="connsiteY7" fmla="*/ 183803 h 237778"/>
                <a:gd name="connsiteX8" fmla="*/ 12700 w 419100"/>
                <a:gd name="connsiteY8" fmla="*/ 193328 h 237778"/>
                <a:gd name="connsiteX9" fmla="*/ 22225 w 419100"/>
                <a:gd name="connsiteY9" fmla="*/ 199678 h 237778"/>
                <a:gd name="connsiteX10" fmla="*/ 31750 w 419100"/>
                <a:gd name="connsiteY10" fmla="*/ 209203 h 237778"/>
                <a:gd name="connsiteX11" fmla="*/ 50800 w 419100"/>
                <a:gd name="connsiteY11" fmla="*/ 215553 h 237778"/>
                <a:gd name="connsiteX12" fmla="*/ 79375 w 419100"/>
                <a:gd name="connsiteY12" fmla="*/ 225078 h 237778"/>
                <a:gd name="connsiteX13" fmla="*/ 88900 w 419100"/>
                <a:gd name="connsiteY13" fmla="*/ 228253 h 237778"/>
                <a:gd name="connsiteX14" fmla="*/ 98425 w 419100"/>
                <a:gd name="connsiteY14" fmla="*/ 231428 h 237778"/>
                <a:gd name="connsiteX15" fmla="*/ 146050 w 419100"/>
                <a:gd name="connsiteY15" fmla="*/ 225078 h 237778"/>
                <a:gd name="connsiteX16" fmla="*/ 155575 w 419100"/>
                <a:gd name="connsiteY16" fmla="*/ 221903 h 237778"/>
                <a:gd name="connsiteX17" fmla="*/ 168275 w 419100"/>
                <a:gd name="connsiteY17" fmla="*/ 218728 h 237778"/>
                <a:gd name="connsiteX18" fmla="*/ 200025 w 419100"/>
                <a:gd name="connsiteY18" fmla="*/ 209203 h 237778"/>
                <a:gd name="connsiteX19" fmla="*/ 234950 w 419100"/>
                <a:gd name="connsiteY19" fmla="*/ 206028 h 237778"/>
                <a:gd name="connsiteX20" fmla="*/ 273050 w 419100"/>
                <a:gd name="connsiteY20" fmla="*/ 215553 h 237778"/>
                <a:gd name="connsiteX21" fmla="*/ 282575 w 419100"/>
                <a:gd name="connsiteY21" fmla="*/ 221903 h 237778"/>
                <a:gd name="connsiteX22" fmla="*/ 292100 w 419100"/>
                <a:gd name="connsiteY22" fmla="*/ 225078 h 237778"/>
                <a:gd name="connsiteX23" fmla="*/ 301625 w 419100"/>
                <a:gd name="connsiteY23" fmla="*/ 231428 h 237778"/>
                <a:gd name="connsiteX24" fmla="*/ 320675 w 419100"/>
                <a:gd name="connsiteY24" fmla="*/ 237778 h 237778"/>
                <a:gd name="connsiteX25" fmla="*/ 374650 w 419100"/>
                <a:gd name="connsiteY25" fmla="*/ 234603 h 237778"/>
                <a:gd name="connsiteX26" fmla="*/ 384175 w 419100"/>
                <a:gd name="connsiteY26" fmla="*/ 231428 h 237778"/>
                <a:gd name="connsiteX27" fmla="*/ 403225 w 419100"/>
                <a:gd name="connsiteY27" fmla="*/ 218728 h 237778"/>
                <a:gd name="connsiteX28" fmla="*/ 415925 w 419100"/>
                <a:gd name="connsiteY28" fmla="*/ 190153 h 237778"/>
                <a:gd name="connsiteX29" fmla="*/ 419100 w 419100"/>
                <a:gd name="connsiteY29" fmla="*/ 180628 h 237778"/>
                <a:gd name="connsiteX30" fmla="*/ 415925 w 419100"/>
                <a:gd name="connsiteY30" fmla="*/ 148878 h 237778"/>
                <a:gd name="connsiteX31" fmla="*/ 409575 w 419100"/>
                <a:gd name="connsiteY31" fmla="*/ 129828 h 237778"/>
                <a:gd name="connsiteX32" fmla="*/ 406400 w 419100"/>
                <a:gd name="connsiteY32" fmla="*/ 120303 h 237778"/>
                <a:gd name="connsiteX33" fmla="*/ 390525 w 419100"/>
                <a:gd name="connsiteY33" fmla="*/ 101253 h 237778"/>
                <a:gd name="connsiteX34" fmla="*/ 369888 w 419100"/>
                <a:gd name="connsiteY34" fmla="*/ 67122 h 237778"/>
                <a:gd name="connsiteX35" fmla="*/ 336550 w 419100"/>
                <a:gd name="connsiteY35" fmla="*/ 19497 h 237778"/>
                <a:gd name="connsiteX36" fmla="*/ 264319 w 419100"/>
                <a:gd name="connsiteY36" fmla="*/ 10766 h 237778"/>
                <a:gd name="connsiteX37" fmla="*/ 215107 w 419100"/>
                <a:gd name="connsiteY37" fmla="*/ 69503 h 237778"/>
                <a:gd name="connsiteX38" fmla="*/ 191294 w 419100"/>
                <a:gd name="connsiteY38" fmla="*/ 71884 h 237778"/>
                <a:gd name="connsiteX39" fmla="*/ 190500 w 419100"/>
                <a:gd name="connsiteY39" fmla="*/ 72678 h 23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19100" h="237778">
                  <a:moveTo>
                    <a:pt x="190500" y="72678"/>
                  </a:moveTo>
                  <a:lnTo>
                    <a:pt x="190500" y="72678"/>
                  </a:lnTo>
                  <a:cubicBezTo>
                    <a:pt x="144829" y="70692"/>
                    <a:pt x="110941" y="66642"/>
                    <a:pt x="66675" y="72678"/>
                  </a:cubicBezTo>
                  <a:cubicBezTo>
                    <a:pt x="50150" y="74931"/>
                    <a:pt x="42061" y="82738"/>
                    <a:pt x="28575" y="91728"/>
                  </a:cubicBezTo>
                  <a:lnTo>
                    <a:pt x="19050" y="98078"/>
                  </a:lnTo>
                  <a:cubicBezTo>
                    <a:pt x="14817" y="104428"/>
                    <a:pt x="8763" y="109888"/>
                    <a:pt x="6350" y="117128"/>
                  </a:cubicBezTo>
                  <a:lnTo>
                    <a:pt x="0" y="136178"/>
                  </a:lnTo>
                  <a:cubicBezTo>
                    <a:pt x="709" y="144690"/>
                    <a:pt x="-135" y="170834"/>
                    <a:pt x="6350" y="183803"/>
                  </a:cubicBezTo>
                  <a:cubicBezTo>
                    <a:pt x="8057" y="187216"/>
                    <a:pt x="10002" y="190630"/>
                    <a:pt x="12700" y="193328"/>
                  </a:cubicBezTo>
                  <a:cubicBezTo>
                    <a:pt x="15398" y="196026"/>
                    <a:pt x="19294" y="197235"/>
                    <a:pt x="22225" y="199678"/>
                  </a:cubicBezTo>
                  <a:cubicBezTo>
                    <a:pt x="25674" y="202553"/>
                    <a:pt x="27825" y="207022"/>
                    <a:pt x="31750" y="209203"/>
                  </a:cubicBezTo>
                  <a:cubicBezTo>
                    <a:pt x="37601" y="212454"/>
                    <a:pt x="44450" y="213436"/>
                    <a:pt x="50800" y="215553"/>
                  </a:cubicBezTo>
                  <a:lnTo>
                    <a:pt x="79375" y="225078"/>
                  </a:lnTo>
                  <a:lnTo>
                    <a:pt x="88900" y="228253"/>
                  </a:lnTo>
                  <a:lnTo>
                    <a:pt x="98425" y="231428"/>
                  </a:lnTo>
                  <a:cubicBezTo>
                    <a:pt x="118263" y="229444"/>
                    <a:pt x="128514" y="229462"/>
                    <a:pt x="146050" y="225078"/>
                  </a:cubicBezTo>
                  <a:cubicBezTo>
                    <a:pt x="149297" y="224266"/>
                    <a:pt x="152357" y="222822"/>
                    <a:pt x="155575" y="221903"/>
                  </a:cubicBezTo>
                  <a:cubicBezTo>
                    <a:pt x="159771" y="220704"/>
                    <a:pt x="164095" y="219982"/>
                    <a:pt x="168275" y="218728"/>
                  </a:cubicBezTo>
                  <a:cubicBezTo>
                    <a:pt x="175493" y="216562"/>
                    <a:pt x="191243" y="210374"/>
                    <a:pt x="200025" y="209203"/>
                  </a:cubicBezTo>
                  <a:cubicBezTo>
                    <a:pt x="211612" y="207658"/>
                    <a:pt x="223308" y="207086"/>
                    <a:pt x="234950" y="206028"/>
                  </a:cubicBezTo>
                  <a:cubicBezTo>
                    <a:pt x="244472" y="207615"/>
                    <a:pt x="264664" y="209963"/>
                    <a:pt x="273050" y="215553"/>
                  </a:cubicBezTo>
                  <a:cubicBezTo>
                    <a:pt x="276225" y="217670"/>
                    <a:pt x="279162" y="220196"/>
                    <a:pt x="282575" y="221903"/>
                  </a:cubicBezTo>
                  <a:cubicBezTo>
                    <a:pt x="285568" y="223400"/>
                    <a:pt x="289107" y="223581"/>
                    <a:pt x="292100" y="225078"/>
                  </a:cubicBezTo>
                  <a:cubicBezTo>
                    <a:pt x="295513" y="226785"/>
                    <a:pt x="298138" y="229878"/>
                    <a:pt x="301625" y="231428"/>
                  </a:cubicBezTo>
                  <a:cubicBezTo>
                    <a:pt x="307742" y="234146"/>
                    <a:pt x="320675" y="237778"/>
                    <a:pt x="320675" y="237778"/>
                  </a:cubicBezTo>
                  <a:cubicBezTo>
                    <a:pt x="338667" y="236720"/>
                    <a:pt x="356717" y="236396"/>
                    <a:pt x="374650" y="234603"/>
                  </a:cubicBezTo>
                  <a:cubicBezTo>
                    <a:pt x="377980" y="234270"/>
                    <a:pt x="381249" y="233053"/>
                    <a:pt x="384175" y="231428"/>
                  </a:cubicBezTo>
                  <a:cubicBezTo>
                    <a:pt x="390846" y="227722"/>
                    <a:pt x="403225" y="218728"/>
                    <a:pt x="403225" y="218728"/>
                  </a:cubicBezTo>
                  <a:cubicBezTo>
                    <a:pt x="413288" y="203634"/>
                    <a:pt x="408368" y="212823"/>
                    <a:pt x="415925" y="190153"/>
                  </a:cubicBezTo>
                  <a:lnTo>
                    <a:pt x="419100" y="180628"/>
                  </a:lnTo>
                  <a:cubicBezTo>
                    <a:pt x="418042" y="170045"/>
                    <a:pt x="417885" y="159332"/>
                    <a:pt x="415925" y="148878"/>
                  </a:cubicBezTo>
                  <a:cubicBezTo>
                    <a:pt x="414691" y="142299"/>
                    <a:pt x="411692" y="136178"/>
                    <a:pt x="409575" y="129828"/>
                  </a:cubicBezTo>
                  <a:cubicBezTo>
                    <a:pt x="408517" y="126653"/>
                    <a:pt x="408256" y="123088"/>
                    <a:pt x="406400" y="120303"/>
                  </a:cubicBezTo>
                  <a:cubicBezTo>
                    <a:pt x="400156" y="110937"/>
                    <a:pt x="396610" y="110117"/>
                    <a:pt x="390525" y="101253"/>
                  </a:cubicBezTo>
                  <a:cubicBezTo>
                    <a:pt x="384440" y="92390"/>
                    <a:pt x="378884" y="80748"/>
                    <a:pt x="369888" y="67122"/>
                  </a:cubicBezTo>
                  <a:cubicBezTo>
                    <a:pt x="360892" y="53496"/>
                    <a:pt x="354145" y="28890"/>
                    <a:pt x="336550" y="19497"/>
                  </a:cubicBezTo>
                  <a:cubicBezTo>
                    <a:pt x="318955" y="10104"/>
                    <a:pt x="294554" y="-13822"/>
                    <a:pt x="264319" y="10766"/>
                  </a:cubicBezTo>
                  <a:cubicBezTo>
                    <a:pt x="246063" y="23466"/>
                    <a:pt x="227278" y="59317"/>
                    <a:pt x="215107" y="69503"/>
                  </a:cubicBezTo>
                  <a:cubicBezTo>
                    <a:pt x="202936" y="79689"/>
                    <a:pt x="199231" y="71884"/>
                    <a:pt x="191294" y="71884"/>
                  </a:cubicBezTo>
                  <a:cubicBezTo>
                    <a:pt x="188027" y="71158"/>
                    <a:pt x="190632" y="72546"/>
                    <a:pt x="190500" y="72678"/>
                  </a:cubicBezTo>
                  <a:close/>
                </a:path>
              </a:pathLst>
            </a:cu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ZA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36227CA-6B92-43EA-A688-F61A2955CB09}"/>
                </a:ext>
              </a:extLst>
            </p:cNvPr>
            <p:cNvSpPr/>
            <p:nvPr/>
          </p:nvSpPr>
          <p:spPr>
            <a:xfrm rot="19500657">
              <a:off x="5123809" y="2876497"/>
              <a:ext cx="98241" cy="69142"/>
            </a:xfrm>
            <a:prstGeom prst="ellipse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ZA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B5D9E85-D230-45A1-AD59-6A6612C7E27B}"/>
                </a:ext>
              </a:extLst>
            </p:cNvPr>
            <p:cNvSpPr/>
            <p:nvPr/>
          </p:nvSpPr>
          <p:spPr>
            <a:xfrm rot="20165702">
              <a:off x="5186280" y="2978364"/>
              <a:ext cx="60960" cy="36000"/>
            </a:xfrm>
            <a:prstGeom prst="ellipse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ZA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F975931-0158-49B1-AFD0-9CC43BA0A0EE}"/>
                </a:ext>
              </a:extLst>
            </p:cNvPr>
            <p:cNvSpPr/>
            <p:nvPr/>
          </p:nvSpPr>
          <p:spPr>
            <a:xfrm>
              <a:off x="5215905" y="3039280"/>
              <a:ext cx="60960" cy="36000"/>
            </a:xfrm>
            <a:prstGeom prst="ellipse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ZA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E927FB8-B7DF-4F8E-BCBB-C02F6845C747}"/>
                </a:ext>
              </a:extLst>
            </p:cNvPr>
            <p:cNvSpPr/>
            <p:nvPr/>
          </p:nvSpPr>
          <p:spPr>
            <a:xfrm>
              <a:off x="5202515" y="3111396"/>
              <a:ext cx="60960" cy="36000"/>
            </a:xfrm>
            <a:prstGeom prst="ellipse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ZA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7DC3332-E156-4297-BDA4-1C63C58FEBA0}"/>
                </a:ext>
              </a:extLst>
            </p:cNvPr>
            <p:cNvSpPr/>
            <p:nvPr/>
          </p:nvSpPr>
          <p:spPr>
            <a:xfrm rot="7200000">
              <a:off x="5176717" y="3165299"/>
              <a:ext cx="36000" cy="54000"/>
            </a:xfrm>
            <a:prstGeom prst="ellipse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ZA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D3420E3-5D64-4C29-A4C6-08D33ED3355F}"/>
              </a:ext>
            </a:extLst>
          </p:cNvPr>
          <p:cNvGrpSpPr/>
          <p:nvPr/>
        </p:nvGrpSpPr>
        <p:grpSpPr>
          <a:xfrm>
            <a:off x="7025597" y="6127237"/>
            <a:ext cx="514365" cy="333802"/>
            <a:chOff x="4762500" y="2876497"/>
            <a:chExt cx="514365" cy="333802"/>
          </a:xfrm>
          <a:solidFill>
            <a:srgbClr val="00B0F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8F5D2B4-10ED-4608-BB70-70DE2D14102F}"/>
                </a:ext>
              </a:extLst>
            </p:cNvPr>
            <p:cNvSpPr/>
            <p:nvPr/>
          </p:nvSpPr>
          <p:spPr>
            <a:xfrm>
              <a:off x="4762500" y="2924522"/>
              <a:ext cx="419100" cy="237778"/>
            </a:xfrm>
            <a:custGeom>
              <a:avLst/>
              <a:gdLst>
                <a:gd name="connsiteX0" fmla="*/ 190500 w 419100"/>
                <a:gd name="connsiteY0" fmla="*/ 28575 h 193675"/>
                <a:gd name="connsiteX1" fmla="*/ 190500 w 419100"/>
                <a:gd name="connsiteY1" fmla="*/ 28575 h 193675"/>
                <a:gd name="connsiteX2" fmla="*/ 66675 w 419100"/>
                <a:gd name="connsiteY2" fmla="*/ 28575 h 193675"/>
                <a:gd name="connsiteX3" fmla="*/ 28575 w 419100"/>
                <a:gd name="connsiteY3" fmla="*/ 47625 h 193675"/>
                <a:gd name="connsiteX4" fmla="*/ 19050 w 419100"/>
                <a:gd name="connsiteY4" fmla="*/ 53975 h 193675"/>
                <a:gd name="connsiteX5" fmla="*/ 6350 w 419100"/>
                <a:gd name="connsiteY5" fmla="*/ 73025 h 193675"/>
                <a:gd name="connsiteX6" fmla="*/ 0 w 419100"/>
                <a:gd name="connsiteY6" fmla="*/ 92075 h 193675"/>
                <a:gd name="connsiteX7" fmla="*/ 6350 w 419100"/>
                <a:gd name="connsiteY7" fmla="*/ 139700 h 193675"/>
                <a:gd name="connsiteX8" fmla="*/ 12700 w 419100"/>
                <a:gd name="connsiteY8" fmla="*/ 149225 h 193675"/>
                <a:gd name="connsiteX9" fmla="*/ 22225 w 419100"/>
                <a:gd name="connsiteY9" fmla="*/ 155575 h 193675"/>
                <a:gd name="connsiteX10" fmla="*/ 31750 w 419100"/>
                <a:gd name="connsiteY10" fmla="*/ 165100 h 193675"/>
                <a:gd name="connsiteX11" fmla="*/ 50800 w 419100"/>
                <a:gd name="connsiteY11" fmla="*/ 171450 h 193675"/>
                <a:gd name="connsiteX12" fmla="*/ 79375 w 419100"/>
                <a:gd name="connsiteY12" fmla="*/ 180975 h 193675"/>
                <a:gd name="connsiteX13" fmla="*/ 88900 w 419100"/>
                <a:gd name="connsiteY13" fmla="*/ 184150 h 193675"/>
                <a:gd name="connsiteX14" fmla="*/ 98425 w 419100"/>
                <a:gd name="connsiteY14" fmla="*/ 187325 h 193675"/>
                <a:gd name="connsiteX15" fmla="*/ 146050 w 419100"/>
                <a:gd name="connsiteY15" fmla="*/ 180975 h 193675"/>
                <a:gd name="connsiteX16" fmla="*/ 155575 w 419100"/>
                <a:gd name="connsiteY16" fmla="*/ 177800 h 193675"/>
                <a:gd name="connsiteX17" fmla="*/ 168275 w 419100"/>
                <a:gd name="connsiteY17" fmla="*/ 174625 h 193675"/>
                <a:gd name="connsiteX18" fmla="*/ 200025 w 419100"/>
                <a:gd name="connsiteY18" fmla="*/ 165100 h 193675"/>
                <a:gd name="connsiteX19" fmla="*/ 234950 w 419100"/>
                <a:gd name="connsiteY19" fmla="*/ 161925 h 193675"/>
                <a:gd name="connsiteX20" fmla="*/ 273050 w 419100"/>
                <a:gd name="connsiteY20" fmla="*/ 171450 h 193675"/>
                <a:gd name="connsiteX21" fmla="*/ 282575 w 419100"/>
                <a:gd name="connsiteY21" fmla="*/ 177800 h 193675"/>
                <a:gd name="connsiteX22" fmla="*/ 292100 w 419100"/>
                <a:gd name="connsiteY22" fmla="*/ 180975 h 193675"/>
                <a:gd name="connsiteX23" fmla="*/ 301625 w 419100"/>
                <a:gd name="connsiteY23" fmla="*/ 187325 h 193675"/>
                <a:gd name="connsiteX24" fmla="*/ 320675 w 419100"/>
                <a:gd name="connsiteY24" fmla="*/ 193675 h 193675"/>
                <a:gd name="connsiteX25" fmla="*/ 374650 w 419100"/>
                <a:gd name="connsiteY25" fmla="*/ 190500 h 193675"/>
                <a:gd name="connsiteX26" fmla="*/ 384175 w 419100"/>
                <a:gd name="connsiteY26" fmla="*/ 187325 h 193675"/>
                <a:gd name="connsiteX27" fmla="*/ 403225 w 419100"/>
                <a:gd name="connsiteY27" fmla="*/ 174625 h 193675"/>
                <a:gd name="connsiteX28" fmla="*/ 415925 w 419100"/>
                <a:gd name="connsiteY28" fmla="*/ 146050 h 193675"/>
                <a:gd name="connsiteX29" fmla="*/ 419100 w 419100"/>
                <a:gd name="connsiteY29" fmla="*/ 136525 h 193675"/>
                <a:gd name="connsiteX30" fmla="*/ 415925 w 419100"/>
                <a:gd name="connsiteY30" fmla="*/ 104775 h 193675"/>
                <a:gd name="connsiteX31" fmla="*/ 409575 w 419100"/>
                <a:gd name="connsiteY31" fmla="*/ 85725 h 193675"/>
                <a:gd name="connsiteX32" fmla="*/ 406400 w 419100"/>
                <a:gd name="connsiteY32" fmla="*/ 76200 h 193675"/>
                <a:gd name="connsiteX33" fmla="*/ 390525 w 419100"/>
                <a:gd name="connsiteY33" fmla="*/ 57150 h 193675"/>
                <a:gd name="connsiteX34" fmla="*/ 381000 w 419100"/>
                <a:gd name="connsiteY34" fmla="*/ 50800 h 193675"/>
                <a:gd name="connsiteX35" fmla="*/ 365125 w 419100"/>
                <a:gd name="connsiteY35" fmla="*/ 34925 h 193675"/>
                <a:gd name="connsiteX36" fmla="*/ 355600 w 419100"/>
                <a:gd name="connsiteY36" fmla="*/ 25400 h 193675"/>
                <a:gd name="connsiteX37" fmla="*/ 336550 w 419100"/>
                <a:gd name="connsiteY37" fmla="*/ 12700 h 193675"/>
                <a:gd name="connsiteX38" fmla="*/ 327025 w 419100"/>
                <a:gd name="connsiteY38" fmla="*/ 6350 h 193675"/>
                <a:gd name="connsiteX39" fmla="*/ 304800 w 419100"/>
                <a:gd name="connsiteY39" fmla="*/ 0 h 193675"/>
                <a:gd name="connsiteX40" fmla="*/ 263525 w 419100"/>
                <a:gd name="connsiteY40" fmla="*/ 9525 h 193675"/>
                <a:gd name="connsiteX41" fmla="*/ 254000 w 419100"/>
                <a:gd name="connsiteY41" fmla="*/ 12700 h 193675"/>
                <a:gd name="connsiteX42" fmla="*/ 244475 w 419100"/>
                <a:gd name="connsiteY42" fmla="*/ 19050 h 193675"/>
                <a:gd name="connsiteX43" fmla="*/ 238125 w 419100"/>
                <a:gd name="connsiteY43" fmla="*/ 28575 h 193675"/>
                <a:gd name="connsiteX44" fmla="*/ 203200 w 419100"/>
                <a:gd name="connsiteY44" fmla="*/ 38100 h 193675"/>
                <a:gd name="connsiteX45" fmla="*/ 184150 w 419100"/>
                <a:gd name="connsiteY45" fmla="*/ 34925 h 193675"/>
                <a:gd name="connsiteX46" fmla="*/ 190500 w 419100"/>
                <a:gd name="connsiteY46" fmla="*/ 28575 h 193675"/>
                <a:gd name="connsiteX0" fmla="*/ 190500 w 419100"/>
                <a:gd name="connsiteY0" fmla="*/ 28575 h 193675"/>
                <a:gd name="connsiteX1" fmla="*/ 190500 w 419100"/>
                <a:gd name="connsiteY1" fmla="*/ 28575 h 193675"/>
                <a:gd name="connsiteX2" fmla="*/ 66675 w 419100"/>
                <a:gd name="connsiteY2" fmla="*/ 28575 h 193675"/>
                <a:gd name="connsiteX3" fmla="*/ 28575 w 419100"/>
                <a:gd name="connsiteY3" fmla="*/ 47625 h 193675"/>
                <a:gd name="connsiteX4" fmla="*/ 19050 w 419100"/>
                <a:gd name="connsiteY4" fmla="*/ 53975 h 193675"/>
                <a:gd name="connsiteX5" fmla="*/ 6350 w 419100"/>
                <a:gd name="connsiteY5" fmla="*/ 73025 h 193675"/>
                <a:gd name="connsiteX6" fmla="*/ 0 w 419100"/>
                <a:gd name="connsiteY6" fmla="*/ 92075 h 193675"/>
                <a:gd name="connsiteX7" fmla="*/ 6350 w 419100"/>
                <a:gd name="connsiteY7" fmla="*/ 139700 h 193675"/>
                <a:gd name="connsiteX8" fmla="*/ 12700 w 419100"/>
                <a:gd name="connsiteY8" fmla="*/ 149225 h 193675"/>
                <a:gd name="connsiteX9" fmla="*/ 22225 w 419100"/>
                <a:gd name="connsiteY9" fmla="*/ 155575 h 193675"/>
                <a:gd name="connsiteX10" fmla="*/ 31750 w 419100"/>
                <a:gd name="connsiteY10" fmla="*/ 165100 h 193675"/>
                <a:gd name="connsiteX11" fmla="*/ 50800 w 419100"/>
                <a:gd name="connsiteY11" fmla="*/ 171450 h 193675"/>
                <a:gd name="connsiteX12" fmla="*/ 79375 w 419100"/>
                <a:gd name="connsiteY12" fmla="*/ 180975 h 193675"/>
                <a:gd name="connsiteX13" fmla="*/ 88900 w 419100"/>
                <a:gd name="connsiteY13" fmla="*/ 184150 h 193675"/>
                <a:gd name="connsiteX14" fmla="*/ 98425 w 419100"/>
                <a:gd name="connsiteY14" fmla="*/ 187325 h 193675"/>
                <a:gd name="connsiteX15" fmla="*/ 146050 w 419100"/>
                <a:gd name="connsiteY15" fmla="*/ 180975 h 193675"/>
                <a:gd name="connsiteX16" fmla="*/ 155575 w 419100"/>
                <a:gd name="connsiteY16" fmla="*/ 177800 h 193675"/>
                <a:gd name="connsiteX17" fmla="*/ 168275 w 419100"/>
                <a:gd name="connsiteY17" fmla="*/ 174625 h 193675"/>
                <a:gd name="connsiteX18" fmla="*/ 200025 w 419100"/>
                <a:gd name="connsiteY18" fmla="*/ 165100 h 193675"/>
                <a:gd name="connsiteX19" fmla="*/ 234950 w 419100"/>
                <a:gd name="connsiteY19" fmla="*/ 161925 h 193675"/>
                <a:gd name="connsiteX20" fmla="*/ 273050 w 419100"/>
                <a:gd name="connsiteY20" fmla="*/ 171450 h 193675"/>
                <a:gd name="connsiteX21" fmla="*/ 282575 w 419100"/>
                <a:gd name="connsiteY21" fmla="*/ 177800 h 193675"/>
                <a:gd name="connsiteX22" fmla="*/ 292100 w 419100"/>
                <a:gd name="connsiteY22" fmla="*/ 180975 h 193675"/>
                <a:gd name="connsiteX23" fmla="*/ 301625 w 419100"/>
                <a:gd name="connsiteY23" fmla="*/ 187325 h 193675"/>
                <a:gd name="connsiteX24" fmla="*/ 320675 w 419100"/>
                <a:gd name="connsiteY24" fmla="*/ 193675 h 193675"/>
                <a:gd name="connsiteX25" fmla="*/ 374650 w 419100"/>
                <a:gd name="connsiteY25" fmla="*/ 190500 h 193675"/>
                <a:gd name="connsiteX26" fmla="*/ 384175 w 419100"/>
                <a:gd name="connsiteY26" fmla="*/ 187325 h 193675"/>
                <a:gd name="connsiteX27" fmla="*/ 403225 w 419100"/>
                <a:gd name="connsiteY27" fmla="*/ 174625 h 193675"/>
                <a:gd name="connsiteX28" fmla="*/ 415925 w 419100"/>
                <a:gd name="connsiteY28" fmla="*/ 146050 h 193675"/>
                <a:gd name="connsiteX29" fmla="*/ 419100 w 419100"/>
                <a:gd name="connsiteY29" fmla="*/ 136525 h 193675"/>
                <a:gd name="connsiteX30" fmla="*/ 415925 w 419100"/>
                <a:gd name="connsiteY30" fmla="*/ 104775 h 193675"/>
                <a:gd name="connsiteX31" fmla="*/ 409575 w 419100"/>
                <a:gd name="connsiteY31" fmla="*/ 85725 h 193675"/>
                <a:gd name="connsiteX32" fmla="*/ 406400 w 419100"/>
                <a:gd name="connsiteY32" fmla="*/ 76200 h 193675"/>
                <a:gd name="connsiteX33" fmla="*/ 390525 w 419100"/>
                <a:gd name="connsiteY33" fmla="*/ 57150 h 193675"/>
                <a:gd name="connsiteX34" fmla="*/ 381000 w 419100"/>
                <a:gd name="connsiteY34" fmla="*/ 50800 h 193675"/>
                <a:gd name="connsiteX35" fmla="*/ 365125 w 419100"/>
                <a:gd name="connsiteY35" fmla="*/ 34925 h 193675"/>
                <a:gd name="connsiteX36" fmla="*/ 355600 w 419100"/>
                <a:gd name="connsiteY36" fmla="*/ 25400 h 193675"/>
                <a:gd name="connsiteX37" fmla="*/ 336550 w 419100"/>
                <a:gd name="connsiteY37" fmla="*/ 12700 h 193675"/>
                <a:gd name="connsiteX38" fmla="*/ 327025 w 419100"/>
                <a:gd name="connsiteY38" fmla="*/ 6350 h 193675"/>
                <a:gd name="connsiteX39" fmla="*/ 304800 w 419100"/>
                <a:gd name="connsiteY39" fmla="*/ 0 h 193675"/>
                <a:gd name="connsiteX40" fmla="*/ 263525 w 419100"/>
                <a:gd name="connsiteY40" fmla="*/ 9525 h 193675"/>
                <a:gd name="connsiteX41" fmla="*/ 254000 w 419100"/>
                <a:gd name="connsiteY41" fmla="*/ 12700 h 193675"/>
                <a:gd name="connsiteX42" fmla="*/ 244475 w 419100"/>
                <a:gd name="connsiteY42" fmla="*/ 19050 h 193675"/>
                <a:gd name="connsiteX43" fmla="*/ 238125 w 419100"/>
                <a:gd name="connsiteY43" fmla="*/ 28575 h 193675"/>
                <a:gd name="connsiteX44" fmla="*/ 184150 w 419100"/>
                <a:gd name="connsiteY44" fmla="*/ 34925 h 193675"/>
                <a:gd name="connsiteX45" fmla="*/ 190500 w 419100"/>
                <a:gd name="connsiteY45" fmla="*/ 28575 h 193675"/>
                <a:gd name="connsiteX0" fmla="*/ 190500 w 419100"/>
                <a:gd name="connsiteY0" fmla="*/ 28575 h 193675"/>
                <a:gd name="connsiteX1" fmla="*/ 190500 w 419100"/>
                <a:gd name="connsiteY1" fmla="*/ 28575 h 193675"/>
                <a:gd name="connsiteX2" fmla="*/ 66675 w 419100"/>
                <a:gd name="connsiteY2" fmla="*/ 28575 h 193675"/>
                <a:gd name="connsiteX3" fmla="*/ 28575 w 419100"/>
                <a:gd name="connsiteY3" fmla="*/ 47625 h 193675"/>
                <a:gd name="connsiteX4" fmla="*/ 19050 w 419100"/>
                <a:gd name="connsiteY4" fmla="*/ 53975 h 193675"/>
                <a:gd name="connsiteX5" fmla="*/ 6350 w 419100"/>
                <a:gd name="connsiteY5" fmla="*/ 73025 h 193675"/>
                <a:gd name="connsiteX6" fmla="*/ 0 w 419100"/>
                <a:gd name="connsiteY6" fmla="*/ 92075 h 193675"/>
                <a:gd name="connsiteX7" fmla="*/ 6350 w 419100"/>
                <a:gd name="connsiteY7" fmla="*/ 139700 h 193675"/>
                <a:gd name="connsiteX8" fmla="*/ 12700 w 419100"/>
                <a:gd name="connsiteY8" fmla="*/ 149225 h 193675"/>
                <a:gd name="connsiteX9" fmla="*/ 22225 w 419100"/>
                <a:gd name="connsiteY9" fmla="*/ 155575 h 193675"/>
                <a:gd name="connsiteX10" fmla="*/ 31750 w 419100"/>
                <a:gd name="connsiteY10" fmla="*/ 165100 h 193675"/>
                <a:gd name="connsiteX11" fmla="*/ 50800 w 419100"/>
                <a:gd name="connsiteY11" fmla="*/ 171450 h 193675"/>
                <a:gd name="connsiteX12" fmla="*/ 79375 w 419100"/>
                <a:gd name="connsiteY12" fmla="*/ 180975 h 193675"/>
                <a:gd name="connsiteX13" fmla="*/ 88900 w 419100"/>
                <a:gd name="connsiteY13" fmla="*/ 184150 h 193675"/>
                <a:gd name="connsiteX14" fmla="*/ 98425 w 419100"/>
                <a:gd name="connsiteY14" fmla="*/ 187325 h 193675"/>
                <a:gd name="connsiteX15" fmla="*/ 146050 w 419100"/>
                <a:gd name="connsiteY15" fmla="*/ 180975 h 193675"/>
                <a:gd name="connsiteX16" fmla="*/ 155575 w 419100"/>
                <a:gd name="connsiteY16" fmla="*/ 177800 h 193675"/>
                <a:gd name="connsiteX17" fmla="*/ 168275 w 419100"/>
                <a:gd name="connsiteY17" fmla="*/ 174625 h 193675"/>
                <a:gd name="connsiteX18" fmla="*/ 200025 w 419100"/>
                <a:gd name="connsiteY18" fmla="*/ 165100 h 193675"/>
                <a:gd name="connsiteX19" fmla="*/ 234950 w 419100"/>
                <a:gd name="connsiteY19" fmla="*/ 161925 h 193675"/>
                <a:gd name="connsiteX20" fmla="*/ 273050 w 419100"/>
                <a:gd name="connsiteY20" fmla="*/ 171450 h 193675"/>
                <a:gd name="connsiteX21" fmla="*/ 282575 w 419100"/>
                <a:gd name="connsiteY21" fmla="*/ 177800 h 193675"/>
                <a:gd name="connsiteX22" fmla="*/ 292100 w 419100"/>
                <a:gd name="connsiteY22" fmla="*/ 180975 h 193675"/>
                <a:gd name="connsiteX23" fmla="*/ 301625 w 419100"/>
                <a:gd name="connsiteY23" fmla="*/ 187325 h 193675"/>
                <a:gd name="connsiteX24" fmla="*/ 320675 w 419100"/>
                <a:gd name="connsiteY24" fmla="*/ 193675 h 193675"/>
                <a:gd name="connsiteX25" fmla="*/ 374650 w 419100"/>
                <a:gd name="connsiteY25" fmla="*/ 190500 h 193675"/>
                <a:gd name="connsiteX26" fmla="*/ 384175 w 419100"/>
                <a:gd name="connsiteY26" fmla="*/ 187325 h 193675"/>
                <a:gd name="connsiteX27" fmla="*/ 403225 w 419100"/>
                <a:gd name="connsiteY27" fmla="*/ 174625 h 193675"/>
                <a:gd name="connsiteX28" fmla="*/ 415925 w 419100"/>
                <a:gd name="connsiteY28" fmla="*/ 146050 h 193675"/>
                <a:gd name="connsiteX29" fmla="*/ 419100 w 419100"/>
                <a:gd name="connsiteY29" fmla="*/ 136525 h 193675"/>
                <a:gd name="connsiteX30" fmla="*/ 415925 w 419100"/>
                <a:gd name="connsiteY30" fmla="*/ 104775 h 193675"/>
                <a:gd name="connsiteX31" fmla="*/ 409575 w 419100"/>
                <a:gd name="connsiteY31" fmla="*/ 85725 h 193675"/>
                <a:gd name="connsiteX32" fmla="*/ 406400 w 419100"/>
                <a:gd name="connsiteY32" fmla="*/ 76200 h 193675"/>
                <a:gd name="connsiteX33" fmla="*/ 390525 w 419100"/>
                <a:gd name="connsiteY33" fmla="*/ 57150 h 193675"/>
                <a:gd name="connsiteX34" fmla="*/ 381000 w 419100"/>
                <a:gd name="connsiteY34" fmla="*/ 50800 h 193675"/>
                <a:gd name="connsiteX35" fmla="*/ 365125 w 419100"/>
                <a:gd name="connsiteY35" fmla="*/ 34925 h 193675"/>
                <a:gd name="connsiteX36" fmla="*/ 355600 w 419100"/>
                <a:gd name="connsiteY36" fmla="*/ 25400 h 193675"/>
                <a:gd name="connsiteX37" fmla="*/ 336550 w 419100"/>
                <a:gd name="connsiteY37" fmla="*/ 12700 h 193675"/>
                <a:gd name="connsiteX38" fmla="*/ 327025 w 419100"/>
                <a:gd name="connsiteY38" fmla="*/ 6350 h 193675"/>
                <a:gd name="connsiteX39" fmla="*/ 304800 w 419100"/>
                <a:gd name="connsiteY39" fmla="*/ 0 h 193675"/>
                <a:gd name="connsiteX40" fmla="*/ 263525 w 419100"/>
                <a:gd name="connsiteY40" fmla="*/ 9525 h 193675"/>
                <a:gd name="connsiteX41" fmla="*/ 244475 w 419100"/>
                <a:gd name="connsiteY41" fmla="*/ 19050 h 193675"/>
                <a:gd name="connsiteX42" fmla="*/ 238125 w 419100"/>
                <a:gd name="connsiteY42" fmla="*/ 28575 h 193675"/>
                <a:gd name="connsiteX43" fmla="*/ 184150 w 419100"/>
                <a:gd name="connsiteY43" fmla="*/ 34925 h 193675"/>
                <a:gd name="connsiteX44" fmla="*/ 190500 w 419100"/>
                <a:gd name="connsiteY44" fmla="*/ 28575 h 193675"/>
                <a:gd name="connsiteX0" fmla="*/ 190500 w 419100"/>
                <a:gd name="connsiteY0" fmla="*/ 28575 h 193675"/>
                <a:gd name="connsiteX1" fmla="*/ 190500 w 419100"/>
                <a:gd name="connsiteY1" fmla="*/ 28575 h 193675"/>
                <a:gd name="connsiteX2" fmla="*/ 66675 w 419100"/>
                <a:gd name="connsiteY2" fmla="*/ 28575 h 193675"/>
                <a:gd name="connsiteX3" fmla="*/ 28575 w 419100"/>
                <a:gd name="connsiteY3" fmla="*/ 47625 h 193675"/>
                <a:gd name="connsiteX4" fmla="*/ 19050 w 419100"/>
                <a:gd name="connsiteY4" fmla="*/ 53975 h 193675"/>
                <a:gd name="connsiteX5" fmla="*/ 6350 w 419100"/>
                <a:gd name="connsiteY5" fmla="*/ 73025 h 193675"/>
                <a:gd name="connsiteX6" fmla="*/ 0 w 419100"/>
                <a:gd name="connsiteY6" fmla="*/ 92075 h 193675"/>
                <a:gd name="connsiteX7" fmla="*/ 6350 w 419100"/>
                <a:gd name="connsiteY7" fmla="*/ 139700 h 193675"/>
                <a:gd name="connsiteX8" fmla="*/ 12700 w 419100"/>
                <a:gd name="connsiteY8" fmla="*/ 149225 h 193675"/>
                <a:gd name="connsiteX9" fmla="*/ 22225 w 419100"/>
                <a:gd name="connsiteY9" fmla="*/ 155575 h 193675"/>
                <a:gd name="connsiteX10" fmla="*/ 31750 w 419100"/>
                <a:gd name="connsiteY10" fmla="*/ 165100 h 193675"/>
                <a:gd name="connsiteX11" fmla="*/ 50800 w 419100"/>
                <a:gd name="connsiteY11" fmla="*/ 171450 h 193675"/>
                <a:gd name="connsiteX12" fmla="*/ 79375 w 419100"/>
                <a:gd name="connsiteY12" fmla="*/ 180975 h 193675"/>
                <a:gd name="connsiteX13" fmla="*/ 88900 w 419100"/>
                <a:gd name="connsiteY13" fmla="*/ 184150 h 193675"/>
                <a:gd name="connsiteX14" fmla="*/ 98425 w 419100"/>
                <a:gd name="connsiteY14" fmla="*/ 187325 h 193675"/>
                <a:gd name="connsiteX15" fmla="*/ 146050 w 419100"/>
                <a:gd name="connsiteY15" fmla="*/ 180975 h 193675"/>
                <a:gd name="connsiteX16" fmla="*/ 155575 w 419100"/>
                <a:gd name="connsiteY16" fmla="*/ 177800 h 193675"/>
                <a:gd name="connsiteX17" fmla="*/ 168275 w 419100"/>
                <a:gd name="connsiteY17" fmla="*/ 174625 h 193675"/>
                <a:gd name="connsiteX18" fmla="*/ 200025 w 419100"/>
                <a:gd name="connsiteY18" fmla="*/ 165100 h 193675"/>
                <a:gd name="connsiteX19" fmla="*/ 234950 w 419100"/>
                <a:gd name="connsiteY19" fmla="*/ 161925 h 193675"/>
                <a:gd name="connsiteX20" fmla="*/ 273050 w 419100"/>
                <a:gd name="connsiteY20" fmla="*/ 171450 h 193675"/>
                <a:gd name="connsiteX21" fmla="*/ 282575 w 419100"/>
                <a:gd name="connsiteY21" fmla="*/ 177800 h 193675"/>
                <a:gd name="connsiteX22" fmla="*/ 292100 w 419100"/>
                <a:gd name="connsiteY22" fmla="*/ 180975 h 193675"/>
                <a:gd name="connsiteX23" fmla="*/ 301625 w 419100"/>
                <a:gd name="connsiteY23" fmla="*/ 187325 h 193675"/>
                <a:gd name="connsiteX24" fmla="*/ 320675 w 419100"/>
                <a:gd name="connsiteY24" fmla="*/ 193675 h 193675"/>
                <a:gd name="connsiteX25" fmla="*/ 374650 w 419100"/>
                <a:gd name="connsiteY25" fmla="*/ 190500 h 193675"/>
                <a:gd name="connsiteX26" fmla="*/ 384175 w 419100"/>
                <a:gd name="connsiteY26" fmla="*/ 187325 h 193675"/>
                <a:gd name="connsiteX27" fmla="*/ 403225 w 419100"/>
                <a:gd name="connsiteY27" fmla="*/ 174625 h 193675"/>
                <a:gd name="connsiteX28" fmla="*/ 415925 w 419100"/>
                <a:gd name="connsiteY28" fmla="*/ 146050 h 193675"/>
                <a:gd name="connsiteX29" fmla="*/ 419100 w 419100"/>
                <a:gd name="connsiteY29" fmla="*/ 136525 h 193675"/>
                <a:gd name="connsiteX30" fmla="*/ 415925 w 419100"/>
                <a:gd name="connsiteY30" fmla="*/ 104775 h 193675"/>
                <a:gd name="connsiteX31" fmla="*/ 409575 w 419100"/>
                <a:gd name="connsiteY31" fmla="*/ 85725 h 193675"/>
                <a:gd name="connsiteX32" fmla="*/ 406400 w 419100"/>
                <a:gd name="connsiteY32" fmla="*/ 76200 h 193675"/>
                <a:gd name="connsiteX33" fmla="*/ 390525 w 419100"/>
                <a:gd name="connsiteY33" fmla="*/ 57150 h 193675"/>
                <a:gd name="connsiteX34" fmla="*/ 381000 w 419100"/>
                <a:gd name="connsiteY34" fmla="*/ 50800 h 193675"/>
                <a:gd name="connsiteX35" fmla="*/ 365125 w 419100"/>
                <a:gd name="connsiteY35" fmla="*/ 34925 h 193675"/>
                <a:gd name="connsiteX36" fmla="*/ 355600 w 419100"/>
                <a:gd name="connsiteY36" fmla="*/ 25400 h 193675"/>
                <a:gd name="connsiteX37" fmla="*/ 336550 w 419100"/>
                <a:gd name="connsiteY37" fmla="*/ 12700 h 193675"/>
                <a:gd name="connsiteX38" fmla="*/ 327025 w 419100"/>
                <a:gd name="connsiteY38" fmla="*/ 6350 h 193675"/>
                <a:gd name="connsiteX39" fmla="*/ 304800 w 419100"/>
                <a:gd name="connsiteY39" fmla="*/ 0 h 193675"/>
                <a:gd name="connsiteX40" fmla="*/ 263525 w 419100"/>
                <a:gd name="connsiteY40" fmla="*/ 9525 h 193675"/>
                <a:gd name="connsiteX41" fmla="*/ 244475 w 419100"/>
                <a:gd name="connsiteY41" fmla="*/ 19050 h 193675"/>
                <a:gd name="connsiteX42" fmla="*/ 238125 w 419100"/>
                <a:gd name="connsiteY42" fmla="*/ 28575 h 193675"/>
                <a:gd name="connsiteX43" fmla="*/ 191294 w 419100"/>
                <a:gd name="connsiteY43" fmla="*/ 27781 h 193675"/>
                <a:gd name="connsiteX44" fmla="*/ 190500 w 419100"/>
                <a:gd name="connsiteY44" fmla="*/ 28575 h 193675"/>
                <a:gd name="connsiteX0" fmla="*/ 190500 w 419100"/>
                <a:gd name="connsiteY0" fmla="*/ 28575 h 193675"/>
                <a:gd name="connsiteX1" fmla="*/ 190500 w 419100"/>
                <a:gd name="connsiteY1" fmla="*/ 28575 h 193675"/>
                <a:gd name="connsiteX2" fmla="*/ 66675 w 419100"/>
                <a:gd name="connsiteY2" fmla="*/ 28575 h 193675"/>
                <a:gd name="connsiteX3" fmla="*/ 28575 w 419100"/>
                <a:gd name="connsiteY3" fmla="*/ 47625 h 193675"/>
                <a:gd name="connsiteX4" fmla="*/ 19050 w 419100"/>
                <a:gd name="connsiteY4" fmla="*/ 53975 h 193675"/>
                <a:gd name="connsiteX5" fmla="*/ 6350 w 419100"/>
                <a:gd name="connsiteY5" fmla="*/ 73025 h 193675"/>
                <a:gd name="connsiteX6" fmla="*/ 0 w 419100"/>
                <a:gd name="connsiteY6" fmla="*/ 92075 h 193675"/>
                <a:gd name="connsiteX7" fmla="*/ 6350 w 419100"/>
                <a:gd name="connsiteY7" fmla="*/ 139700 h 193675"/>
                <a:gd name="connsiteX8" fmla="*/ 12700 w 419100"/>
                <a:gd name="connsiteY8" fmla="*/ 149225 h 193675"/>
                <a:gd name="connsiteX9" fmla="*/ 22225 w 419100"/>
                <a:gd name="connsiteY9" fmla="*/ 155575 h 193675"/>
                <a:gd name="connsiteX10" fmla="*/ 31750 w 419100"/>
                <a:gd name="connsiteY10" fmla="*/ 165100 h 193675"/>
                <a:gd name="connsiteX11" fmla="*/ 50800 w 419100"/>
                <a:gd name="connsiteY11" fmla="*/ 171450 h 193675"/>
                <a:gd name="connsiteX12" fmla="*/ 79375 w 419100"/>
                <a:gd name="connsiteY12" fmla="*/ 180975 h 193675"/>
                <a:gd name="connsiteX13" fmla="*/ 88900 w 419100"/>
                <a:gd name="connsiteY13" fmla="*/ 184150 h 193675"/>
                <a:gd name="connsiteX14" fmla="*/ 98425 w 419100"/>
                <a:gd name="connsiteY14" fmla="*/ 187325 h 193675"/>
                <a:gd name="connsiteX15" fmla="*/ 146050 w 419100"/>
                <a:gd name="connsiteY15" fmla="*/ 180975 h 193675"/>
                <a:gd name="connsiteX16" fmla="*/ 155575 w 419100"/>
                <a:gd name="connsiteY16" fmla="*/ 177800 h 193675"/>
                <a:gd name="connsiteX17" fmla="*/ 168275 w 419100"/>
                <a:gd name="connsiteY17" fmla="*/ 174625 h 193675"/>
                <a:gd name="connsiteX18" fmla="*/ 200025 w 419100"/>
                <a:gd name="connsiteY18" fmla="*/ 165100 h 193675"/>
                <a:gd name="connsiteX19" fmla="*/ 234950 w 419100"/>
                <a:gd name="connsiteY19" fmla="*/ 161925 h 193675"/>
                <a:gd name="connsiteX20" fmla="*/ 273050 w 419100"/>
                <a:gd name="connsiteY20" fmla="*/ 171450 h 193675"/>
                <a:gd name="connsiteX21" fmla="*/ 282575 w 419100"/>
                <a:gd name="connsiteY21" fmla="*/ 177800 h 193675"/>
                <a:gd name="connsiteX22" fmla="*/ 292100 w 419100"/>
                <a:gd name="connsiteY22" fmla="*/ 180975 h 193675"/>
                <a:gd name="connsiteX23" fmla="*/ 301625 w 419100"/>
                <a:gd name="connsiteY23" fmla="*/ 187325 h 193675"/>
                <a:gd name="connsiteX24" fmla="*/ 320675 w 419100"/>
                <a:gd name="connsiteY24" fmla="*/ 193675 h 193675"/>
                <a:gd name="connsiteX25" fmla="*/ 374650 w 419100"/>
                <a:gd name="connsiteY25" fmla="*/ 190500 h 193675"/>
                <a:gd name="connsiteX26" fmla="*/ 384175 w 419100"/>
                <a:gd name="connsiteY26" fmla="*/ 187325 h 193675"/>
                <a:gd name="connsiteX27" fmla="*/ 403225 w 419100"/>
                <a:gd name="connsiteY27" fmla="*/ 174625 h 193675"/>
                <a:gd name="connsiteX28" fmla="*/ 415925 w 419100"/>
                <a:gd name="connsiteY28" fmla="*/ 146050 h 193675"/>
                <a:gd name="connsiteX29" fmla="*/ 419100 w 419100"/>
                <a:gd name="connsiteY29" fmla="*/ 136525 h 193675"/>
                <a:gd name="connsiteX30" fmla="*/ 415925 w 419100"/>
                <a:gd name="connsiteY30" fmla="*/ 104775 h 193675"/>
                <a:gd name="connsiteX31" fmla="*/ 409575 w 419100"/>
                <a:gd name="connsiteY31" fmla="*/ 85725 h 193675"/>
                <a:gd name="connsiteX32" fmla="*/ 406400 w 419100"/>
                <a:gd name="connsiteY32" fmla="*/ 76200 h 193675"/>
                <a:gd name="connsiteX33" fmla="*/ 390525 w 419100"/>
                <a:gd name="connsiteY33" fmla="*/ 57150 h 193675"/>
                <a:gd name="connsiteX34" fmla="*/ 381000 w 419100"/>
                <a:gd name="connsiteY34" fmla="*/ 50800 h 193675"/>
                <a:gd name="connsiteX35" fmla="*/ 365125 w 419100"/>
                <a:gd name="connsiteY35" fmla="*/ 34925 h 193675"/>
                <a:gd name="connsiteX36" fmla="*/ 355600 w 419100"/>
                <a:gd name="connsiteY36" fmla="*/ 25400 h 193675"/>
                <a:gd name="connsiteX37" fmla="*/ 336550 w 419100"/>
                <a:gd name="connsiteY37" fmla="*/ 12700 h 193675"/>
                <a:gd name="connsiteX38" fmla="*/ 327025 w 419100"/>
                <a:gd name="connsiteY38" fmla="*/ 6350 h 193675"/>
                <a:gd name="connsiteX39" fmla="*/ 304800 w 419100"/>
                <a:gd name="connsiteY39" fmla="*/ 0 h 193675"/>
                <a:gd name="connsiteX40" fmla="*/ 263525 w 419100"/>
                <a:gd name="connsiteY40" fmla="*/ 9525 h 193675"/>
                <a:gd name="connsiteX41" fmla="*/ 238125 w 419100"/>
                <a:gd name="connsiteY41" fmla="*/ 28575 h 193675"/>
                <a:gd name="connsiteX42" fmla="*/ 191294 w 419100"/>
                <a:gd name="connsiteY42" fmla="*/ 27781 h 193675"/>
                <a:gd name="connsiteX43" fmla="*/ 190500 w 419100"/>
                <a:gd name="connsiteY43" fmla="*/ 28575 h 193675"/>
                <a:gd name="connsiteX0" fmla="*/ 190500 w 419100"/>
                <a:gd name="connsiteY0" fmla="*/ 28575 h 193675"/>
                <a:gd name="connsiteX1" fmla="*/ 190500 w 419100"/>
                <a:gd name="connsiteY1" fmla="*/ 28575 h 193675"/>
                <a:gd name="connsiteX2" fmla="*/ 66675 w 419100"/>
                <a:gd name="connsiteY2" fmla="*/ 28575 h 193675"/>
                <a:gd name="connsiteX3" fmla="*/ 28575 w 419100"/>
                <a:gd name="connsiteY3" fmla="*/ 47625 h 193675"/>
                <a:gd name="connsiteX4" fmla="*/ 19050 w 419100"/>
                <a:gd name="connsiteY4" fmla="*/ 53975 h 193675"/>
                <a:gd name="connsiteX5" fmla="*/ 6350 w 419100"/>
                <a:gd name="connsiteY5" fmla="*/ 73025 h 193675"/>
                <a:gd name="connsiteX6" fmla="*/ 0 w 419100"/>
                <a:gd name="connsiteY6" fmla="*/ 92075 h 193675"/>
                <a:gd name="connsiteX7" fmla="*/ 6350 w 419100"/>
                <a:gd name="connsiteY7" fmla="*/ 139700 h 193675"/>
                <a:gd name="connsiteX8" fmla="*/ 12700 w 419100"/>
                <a:gd name="connsiteY8" fmla="*/ 149225 h 193675"/>
                <a:gd name="connsiteX9" fmla="*/ 22225 w 419100"/>
                <a:gd name="connsiteY9" fmla="*/ 155575 h 193675"/>
                <a:gd name="connsiteX10" fmla="*/ 31750 w 419100"/>
                <a:gd name="connsiteY10" fmla="*/ 165100 h 193675"/>
                <a:gd name="connsiteX11" fmla="*/ 50800 w 419100"/>
                <a:gd name="connsiteY11" fmla="*/ 171450 h 193675"/>
                <a:gd name="connsiteX12" fmla="*/ 79375 w 419100"/>
                <a:gd name="connsiteY12" fmla="*/ 180975 h 193675"/>
                <a:gd name="connsiteX13" fmla="*/ 88900 w 419100"/>
                <a:gd name="connsiteY13" fmla="*/ 184150 h 193675"/>
                <a:gd name="connsiteX14" fmla="*/ 98425 w 419100"/>
                <a:gd name="connsiteY14" fmla="*/ 187325 h 193675"/>
                <a:gd name="connsiteX15" fmla="*/ 146050 w 419100"/>
                <a:gd name="connsiteY15" fmla="*/ 180975 h 193675"/>
                <a:gd name="connsiteX16" fmla="*/ 155575 w 419100"/>
                <a:gd name="connsiteY16" fmla="*/ 177800 h 193675"/>
                <a:gd name="connsiteX17" fmla="*/ 168275 w 419100"/>
                <a:gd name="connsiteY17" fmla="*/ 174625 h 193675"/>
                <a:gd name="connsiteX18" fmla="*/ 200025 w 419100"/>
                <a:gd name="connsiteY18" fmla="*/ 165100 h 193675"/>
                <a:gd name="connsiteX19" fmla="*/ 234950 w 419100"/>
                <a:gd name="connsiteY19" fmla="*/ 161925 h 193675"/>
                <a:gd name="connsiteX20" fmla="*/ 273050 w 419100"/>
                <a:gd name="connsiteY20" fmla="*/ 171450 h 193675"/>
                <a:gd name="connsiteX21" fmla="*/ 282575 w 419100"/>
                <a:gd name="connsiteY21" fmla="*/ 177800 h 193675"/>
                <a:gd name="connsiteX22" fmla="*/ 292100 w 419100"/>
                <a:gd name="connsiteY22" fmla="*/ 180975 h 193675"/>
                <a:gd name="connsiteX23" fmla="*/ 301625 w 419100"/>
                <a:gd name="connsiteY23" fmla="*/ 187325 h 193675"/>
                <a:gd name="connsiteX24" fmla="*/ 320675 w 419100"/>
                <a:gd name="connsiteY24" fmla="*/ 193675 h 193675"/>
                <a:gd name="connsiteX25" fmla="*/ 374650 w 419100"/>
                <a:gd name="connsiteY25" fmla="*/ 190500 h 193675"/>
                <a:gd name="connsiteX26" fmla="*/ 384175 w 419100"/>
                <a:gd name="connsiteY26" fmla="*/ 187325 h 193675"/>
                <a:gd name="connsiteX27" fmla="*/ 403225 w 419100"/>
                <a:gd name="connsiteY27" fmla="*/ 174625 h 193675"/>
                <a:gd name="connsiteX28" fmla="*/ 415925 w 419100"/>
                <a:gd name="connsiteY28" fmla="*/ 146050 h 193675"/>
                <a:gd name="connsiteX29" fmla="*/ 419100 w 419100"/>
                <a:gd name="connsiteY29" fmla="*/ 136525 h 193675"/>
                <a:gd name="connsiteX30" fmla="*/ 415925 w 419100"/>
                <a:gd name="connsiteY30" fmla="*/ 104775 h 193675"/>
                <a:gd name="connsiteX31" fmla="*/ 409575 w 419100"/>
                <a:gd name="connsiteY31" fmla="*/ 85725 h 193675"/>
                <a:gd name="connsiteX32" fmla="*/ 406400 w 419100"/>
                <a:gd name="connsiteY32" fmla="*/ 76200 h 193675"/>
                <a:gd name="connsiteX33" fmla="*/ 390525 w 419100"/>
                <a:gd name="connsiteY33" fmla="*/ 57150 h 193675"/>
                <a:gd name="connsiteX34" fmla="*/ 381000 w 419100"/>
                <a:gd name="connsiteY34" fmla="*/ 50800 h 193675"/>
                <a:gd name="connsiteX35" fmla="*/ 365125 w 419100"/>
                <a:gd name="connsiteY35" fmla="*/ 34925 h 193675"/>
                <a:gd name="connsiteX36" fmla="*/ 355600 w 419100"/>
                <a:gd name="connsiteY36" fmla="*/ 25400 h 193675"/>
                <a:gd name="connsiteX37" fmla="*/ 336550 w 419100"/>
                <a:gd name="connsiteY37" fmla="*/ 12700 h 193675"/>
                <a:gd name="connsiteX38" fmla="*/ 327025 w 419100"/>
                <a:gd name="connsiteY38" fmla="*/ 6350 h 193675"/>
                <a:gd name="connsiteX39" fmla="*/ 304800 w 419100"/>
                <a:gd name="connsiteY39" fmla="*/ 0 h 193675"/>
                <a:gd name="connsiteX40" fmla="*/ 263525 w 419100"/>
                <a:gd name="connsiteY40" fmla="*/ 9525 h 193675"/>
                <a:gd name="connsiteX41" fmla="*/ 240507 w 419100"/>
                <a:gd name="connsiteY41" fmla="*/ 38100 h 193675"/>
                <a:gd name="connsiteX42" fmla="*/ 191294 w 419100"/>
                <a:gd name="connsiteY42" fmla="*/ 27781 h 193675"/>
                <a:gd name="connsiteX43" fmla="*/ 190500 w 419100"/>
                <a:gd name="connsiteY43" fmla="*/ 28575 h 193675"/>
                <a:gd name="connsiteX0" fmla="*/ 190500 w 419100"/>
                <a:gd name="connsiteY0" fmla="*/ 28575 h 193675"/>
                <a:gd name="connsiteX1" fmla="*/ 190500 w 419100"/>
                <a:gd name="connsiteY1" fmla="*/ 28575 h 193675"/>
                <a:gd name="connsiteX2" fmla="*/ 66675 w 419100"/>
                <a:gd name="connsiteY2" fmla="*/ 28575 h 193675"/>
                <a:gd name="connsiteX3" fmla="*/ 28575 w 419100"/>
                <a:gd name="connsiteY3" fmla="*/ 47625 h 193675"/>
                <a:gd name="connsiteX4" fmla="*/ 19050 w 419100"/>
                <a:gd name="connsiteY4" fmla="*/ 53975 h 193675"/>
                <a:gd name="connsiteX5" fmla="*/ 6350 w 419100"/>
                <a:gd name="connsiteY5" fmla="*/ 73025 h 193675"/>
                <a:gd name="connsiteX6" fmla="*/ 0 w 419100"/>
                <a:gd name="connsiteY6" fmla="*/ 92075 h 193675"/>
                <a:gd name="connsiteX7" fmla="*/ 6350 w 419100"/>
                <a:gd name="connsiteY7" fmla="*/ 139700 h 193675"/>
                <a:gd name="connsiteX8" fmla="*/ 12700 w 419100"/>
                <a:gd name="connsiteY8" fmla="*/ 149225 h 193675"/>
                <a:gd name="connsiteX9" fmla="*/ 22225 w 419100"/>
                <a:gd name="connsiteY9" fmla="*/ 155575 h 193675"/>
                <a:gd name="connsiteX10" fmla="*/ 31750 w 419100"/>
                <a:gd name="connsiteY10" fmla="*/ 165100 h 193675"/>
                <a:gd name="connsiteX11" fmla="*/ 50800 w 419100"/>
                <a:gd name="connsiteY11" fmla="*/ 171450 h 193675"/>
                <a:gd name="connsiteX12" fmla="*/ 79375 w 419100"/>
                <a:gd name="connsiteY12" fmla="*/ 180975 h 193675"/>
                <a:gd name="connsiteX13" fmla="*/ 88900 w 419100"/>
                <a:gd name="connsiteY13" fmla="*/ 184150 h 193675"/>
                <a:gd name="connsiteX14" fmla="*/ 98425 w 419100"/>
                <a:gd name="connsiteY14" fmla="*/ 187325 h 193675"/>
                <a:gd name="connsiteX15" fmla="*/ 146050 w 419100"/>
                <a:gd name="connsiteY15" fmla="*/ 180975 h 193675"/>
                <a:gd name="connsiteX16" fmla="*/ 155575 w 419100"/>
                <a:gd name="connsiteY16" fmla="*/ 177800 h 193675"/>
                <a:gd name="connsiteX17" fmla="*/ 168275 w 419100"/>
                <a:gd name="connsiteY17" fmla="*/ 174625 h 193675"/>
                <a:gd name="connsiteX18" fmla="*/ 200025 w 419100"/>
                <a:gd name="connsiteY18" fmla="*/ 165100 h 193675"/>
                <a:gd name="connsiteX19" fmla="*/ 234950 w 419100"/>
                <a:gd name="connsiteY19" fmla="*/ 161925 h 193675"/>
                <a:gd name="connsiteX20" fmla="*/ 273050 w 419100"/>
                <a:gd name="connsiteY20" fmla="*/ 171450 h 193675"/>
                <a:gd name="connsiteX21" fmla="*/ 282575 w 419100"/>
                <a:gd name="connsiteY21" fmla="*/ 177800 h 193675"/>
                <a:gd name="connsiteX22" fmla="*/ 292100 w 419100"/>
                <a:gd name="connsiteY22" fmla="*/ 180975 h 193675"/>
                <a:gd name="connsiteX23" fmla="*/ 301625 w 419100"/>
                <a:gd name="connsiteY23" fmla="*/ 187325 h 193675"/>
                <a:gd name="connsiteX24" fmla="*/ 320675 w 419100"/>
                <a:gd name="connsiteY24" fmla="*/ 193675 h 193675"/>
                <a:gd name="connsiteX25" fmla="*/ 374650 w 419100"/>
                <a:gd name="connsiteY25" fmla="*/ 190500 h 193675"/>
                <a:gd name="connsiteX26" fmla="*/ 384175 w 419100"/>
                <a:gd name="connsiteY26" fmla="*/ 187325 h 193675"/>
                <a:gd name="connsiteX27" fmla="*/ 403225 w 419100"/>
                <a:gd name="connsiteY27" fmla="*/ 174625 h 193675"/>
                <a:gd name="connsiteX28" fmla="*/ 415925 w 419100"/>
                <a:gd name="connsiteY28" fmla="*/ 146050 h 193675"/>
                <a:gd name="connsiteX29" fmla="*/ 419100 w 419100"/>
                <a:gd name="connsiteY29" fmla="*/ 136525 h 193675"/>
                <a:gd name="connsiteX30" fmla="*/ 415925 w 419100"/>
                <a:gd name="connsiteY30" fmla="*/ 104775 h 193675"/>
                <a:gd name="connsiteX31" fmla="*/ 409575 w 419100"/>
                <a:gd name="connsiteY31" fmla="*/ 85725 h 193675"/>
                <a:gd name="connsiteX32" fmla="*/ 406400 w 419100"/>
                <a:gd name="connsiteY32" fmla="*/ 76200 h 193675"/>
                <a:gd name="connsiteX33" fmla="*/ 390525 w 419100"/>
                <a:gd name="connsiteY33" fmla="*/ 57150 h 193675"/>
                <a:gd name="connsiteX34" fmla="*/ 381000 w 419100"/>
                <a:gd name="connsiteY34" fmla="*/ 50800 h 193675"/>
                <a:gd name="connsiteX35" fmla="*/ 365125 w 419100"/>
                <a:gd name="connsiteY35" fmla="*/ 34925 h 193675"/>
                <a:gd name="connsiteX36" fmla="*/ 355600 w 419100"/>
                <a:gd name="connsiteY36" fmla="*/ 25400 h 193675"/>
                <a:gd name="connsiteX37" fmla="*/ 336550 w 419100"/>
                <a:gd name="connsiteY37" fmla="*/ 12700 h 193675"/>
                <a:gd name="connsiteX38" fmla="*/ 327025 w 419100"/>
                <a:gd name="connsiteY38" fmla="*/ 6350 h 193675"/>
                <a:gd name="connsiteX39" fmla="*/ 304800 w 419100"/>
                <a:gd name="connsiteY39" fmla="*/ 0 h 193675"/>
                <a:gd name="connsiteX40" fmla="*/ 263525 w 419100"/>
                <a:gd name="connsiteY40" fmla="*/ 9525 h 193675"/>
                <a:gd name="connsiteX41" fmla="*/ 215107 w 419100"/>
                <a:gd name="connsiteY41" fmla="*/ 25400 h 193675"/>
                <a:gd name="connsiteX42" fmla="*/ 191294 w 419100"/>
                <a:gd name="connsiteY42" fmla="*/ 27781 h 193675"/>
                <a:gd name="connsiteX43" fmla="*/ 190500 w 419100"/>
                <a:gd name="connsiteY43" fmla="*/ 28575 h 193675"/>
                <a:gd name="connsiteX0" fmla="*/ 190500 w 419100"/>
                <a:gd name="connsiteY0" fmla="*/ 37315 h 202415"/>
                <a:gd name="connsiteX1" fmla="*/ 190500 w 419100"/>
                <a:gd name="connsiteY1" fmla="*/ 37315 h 202415"/>
                <a:gd name="connsiteX2" fmla="*/ 66675 w 419100"/>
                <a:gd name="connsiteY2" fmla="*/ 37315 h 202415"/>
                <a:gd name="connsiteX3" fmla="*/ 28575 w 419100"/>
                <a:gd name="connsiteY3" fmla="*/ 56365 h 202415"/>
                <a:gd name="connsiteX4" fmla="*/ 19050 w 419100"/>
                <a:gd name="connsiteY4" fmla="*/ 62715 h 202415"/>
                <a:gd name="connsiteX5" fmla="*/ 6350 w 419100"/>
                <a:gd name="connsiteY5" fmla="*/ 81765 h 202415"/>
                <a:gd name="connsiteX6" fmla="*/ 0 w 419100"/>
                <a:gd name="connsiteY6" fmla="*/ 100815 h 202415"/>
                <a:gd name="connsiteX7" fmla="*/ 6350 w 419100"/>
                <a:gd name="connsiteY7" fmla="*/ 148440 h 202415"/>
                <a:gd name="connsiteX8" fmla="*/ 12700 w 419100"/>
                <a:gd name="connsiteY8" fmla="*/ 157965 h 202415"/>
                <a:gd name="connsiteX9" fmla="*/ 22225 w 419100"/>
                <a:gd name="connsiteY9" fmla="*/ 164315 h 202415"/>
                <a:gd name="connsiteX10" fmla="*/ 31750 w 419100"/>
                <a:gd name="connsiteY10" fmla="*/ 173840 h 202415"/>
                <a:gd name="connsiteX11" fmla="*/ 50800 w 419100"/>
                <a:gd name="connsiteY11" fmla="*/ 180190 h 202415"/>
                <a:gd name="connsiteX12" fmla="*/ 79375 w 419100"/>
                <a:gd name="connsiteY12" fmla="*/ 189715 h 202415"/>
                <a:gd name="connsiteX13" fmla="*/ 88900 w 419100"/>
                <a:gd name="connsiteY13" fmla="*/ 192890 h 202415"/>
                <a:gd name="connsiteX14" fmla="*/ 98425 w 419100"/>
                <a:gd name="connsiteY14" fmla="*/ 196065 h 202415"/>
                <a:gd name="connsiteX15" fmla="*/ 146050 w 419100"/>
                <a:gd name="connsiteY15" fmla="*/ 189715 h 202415"/>
                <a:gd name="connsiteX16" fmla="*/ 155575 w 419100"/>
                <a:gd name="connsiteY16" fmla="*/ 186540 h 202415"/>
                <a:gd name="connsiteX17" fmla="*/ 168275 w 419100"/>
                <a:gd name="connsiteY17" fmla="*/ 183365 h 202415"/>
                <a:gd name="connsiteX18" fmla="*/ 200025 w 419100"/>
                <a:gd name="connsiteY18" fmla="*/ 173840 h 202415"/>
                <a:gd name="connsiteX19" fmla="*/ 234950 w 419100"/>
                <a:gd name="connsiteY19" fmla="*/ 170665 h 202415"/>
                <a:gd name="connsiteX20" fmla="*/ 273050 w 419100"/>
                <a:gd name="connsiteY20" fmla="*/ 180190 h 202415"/>
                <a:gd name="connsiteX21" fmla="*/ 282575 w 419100"/>
                <a:gd name="connsiteY21" fmla="*/ 186540 h 202415"/>
                <a:gd name="connsiteX22" fmla="*/ 292100 w 419100"/>
                <a:gd name="connsiteY22" fmla="*/ 189715 h 202415"/>
                <a:gd name="connsiteX23" fmla="*/ 301625 w 419100"/>
                <a:gd name="connsiteY23" fmla="*/ 196065 h 202415"/>
                <a:gd name="connsiteX24" fmla="*/ 320675 w 419100"/>
                <a:gd name="connsiteY24" fmla="*/ 202415 h 202415"/>
                <a:gd name="connsiteX25" fmla="*/ 374650 w 419100"/>
                <a:gd name="connsiteY25" fmla="*/ 199240 h 202415"/>
                <a:gd name="connsiteX26" fmla="*/ 384175 w 419100"/>
                <a:gd name="connsiteY26" fmla="*/ 196065 h 202415"/>
                <a:gd name="connsiteX27" fmla="*/ 403225 w 419100"/>
                <a:gd name="connsiteY27" fmla="*/ 183365 h 202415"/>
                <a:gd name="connsiteX28" fmla="*/ 415925 w 419100"/>
                <a:gd name="connsiteY28" fmla="*/ 154790 h 202415"/>
                <a:gd name="connsiteX29" fmla="*/ 419100 w 419100"/>
                <a:gd name="connsiteY29" fmla="*/ 145265 h 202415"/>
                <a:gd name="connsiteX30" fmla="*/ 415925 w 419100"/>
                <a:gd name="connsiteY30" fmla="*/ 113515 h 202415"/>
                <a:gd name="connsiteX31" fmla="*/ 409575 w 419100"/>
                <a:gd name="connsiteY31" fmla="*/ 94465 h 202415"/>
                <a:gd name="connsiteX32" fmla="*/ 406400 w 419100"/>
                <a:gd name="connsiteY32" fmla="*/ 84940 h 202415"/>
                <a:gd name="connsiteX33" fmla="*/ 390525 w 419100"/>
                <a:gd name="connsiteY33" fmla="*/ 65890 h 202415"/>
                <a:gd name="connsiteX34" fmla="*/ 381000 w 419100"/>
                <a:gd name="connsiteY34" fmla="*/ 59540 h 202415"/>
                <a:gd name="connsiteX35" fmla="*/ 365125 w 419100"/>
                <a:gd name="connsiteY35" fmla="*/ 43665 h 202415"/>
                <a:gd name="connsiteX36" fmla="*/ 355600 w 419100"/>
                <a:gd name="connsiteY36" fmla="*/ 34140 h 202415"/>
                <a:gd name="connsiteX37" fmla="*/ 336550 w 419100"/>
                <a:gd name="connsiteY37" fmla="*/ 21440 h 202415"/>
                <a:gd name="connsiteX38" fmla="*/ 336550 w 419100"/>
                <a:gd name="connsiteY38" fmla="*/ 803 h 202415"/>
                <a:gd name="connsiteX39" fmla="*/ 304800 w 419100"/>
                <a:gd name="connsiteY39" fmla="*/ 8740 h 202415"/>
                <a:gd name="connsiteX40" fmla="*/ 263525 w 419100"/>
                <a:gd name="connsiteY40" fmla="*/ 18265 h 202415"/>
                <a:gd name="connsiteX41" fmla="*/ 215107 w 419100"/>
                <a:gd name="connsiteY41" fmla="*/ 34140 h 202415"/>
                <a:gd name="connsiteX42" fmla="*/ 191294 w 419100"/>
                <a:gd name="connsiteY42" fmla="*/ 36521 h 202415"/>
                <a:gd name="connsiteX43" fmla="*/ 190500 w 419100"/>
                <a:gd name="connsiteY43" fmla="*/ 37315 h 202415"/>
                <a:gd name="connsiteX0" fmla="*/ 190500 w 419100"/>
                <a:gd name="connsiteY0" fmla="*/ 36663 h 201763"/>
                <a:gd name="connsiteX1" fmla="*/ 190500 w 419100"/>
                <a:gd name="connsiteY1" fmla="*/ 36663 h 201763"/>
                <a:gd name="connsiteX2" fmla="*/ 66675 w 419100"/>
                <a:gd name="connsiteY2" fmla="*/ 36663 h 201763"/>
                <a:gd name="connsiteX3" fmla="*/ 28575 w 419100"/>
                <a:gd name="connsiteY3" fmla="*/ 55713 h 201763"/>
                <a:gd name="connsiteX4" fmla="*/ 19050 w 419100"/>
                <a:gd name="connsiteY4" fmla="*/ 62063 h 201763"/>
                <a:gd name="connsiteX5" fmla="*/ 6350 w 419100"/>
                <a:gd name="connsiteY5" fmla="*/ 81113 h 201763"/>
                <a:gd name="connsiteX6" fmla="*/ 0 w 419100"/>
                <a:gd name="connsiteY6" fmla="*/ 100163 h 201763"/>
                <a:gd name="connsiteX7" fmla="*/ 6350 w 419100"/>
                <a:gd name="connsiteY7" fmla="*/ 147788 h 201763"/>
                <a:gd name="connsiteX8" fmla="*/ 12700 w 419100"/>
                <a:gd name="connsiteY8" fmla="*/ 157313 h 201763"/>
                <a:gd name="connsiteX9" fmla="*/ 22225 w 419100"/>
                <a:gd name="connsiteY9" fmla="*/ 163663 h 201763"/>
                <a:gd name="connsiteX10" fmla="*/ 31750 w 419100"/>
                <a:gd name="connsiteY10" fmla="*/ 173188 h 201763"/>
                <a:gd name="connsiteX11" fmla="*/ 50800 w 419100"/>
                <a:gd name="connsiteY11" fmla="*/ 179538 h 201763"/>
                <a:gd name="connsiteX12" fmla="*/ 79375 w 419100"/>
                <a:gd name="connsiteY12" fmla="*/ 189063 h 201763"/>
                <a:gd name="connsiteX13" fmla="*/ 88900 w 419100"/>
                <a:gd name="connsiteY13" fmla="*/ 192238 h 201763"/>
                <a:gd name="connsiteX14" fmla="*/ 98425 w 419100"/>
                <a:gd name="connsiteY14" fmla="*/ 195413 h 201763"/>
                <a:gd name="connsiteX15" fmla="*/ 146050 w 419100"/>
                <a:gd name="connsiteY15" fmla="*/ 189063 h 201763"/>
                <a:gd name="connsiteX16" fmla="*/ 155575 w 419100"/>
                <a:gd name="connsiteY16" fmla="*/ 185888 h 201763"/>
                <a:gd name="connsiteX17" fmla="*/ 168275 w 419100"/>
                <a:gd name="connsiteY17" fmla="*/ 182713 h 201763"/>
                <a:gd name="connsiteX18" fmla="*/ 200025 w 419100"/>
                <a:gd name="connsiteY18" fmla="*/ 173188 h 201763"/>
                <a:gd name="connsiteX19" fmla="*/ 234950 w 419100"/>
                <a:gd name="connsiteY19" fmla="*/ 170013 h 201763"/>
                <a:gd name="connsiteX20" fmla="*/ 273050 w 419100"/>
                <a:gd name="connsiteY20" fmla="*/ 179538 h 201763"/>
                <a:gd name="connsiteX21" fmla="*/ 282575 w 419100"/>
                <a:gd name="connsiteY21" fmla="*/ 185888 h 201763"/>
                <a:gd name="connsiteX22" fmla="*/ 292100 w 419100"/>
                <a:gd name="connsiteY22" fmla="*/ 189063 h 201763"/>
                <a:gd name="connsiteX23" fmla="*/ 301625 w 419100"/>
                <a:gd name="connsiteY23" fmla="*/ 195413 h 201763"/>
                <a:gd name="connsiteX24" fmla="*/ 320675 w 419100"/>
                <a:gd name="connsiteY24" fmla="*/ 201763 h 201763"/>
                <a:gd name="connsiteX25" fmla="*/ 374650 w 419100"/>
                <a:gd name="connsiteY25" fmla="*/ 198588 h 201763"/>
                <a:gd name="connsiteX26" fmla="*/ 384175 w 419100"/>
                <a:gd name="connsiteY26" fmla="*/ 195413 h 201763"/>
                <a:gd name="connsiteX27" fmla="*/ 403225 w 419100"/>
                <a:gd name="connsiteY27" fmla="*/ 182713 h 201763"/>
                <a:gd name="connsiteX28" fmla="*/ 415925 w 419100"/>
                <a:gd name="connsiteY28" fmla="*/ 154138 h 201763"/>
                <a:gd name="connsiteX29" fmla="*/ 419100 w 419100"/>
                <a:gd name="connsiteY29" fmla="*/ 144613 h 201763"/>
                <a:gd name="connsiteX30" fmla="*/ 415925 w 419100"/>
                <a:gd name="connsiteY30" fmla="*/ 112863 h 201763"/>
                <a:gd name="connsiteX31" fmla="*/ 409575 w 419100"/>
                <a:gd name="connsiteY31" fmla="*/ 93813 h 201763"/>
                <a:gd name="connsiteX32" fmla="*/ 406400 w 419100"/>
                <a:gd name="connsiteY32" fmla="*/ 84288 h 201763"/>
                <a:gd name="connsiteX33" fmla="*/ 390525 w 419100"/>
                <a:gd name="connsiteY33" fmla="*/ 65238 h 201763"/>
                <a:gd name="connsiteX34" fmla="*/ 381000 w 419100"/>
                <a:gd name="connsiteY34" fmla="*/ 58888 h 201763"/>
                <a:gd name="connsiteX35" fmla="*/ 365125 w 419100"/>
                <a:gd name="connsiteY35" fmla="*/ 43013 h 201763"/>
                <a:gd name="connsiteX36" fmla="*/ 355600 w 419100"/>
                <a:gd name="connsiteY36" fmla="*/ 33488 h 201763"/>
                <a:gd name="connsiteX37" fmla="*/ 353219 w 419100"/>
                <a:gd name="connsiteY37" fmla="*/ 18407 h 201763"/>
                <a:gd name="connsiteX38" fmla="*/ 336550 w 419100"/>
                <a:gd name="connsiteY38" fmla="*/ 151 h 201763"/>
                <a:gd name="connsiteX39" fmla="*/ 304800 w 419100"/>
                <a:gd name="connsiteY39" fmla="*/ 8088 h 201763"/>
                <a:gd name="connsiteX40" fmla="*/ 263525 w 419100"/>
                <a:gd name="connsiteY40" fmla="*/ 17613 h 201763"/>
                <a:gd name="connsiteX41" fmla="*/ 215107 w 419100"/>
                <a:gd name="connsiteY41" fmla="*/ 33488 h 201763"/>
                <a:gd name="connsiteX42" fmla="*/ 191294 w 419100"/>
                <a:gd name="connsiteY42" fmla="*/ 35869 h 201763"/>
                <a:gd name="connsiteX43" fmla="*/ 190500 w 419100"/>
                <a:gd name="connsiteY43" fmla="*/ 36663 h 201763"/>
                <a:gd name="connsiteX0" fmla="*/ 190500 w 419100"/>
                <a:gd name="connsiteY0" fmla="*/ 36663 h 201763"/>
                <a:gd name="connsiteX1" fmla="*/ 190500 w 419100"/>
                <a:gd name="connsiteY1" fmla="*/ 36663 h 201763"/>
                <a:gd name="connsiteX2" fmla="*/ 66675 w 419100"/>
                <a:gd name="connsiteY2" fmla="*/ 36663 h 201763"/>
                <a:gd name="connsiteX3" fmla="*/ 28575 w 419100"/>
                <a:gd name="connsiteY3" fmla="*/ 55713 h 201763"/>
                <a:gd name="connsiteX4" fmla="*/ 19050 w 419100"/>
                <a:gd name="connsiteY4" fmla="*/ 62063 h 201763"/>
                <a:gd name="connsiteX5" fmla="*/ 6350 w 419100"/>
                <a:gd name="connsiteY5" fmla="*/ 81113 h 201763"/>
                <a:gd name="connsiteX6" fmla="*/ 0 w 419100"/>
                <a:gd name="connsiteY6" fmla="*/ 100163 h 201763"/>
                <a:gd name="connsiteX7" fmla="*/ 6350 w 419100"/>
                <a:gd name="connsiteY7" fmla="*/ 147788 h 201763"/>
                <a:gd name="connsiteX8" fmla="*/ 12700 w 419100"/>
                <a:gd name="connsiteY8" fmla="*/ 157313 h 201763"/>
                <a:gd name="connsiteX9" fmla="*/ 22225 w 419100"/>
                <a:gd name="connsiteY9" fmla="*/ 163663 h 201763"/>
                <a:gd name="connsiteX10" fmla="*/ 31750 w 419100"/>
                <a:gd name="connsiteY10" fmla="*/ 173188 h 201763"/>
                <a:gd name="connsiteX11" fmla="*/ 50800 w 419100"/>
                <a:gd name="connsiteY11" fmla="*/ 179538 h 201763"/>
                <a:gd name="connsiteX12" fmla="*/ 79375 w 419100"/>
                <a:gd name="connsiteY12" fmla="*/ 189063 h 201763"/>
                <a:gd name="connsiteX13" fmla="*/ 88900 w 419100"/>
                <a:gd name="connsiteY13" fmla="*/ 192238 h 201763"/>
                <a:gd name="connsiteX14" fmla="*/ 98425 w 419100"/>
                <a:gd name="connsiteY14" fmla="*/ 195413 h 201763"/>
                <a:gd name="connsiteX15" fmla="*/ 146050 w 419100"/>
                <a:gd name="connsiteY15" fmla="*/ 189063 h 201763"/>
                <a:gd name="connsiteX16" fmla="*/ 155575 w 419100"/>
                <a:gd name="connsiteY16" fmla="*/ 185888 h 201763"/>
                <a:gd name="connsiteX17" fmla="*/ 168275 w 419100"/>
                <a:gd name="connsiteY17" fmla="*/ 182713 h 201763"/>
                <a:gd name="connsiteX18" fmla="*/ 200025 w 419100"/>
                <a:gd name="connsiteY18" fmla="*/ 173188 h 201763"/>
                <a:gd name="connsiteX19" fmla="*/ 234950 w 419100"/>
                <a:gd name="connsiteY19" fmla="*/ 170013 h 201763"/>
                <a:gd name="connsiteX20" fmla="*/ 273050 w 419100"/>
                <a:gd name="connsiteY20" fmla="*/ 179538 h 201763"/>
                <a:gd name="connsiteX21" fmla="*/ 282575 w 419100"/>
                <a:gd name="connsiteY21" fmla="*/ 185888 h 201763"/>
                <a:gd name="connsiteX22" fmla="*/ 292100 w 419100"/>
                <a:gd name="connsiteY22" fmla="*/ 189063 h 201763"/>
                <a:gd name="connsiteX23" fmla="*/ 301625 w 419100"/>
                <a:gd name="connsiteY23" fmla="*/ 195413 h 201763"/>
                <a:gd name="connsiteX24" fmla="*/ 320675 w 419100"/>
                <a:gd name="connsiteY24" fmla="*/ 201763 h 201763"/>
                <a:gd name="connsiteX25" fmla="*/ 374650 w 419100"/>
                <a:gd name="connsiteY25" fmla="*/ 198588 h 201763"/>
                <a:gd name="connsiteX26" fmla="*/ 384175 w 419100"/>
                <a:gd name="connsiteY26" fmla="*/ 195413 h 201763"/>
                <a:gd name="connsiteX27" fmla="*/ 403225 w 419100"/>
                <a:gd name="connsiteY27" fmla="*/ 182713 h 201763"/>
                <a:gd name="connsiteX28" fmla="*/ 415925 w 419100"/>
                <a:gd name="connsiteY28" fmla="*/ 154138 h 201763"/>
                <a:gd name="connsiteX29" fmla="*/ 419100 w 419100"/>
                <a:gd name="connsiteY29" fmla="*/ 144613 h 201763"/>
                <a:gd name="connsiteX30" fmla="*/ 415925 w 419100"/>
                <a:gd name="connsiteY30" fmla="*/ 112863 h 201763"/>
                <a:gd name="connsiteX31" fmla="*/ 409575 w 419100"/>
                <a:gd name="connsiteY31" fmla="*/ 93813 h 201763"/>
                <a:gd name="connsiteX32" fmla="*/ 406400 w 419100"/>
                <a:gd name="connsiteY32" fmla="*/ 84288 h 201763"/>
                <a:gd name="connsiteX33" fmla="*/ 390525 w 419100"/>
                <a:gd name="connsiteY33" fmla="*/ 65238 h 201763"/>
                <a:gd name="connsiteX34" fmla="*/ 381000 w 419100"/>
                <a:gd name="connsiteY34" fmla="*/ 58888 h 201763"/>
                <a:gd name="connsiteX35" fmla="*/ 365125 w 419100"/>
                <a:gd name="connsiteY35" fmla="*/ 43013 h 201763"/>
                <a:gd name="connsiteX36" fmla="*/ 369888 w 419100"/>
                <a:gd name="connsiteY36" fmla="*/ 31107 h 201763"/>
                <a:gd name="connsiteX37" fmla="*/ 353219 w 419100"/>
                <a:gd name="connsiteY37" fmla="*/ 18407 h 201763"/>
                <a:gd name="connsiteX38" fmla="*/ 336550 w 419100"/>
                <a:gd name="connsiteY38" fmla="*/ 151 h 201763"/>
                <a:gd name="connsiteX39" fmla="*/ 304800 w 419100"/>
                <a:gd name="connsiteY39" fmla="*/ 8088 h 201763"/>
                <a:gd name="connsiteX40" fmla="*/ 263525 w 419100"/>
                <a:gd name="connsiteY40" fmla="*/ 17613 h 201763"/>
                <a:gd name="connsiteX41" fmla="*/ 215107 w 419100"/>
                <a:gd name="connsiteY41" fmla="*/ 33488 h 201763"/>
                <a:gd name="connsiteX42" fmla="*/ 191294 w 419100"/>
                <a:gd name="connsiteY42" fmla="*/ 35869 h 201763"/>
                <a:gd name="connsiteX43" fmla="*/ 190500 w 419100"/>
                <a:gd name="connsiteY43" fmla="*/ 36663 h 201763"/>
                <a:gd name="connsiteX0" fmla="*/ 190500 w 419100"/>
                <a:gd name="connsiteY0" fmla="*/ 34312 h 199412"/>
                <a:gd name="connsiteX1" fmla="*/ 190500 w 419100"/>
                <a:gd name="connsiteY1" fmla="*/ 34312 h 199412"/>
                <a:gd name="connsiteX2" fmla="*/ 66675 w 419100"/>
                <a:gd name="connsiteY2" fmla="*/ 34312 h 199412"/>
                <a:gd name="connsiteX3" fmla="*/ 28575 w 419100"/>
                <a:gd name="connsiteY3" fmla="*/ 53362 h 199412"/>
                <a:gd name="connsiteX4" fmla="*/ 19050 w 419100"/>
                <a:gd name="connsiteY4" fmla="*/ 59712 h 199412"/>
                <a:gd name="connsiteX5" fmla="*/ 6350 w 419100"/>
                <a:gd name="connsiteY5" fmla="*/ 78762 h 199412"/>
                <a:gd name="connsiteX6" fmla="*/ 0 w 419100"/>
                <a:gd name="connsiteY6" fmla="*/ 97812 h 199412"/>
                <a:gd name="connsiteX7" fmla="*/ 6350 w 419100"/>
                <a:gd name="connsiteY7" fmla="*/ 145437 h 199412"/>
                <a:gd name="connsiteX8" fmla="*/ 12700 w 419100"/>
                <a:gd name="connsiteY8" fmla="*/ 154962 h 199412"/>
                <a:gd name="connsiteX9" fmla="*/ 22225 w 419100"/>
                <a:gd name="connsiteY9" fmla="*/ 161312 h 199412"/>
                <a:gd name="connsiteX10" fmla="*/ 31750 w 419100"/>
                <a:gd name="connsiteY10" fmla="*/ 170837 h 199412"/>
                <a:gd name="connsiteX11" fmla="*/ 50800 w 419100"/>
                <a:gd name="connsiteY11" fmla="*/ 177187 h 199412"/>
                <a:gd name="connsiteX12" fmla="*/ 79375 w 419100"/>
                <a:gd name="connsiteY12" fmla="*/ 186712 h 199412"/>
                <a:gd name="connsiteX13" fmla="*/ 88900 w 419100"/>
                <a:gd name="connsiteY13" fmla="*/ 189887 h 199412"/>
                <a:gd name="connsiteX14" fmla="*/ 98425 w 419100"/>
                <a:gd name="connsiteY14" fmla="*/ 193062 h 199412"/>
                <a:gd name="connsiteX15" fmla="*/ 146050 w 419100"/>
                <a:gd name="connsiteY15" fmla="*/ 186712 h 199412"/>
                <a:gd name="connsiteX16" fmla="*/ 155575 w 419100"/>
                <a:gd name="connsiteY16" fmla="*/ 183537 h 199412"/>
                <a:gd name="connsiteX17" fmla="*/ 168275 w 419100"/>
                <a:gd name="connsiteY17" fmla="*/ 180362 h 199412"/>
                <a:gd name="connsiteX18" fmla="*/ 200025 w 419100"/>
                <a:gd name="connsiteY18" fmla="*/ 170837 h 199412"/>
                <a:gd name="connsiteX19" fmla="*/ 234950 w 419100"/>
                <a:gd name="connsiteY19" fmla="*/ 167662 h 199412"/>
                <a:gd name="connsiteX20" fmla="*/ 273050 w 419100"/>
                <a:gd name="connsiteY20" fmla="*/ 177187 h 199412"/>
                <a:gd name="connsiteX21" fmla="*/ 282575 w 419100"/>
                <a:gd name="connsiteY21" fmla="*/ 183537 h 199412"/>
                <a:gd name="connsiteX22" fmla="*/ 292100 w 419100"/>
                <a:gd name="connsiteY22" fmla="*/ 186712 h 199412"/>
                <a:gd name="connsiteX23" fmla="*/ 301625 w 419100"/>
                <a:gd name="connsiteY23" fmla="*/ 193062 h 199412"/>
                <a:gd name="connsiteX24" fmla="*/ 320675 w 419100"/>
                <a:gd name="connsiteY24" fmla="*/ 199412 h 199412"/>
                <a:gd name="connsiteX25" fmla="*/ 374650 w 419100"/>
                <a:gd name="connsiteY25" fmla="*/ 196237 h 199412"/>
                <a:gd name="connsiteX26" fmla="*/ 384175 w 419100"/>
                <a:gd name="connsiteY26" fmla="*/ 193062 h 199412"/>
                <a:gd name="connsiteX27" fmla="*/ 403225 w 419100"/>
                <a:gd name="connsiteY27" fmla="*/ 180362 h 199412"/>
                <a:gd name="connsiteX28" fmla="*/ 415925 w 419100"/>
                <a:gd name="connsiteY28" fmla="*/ 151787 h 199412"/>
                <a:gd name="connsiteX29" fmla="*/ 419100 w 419100"/>
                <a:gd name="connsiteY29" fmla="*/ 142262 h 199412"/>
                <a:gd name="connsiteX30" fmla="*/ 415925 w 419100"/>
                <a:gd name="connsiteY30" fmla="*/ 110512 h 199412"/>
                <a:gd name="connsiteX31" fmla="*/ 409575 w 419100"/>
                <a:gd name="connsiteY31" fmla="*/ 91462 h 199412"/>
                <a:gd name="connsiteX32" fmla="*/ 406400 w 419100"/>
                <a:gd name="connsiteY32" fmla="*/ 81937 h 199412"/>
                <a:gd name="connsiteX33" fmla="*/ 390525 w 419100"/>
                <a:gd name="connsiteY33" fmla="*/ 62887 h 199412"/>
                <a:gd name="connsiteX34" fmla="*/ 381000 w 419100"/>
                <a:gd name="connsiteY34" fmla="*/ 56537 h 199412"/>
                <a:gd name="connsiteX35" fmla="*/ 365125 w 419100"/>
                <a:gd name="connsiteY35" fmla="*/ 40662 h 199412"/>
                <a:gd name="connsiteX36" fmla="*/ 369888 w 419100"/>
                <a:gd name="connsiteY36" fmla="*/ 28756 h 199412"/>
                <a:gd name="connsiteX37" fmla="*/ 353219 w 419100"/>
                <a:gd name="connsiteY37" fmla="*/ 16056 h 199412"/>
                <a:gd name="connsiteX38" fmla="*/ 319881 w 419100"/>
                <a:gd name="connsiteY38" fmla="*/ 181 h 199412"/>
                <a:gd name="connsiteX39" fmla="*/ 304800 w 419100"/>
                <a:gd name="connsiteY39" fmla="*/ 5737 h 199412"/>
                <a:gd name="connsiteX40" fmla="*/ 263525 w 419100"/>
                <a:gd name="connsiteY40" fmla="*/ 15262 h 199412"/>
                <a:gd name="connsiteX41" fmla="*/ 215107 w 419100"/>
                <a:gd name="connsiteY41" fmla="*/ 31137 h 199412"/>
                <a:gd name="connsiteX42" fmla="*/ 191294 w 419100"/>
                <a:gd name="connsiteY42" fmla="*/ 33518 h 199412"/>
                <a:gd name="connsiteX43" fmla="*/ 190500 w 419100"/>
                <a:gd name="connsiteY43" fmla="*/ 34312 h 199412"/>
                <a:gd name="connsiteX0" fmla="*/ 190500 w 419100"/>
                <a:gd name="connsiteY0" fmla="*/ 79412 h 244512"/>
                <a:gd name="connsiteX1" fmla="*/ 190500 w 419100"/>
                <a:gd name="connsiteY1" fmla="*/ 79412 h 244512"/>
                <a:gd name="connsiteX2" fmla="*/ 66675 w 419100"/>
                <a:gd name="connsiteY2" fmla="*/ 79412 h 244512"/>
                <a:gd name="connsiteX3" fmla="*/ 28575 w 419100"/>
                <a:gd name="connsiteY3" fmla="*/ 98462 h 244512"/>
                <a:gd name="connsiteX4" fmla="*/ 19050 w 419100"/>
                <a:gd name="connsiteY4" fmla="*/ 104812 h 244512"/>
                <a:gd name="connsiteX5" fmla="*/ 6350 w 419100"/>
                <a:gd name="connsiteY5" fmla="*/ 123862 h 244512"/>
                <a:gd name="connsiteX6" fmla="*/ 0 w 419100"/>
                <a:gd name="connsiteY6" fmla="*/ 142912 h 244512"/>
                <a:gd name="connsiteX7" fmla="*/ 6350 w 419100"/>
                <a:gd name="connsiteY7" fmla="*/ 190537 h 244512"/>
                <a:gd name="connsiteX8" fmla="*/ 12700 w 419100"/>
                <a:gd name="connsiteY8" fmla="*/ 200062 h 244512"/>
                <a:gd name="connsiteX9" fmla="*/ 22225 w 419100"/>
                <a:gd name="connsiteY9" fmla="*/ 206412 h 244512"/>
                <a:gd name="connsiteX10" fmla="*/ 31750 w 419100"/>
                <a:gd name="connsiteY10" fmla="*/ 215937 h 244512"/>
                <a:gd name="connsiteX11" fmla="*/ 50800 w 419100"/>
                <a:gd name="connsiteY11" fmla="*/ 222287 h 244512"/>
                <a:gd name="connsiteX12" fmla="*/ 79375 w 419100"/>
                <a:gd name="connsiteY12" fmla="*/ 231812 h 244512"/>
                <a:gd name="connsiteX13" fmla="*/ 88900 w 419100"/>
                <a:gd name="connsiteY13" fmla="*/ 234987 h 244512"/>
                <a:gd name="connsiteX14" fmla="*/ 98425 w 419100"/>
                <a:gd name="connsiteY14" fmla="*/ 238162 h 244512"/>
                <a:gd name="connsiteX15" fmla="*/ 146050 w 419100"/>
                <a:gd name="connsiteY15" fmla="*/ 231812 h 244512"/>
                <a:gd name="connsiteX16" fmla="*/ 155575 w 419100"/>
                <a:gd name="connsiteY16" fmla="*/ 228637 h 244512"/>
                <a:gd name="connsiteX17" fmla="*/ 168275 w 419100"/>
                <a:gd name="connsiteY17" fmla="*/ 225462 h 244512"/>
                <a:gd name="connsiteX18" fmla="*/ 200025 w 419100"/>
                <a:gd name="connsiteY18" fmla="*/ 215937 h 244512"/>
                <a:gd name="connsiteX19" fmla="*/ 234950 w 419100"/>
                <a:gd name="connsiteY19" fmla="*/ 212762 h 244512"/>
                <a:gd name="connsiteX20" fmla="*/ 273050 w 419100"/>
                <a:gd name="connsiteY20" fmla="*/ 222287 h 244512"/>
                <a:gd name="connsiteX21" fmla="*/ 282575 w 419100"/>
                <a:gd name="connsiteY21" fmla="*/ 228637 h 244512"/>
                <a:gd name="connsiteX22" fmla="*/ 292100 w 419100"/>
                <a:gd name="connsiteY22" fmla="*/ 231812 h 244512"/>
                <a:gd name="connsiteX23" fmla="*/ 301625 w 419100"/>
                <a:gd name="connsiteY23" fmla="*/ 238162 h 244512"/>
                <a:gd name="connsiteX24" fmla="*/ 320675 w 419100"/>
                <a:gd name="connsiteY24" fmla="*/ 244512 h 244512"/>
                <a:gd name="connsiteX25" fmla="*/ 374650 w 419100"/>
                <a:gd name="connsiteY25" fmla="*/ 241337 h 244512"/>
                <a:gd name="connsiteX26" fmla="*/ 384175 w 419100"/>
                <a:gd name="connsiteY26" fmla="*/ 238162 h 244512"/>
                <a:gd name="connsiteX27" fmla="*/ 403225 w 419100"/>
                <a:gd name="connsiteY27" fmla="*/ 225462 h 244512"/>
                <a:gd name="connsiteX28" fmla="*/ 415925 w 419100"/>
                <a:gd name="connsiteY28" fmla="*/ 196887 h 244512"/>
                <a:gd name="connsiteX29" fmla="*/ 419100 w 419100"/>
                <a:gd name="connsiteY29" fmla="*/ 187362 h 244512"/>
                <a:gd name="connsiteX30" fmla="*/ 415925 w 419100"/>
                <a:gd name="connsiteY30" fmla="*/ 155612 h 244512"/>
                <a:gd name="connsiteX31" fmla="*/ 409575 w 419100"/>
                <a:gd name="connsiteY31" fmla="*/ 136562 h 244512"/>
                <a:gd name="connsiteX32" fmla="*/ 406400 w 419100"/>
                <a:gd name="connsiteY32" fmla="*/ 127037 h 244512"/>
                <a:gd name="connsiteX33" fmla="*/ 390525 w 419100"/>
                <a:gd name="connsiteY33" fmla="*/ 107987 h 244512"/>
                <a:gd name="connsiteX34" fmla="*/ 381000 w 419100"/>
                <a:gd name="connsiteY34" fmla="*/ 101637 h 244512"/>
                <a:gd name="connsiteX35" fmla="*/ 365125 w 419100"/>
                <a:gd name="connsiteY35" fmla="*/ 85762 h 244512"/>
                <a:gd name="connsiteX36" fmla="*/ 369888 w 419100"/>
                <a:gd name="connsiteY36" fmla="*/ 73856 h 244512"/>
                <a:gd name="connsiteX37" fmla="*/ 353219 w 419100"/>
                <a:gd name="connsiteY37" fmla="*/ 61156 h 244512"/>
                <a:gd name="connsiteX38" fmla="*/ 324644 w 419100"/>
                <a:gd name="connsiteY38" fmla="*/ 38 h 244512"/>
                <a:gd name="connsiteX39" fmla="*/ 304800 w 419100"/>
                <a:gd name="connsiteY39" fmla="*/ 50837 h 244512"/>
                <a:gd name="connsiteX40" fmla="*/ 263525 w 419100"/>
                <a:gd name="connsiteY40" fmla="*/ 60362 h 244512"/>
                <a:gd name="connsiteX41" fmla="*/ 215107 w 419100"/>
                <a:gd name="connsiteY41" fmla="*/ 76237 h 244512"/>
                <a:gd name="connsiteX42" fmla="*/ 191294 w 419100"/>
                <a:gd name="connsiteY42" fmla="*/ 78618 h 244512"/>
                <a:gd name="connsiteX43" fmla="*/ 190500 w 419100"/>
                <a:gd name="connsiteY43" fmla="*/ 79412 h 244512"/>
                <a:gd name="connsiteX0" fmla="*/ 190500 w 419100"/>
                <a:gd name="connsiteY0" fmla="*/ 79707 h 244807"/>
                <a:gd name="connsiteX1" fmla="*/ 190500 w 419100"/>
                <a:gd name="connsiteY1" fmla="*/ 79707 h 244807"/>
                <a:gd name="connsiteX2" fmla="*/ 66675 w 419100"/>
                <a:gd name="connsiteY2" fmla="*/ 79707 h 244807"/>
                <a:gd name="connsiteX3" fmla="*/ 28575 w 419100"/>
                <a:gd name="connsiteY3" fmla="*/ 98757 h 244807"/>
                <a:gd name="connsiteX4" fmla="*/ 19050 w 419100"/>
                <a:gd name="connsiteY4" fmla="*/ 105107 h 244807"/>
                <a:gd name="connsiteX5" fmla="*/ 6350 w 419100"/>
                <a:gd name="connsiteY5" fmla="*/ 124157 h 244807"/>
                <a:gd name="connsiteX6" fmla="*/ 0 w 419100"/>
                <a:gd name="connsiteY6" fmla="*/ 143207 h 244807"/>
                <a:gd name="connsiteX7" fmla="*/ 6350 w 419100"/>
                <a:gd name="connsiteY7" fmla="*/ 190832 h 244807"/>
                <a:gd name="connsiteX8" fmla="*/ 12700 w 419100"/>
                <a:gd name="connsiteY8" fmla="*/ 200357 h 244807"/>
                <a:gd name="connsiteX9" fmla="*/ 22225 w 419100"/>
                <a:gd name="connsiteY9" fmla="*/ 206707 h 244807"/>
                <a:gd name="connsiteX10" fmla="*/ 31750 w 419100"/>
                <a:gd name="connsiteY10" fmla="*/ 216232 h 244807"/>
                <a:gd name="connsiteX11" fmla="*/ 50800 w 419100"/>
                <a:gd name="connsiteY11" fmla="*/ 222582 h 244807"/>
                <a:gd name="connsiteX12" fmla="*/ 79375 w 419100"/>
                <a:gd name="connsiteY12" fmla="*/ 232107 h 244807"/>
                <a:gd name="connsiteX13" fmla="*/ 88900 w 419100"/>
                <a:gd name="connsiteY13" fmla="*/ 235282 h 244807"/>
                <a:gd name="connsiteX14" fmla="*/ 98425 w 419100"/>
                <a:gd name="connsiteY14" fmla="*/ 238457 h 244807"/>
                <a:gd name="connsiteX15" fmla="*/ 146050 w 419100"/>
                <a:gd name="connsiteY15" fmla="*/ 232107 h 244807"/>
                <a:gd name="connsiteX16" fmla="*/ 155575 w 419100"/>
                <a:gd name="connsiteY16" fmla="*/ 228932 h 244807"/>
                <a:gd name="connsiteX17" fmla="*/ 168275 w 419100"/>
                <a:gd name="connsiteY17" fmla="*/ 225757 h 244807"/>
                <a:gd name="connsiteX18" fmla="*/ 200025 w 419100"/>
                <a:gd name="connsiteY18" fmla="*/ 216232 h 244807"/>
                <a:gd name="connsiteX19" fmla="*/ 234950 w 419100"/>
                <a:gd name="connsiteY19" fmla="*/ 213057 h 244807"/>
                <a:gd name="connsiteX20" fmla="*/ 273050 w 419100"/>
                <a:gd name="connsiteY20" fmla="*/ 222582 h 244807"/>
                <a:gd name="connsiteX21" fmla="*/ 282575 w 419100"/>
                <a:gd name="connsiteY21" fmla="*/ 228932 h 244807"/>
                <a:gd name="connsiteX22" fmla="*/ 292100 w 419100"/>
                <a:gd name="connsiteY22" fmla="*/ 232107 h 244807"/>
                <a:gd name="connsiteX23" fmla="*/ 301625 w 419100"/>
                <a:gd name="connsiteY23" fmla="*/ 238457 h 244807"/>
                <a:gd name="connsiteX24" fmla="*/ 320675 w 419100"/>
                <a:gd name="connsiteY24" fmla="*/ 244807 h 244807"/>
                <a:gd name="connsiteX25" fmla="*/ 374650 w 419100"/>
                <a:gd name="connsiteY25" fmla="*/ 241632 h 244807"/>
                <a:gd name="connsiteX26" fmla="*/ 384175 w 419100"/>
                <a:gd name="connsiteY26" fmla="*/ 238457 h 244807"/>
                <a:gd name="connsiteX27" fmla="*/ 403225 w 419100"/>
                <a:gd name="connsiteY27" fmla="*/ 225757 h 244807"/>
                <a:gd name="connsiteX28" fmla="*/ 415925 w 419100"/>
                <a:gd name="connsiteY28" fmla="*/ 197182 h 244807"/>
                <a:gd name="connsiteX29" fmla="*/ 419100 w 419100"/>
                <a:gd name="connsiteY29" fmla="*/ 187657 h 244807"/>
                <a:gd name="connsiteX30" fmla="*/ 415925 w 419100"/>
                <a:gd name="connsiteY30" fmla="*/ 155907 h 244807"/>
                <a:gd name="connsiteX31" fmla="*/ 409575 w 419100"/>
                <a:gd name="connsiteY31" fmla="*/ 136857 h 244807"/>
                <a:gd name="connsiteX32" fmla="*/ 406400 w 419100"/>
                <a:gd name="connsiteY32" fmla="*/ 127332 h 244807"/>
                <a:gd name="connsiteX33" fmla="*/ 390525 w 419100"/>
                <a:gd name="connsiteY33" fmla="*/ 108282 h 244807"/>
                <a:gd name="connsiteX34" fmla="*/ 381000 w 419100"/>
                <a:gd name="connsiteY34" fmla="*/ 101932 h 244807"/>
                <a:gd name="connsiteX35" fmla="*/ 365125 w 419100"/>
                <a:gd name="connsiteY35" fmla="*/ 86057 h 244807"/>
                <a:gd name="connsiteX36" fmla="*/ 369888 w 419100"/>
                <a:gd name="connsiteY36" fmla="*/ 74151 h 244807"/>
                <a:gd name="connsiteX37" fmla="*/ 353219 w 419100"/>
                <a:gd name="connsiteY37" fmla="*/ 61451 h 244807"/>
                <a:gd name="connsiteX38" fmla="*/ 324644 w 419100"/>
                <a:gd name="connsiteY38" fmla="*/ 333 h 244807"/>
                <a:gd name="connsiteX39" fmla="*/ 266700 w 419100"/>
                <a:gd name="connsiteY39" fmla="*/ 34463 h 244807"/>
                <a:gd name="connsiteX40" fmla="*/ 263525 w 419100"/>
                <a:gd name="connsiteY40" fmla="*/ 60657 h 244807"/>
                <a:gd name="connsiteX41" fmla="*/ 215107 w 419100"/>
                <a:gd name="connsiteY41" fmla="*/ 76532 h 244807"/>
                <a:gd name="connsiteX42" fmla="*/ 191294 w 419100"/>
                <a:gd name="connsiteY42" fmla="*/ 78913 h 244807"/>
                <a:gd name="connsiteX43" fmla="*/ 190500 w 419100"/>
                <a:gd name="connsiteY43" fmla="*/ 79707 h 244807"/>
                <a:gd name="connsiteX0" fmla="*/ 190500 w 419100"/>
                <a:gd name="connsiteY0" fmla="*/ 79707 h 244807"/>
                <a:gd name="connsiteX1" fmla="*/ 190500 w 419100"/>
                <a:gd name="connsiteY1" fmla="*/ 79707 h 244807"/>
                <a:gd name="connsiteX2" fmla="*/ 66675 w 419100"/>
                <a:gd name="connsiteY2" fmla="*/ 79707 h 244807"/>
                <a:gd name="connsiteX3" fmla="*/ 28575 w 419100"/>
                <a:gd name="connsiteY3" fmla="*/ 98757 h 244807"/>
                <a:gd name="connsiteX4" fmla="*/ 19050 w 419100"/>
                <a:gd name="connsiteY4" fmla="*/ 105107 h 244807"/>
                <a:gd name="connsiteX5" fmla="*/ 6350 w 419100"/>
                <a:gd name="connsiteY5" fmla="*/ 124157 h 244807"/>
                <a:gd name="connsiteX6" fmla="*/ 0 w 419100"/>
                <a:gd name="connsiteY6" fmla="*/ 143207 h 244807"/>
                <a:gd name="connsiteX7" fmla="*/ 6350 w 419100"/>
                <a:gd name="connsiteY7" fmla="*/ 190832 h 244807"/>
                <a:gd name="connsiteX8" fmla="*/ 12700 w 419100"/>
                <a:gd name="connsiteY8" fmla="*/ 200357 h 244807"/>
                <a:gd name="connsiteX9" fmla="*/ 22225 w 419100"/>
                <a:gd name="connsiteY9" fmla="*/ 206707 h 244807"/>
                <a:gd name="connsiteX10" fmla="*/ 31750 w 419100"/>
                <a:gd name="connsiteY10" fmla="*/ 216232 h 244807"/>
                <a:gd name="connsiteX11" fmla="*/ 50800 w 419100"/>
                <a:gd name="connsiteY11" fmla="*/ 222582 h 244807"/>
                <a:gd name="connsiteX12" fmla="*/ 79375 w 419100"/>
                <a:gd name="connsiteY12" fmla="*/ 232107 h 244807"/>
                <a:gd name="connsiteX13" fmla="*/ 88900 w 419100"/>
                <a:gd name="connsiteY13" fmla="*/ 235282 h 244807"/>
                <a:gd name="connsiteX14" fmla="*/ 98425 w 419100"/>
                <a:gd name="connsiteY14" fmla="*/ 238457 h 244807"/>
                <a:gd name="connsiteX15" fmla="*/ 146050 w 419100"/>
                <a:gd name="connsiteY15" fmla="*/ 232107 h 244807"/>
                <a:gd name="connsiteX16" fmla="*/ 155575 w 419100"/>
                <a:gd name="connsiteY16" fmla="*/ 228932 h 244807"/>
                <a:gd name="connsiteX17" fmla="*/ 168275 w 419100"/>
                <a:gd name="connsiteY17" fmla="*/ 225757 h 244807"/>
                <a:gd name="connsiteX18" fmla="*/ 200025 w 419100"/>
                <a:gd name="connsiteY18" fmla="*/ 216232 h 244807"/>
                <a:gd name="connsiteX19" fmla="*/ 234950 w 419100"/>
                <a:gd name="connsiteY19" fmla="*/ 213057 h 244807"/>
                <a:gd name="connsiteX20" fmla="*/ 273050 w 419100"/>
                <a:gd name="connsiteY20" fmla="*/ 222582 h 244807"/>
                <a:gd name="connsiteX21" fmla="*/ 282575 w 419100"/>
                <a:gd name="connsiteY21" fmla="*/ 228932 h 244807"/>
                <a:gd name="connsiteX22" fmla="*/ 292100 w 419100"/>
                <a:gd name="connsiteY22" fmla="*/ 232107 h 244807"/>
                <a:gd name="connsiteX23" fmla="*/ 301625 w 419100"/>
                <a:gd name="connsiteY23" fmla="*/ 238457 h 244807"/>
                <a:gd name="connsiteX24" fmla="*/ 320675 w 419100"/>
                <a:gd name="connsiteY24" fmla="*/ 244807 h 244807"/>
                <a:gd name="connsiteX25" fmla="*/ 374650 w 419100"/>
                <a:gd name="connsiteY25" fmla="*/ 241632 h 244807"/>
                <a:gd name="connsiteX26" fmla="*/ 384175 w 419100"/>
                <a:gd name="connsiteY26" fmla="*/ 238457 h 244807"/>
                <a:gd name="connsiteX27" fmla="*/ 403225 w 419100"/>
                <a:gd name="connsiteY27" fmla="*/ 225757 h 244807"/>
                <a:gd name="connsiteX28" fmla="*/ 415925 w 419100"/>
                <a:gd name="connsiteY28" fmla="*/ 197182 h 244807"/>
                <a:gd name="connsiteX29" fmla="*/ 419100 w 419100"/>
                <a:gd name="connsiteY29" fmla="*/ 187657 h 244807"/>
                <a:gd name="connsiteX30" fmla="*/ 415925 w 419100"/>
                <a:gd name="connsiteY30" fmla="*/ 155907 h 244807"/>
                <a:gd name="connsiteX31" fmla="*/ 409575 w 419100"/>
                <a:gd name="connsiteY31" fmla="*/ 136857 h 244807"/>
                <a:gd name="connsiteX32" fmla="*/ 406400 w 419100"/>
                <a:gd name="connsiteY32" fmla="*/ 127332 h 244807"/>
                <a:gd name="connsiteX33" fmla="*/ 390525 w 419100"/>
                <a:gd name="connsiteY33" fmla="*/ 108282 h 244807"/>
                <a:gd name="connsiteX34" fmla="*/ 381000 w 419100"/>
                <a:gd name="connsiteY34" fmla="*/ 101932 h 244807"/>
                <a:gd name="connsiteX35" fmla="*/ 365125 w 419100"/>
                <a:gd name="connsiteY35" fmla="*/ 86057 h 244807"/>
                <a:gd name="connsiteX36" fmla="*/ 369888 w 419100"/>
                <a:gd name="connsiteY36" fmla="*/ 74151 h 244807"/>
                <a:gd name="connsiteX37" fmla="*/ 353219 w 419100"/>
                <a:gd name="connsiteY37" fmla="*/ 61451 h 244807"/>
                <a:gd name="connsiteX38" fmla="*/ 324644 w 419100"/>
                <a:gd name="connsiteY38" fmla="*/ 333 h 244807"/>
                <a:gd name="connsiteX39" fmla="*/ 266700 w 419100"/>
                <a:gd name="connsiteY39" fmla="*/ 34463 h 244807"/>
                <a:gd name="connsiteX40" fmla="*/ 215107 w 419100"/>
                <a:gd name="connsiteY40" fmla="*/ 76532 h 244807"/>
                <a:gd name="connsiteX41" fmla="*/ 191294 w 419100"/>
                <a:gd name="connsiteY41" fmla="*/ 78913 h 244807"/>
                <a:gd name="connsiteX42" fmla="*/ 190500 w 419100"/>
                <a:gd name="connsiteY42" fmla="*/ 79707 h 244807"/>
                <a:gd name="connsiteX0" fmla="*/ 190500 w 419100"/>
                <a:gd name="connsiteY0" fmla="*/ 79381 h 244481"/>
                <a:gd name="connsiteX1" fmla="*/ 190500 w 419100"/>
                <a:gd name="connsiteY1" fmla="*/ 79381 h 244481"/>
                <a:gd name="connsiteX2" fmla="*/ 66675 w 419100"/>
                <a:gd name="connsiteY2" fmla="*/ 79381 h 244481"/>
                <a:gd name="connsiteX3" fmla="*/ 28575 w 419100"/>
                <a:gd name="connsiteY3" fmla="*/ 98431 h 244481"/>
                <a:gd name="connsiteX4" fmla="*/ 19050 w 419100"/>
                <a:gd name="connsiteY4" fmla="*/ 104781 h 244481"/>
                <a:gd name="connsiteX5" fmla="*/ 6350 w 419100"/>
                <a:gd name="connsiteY5" fmla="*/ 123831 h 244481"/>
                <a:gd name="connsiteX6" fmla="*/ 0 w 419100"/>
                <a:gd name="connsiteY6" fmla="*/ 142881 h 244481"/>
                <a:gd name="connsiteX7" fmla="*/ 6350 w 419100"/>
                <a:gd name="connsiteY7" fmla="*/ 190506 h 244481"/>
                <a:gd name="connsiteX8" fmla="*/ 12700 w 419100"/>
                <a:gd name="connsiteY8" fmla="*/ 200031 h 244481"/>
                <a:gd name="connsiteX9" fmla="*/ 22225 w 419100"/>
                <a:gd name="connsiteY9" fmla="*/ 206381 h 244481"/>
                <a:gd name="connsiteX10" fmla="*/ 31750 w 419100"/>
                <a:gd name="connsiteY10" fmla="*/ 215906 h 244481"/>
                <a:gd name="connsiteX11" fmla="*/ 50800 w 419100"/>
                <a:gd name="connsiteY11" fmla="*/ 222256 h 244481"/>
                <a:gd name="connsiteX12" fmla="*/ 79375 w 419100"/>
                <a:gd name="connsiteY12" fmla="*/ 231781 h 244481"/>
                <a:gd name="connsiteX13" fmla="*/ 88900 w 419100"/>
                <a:gd name="connsiteY13" fmla="*/ 234956 h 244481"/>
                <a:gd name="connsiteX14" fmla="*/ 98425 w 419100"/>
                <a:gd name="connsiteY14" fmla="*/ 238131 h 244481"/>
                <a:gd name="connsiteX15" fmla="*/ 146050 w 419100"/>
                <a:gd name="connsiteY15" fmla="*/ 231781 h 244481"/>
                <a:gd name="connsiteX16" fmla="*/ 155575 w 419100"/>
                <a:gd name="connsiteY16" fmla="*/ 228606 h 244481"/>
                <a:gd name="connsiteX17" fmla="*/ 168275 w 419100"/>
                <a:gd name="connsiteY17" fmla="*/ 225431 h 244481"/>
                <a:gd name="connsiteX18" fmla="*/ 200025 w 419100"/>
                <a:gd name="connsiteY18" fmla="*/ 215906 h 244481"/>
                <a:gd name="connsiteX19" fmla="*/ 234950 w 419100"/>
                <a:gd name="connsiteY19" fmla="*/ 212731 h 244481"/>
                <a:gd name="connsiteX20" fmla="*/ 273050 w 419100"/>
                <a:gd name="connsiteY20" fmla="*/ 222256 h 244481"/>
                <a:gd name="connsiteX21" fmla="*/ 282575 w 419100"/>
                <a:gd name="connsiteY21" fmla="*/ 228606 h 244481"/>
                <a:gd name="connsiteX22" fmla="*/ 292100 w 419100"/>
                <a:gd name="connsiteY22" fmla="*/ 231781 h 244481"/>
                <a:gd name="connsiteX23" fmla="*/ 301625 w 419100"/>
                <a:gd name="connsiteY23" fmla="*/ 238131 h 244481"/>
                <a:gd name="connsiteX24" fmla="*/ 320675 w 419100"/>
                <a:gd name="connsiteY24" fmla="*/ 244481 h 244481"/>
                <a:gd name="connsiteX25" fmla="*/ 374650 w 419100"/>
                <a:gd name="connsiteY25" fmla="*/ 241306 h 244481"/>
                <a:gd name="connsiteX26" fmla="*/ 384175 w 419100"/>
                <a:gd name="connsiteY26" fmla="*/ 238131 h 244481"/>
                <a:gd name="connsiteX27" fmla="*/ 403225 w 419100"/>
                <a:gd name="connsiteY27" fmla="*/ 225431 h 244481"/>
                <a:gd name="connsiteX28" fmla="*/ 415925 w 419100"/>
                <a:gd name="connsiteY28" fmla="*/ 196856 h 244481"/>
                <a:gd name="connsiteX29" fmla="*/ 419100 w 419100"/>
                <a:gd name="connsiteY29" fmla="*/ 187331 h 244481"/>
                <a:gd name="connsiteX30" fmla="*/ 415925 w 419100"/>
                <a:gd name="connsiteY30" fmla="*/ 155581 h 244481"/>
                <a:gd name="connsiteX31" fmla="*/ 409575 w 419100"/>
                <a:gd name="connsiteY31" fmla="*/ 136531 h 244481"/>
                <a:gd name="connsiteX32" fmla="*/ 406400 w 419100"/>
                <a:gd name="connsiteY32" fmla="*/ 127006 h 244481"/>
                <a:gd name="connsiteX33" fmla="*/ 390525 w 419100"/>
                <a:gd name="connsiteY33" fmla="*/ 107956 h 244481"/>
                <a:gd name="connsiteX34" fmla="*/ 381000 w 419100"/>
                <a:gd name="connsiteY34" fmla="*/ 101606 h 244481"/>
                <a:gd name="connsiteX35" fmla="*/ 365125 w 419100"/>
                <a:gd name="connsiteY35" fmla="*/ 85731 h 244481"/>
                <a:gd name="connsiteX36" fmla="*/ 369888 w 419100"/>
                <a:gd name="connsiteY36" fmla="*/ 73825 h 244481"/>
                <a:gd name="connsiteX37" fmla="*/ 353219 w 419100"/>
                <a:gd name="connsiteY37" fmla="*/ 61125 h 244481"/>
                <a:gd name="connsiteX38" fmla="*/ 324644 w 419100"/>
                <a:gd name="connsiteY38" fmla="*/ 7 h 244481"/>
                <a:gd name="connsiteX39" fmla="*/ 276225 w 419100"/>
                <a:gd name="connsiteY39" fmla="*/ 65094 h 244481"/>
                <a:gd name="connsiteX40" fmla="*/ 215107 w 419100"/>
                <a:gd name="connsiteY40" fmla="*/ 76206 h 244481"/>
                <a:gd name="connsiteX41" fmla="*/ 191294 w 419100"/>
                <a:gd name="connsiteY41" fmla="*/ 78587 h 244481"/>
                <a:gd name="connsiteX42" fmla="*/ 190500 w 419100"/>
                <a:gd name="connsiteY42" fmla="*/ 79381 h 244481"/>
                <a:gd name="connsiteX0" fmla="*/ 190500 w 419100"/>
                <a:gd name="connsiteY0" fmla="*/ 53192 h 218292"/>
                <a:gd name="connsiteX1" fmla="*/ 190500 w 419100"/>
                <a:gd name="connsiteY1" fmla="*/ 53192 h 218292"/>
                <a:gd name="connsiteX2" fmla="*/ 66675 w 419100"/>
                <a:gd name="connsiteY2" fmla="*/ 53192 h 218292"/>
                <a:gd name="connsiteX3" fmla="*/ 28575 w 419100"/>
                <a:gd name="connsiteY3" fmla="*/ 72242 h 218292"/>
                <a:gd name="connsiteX4" fmla="*/ 19050 w 419100"/>
                <a:gd name="connsiteY4" fmla="*/ 78592 h 218292"/>
                <a:gd name="connsiteX5" fmla="*/ 6350 w 419100"/>
                <a:gd name="connsiteY5" fmla="*/ 97642 h 218292"/>
                <a:gd name="connsiteX6" fmla="*/ 0 w 419100"/>
                <a:gd name="connsiteY6" fmla="*/ 116692 h 218292"/>
                <a:gd name="connsiteX7" fmla="*/ 6350 w 419100"/>
                <a:gd name="connsiteY7" fmla="*/ 164317 h 218292"/>
                <a:gd name="connsiteX8" fmla="*/ 12700 w 419100"/>
                <a:gd name="connsiteY8" fmla="*/ 173842 h 218292"/>
                <a:gd name="connsiteX9" fmla="*/ 22225 w 419100"/>
                <a:gd name="connsiteY9" fmla="*/ 180192 h 218292"/>
                <a:gd name="connsiteX10" fmla="*/ 31750 w 419100"/>
                <a:gd name="connsiteY10" fmla="*/ 189717 h 218292"/>
                <a:gd name="connsiteX11" fmla="*/ 50800 w 419100"/>
                <a:gd name="connsiteY11" fmla="*/ 196067 h 218292"/>
                <a:gd name="connsiteX12" fmla="*/ 79375 w 419100"/>
                <a:gd name="connsiteY12" fmla="*/ 205592 h 218292"/>
                <a:gd name="connsiteX13" fmla="*/ 88900 w 419100"/>
                <a:gd name="connsiteY13" fmla="*/ 208767 h 218292"/>
                <a:gd name="connsiteX14" fmla="*/ 98425 w 419100"/>
                <a:gd name="connsiteY14" fmla="*/ 211942 h 218292"/>
                <a:gd name="connsiteX15" fmla="*/ 146050 w 419100"/>
                <a:gd name="connsiteY15" fmla="*/ 205592 h 218292"/>
                <a:gd name="connsiteX16" fmla="*/ 155575 w 419100"/>
                <a:gd name="connsiteY16" fmla="*/ 202417 h 218292"/>
                <a:gd name="connsiteX17" fmla="*/ 168275 w 419100"/>
                <a:gd name="connsiteY17" fmla="*/ 199242 h 218292"/>
                <a:gd name="connsiteX18" fmla="*/ 200025 w 419100"/>
                <a:gd name="connsiteY18" fmla="*/ 189717 h 218292"/>
                <a:gd name="connsiteX19" fmla="*/ 234950 w 419100"/>
                <a:gd name="connsiteY19" fmla="*/ 186542 h 218292"/>
                <a:gd name="connsiteX20" fmla="*/ 273050 w 419100"/>
                <a:gd name="connsiteY20" fmla="*/ 196067 h 218292"/>
                <a:gd name="connsiteX21" fmla="*/ 282575 w 419100"/>
                <a:gd name="connsiteY21" fmla="*/ 202417 h 218292"/>
                <a:gd name="connsiteX22" fmla="*/ 292100 w 419100"/>
                <a:gd name="connsiteY22" fmla="*/ 205592 h 218292"/>
                <a:gd name="connsiteX23" fmla="*/ 301625 w 419100"/>
                <a:gd name="connsiteY23" fmla="*/ 211942 h 218292"/>
                <a:gd name="connsiteX24" fmla="*/ 320675 w 419100"/>
                <a:gd name="connsiteY24" fmla="*/ 218292 h 218292"/>
                <a:gd name="connsiteX25" fmla="*/ 374650 w 419100"/>
                <a:gd name="connsiteY25" fmla="*/ 215117 h 218292"/>
                <a:gd name="connsiteX26" fmla="*/ 384175 w 419100"/>
                <a:gd name="connsiteY26" fmla="*/ 211942 h 218292"/>
                <a:gd name="connsiteX27" fmla="*/ 403225 w 419100"/>
                <a:gd name="connsiteY27" fmla="*/ 199242 h 218292"/>
                <a:gd name="connsiteX28" fmla="*/ 415925 w 419100"/>
                <a:gd name="connsiteY28" fmla="*/ 170667 h 218292"/>
                <a:gd name="connsiteX29" fmla="*/ 419100 w 419100"/>
                <a:gd name="connsiteY29" fmla="*/ 161142 h 218292"/>
                <a:gd name="connsiteX30" fmla="*/ 415925 w 419100"/>
                <a:gd name="connsiteY30" fmla="*/ 129392 h 218292"/>
                <a:gd name="connsiteX31" fmla="*/ 409575 w 419100"/>
                <a:gd name="connsiteY31" fmla="*/ 110342 h 218292"/>
                <a:gd name="connsiteX32" fmla="*/ 406400 w 419100"/>
                <a:gd name="connsiteY32" fmla="*/ 100817 h 218292"/>
                <a:gd name="connsiteX33" fmla="*/ 390525 w 419100"/>
                <a:gd name="connsiteY33" fmla="*/ 81767 h 218292"/>
                <a:gd name="connsiteX34" fmla="*/ 381000 w 419100"/>
                <a:gd name="connsiteY34" fmla="*/ 75417 h 218292"/>
                <a:gd name="connsiteX35" fmla="*/ 365125 w 419100"/>
                <a:gd name="connsiteY35" fmla="*/ 59542 h 218292"/>
                <a:gd name="connsiteX36" fmla="*/ 369888 w 419100"/>
                <a:gd name="connsiteY36" fmla="*/ 47636 h 218292"/>
                <a:gd name="connsiteX37" fmla="*/ 353219 w 419100"/>
                <a:gd name="connsiteY37" fmla="*/ 34936 h 218292"/>
                <a:gd name="connsiteX38" fmla="*/ 343694 w 419100"/>
                <a:gd name="connsiteY38" fmla="*/ 12 h 218292"/>
                <a:gd name="connsiteX39" fmla="*/ 276225 w 419100"/>
                <a:gd name="connsiteY39" fmla="*/ 38905 h 218292"/>
                <a:gd name="connsiteX40" fmla="*/ 215107 w 419100"/>
                <a:gd name="connsiteY40" fmla="*/ 50017 h 218292"/>
                <a:gd name="connsiteX41" fmla="*/ 191294 w 419100"/>
                <a:gd name="connsiteY41" fmla="*/ 52398 h 218292"/>
                <a:gd name="connsiteX42" fmla="*/ 190500 w 419100"/>
                <a:gd name="connsiteY42" fmla="*/ 53192 h 218292"/>
                <a:gd name="connsiteX0" fmla="*/ 190500 w 419100"/>
                <a:gd name="connsiteY0" fmla="*/ 69856 h 234956"/>
                <a:gd name="connsiteX1" fmla="*/ 190500 w 419100"/>
                <a:gd name="connsiteY1" fmla="*/ 69856 h 234956"/>
                <a:gd name="connsiteX2" fmla="*/ 66675 w 419100"/>
                <a:gd name="connsiteY2" fmla="*/ 69856 h 234956"/>
                <a:gd name="connsiteX3" fmla="*/ 28575 w 419100"/>
                <a:gd name="connsiteY3" fmla="*/ 88906 h 234956"/>
                <a:gd name="connsiteX4" fmla="*/ 19050 w 419100"/>
                <a:gd name="connsiteY4" fmla="*/ 95256 h 234956"/>
                <a:gd name="connsiteX5" fmla="*/ 6350 w 419100"/>
                <a:gd name="connsiteY5" fmla="*/ 114306 h 234956"/>
                <a:gd name="connsiteX6" fmla="*/ 0 w 419100"/>
                <a:gd name="connsiteY6" fmla="*/ 133356 h 234956"/>
                <a:gd name="connsiteX7" fmla="*/ 6350 w 419100"/>
                <a:gd name="connsiteY7" fmla="*/ 180981 h 234956"/>
                <a:gd name="connsiteX8" fmla="*/ 12700 w 419100"/>
                <a:gd name="connsiteY8" fmla="*/ 190506 h 234956"/>
                <a:gd name="connsiteX9" fmla="*/ 22225 w 419100"/>
                <a:gd name="connsiteY9" fmla="*/ 196856 h 234956"/>
                <a:gd name="connsiteX10" fmla="*/ 31750 w 419100"/>
                <a:gd name="connsiteY10" fmla="*/ 206381 h 234956"/>
                <a:gd name="connsiteX11" fmla="*/ 50800 w 419100"/>
                <a:gd name="connsiteY11" fmla="*/ 212731 h 234956"/>
                <a:gd name="connsiteX12" fmla="*/ 79375 w 419100"/>
                <a:gd name="connsiteY12" fmla="*/ 222256 h 234956"/>
                <a:gd name="connsiteX13" fmla="*/ 88900 w 419100"/>
                <a:gd name="connsiteY13" fmla="*/ 225431 h 234956"/>
                <a:gd name="connsiteX14" fmla="*/ 98425 w 419100"/>
                <a:gd name="connsiteY14" fmla="*/ 228606 h 234956"/>
                <a:gd name="connsiteX15" fmla="*/ 146050 w 419100"/>
                <a:gd name="connsiteY15" fmla="*/ 222256 h 234956"/>
                <a:gd name="connsiteX16" fmla="*/ 155575 w 419100"/>
                <a:gd name="connsiteY16" fmla="*/ 219081 h 234956"/>
                <a:gd name="connsiteX17" fmla="*/ 168275 w 419100"/>
                <a:gd name="connsiteY17" fmla="*/ 215906 h 234956"/>
                <a:gd name="connsiteX18" fmla="*/ 200025 w 419100"/>
                <a:gd name="connsiteY18" fmla="*/ 206381 h 234956"/>
                <a:gd name="connsiteX19" fmla="*/ 234950 w 419100"/>
                <a:gd name="connsiteY19" fmla="*/ 203206 h 234956"/>
                <a:gd name="connsiteX20" fmla="*/ 273050 w 419100"/>
                <a:gd name="connsiteY20" fmla="*/ 212731 h 234956"/>
                <a:gd name="connsiteX21" fmla="*/ 282575 w 419100"/>
                <a:gd name="connsiteY21" fmla="*/ 219081 h 234956"/>
                <a:gd name="connsiteX22" fmla="*/ 292100 w 419100"/>
                <a:gd name="connsiteY22" fmla="*/ 222256 h 234956"/>
                <a:gd name="connsiteX23" fmla="*/ 301625 w 419100"/>
                <a:gd name="connsiteY23" fmla="*/ 228606 h 234956"/>
                <a:gd name="connsiteX24" fmla="*/ 320675 w 419100"/>
                <a:gd name="connsiteY24" fmla="*/ 234956 h 234956"/>
                <a:gd name="connsiteX25" fmla="*/ 374650 w 419100"/>
                <a:gd name="connsiteY25" fmla="*/ 231781 h 234956"/>
                <a:gd name="connsiteX26" fmla="*/ 384175 w 419100"/>
                <a:gd name="connsiteY26" fmla="*/ 228606 h 234956"/>
                <a:gd name="connsiteX27" fmla="*/ 403225 w 419100"/>
                <a:gd name="connsiteY27" fmla="*/ 215906 h 234956"/>
                <a:gd name="connsiteX28" fmla="*/ 415925 w 419100"/>
                <a:gd name="connsiteY28" fmla="*/ 187331 h 234956"/>
                <a:gd name="connsiteX29" fmla="*/ 419100 w 419100"/>
                <a:gd name="connsiteY29" fmla="*/ 177806 h 234956"/>
                <a:gd name="connsiteX30" fmla="*/ 415925 w 419100"/>
                <a:gd name="connsiteY30" fmla="*/ 146056 h 234956"/>
                <a:gd name="connsiteX31" fmla="*/ 409575 w 419100"/>
                <a:gd name="connsiteY31" fmla="*/ 127006 h 234956"/>
                <a:gd name="connsiteX32" fmla="*/ 406400 w 419100"/>
                <a:gd name="connsiteY32" fmla="*/ 117481 h 234956"/>
                <a:gd name="connsiteX33" fmla="*/ 390525 w 419100"/>
                <a:gd name="connsiteY33" fmla="*/ 98431 h 234956"/>
                <a:gd name="connsiteX34" fmla="*/ 381000 w 419100"/>
                <a:gd name="connsiteY34" fmla="*/ 92081 h 234956"/>
                <a:gd name="connsiteX35" fmla="*/ 365125 w 419100"/>
                <a:gd name="connsiteY35" fmla="*/ 76206 h 234956"/>
                <a:gd name="connsiteX36" fmla="*/ 369888 w 419100"/>
                <a:gd name="connsiteY36" fmla="*/ 64300 h 234956"/>
                <a:gd name="connsiteX37" fmla="*/ 353219 w 419100"/>
                <a:gd name="connsiteY37" fmla="*/ 51600 h 234956"/>
                <a:gd name="connsiteX38" fmla="*/ 317500 w 419100"/>
                <a:gd name="connsiteY38" fmla="*/ 7 h 234956"/>
                <a:gd name="connsiteX39" fmla="*/ 276225 w 419100"/>
                <a:gd name="connsiteY39" fmla="*/ 55569 h 234956"/>
                <a:gd name="connsiteX40" fmla="*/ 215107 w 419100"/>
                <a:gd name="connsiteY40" fmla="*/ 66681 h 234956"/>
                <a:gd name="connsiteX41" fmla="*/ 191294 w 419100"/>
                <a:gd name="connsiteY41" fmla="*/ 69062 h 234956"/>
                <a:gd name="connsiteX42" fmla="*/ 190500 w 419100"/>
                <a:gd name="connsiteY42" fmla="*/ 69856 h 234956"/>
                <a:gd name="connsiteX0" fmla="*/ 190500 w 419100"/>
                <a:gd name="connsiteY0" fmla="*/ 69890 h 234990"/>
                <a:gd name="connsiteX1" fmla="*/ 190500 w 419100"/>
                <a:gd name="connsiteY1" fmla="*/ 69890 h 234990"/>
                <a:gd name="connsiteX2" fmla="*/ 66675 w 419100"/>
                <a:gd name="connsiteY2" fmla="*/ 69890 h 234990"/>
                <a:gd name="connsiteX3" fmla="*/ 28575 w 419100"/>
                <a:gd name="connsiteY3" fmla="*/ 88940 h 234990"/>
                <a:gd name="connsiteX4" fmla="*/ 19050 w 419100"/>
                <a:gd name="connsiteY4" fmla="*/ 95290 h 234990"/>
                <a:gd name="connsiteX5" fmla="*/ 6350 w 419100"/>
                <a:gd name="connsiteY5" fmla="*/ 114340 h 234990"/>
                <a:gd name="connsiteX6" fmla="*/ 0 w 419100"/>
                <a:gd name="connsiteY6" fmla="*/ 133390 h 234990"/>
                <a:gd name="connsiteX7" fmla="*/ 6350 w 419100"/>
                <a:gd name="connsiteY7" fmla="*/ 181015 h 234990"/>
                <a:gd name="connsiteX8" fmla="*/ 12700 w 419100"/>
                <a:gd name="connsiteY8" fmla="*/ 190540 h 234990"/>
                <a:gd name="connsiteX9" fmla="*/ 22225 w 419100"/>
                <a:gd name="connsiteY9" fmla="*/ 196890 h 234990"/>
                <a:gd name="connsiteX10" fmla="*/ 31750 w 419100"/>
                <a:gd name="connsiteY10" fmla="*/ 206415 h 234990"/>
                <a:gd name="connsiteX11" fmla="*/ 50800 w 419100"/>
                <a:gd name="connsiteY11" fmla="*/ 212765 h 234990"/>
                <a:gd name="connsiteX12" fmla="*/ 79375 w 419100"/>
                <a:gd name="connsiteY12" fmla="*/ 222290 h 234990"/>
                <a:gd name="connsiteX13" fmla="*/ 88900 w 419100"/>
                <a:gd name="connsiteY13" fmla="*/ 225465 h 234990"/>
                <a:gd name="connsiteX14" fmla="*/ 98425 w 419100"/>
                <a:gd name="connsiteY14" fmla="*/ 228640 h 234990"/>
                <a:gd name="connsiteX15" fmla="*/ 146050 w 419100"/>
                <a:gd name="connsiteY15" fmla="*/ 222290 h 234990"/>
                <a:gd name="connsiteX16" fmla="*/ 155575 w 419100"/>
                <a:gd name="connsiteY16" fmla="*/ 219115 h 234990"/>
                <a:gd name="connsiteX17" fmla="*/ 168275 w 419100"/>
                <a:gd name="connsiteY17" fmla="*/ 215940 h 234990"/>
                <a:gd name="connsiteX18" fmla="*/ 200025 w 419100"/>
                <a:gd name="connsiteY18" fmla="*/ 206415 h 234990"/>
                <a:gd name="connsiteX19" fmla="*/ 234950 w 419100"/>
                <a:gd name="connsiteY19" fmla="*/ 203240 h 234990"/>
                <a:gd name="connsiteX20" fmla="*/ 273050 w 419100"/>
                <a:gd name="connsiteY20" fmla="*/ 212765 h 234990"/>
                <a:gd name="connsiteX21" fmla="*/ 282575 w 419100"/>
                <a:gd name="connsiteY21" fmla="*/ 219115 h 234990"/>
                <a:gd name="connsiteX22" fmla="*/ 292100 w 419100"/>
                <a:gd name="connsiteY22" fmla="*/ 222290 h 234990"/>
                <a:gd name="connsiteX23" fmla="*/ 301625 w 419100"/>
                <a:gd name="connsiteY23" fmla="*/ 228640 h 234990"/>
                <a:gd name="connsiteX24" fmla="*/ 320675 w 419100"/>
                <a:gd name="connsiteY24" fmla="*/ 234990 h 234990"/>
                <a:gd name="connsiteX25" fmla="*/ 374650 w 419100"/>
                <a:gd name="connsiteY25" fmla="*/ 231815 h 234990"/>
                <a:gd name="connsiteX26" fmla="*/ 384175 w 419100"/>
                <a:gd name="connsiteY26" fmla="*/ 228640 h 234990"/>
                <a:gd name="connsiteX27" fmla="*/ 403225 w 419100"/>
                <a:gd name="connsiteY27" fmla="*/ 215940 h 234990"/>
                <a:gd name="connsiteX28" fmla="*/ 415925 w 419100"/>
                <a:gd name="connsiteY28" fmla="*/ 187365 h 234990"/>
                <a:gd name="connsiteX29" fmla="*/ 419100 w 419100"/>
                <a:gd name="connsiteY29" fmla="*/ 177840 h 234990"/>
                <a:gd name="connsiteX30" fmla="*/ 415925 w 419100"/>
                <a:gd name="connsiteY30" fmla="*/ 146090 h 234990"/>
                <a:gd name="connsiteX31" fmla="*/ 409575 w 419100"/>
                <a:gd name="connsiteY31" fmla="*/ 127040 h 234990"/>
                <a:gd name="connsiteX32" fmla="*/ 406400 w 419100"/>
                <a:gd name="connsiteY32" fmla="*/ 117515 h 234990"/>
                <a:gd name="connsiteX33" fmla="*/ 390525 w 419100"/>
                <a:gd name="connsiteY33" fmla="*/ 98465 h 234990"/>
                <a:gd name="connsiteX34" fmla="*/ 381000 w 419100"/>
                <a:gd name="connsiteY34" fmla="*/ 92115 h 234990"/>
                <a:gd name="connsiteX35" fmla="*/ 365125 w 419100"/>
                <a:gd name="connsiteY35" fmla="*/ 76240 h 234990"/>
                <a:gd name="connsiteX36" fmla="*/ 369888 w 419100"/>
                <a:gd name="connsiteY36" fmla="*/ 64334 h 234990"/>
                <a:gd name="connsiteX37" fmla="*/ 331788 w 419100"/>
                <a:gd name="connsiteY37" fmla="*/ 46872 h 234990"/>
                <a:gd name="connsiteX38" fmla="*/ 317500 w 419100"/>
                <a:gd name="connsiteY38" fmla="*/ 41 h 234990"/>
                <a:gd name="connsiteX39" fmla="*/ 276225 w 419100"/>
                <a:gd name="connsiteY39" fmla="*/ 55603 h 234990"/>
                <a:gd name="connsiteX40" fmla="*/ 215107 w 419100"/>
                <a:gd name="connsiteY40" fmla="*/ 66715 h 234990"/>
                <a:gd name="connsiteX41" fmla="*/ 191294 w 419100"/>
                <a:gd name="connsiteY41" fmla="*/ 69096 h 234990"/>
                <a:gd name="connsiteX42" fmla="*/ 190500 w 419100"/>
                <a:gd name="connsiteY42" fmla="*/ 69890 h 234990"/>
                <a:gd name="connsiteX0" fmla="*/ 190500 w 419100"/>
                <a:gd name="connsiteY0" fmla="*/ 71245 h 236345"/>
                <a:gd name="connsiteX1" fmla="*/ 190500 w 419100"/>
                <a:gd name="connsiteY1" fmla="*/ 71245 h 236345"/>
                <a:gd name="connsiteX2" fmla="*/ 66675 w 419100"/>
                <a:gd name="connsiteY2" fmla="*/ 71245 h 236345"/>
                <a:gd name="connsiteX3" fmla="*/ 28575 w 419100"/>
                <a:gd name="connsiteY3" fmla="*/ 90295 h 236345"/>
                <a:gd name="connsiteX4" fmla="*/ 19050 w 419100"/>
                <a:gd name="connsiteY4" fmla="*/ 96645 h 236345"/>
                <a:gd name="connsiteX5" fmla="*/ 6350 w 419100"/>
                <a:gd name="connsiteY5" fmla="*/ 115695 h 236345"/>
                <a:gd name="connsiteX6" fmla="*/ 0 w 419100"/>
                <a:gd name="connsiteY6" fmla="*/ 134745 h 236345"/>
                <a:gd name="connsiteX7" fmla="*/ 6350 w 419100"/>
                <a:gd name="connsiteY7" fmla="*/ 182370 h 236345"/>
                <a:gd name="connsiteX8" fmla="*/ 12700 w 419100"/>
                <a:gd name="connsiteY8" fmla="*/ 191895 h 236345"/>
                <a:gd name="connsiteX9" fmla="*/ 22225 w 419100"/>
                <a:gd name="connsiteY9" fmla="*/ 198245 h 236345"/>
                <a:gd name="connsiteX10" fmla="*/ 31750 w 419100"/>
                <a:gd name="connsiteY10" fmla="*/ 207770 h 236345"/>
                <a:gd name="connsiteX11" fmla="*/ 50800 w 419100"/>
                <a:gd name="connsiteY11" fmla="*/ 214120 h 236345"/>
                <a:gd name="connsiteX12" fmla="*/ 79375 w 419100"/>
                <a:gd name="connsiteY12" fmla="*/ 223645 h 236345"/>
                <a:gd name="connsiteX13" fmla="*/ 88900 w 419100"/>
                <a:gd name="connsiteY13" fmla="*/ 226820 h 236345"/>
                <a:gd name="connsiteX14" fmla="*/ 98425 w 419100"/>
                <a:gd name="connsiteY14" fmla="*/ 229995 h 236345"/>
                <a:gd name="connsiteX15" fmla="*/ 146050 w 419100"/>
                <a:gd name="connsiteY15" fmla="*/ 223645 h 236345"/>
                <a:gd name="connsiteX16" fmla="*/ 155575 w 419100"/>
                <a:gd name="connsiteY16" fmla="*/ 220470 h 236345"/>
                <a:gd name="connsiteX17" fmla="*/ 168275 w 419100"/>
                <a:gd name="connsiteY17" fmla="*/ 217295 h 236345"/>
                <a:gd name="connsiteX18" fmla="*/ 200025 w 419100"/>
                <a:gd name="connsiteY18" fmla="*/ 207770 h 236345"/>
                <a:gd name="connsiteX19" fmla="*/ 234950 w 419100"/>
                <a:gd name="connsiteY19" fmla="*/ 204595 h 236345"/>
                <a:gd name="connsiteX20" fmla="*/ 273050 w 419100"/>
                <a:gd name="connsiteY20" fmla="*/ 214120 h 236345"/>
                <a:gd name="connsiteX21" fmla="*/ 282575 w 419100"/>
                <a:gd name="connsiteY21" fmla="*/ 220470 h 236345"/>
                <a:gd name="connsiteX22" fmla="*/ 292100 w 419100"/>
                <a:gd name="connsiteY22" fmla="*/ 223645 h 236345"/>
                <a:gd name="connsiteX23" fmla="*/ 301625 w 419100"/>
                <a:gd name="connsiteY23" fmla="*/ 229995 h 236345"/>
                <a:gd name="connsiteX24" fmla="*/ 320675 w 419100"/>
                <a:gd name="connsiteY24" fmla="*/ 236345 h 236345"/>
                <a:gd name="connsiteX25" fmla="*/ 374650 w 419100"/>
                <a:gd name="connsiteY25" fmla="*/ 233170 h 236345"/>
                <a:gd name="connsiteX26" fmla="*/ 384175 w 419100"/>
                <a:gd name="connsiteY26" fmla="*/ 229995 h 236345"/>
                <a:gd name="connsiteX27" fmla="*/ 403225 w 419100"/>
                <a:gd name="connsiteY27" fmla="*/ 217295 h 236345"/>
                <a:gd name="connsiteX28" fmla="*/ 415925 w 419100"/>
                <a:gd name="connsiteY28" fmla="*/ 188720 h 236345"/>
                <a:gd name="connsiteX29" fmla="*/ 419100 w 419100"/>
                <a:gd name="connsiteY29" fmla="*/ 179195 h 236345"/>
                <a:gd name="connsiteX30" fmla="*/ 415925 w 419100"/>
                <a:gd name="connsiteY30" fmla="*/ 147445 h 236345"/>
                <a:gd name="connsiteX31" fmla="*/ 409575 w 419100"/>
                <a:gd name="connsiteY31" fmla="*/ 128395 h 236345"/>
                <a:gd name="connsiteX32" fmla="*/ 406400 w 419100"/>
                <a:gd name="connsiteY32" fmla="*/ 118870 h 236345"/>
                <a:gd name="connsiteX33" fmla="*/ 390525 w 419100"/>
                <a:gd name="connsiteY33" fmla="*/ 99820 h 236345"/>
                <a:gd name="connsiteX34" fmla="*/ 381000 w 419100"/>
                <a:gd name="connsiteY34" fmla="*/ 93470 h 236345"/>
                <a:gd name="connsiteX35" fmla="*/ 365125 w 419100"/>
                <a:gd name="connsiteY35" fmla="*/ 77595 h 236345"/>
                <a:gd name="connsiteX36" fmla="*/ 369888 w 419100"/>
                <a:gd name="connsiteY36" fmla="*/ 65689 h 236345"/>
                <a:gd name="connsiteX37" fmla="*/ 331788 w 419100"/>
                <a:gd name="connsiteY37" fmla="*/ 48227 h 236345"/>
                <a:gd name="connsiteX38" fmla="*/ 317500 w 419100"/>
                <a:gd name="connsiteY38" fmla="*/ 1396 h 236345"/>
                <a:gd name="connsiteX39" fmla="*/ 264319 w 419100"/>
                <a:gd name="connsiteY39" fmla="*/ 9333 h 236345"/>
                <a:gd name="connsiteX40" fmla="*/ 215107 w 419100"/>
                <a:gd name="connsiteY40" fmla="*/ 68070 h 236345"/>
                <a:gd name="connsiteX41" fmla="*/ 191294 w 419100"/>
                <a:gd name="connsiteY41" fmla="*/ 70451 h 236345"/>
                <a:gd name="connsiteX42" fmla="*/ 190500 w 419100"/>
                <a:gd name="connsiteY42" fmla="*/ 71245 h 236345"/>
                <a:gd name="connsiteX0" fmla="*/ 190500 w 419100"/>
                <a:gd name="connsiteY0" fmla="*/ 77546 h 242646"/>
                <a:gd name="connsiteX1" fmla="*/ 190500 w 419100"/>
                <a:gd name="connsiteY1" fmla="*/ 77546 h 242646"/>
                <a:gd name="connsiteX2" fmla="*/ 66675 w 419100"/>
                <a:gd name="connsiteY2" fmla="*/ 77546 h 242646"/>
                <a:gd name="connsiteX3" fmla="*/ 28575 w 419100"/>
                <a:gd name="connsiteY3" fmla="*/ 96596 h 242646"/>
                <a:gd name="connsiteX4" fmla="*/ 19050 w 419100"/>
                <a:gd name="connsiteY4" fmla="*/ 102946 h 242646"/>
                <a:gd name="connsiteX5" fmla="*/ 6350 w 419100"/>
                <a:gd name="connsiteY5" fmla="*/ 121996 h 242646"/>
                <a:gd name="connsiteX6" fmla="*/ 0 w 419100"/>
                <a:gd name="connsiteY6" fmla="*/ 141046 h 242646"/>
                <a:gd name="connsiteX7" fmla="*/ 6350 w 419100"/>
                <a:gd name="connsiteY7" fmla="*/ 188671 h 242646"/>
                <a:gd name="connsiteX8" fmla="*/ 12700 w 419100"/>
                <a:gd name="connsiteY8" fmla="*/ 198196 h 242646"/>
                <a:gd name="connsiteX9" fmla="*/ 22225 w 419100"/>
                <a:gd name="connsiteY9" fmla="*/ 204546 h 242646"/>
                <a:gd name="connsiteX10" fmla="*/ 31750 w 419100"/>
                <a:gd name="connsiteY10" fmla="*/ 214071 h 242646"/>
                <a:gd name="connsiteX11" fmla="*/ 50800 w 419100"/>
                <a:gd name="connsiteY11" fmla="*/ 220421 h 242646"/>
                <a:gd name="connsiteX12" fmla="*/ 79375 w 419100"/>
                <a:gd name="connsiteY12" fmla="*/ 229946 h 242646"/>
                <a:gd name="connsiteX13" fmla="*/ 88900 w 419100"/>
                <a:gd name="connsiteY13" fmla="*/ 233121 h 242646"/>
                <a:gd name="connsiteX14" fmla="*/ 98425 w 419100"/>
                <a:gd name="connsiteY14" fmla="*/ 236296 h 242646"/>
                <a:gd name="connsiteX15" fmla="*/ 146050 w 419100"/>
                <a:gd name="connsiteY15" fmla="*/ 229946 h 242646"/>
                <a:gd name="connsiteX16" fmla="*/ 155575 w 419100"/>
                <a:gd name="connsiteY16" fmla="*/ 226771 h 242646"/>
                <a:gd name="connsiteX17" fmla="*/ 168275 w 419100"/>
                <a:gd name="connsiteY17" fmla="*/ 223596 h 242646"/>
                <a:gd name="connsiteX18" fmla="*/ 200025 w 419100"/>
                <a:gd name="connsiteY18" fmla="*/ 214071 h 242646"/>
                <a:gd name="connsiteX19" fmla="*/ 234950 w 419100"/>
                <a:gd name="connsiteY19" fmla="*/ 210896 h 242646"/>
                <a:gd name="connsiteX20" fmla="*/ 273050 w 419100"/>
                <a:gd name="connsiteY20" fmla="*/ 220421 h 242646"/>
                <a:gd name="connsiteX21" fmla="*/ 282575 w 419100"/>
                <a:gd name="connsiteY21" fmla="*/ 226771 h 242646"/>
                <a:gd name="connsiteX22" fmla="*/ 292100 w 419100"/>
                <a:gd name="connsiteY22" fmla="*/ 229946 h 242646"/>
                <a:gd name="connsiteX23" fmla="*/ 301625 w 419100"/>
                <a:gd name="connsiteY23" fmla="*/ 236296 h 242646"/>
                <a:gd name="connsiteX24" fmla="*/ 320675 w 419100"/>
                <a:gd name="connsiteY24" fmla="*/ 242646 h 242646"/>
                <a:gd name="connsiteX25" fmla="*/ 374650 w 419100"/>
                <a:gd name="connsiteY25" fmla="*/ 239471 h 242646"/>
                <a:gd name="connsiteX26" fmla="*/ 384175 w 419100"/>
                <a:gd name="connsiteY26" fmla="*/ 236296 h 242646"/>
                <a:gd name="connsiteX27" fmla="*/ 403225 w 419100"/>
                <a:gd name="connsiteY27" fmla="*/ 223596 h 242646"/>
                <a:gd name="connsiteX28" fmla="*/ 415925 w 419100"/>
                <a:gd name="connsiteY28" fmla="*/ 195021 h 242646"/>
                <a:gd name="connsiteX29" fmla="*/ 419100 w 419100"/>
                <a:gd name="connsiteY29" fmla="*/ 185496 h 242646"/>
                <a:gd name="connsiteX30" fmla="*/ 415925 w 419100"/>
                <a:gd name="connsiteY30" fmla="*/ 153746 h 242646"/>
                <a:gd name="connsiteX31" fmla="*/ 409575 w 419100"/>
                <a:gd name="connsiteY31" fmla="*/ 134696 h 242646"/>
                <a:gd name="connsiteX32" fmla="*/ 406400 w 419100"/>
                <a:gd name="connsiteY32" fmla="*/ 125171 h 242646"/>
                <a:gd name="connsiteX33" fmla="*/ 390525 w 419100"/>
                <a:gd name="connsiteY33" fmla="*/ 106121 h 242646"/>
                <a:gd name="connsiteX34" fmla="*/ 381000 w 419100"/>
                <a:gd name="connsiteY34" fmla="*/ 99771 h 242646"/>
                <a:gd name="connsiteX35" fmla="*/ 365125 w 419100"/>
                <a:gd name="connsiteY35" fmla="*/ 83896 h 242646"/>
                <a:gd name="connsiteX36" fmla="*/ 369888 w 419100"/>
                <a:gd name="connsiteY36" fmla="*/ 71990 h 242646"/>
                <a:gd name="connsiteX37" fmla="*/ 331788 w 419100"/>
                <a:gd name="connsiteY37" fmla="*/ 54528 h 242646"/>
                <a:gd name="connsiteX38" fmla="*/ 317500 w 419100"/>
                <a:gd name="connsiteY38" fmla="*/ 7697 h 242646"/>
                <a:gd name="connsiteX39" fmla="*/ 264319 w 419100"/>
                <a:gd name="connsiteY39" fmla="*/ 15634 h 242646"/>
                <a:gd name="connsiteX40" fmla="*/ 215107 w 419100"/>
                <a:gd name="connsiteY40" fmla="*/ 74371 h 242646"/>
                <a:gd name="connsiteX41" fmla="*/ 191294 w 419100"/>
                <a:gd name="connsiteY41" fmla="*/ 76752 h 242646"/>
                <a:gd name="connsiteX42" fmla="*/ 190500 w 419100"/>
                <a:gd name="connsiteY42" fmla="*/ 77546 h 242646"/>
                <a:gd name="connsiteX0" fmla="*/ 190500 w 419100"/>
                <a:gd name="connsiteY0" fmla="*/ 77546 h 242646"/>
                <a:gd name="connsiteX1" fmla="*/ 190500 w 419100"/>
                <a:gd name="connsiteY1" fmla="*/ 77546 h 242646"/>
                <a:gd name="connsiteX2" fmla="*/ 66675 w 419100"/>
                <a:gd name="connsiteY2" fmla="*/ 77546 h 242646"/>
                <a:gd name="connsiteX3" fmla="*/ 28575 w 419100"/>
                <a:gd name="connsiteY3" fmla="*/ 96596 h 242646"/>
                <a:gd name="connsiteX4" fmla="*/ 19050 w 419100"/>
                <a:gd name="connsiteY4" fmla="*/ 102946 h 242646"/>
                <a:gd name="connsiteX5" fmla="*/ 6350 w 419100"/>
                <a:gd name="connsiteY5" fmla="*/ 121996 h 242646"/>
                <a:gd name="connsiteX6" fmla="*/ 0 w 419100"/>
                <a:gd name="connsiteY6" fmla="*/ 141046 h 242646"/>
                <a:gd name="connsiteX7" fmla="*/ 6350 w 419100"/>
                <a:gd name="connsiteY7" fmla="*/ 188671 h 242646"/>
                <a:gd name="connsiteX8" fmla="*/ 12700 w 419100"/>
                <a:gd name="connsiteY8" fmla="*/ 198196 h 242646"/>
                <a:gd name="connsiteX9" fmla="*/ 22225 w 419100"/>
                <a:gd name="connsiteY9" fmla="*/ 204546 h 242646"/>
                <a:gd name="connsiteX10" fmla="*/ 31750 w 419100"/>
                <a:gd name="connsiteY10" fmla="*/ 214071 h 242646"/>
                <a:gd name="connsiteX11" fmla="*/ 50800 w 419100"/>
                <a:gd name="connsiteY11" fmla="*/ 220421 h 242646"/>
                <a:gd name="connsiteX12" fmla="*/ 79375 w 419100"/>
                <a:gd name="connsiteY12" fmla="*/ 229946 h 242646"/>
                <a:gd name="connsiteX13" fmla="*/ 88900 w 419100"/>
                <a:gd name="connsiteY13" fmla="*/ 233121 h 242646"/>
                <a:gd name="connsiteX14" fmla="*/ 98425 w 419100"/>
                <a:gd name="connsiteY14" fmla="*/ 236296 h 242646"/>
                <a:gd name="connsiteX15" fmla="*/ 146050 w 419100"/>
                <a:gd name="connsiteY15" fmla="*/ 229946 h 242646"/>
                <a:gd name="connsiteX16" fmla="*/ 155575 w 419100"/>
                <a:gd name="connsiteY16" fmla="*/ 226771 h 242646"/>
                <a:gd name="connsiteX17" fmla="*/ 168275 w 419100"/>
                <a:gd name="connsiteY17" fmla="*/ 223596 h 242646"/>
                <a:gd name="connsiteX18" fmla="*/ 200025 w 419100"/>
                <a:gd name="connsiteY18" fmla="*/ 214071 h 242646"/>
                <a:gd name="connsiteX19" fmla="*/ 234950 w 419100"/>
                <a:gd name="connsiteY19" fmla="*/ 210896 h 242646"/>
                <a:gd name="connsiteX20" fmla="*/ 273050 w 419100"/>
                <a:gd name="connsiteY20" fmla="*/ 220421 h 242646"/>
                <a:gd name="connsiteX21" fmla="*/ 282575 w 419100"/>
                <a:gd name="connsiteY21" fmla="*/ 226771 h 242646"/>
                <a:gd name="connsiteX22" fmla="*/ 292100 w 419100"/>
                <a:gd name="connsiteY22" fmla="*/ 229946 h 242646"/>
                <a:gd name="connsiteX23" fmla="*/ 301625 w 419100"/>
                <a:gd name="connsiteY23" fmla="*/ 236296 h 242646"/>
                <a:gd name="connsiteX24" fmla="*/ 320675 w 419100"/>
                <a:gd name="connsiteY24" fmla="*/ 242646 h 242646"/>
                <a:gd name="connsiteX25" fmla="*/ 374650 w 419100"/>
                <a:gd name="connsiteY25" fmla="*/ 239471 h 242646"/>
                <a:gd name="connsiteX26" fmla="*/ 384175 w 419100"/>
                <a:gd name="connsiteY26" fmla="*/ 236296 h 242646"/>
                <a:gd name="connsiteX27" fmla="*/ 403225 w 419100"/>
                <a:gd name="connsiteY27" fmla="*/ 223596 h 242646"/>
                <a:gd name="connsiteX28" fmla="*/ 415925 w 419100"/>
                <a:gd name="connsiteY28" fmla="*/ 195021 h 242646"/>
                <a:gd name="connsiteX29" fmla="*/ 419100 w 419100"/>
                <a:gd name="connsiteY29" fmla="*/ 185496 h 242646"/>
                <a:gd name="connsiteX30" fmla="*/ 415925 w 419100"/>
                <a:gd name="connsiteY30" fmla="*/ 153746 h 242646"/>
                <a:gd name="connsiteX31" fmla="*/ 409575 w 419100"/>
                <a:gd name="connsiteY31" fmla="*/ 134696 h 242646"/>
                <a:gd name="connsiteX32" fmla="*/ 406400 w 419100"/>
                <a:gd name="connsiteY32" fmla="*/ 125171 h 242646"/>
                <a:gd name="connsiteX33" fmla="*/ 390525 w 419100"/>
                <a:gd name="connsiteY33" fmla="*/ 106121 h 242646"/>
                <a:gd name="connsiteX34" fmla="*/ 381000 w 419100"/>
                <a:gd name="connsiteY34" fmla="*/ 99771 h 242646"/>
                <a:gd name="connsiteX35" fmla="*/ 365125 w 419100"/>
                <a:gd name="connsiteY35" fmla="*/ 83896 h 242646"/>
                <a:gd name="connsiteX36" fmla="*/ 369888 w 419100"/>
                <a:gd name="connsiteY36" fmla="*/ 71990 h 242646"/>
                <a:gd name="connsiteX37" fmla="*/ 331788 w 419100"/>
                <a:gd name="connsiteY37" fmla="*/ 54528 h 242646"/>
                <a:gd name="connsiteX38" fmla="*/ 317500 w 419100"/>
                <a:gd name="connsiteY38" fmla="*/ 7697 h 242646"/>
                <a:gd name="connsiteX39" fmla="*/ 264319 w 419100"/>
                <a:gd name="connsiteY39" fmla="*/ 15634 h 242646"/>
                <a:gd name="connsiteX40" fmla="*/ 215107 w 419100"/>
                <a:gd name="connsiteY40" fmla="*/ 74371 h 242646"/>
                <a:gd name="connsiteX41" fmla="*/ 191294 w 419100"/>
                <a:gd name="connsiteY41" fmla="*/ 76752 h 242646"/>
                <a:gd name="connsiteX42" fmla="*/ 190500 w 419100"/>
                <a:gd name="connsiteY42" fmla="*/ 77546 h 242646"/>
                <a:gd name="connsiteX0" fmla="*/ 190500 w 419100"/>
                <a:gd name="connsiteY0" fmla="*/ 77546 h 242646"/>
                <a:gd name="connsiteX1" fmla="*/ 190500 w 419100"/>
                <a:gd name="connsiteY1" fmla="*/ 77546 h 242646"/>
                <a:gd name="connsiteX2" fmla="*/ 66675 w 419100"/>
                <a:gd name="connsiteY2" fmla="*/ 77546 h 242646"/>
                <a:gd name="connsiteX3" fmla="*/ 28575 w 419100"/>
                <a:gd name="connsiteY3" fmla="*/ 96596 h 242646"/>
                <a:gd name="connsiteX4" fmla="*/ 19050 w 419100"/>
                <a:gd name="connsiteY4" fmla="*/ 102946 h 242646"/>
                <a:gd name="connsiteX5" fmla="*/ 6350 w 419100"/>
                <a:gd name="connsiteY5" fmla="*/ 121996 h 242646"/>
                <a:gd name="connsiteX6" fmla="*/ 0 w 419100"/>
                <a:gd name="connsiteY6" fmla="*/ 141046 h 242646"/>
                <a:gd name="connsiteX7" fmla="*/ 6350 w 419100"/>
                <a:gd name="connsiteY7" fmla="*/ 188671 h 242646"/>
                <a:gd name="connsiteX8" fmla="*/ 12700 w 419100"/>
                <a:gd name="connsiteY8" fmla="*/ 198196 h 242646"/>
                <a:gd name="connsiteX9" fmla="*/ 22225 w 419100"/>
                <a:gd name="connsiteY9" fmla="*/ 204546 h 242646"/>
                <a:gd name="connsiteX10" fmla="*/ 31750 w 419100"/>
                <a:gd name="connsiteY10" fmla="*/ 214071 h 242646"/>
                <a:gd name="connsiteX11" fmla="*/ 50800 w 419100"/>
                <a:gd name="connsiteY11" fmla="*/ 220421 h 242646"/>
                <a:gd name="connsiteX12" fmla="*/ 79375 w 419100"/>
                <a:gd name="connsiteY12" fmla="*/ 229946 h 242646"/>
                <a:gd name="connsiteX13" fmla="*/ 88900 w 419100"/>
                <a:gd name="connsiteY13" fmla="*/ 233121 h 242646"/>
                <a:gd name="connsiteX14" fmla="*/ 98425 w 419100"/>
                <a:gd name="connsiteY14" fmla="*/ 236296 h 242646"/>
                <a:gd name="connsiteX15" fmla="*/ 146050 w 419100"/>
                <a:gd name="connsiteY15" fmla="*/ 229946 h 242646"/>
                <a:gd name="connsiteX16" fmla="*/ 155575 w 419100"/>
                <a:gd name="connsiteY16" fmla="*/ 226771 h 242646"/>
                <a:gd name="connsiteX17" fmla="*/ 168275 w 419100"/>
                <a:gd name="connsiteY17" fmla="*/ 223596 h 242646"/>
                <a:gd name="connsiteX18" fmla="*/ 200025 w 419100"/>
                <a:gd name="connsiteY18" fmla="*/ 214071 h 242646"/>
                <a:gd name="connsiteX19" fmla="*/ 234950 w 419100"/>
                <a:gd name="connsiteY19" fmla="*/ 210896 h 242646"/>
                <a:gd name="connsiteX20" fmla="*/ 273050 w 419100"/>
                <a:gd name="connsiteY20" fmla="*/ 220421 h 242646"/>
                <a:gd name="connsiteX21" fmla="*/ 282575 w 419100"/>
                <a:gd name="connsiteY21" fmla="*/ 226771 h 242646"/>
                <a:gd name="connsiteX22" fmla="*/ 292100 w 419100"/>
                <a:gd name="connsiteY22" fmla="*/ 229946 h 242646"/>
                <a:gd name="connsiteX23" fmla="*/ 301625 w 419100"/>
                <a:gd name="connsiteY23" fmla="*/ 236296 h 242646"/>
                <a:gd name="connsiteX24" fmla="*/ 320675 w 419100"/>
                <a:gd name="connsiteY24" fmla="*/ 242646 h 242646"/>
                <a:gd name="connsiteX25" fmla="*/ 374650 w 419100"/>
                <a:gd name="connsiteY25" fmla="*/ 239471 h 242646"/>
                <a:gd name="connsiteX26" fmla="*/ 384175 w 419100"/>
                <a:gd name="connsiteY26" fmla="*/ 236296 h 242646"/>
                <a:gd name="connsiteX27" fmla="*/ 403225 w 419100"/>
                <a:gd name="connsiteY27" fmla="*/ 223596 h 242646"/>
                <a:gd name="connsiteX28" fmla="*/ 415925 w 419100"/>
                <a:gd name="connsiteY28" fmla="*/ 195021 h 242646"/>
                <a:gd name="connsiteX29" fmla="*/ 419100 w 419100"/>
                <a:gd name="connsiteY29" fmla="*/ 185496 h 242646"/>
                <a:gd name="connsiteX30" fmla="*/ 415925 w 419100"/>
                <a:gd name="connsiteY30" fmla="*/ 153746 h 242646"/>
                <a:gd name="connsiteX31" fmla="*/ 409575 w 419100"/>
                <a:gd name="connsiteY31" fmla="*/ 134696 h 242646"/>
                <a:gd name="connsiteX32" fmla="*/ 406400 w 419100"/>
                <a:gd name="connsiteY32" fmla="*/ 125171 h 242646"/>
                <a:gd name="connsiteX33" fmla="*/ 390525 w 419100"/>
                <a:gd name="connsiteY33" fmla="*/ 106121 h 242646"/>
                <a:gd name="connsiteX34" fmla="*/ 381000 w 419100"/>
                <a:gd name="connsiteY34" fmla="*/ 99771 h 242646"/>
                <a:gd name="connsiteX35" fmla="*/ 365125 w 419100"/>
                <a:gd name="connsiteY35" fmla="*/ 83896 h 242646"/>
                <a:gd name="connsiteX36" fmla="*/ 369888 w 419100"/>
                <a:gd name="connsiteY36" fmla="*/ 71990 h 242646"/>
                <a:gd name="connsiteX37" fmla="*/ 331788 w 419100"/>
                <a:gd name="connsiteY37" fmla="*/ 54528 h 242646"/>
                <a:gd name="connsiteX38" fmla="*/ 317500 w 419100"/>
                <a:gd name="connsiteY38" fmla="*/ 7697 h 242646"/>
                <a:gd name="connsiteX39" fmla="*/ 264319 w 419100"/>
                <a:gd name="connsiteY39" fmla="*/ 15634 h 242646"/>
                <a:gd name="connsiteX40" fmla="*/ 215107 w 419100"/>
                <a:gd name="connsiteY40" fmla="*/ 74371 h 242646"/>
                <a:gd name="connsiteX41" fmla="*/ 191294 w 419100"/>
                <a:gd name="connsiteY41" fmla="*/ 76752 h 242646"/>
                <a:gd name="connsiteX42" fmla="*/ 190500 w 419100"/>
                <a:gd name="connsiteY42" fmla="*/ 77546 h 242646"/>
                <a:gd name="connsiteX0" fmla="*/ 190500 w 419100"/>
                <a:gd name="connsiteY0" fmla="*/ 76982 h 242082"/>
                <a:gd name="connsiteX1" fmla="*/ 190500 w 419100"/>
                <a:gd name="connsiteY1" fmla="*/ 76982 h 242082"/>
                <a:gd name="connsiteX2" fmla="*/ 66675 w 419100"/>
                <a:gd name="connsiteY2" fmla="*/ 76982 h 242082"/>
                <a:gd name="connsiteX3" fmla="*/ 28575 w 419100"/>
                <a:gd name="connsiteY3" fmla="*/ 96032 h 242082"/>
                <a:gd name="connsiteX4" fmla="*/ 19050 w 419100"/>
                <a:gd name="connsiteY4" fmla="*/ 102382 h 242082"/>
                <a:gd name="connsiteX5" fmla="*/ 6350 w 419100"/>
                <a:gd name="connsiteY5" fmla="*/ 121432 h 242082"/>
                <a:gd name="connsiteX6" fmla="*/ 0 w 419100"/>
                <a:gd name="connsiteY6" fmla="*/ 140482 h 242082"/>
                <a:gd name="connsiteX7" fmla="*/ 6350 w 419100"/>
                <a:gd name="connsiteY7" fmla="*/ 188107 h 242082"/>
                <a:gd name="connsiteX8" fmla="*/ 12700 w 419100"/>
                <a:gd name="connsiteY8" fmla="*/ 197632 h 242082"/>
                <a:gd name="connsiteX9" fmla="*/ 22225 w 419100"/>
                <a:gd name="connsiteY9" fmla="*/ 203982 h 242082"/>
                <a:gd name="connsiteX10" fmla="*/ 31750 w 419100"/>
                <a:gd name="connsiteY10" fmla="*/ 213507 h 242082"/>
                <a:gd name="connsiteX11" fmla="*/ 50800 w 419100"/>
                <a:gd name="connsiteY11" fmla="*/ 219857 h 242082"/>
                <a:gd name="connsiteX12" fmla="*/ 79375 w 419100"/>
                <a:gd name="connsiteY12" fmla="*/ 229382 h 242082"/>
                <a:gd name="connsiteX13" fmla="*/ 88900 w 419100"/>
                <a:gd name="connsiteY13" fmla="*/ 232557 h 242082"/>
                <a:gd name="connsiteX14" fmla="*/ 98425 w 419100"/>
                <a:gd name="connsiteY14" fmla="*/ 235732 h 242082"/>
                <a:gd name="connsiteX15" fmla="*/ 146050 w 419100"/>
                <a:gd name="connsiteY15" fmla="*/ 229382 h 242082"/>
                <a:gd name="connsiteX16" fmla="*/ 155575 w 419100"/>
                <a:gd name="connsiteY16" fmla="*/ 226207 h 242082"/>
                <a:gd name="connsiteX17" fmla="*/ 168275 w 419100"/>
                <a:gd name="connsiteY17" fmla="*/ 223032 h 242082"/>
                <a:gd name="connsiteX18" fmla="*/ 200025 w 419100"/>
                <a:gd name="connsiteY18" fmla="*/ 213507 h 242082"/>
                <a:gd name="connsiteX19" fmla="*/ 234950 w 419100"/>
                <a:gd name="connsiteY19" fmla="*/ 210332 h 242082"/>
                <a:gd name="connsiteX20" fmla="*/ 273050 w 419100"/>
                <a:gd name="connsiteY20" fmla="*/ 219857 h 242082"/>
                <a:gd name="connsiteX21" fmla="*/ 282575 w 419100"/>
                <a:gd name="connsiteY21" fmla="*/ 226207 h 242082"/>
                <a:gd name="connsiteX22" fmla="*/ 292100 w 419100"/>
                <a:gd name="connsiteY22" fmla="*/ 229382 h 242082"/>
                <a:gd name="connsiteX23" fmla="*/ 301625 w 419100"/>
                <a:gd name="connsiteY23" fmla="*/ 235732 h 242082"/>
                <a:gd name="connsiteX24" fmla="*/ 320675 w 419100"/>
                <a:gd name="connsiteY24" fmla="*/ 242082 h 242082"/>
                <a:gd name="connsiteX25" fmla="*/ 374650 w 419100"/>
                <a:gd name="connsiteY25" fmla="*/ 238907 h 242082"/>
                <a:gd name="connsiteX26" fmla="*/ 384175 w 419100"/>
                <a:gd name="connsiteY26" fmla="*/ 235732 h 242082"/>
                <a:gd name="connsiteX27" fmla="*/ 403225 w 419100"/>
                <a:gd name="connsiteY27" fmla="*/ 223032 h 242082"/>
                <a:gd name="connsiteX28" fmla="*/ 415925 w 419100"/>
                <a:gd name="connsiteY28" fmla="*/ 194457 h 242082"/>
                <a:gd name="connsiteX29" fmla="*/ 419100 w 419100"/>
                <a:gd name="connsiteY29" fmla="*/ 184932 h 242082"/>
                <a:gd name="connsiteX30" fmla="*/ 415925 w 419100"/>
                <a:gd name="connsiteY30" fmla="*/ 153182 h 242082"/>
                <a:gd name="connsiteX31" fmla="*/ 409575 w 419100"/>
                <a:gd name="connsiteY31" fmla="*/ 134132 h 242082"/>
                <a:gd name="connsiteX32" fmla="*/ 406400 w 419100"/>
                <a:gd name="connsiteY32" fmla="*/ 124607 h 242082"/>
                <a:gd name="connsiteX33" fmla="*/ 390525 w 419100"/>
                <a:gd name="connsiteY33" fmla="*/ 105557 h 242082"/>
                <a:gd name="connsiteX34" fmla="*/ 381000 w 419100"/>
                <a:gd name="connsiteY34" fmla="*/ 99207 h 242082"/>
                <a:gd name="connsiteX35" fmla="*/ 365125 w 419100"/>
                <a:gd name="connsiteY35" fmla="*/ 83332 h 242082"/>
                <a:gd name="connsiteX36" fmla="*/ 369888 w 419100"/>
                <a:gd name="connsiteY36" fmla="*/ 71426 h 242082"/>
                <a:gd name="connsiteX37" fmla="*/ 346075 w 419100"/>
                <a:gd name="connsiteY37" fmla="*/ 44439 h 242082"/>
                <a:gd name="connsiteX38" fmla="*/ 317500 w 419100"/>
                <a:gd name="connsiteY38" fmla="*/ 7133 h 242082"/>
                <a:gd name="connsiteX39" fmla="*/ 264319 w 419100"/>
                <a:gd name="connsiteY39" fmla="*/ 15070 h 242082"/>
                <a:gd name="connsiteX40" fmla="*/ 215107 w 419100"/>
                <a:gd name="connsiteY40" fmla="*/ 73807 h 242082"/>
                <a:gd name="connsiteX41" fmla="*/ 191294 w 419100"/>
                <a:gd name="connsiteY41" fmla="*/ 76188 h 242082"/>
                <a:gd name="connsiteX42" fmla="*/ 190500 w 419100"/>
                <a:gd name="connsiteY42" fmla="*/ 76982 h 242082"/>
                <a:gd name="connsiteX0" fmla="*/ 190500 w 419100"/>
                <a:gd name="connsiteY0" fmla="*/ 76982 h 242082"/>
                <a:gd name="connsiteX1" fmla="*/ 190500 w 419100"/>
                <a:gd name="connsiteY1" fmla="*/ 76982 h 242082"/>
                <a:gd name="connsiteX2" fmla="*/ 66675 w 419100"/>
                <a:gd name="connsiteY2" fmla="*/ 76982 h 242082"/>
                <a:gd name="connsiteX3" fmla="*/ 28575 w 419100"/>
                <a:gd name="connsiteY3" fmla="*/ 96032 h 242082"/>
                <a:gd name="connsiteX4" fmla="*/ 19050 w 419100"/>
                <a:gd name="connsiteY4" fmla="*/ 102382 h 242082"/>
                <a:gd name="connsiteX5" fmla="*/ 6350 w 419100"/>
                <a:gd name="connsiteY5" fmla="*/ 121432 h 242082"/>
                <a:gd name="connsiteX6" fmla="*/ 0 w 419100"/>
                <a:gd name="connsiteY6" fmla="*/ 140482 h 242082"/>
                <a:gd name="connsiteX7" fmla="*/ 6350 w 419100"/>
                <a:gd name="connsiteY7" fmla="*/ 188107 h 242082"/>
                <a:gd name="connsiteX8" fmla="*/ 12700 w 419100"/>
                <a:gd name="connsiteY8" fmla="*/ 197632 h 242082"/>
                <a:gd name="connsiteX9" fmla="*/ 22225 w 419100"/>
                <a:gd name="connsiteY9" fmla="*/ 203982 h 242082"/>
                <a:gd name="connsiteX10" fmla="*/ 31750 w 419100"/>
                <a:gd name="connsiteY10" fmla="*/ 213507 h 242082"/>
                <a:gd name="connsiteX11" fmla="*/ 50800 w 419100"/>
                <a:gd name="connsiteY11" fmla="*/ 219857 h 242082"/>
                <a:gd name="connsiteX12" fmla="*/ 79375 w 419100"/>
                <a:gd name="connsiteY12" fmla="*/ 229382 h 242082"/>
                <a:gd name="connsiteX13" fmla="*/ 88900 w 419100"/>
                <a:gd name="connsiteY13" fmla="*/ 232557 h 242082"/>
                <a:gd name="connsiteX14" fmla="*/ 98425 w 419100"/>
                <a:gd name="connsiteY14" fmla="*/ 235732 h 242082"/>
                <a:gd name="connsiteX15" fmla="*/ 146050 w 419100"/>
                <a:gd name="connsiteY15" fmla="*/ 229382 h 242082"/>
                <a:gd name="connsiteX16" fmla="*/ 155575 w 419100"/>
                <a:gd name="connsiteY16" fmla="*/ 226207 h 242082"/>
                <a:gd name="connsiteX17" fmla="*/ 168275 w 419100"/>
                <a:gd name="connsiteY17" fmla="*/ 223032 h 242082"/>
                <a:gd name="connsiteX18" fmla="*/ 200025 w 419100"/>
                <a:gd name="connsiteY18" fmla="*/ 213507 h 242082"/>
                <a:gd name="connsiteX19" fmla="*/ 234950 w 419100"/>
                <a:gd name="connsiteY19" fmla="*/ 210332 h 242082"/>
                <a:gd name="connsiteX20" fmla="*/ 273050 w 419100"/>
                <a:gd name="connsiteY20" fmla="*/ 219857 h 242082"/>
                <a:gd name="connsiteX21" fmla="*/ 282575 w 419100"/>
                <a:gd name="connsiteY21" fmla="*/ 226207 h 242082"/>
                <a:gd name="connsiteX22" fmla="*/ 292100 w 419100"/>
                <a:gd name="connsiteY22" fmla="*/ 229382 h 242082"/>
                <a:gd name="connsiteX23" fmla="*/ 301625 w 419100"/>
                <a:gd name="connsiteY23" fmla="*/ 235732 h 242082"/>
                <a:gd name="connsiteX24" fmla="*/ 320675 w 419100"/>
                <a:gd name="connsiteY24" fmla="*/ 242082 h 242082"/>
                <a:gd name="connsiteX25" fmla="*/ 374650 w 419100"/>
                <a:gd name="connsiteY25" fmla="*/ 238907 h 242082"/>
                <a:gd name="connsiteX26" fmla="*/ 384175 w 419100"/>
                <a:gd name="connsiteY26" fmla="*/ 235732 h 242082"/>
                <a:gd name="connsiteX27" fmla="*/ 403225 w 419100"/>
                <a:gd name="connsiteY27" fmla="*/ 223032 h 242082"/>
                <a:gd name="connsiteX28" fmla="*/ 415925 w 419100"/>
                <a:gd name="connsiteY28" fmla="*/ 194457 h 242082"/>
                <a:gd name="connsiteX29" fmla="*/ 419100 w 419100"/>
                <a:gd name="connsiteY29" fmla="*/ 184932 h 242082"/>
                <a:gd name="connsiteX30" fmla="*/ 415925 w 419100"/>
                <a:gd name="connsiteY30" fmla="*/ 153182 h 242082"/>
                <a:gd name="connsiteX31" fmla="*/ 409575 w 419100"/>
                <a:gd name="connsiteY31" fmla="*/ 134132 h 242082"/>
                <a:gd name="connsiteX32" fmla="*/ 406400 w 419100"/>
                <a:gd name="connsiteY32" fmla="*/ 124607 h 242082"/>
                <a:gd name="connsiteX33" fmla="*/ 390525 w 419100"/>
                <a:gd name="connsiteY33" fmla="*/ 105557 h 242082"/>
                <a:gd name="connsiteX34" fmla="*/ 381000 w 419100"/>
                <a:gd name="connsiteY34" fmla="*/ 99207 h 242082"/>
                <a:gd name="connsiteX35" fmla="*/ 369888 w 419100"/>
                <a:gd name="connsiteY35" fmla="*/ 71426 h 242082"/>
                <a:gd name="connsiteX36" fmla="*/ 346075 w 419100"/>
                <a:gd name="connsiteY36" fmla="*/ 44439 h 242082"/>
                <a:gd name="connsiteX37" fmla="*/ 317500 w 419100"/>
                <a:gd name="connsiteY37" fmla="*/ 7133 h 242082"/>
                <a:gd name="connsiteX38" fmla="*/ 264319 w 419100"/>
                <a:gd name="connsiteY38" fmla="*/ 15070 h 242082"/>
                <a:gd name="connsiteX39" fmla="*/ 215107 w 419100"/>
                <a:gd name="connsiteY39" fmla="*/ 73807 h 242082"/>
                <a:gd name="connsiteX40" fmla="*/ 191294 w 419100"/>
                <a:gd name="connsiteY40" fmla="*/ 76188 h 242082"/>
                <a:gd name="connsiteX41" fmla="*/ 190500 w 419100"/>
                <a:gd name="connsiteY41" fmla="*/ 76982 h 242082"/>
                <a:gd name="connsiteX0" fmla="*/ 190500 w 419100"/>
                <a:gd name="connsiteY0" fmla="*/ 71798 h 236898"/>
                <a:gd name="connsiteX1" fmla="*/ 190500 w 419100"/>
                <a:gd name="connsiteY1" fmla="*/ 71798 h 236898"/>
                <a:gd name="connsiteX2" fmla="*/ 66675 w 419100"/>
                <a:gd name="connsiteY2" fmla="*/ 71798 h 236898"/>
                <a:gd name="connsiteX3" fmla="*/ 28575 w 419100"/>
                <a:gd name="connsiteY3" fmla="*/ 90848 h 236898"/>
                <a:gd name="connsiteX4" fmla="*/ 19050 w 419100"/>
                <a:gd name="connsiteY4" fmla="*/ 97198 h 236898"/>
                <a:gd name="connsiteX5" fmla="*/ 6350 w 419100"/>
                <a:gd name="connsiteY5" fmla="*/ 116248 h 236898"/>
                <a:gd name="connsiteX6" fmla="*/ 0 w 419100"/>
                <a:gd name="connsiteY6" fmla="*/ 135298 h 236898"/>
                <a:gd name="connsiteX7" fmla="*/ 6350 w 419100"/>
                <a:gd name="connsiteY7" fmla="*/ 182923 h 236898"/>
                <a:gd name="connsiteX8" fmla="*/ 12700 w 419100"/>
                <a:gd name="connsiteY8" fmla="*/ 192448 h 236898"/>
                <a:gd name="connsiteX9" fmla="*/ 22225 w 419100"/>
                <a:gd name="connsiteY9" fmla="*/ 198798 h 236898"/>
                <a:gd name="connsiteX10" fmla="*/ 31750 w 419100"/>
                <a:gd name="connsiteY10" fmla="*/ 208323 h 236898"/>
                <a:gd name="connsiteX11" fmla="*/ 50800 w 419100"/>
                <a:gd name="connsiteY11" fmla="*/ 214673 h 236898"/>
                <a:gd name="connsiteX12" fmla="*/ 79375 w 419100"/>
                <a:gd name="connsiteY12" fmla="*/ 224198 h 236898"/>
                <a:gd name="connsiteX13" fmla="*/ 88900 w 419100"/>
                <a:gd name="connsiteY13" fmla="*/ 227373 h 236898"/>
                <a:gd name="connsiteX14" fmla="*/ 98425 w 419100"/>
                <a:gd name="connsiteY14" fmla="*/ 230548 h 236898"/>
                <a:gd name="connsiteX15" fmla="*/ 146050 w 419100"/>
                <a:gd name="connsiteY15" fmla="*/ 224198 h 236898"/>
                <a:gd name="connsiteX16" fmla="*/ 155575 w 419100"/>
                <a:gd name="connsiteY16" fmla="*/ 221023 h 236898"/>
                <a:gd name="connsiteX17" fmla="*/ 168275 w 419100"/>
                <a:gd name="connsiteY17" fmla="*/ 217848 h 236898"/>
                <a:gd name="connsiteX18" fmla="*/ 200025 w 419100"/>
                <a:gd name="connsiteY18" fmla="*/ 208323 h 236898"/>
                <a:gd name="connsiteX19" fmla="*/ 234950 w 419100"/>
                <a:gd name="connsiteY19" fmla="*/ 205148 h 236898"/>
                <a:gd name="connsiteX20" fmla="*/ 273050 w 419100"/>
                <a:gd name="connsiteY20" fmla="*/ 214673 h 236898"/>
                <a:gd name="connsiteX21" fmla="*/ 282575 w 419100"/>
                <a:gd name="connsiteY21" fmla="*/ 221023 h 236898"/>
                <a:gd name="connsiteX22" fmla="*/ 292100 w 419100"/>
                <a:gd name="connsiteY22" fmla="*/ 224198 h 236898"/>
                <a:gd name="connsiteX23" fmla="*/ 301625 w 419100"/>
                <a:gd name="connsiteY23" fmla="*/ 230548 h 236898"/>
                <a:gd name="connsiteX24" fmla="*/ 320675 w 419100"/>
                <a:gd name="connsiteY24" fmla="*/ 236898 h 236898"/>
                <a:gd name="connsiteX25" fmla="*/ 374650 w 419100"/>
                <a:gd name="connsiteY25" fmla="*/ 233723 h 236898"/>
                <a:gd name="connsiteX26" fmla="*/ 384175 w 419100"/>
                <a:gd name="connsiteY26" fmla="*/ 230548 h 236898"/>
                <a:gd name="connsiteX27" fmla="*/ 403225 w 419100"/>
                <a:gd name="connsiteY27" fmla="*/ 217848 h 236898"/>
                <a:gd name="connsiteX28" fmla="*/ 415925 w 419100"/>
                <a:gd name="connsiteY28" fmla="*/ 189273 h 236898"/>
                <a:gd name="connsiteX29" fmla="*/ 419100 w 419100"/>
                <a:gd name="connsiteY29" fmla="*/ 179748 h 236898"/>
                <a:gd name="connsiteX30" fmla="*/ 415925 w 419100"/>
                <a:gd name="connsiteY30" fmla="*/ 147998 h 236898"/>
                <a:gd name="connsiteX31" fmla="*/ 409575 w 419100"/>
                <a:gd name="connsiteY31" fmla="*/ 128948 h 236898"/>
                <a:gd name="connsiteX32" fmla="*/ 406400 w 419100"/>
                <a:gd name="connsiteY32" fmla="*/ 119423 h 236898"/>
                <a:gd name="connsiteX33" fmla="*/ 390525 w 419100"/>
                <a:gd name="connsiteY33" fmla="*/ 100373 h 236898"/>
                <a:gd name="connsiteX34" fmla="*/ 381000 w 419100"/>
                <a:gd name="connsiteY34" fmla="*/ 94023 h 236898"/>
                <a:gd name="connsiteX35" fmla="*/ 369888 w 419100"/>
                <a:gd name="connsiteY35" fmla="*/ 66242 h 236898"/>
                <a:gd name="connsiteX36" fmla="*/ 346075 w 419100"/>
                <a:gd name="connsiteY36" fmla="*/ 39255 h 236898"/>
                <a:gd name="connsiteX37" fmla="*/ 336550 w 419100"/>
                <a:gd name="connsiteY37" fmla="*/ 18617 h 236898"/>
                <a:gd name="connsiteX38" fmla="*/ 264319 w 419100"/>
                <a:gd name="connsiteY38" fmla="*/ 9886 h 236898"/>
                <a:gd name="connsiteX39" fmla="*/ 215107 w 419100"/>
                <a:gd name="connsiteY39" fmla="*/ 68623 h 236898"/>
                <a:gd name="connsiteX40" fmla="*/ 191294 w 419100"/>
                <a:gd name="connsiteY40" fmla="*/ 71004 h 236898"/>
                <a:gd name="connsiteX41" fmla="*/ 190500 w 419100"/>
                <a:gd name="connsiteY41" fmla="*/ 71798 h 236898"/>
                <a:gd name="connsiteX0" fmla="*/ 190500 w 419100"/>
                <a:gd name="connsiteY0" fmla="*/ 72678 h 237778"/>
                <a:gd name="connsiteX1" fmla="*/ 190500 w 419100"/>
                <a:gd name="connsiteY1" fmla="*/ 72678 h 237778"/>
                <a:gd name="connsiteX2" fmla="*/ 66675 w 419100"/>
                <a:gd name="connsiteY2" fmla="*/ 72678 h 237778"/>
                <a:gd name="connsiteX3" fmla="*/ 28575 w 419100"/>
                <a:gd name="connsiteY3" fmla="*/ 91728 h 237778"/>
                <a:gd name="connsiteX4" fmla="*/ 19050 w 419100"/>
                <a:gd name="connsiteY4" fmla="*/ 98078 h 237778"/>
                <a:gd name="connsiteX5" fmla="*/ 6350 w 419100"/>
                <a:gd name="connsiteY5" fmla="*/ 117128 h 237778"/>
                <a:gd name="connsiteX6" fmla="*/ 0 w 419100"/>
                <a:gd name="connsiteY6" fmla="*/ 136178 h 237778"/>
                <a:gd name="connsiteX7" fmla="*/ 6350 w 419100"/>
                <a:gd name="connsiteY7" fmla="*/ 183803 h 237778"/>
                <a:gd name="connsiteX8" fmla="*/ 12700 w 419100"/>
                <a:gd name="connsiteY8" fmla="*/ 193328 h 237778"/>
                <a:gd name="connsiteX9" fmla="*/ 22225 w 419100"/>
                <a:gd name="connsiteY9" fmla="*/ 199678 h 237778"/>
                <a:gd name="connsiteX10" fmla="*/ 31750 w 419100"/>
                <a:gd name="connsiteY10" fmla="*/ 209203 h 237778"/>
                <a:gd name="connsiteX11" fmla="*/ 50800 w 419100"/>
                <a:gd name="connsiteY11" fmla="*/ 215553 h 237778"/>
                <a:gd name="connsiteX12" fmla="*/ 79375 w 419100"/>
                <a:gd name="connsiteY12" fmla="*/ 225078 h 237778"/>
                <a:gd name="connsiteX13" fmla="*/ 88900 w 419100"/>
                <a:gd name="connsiteY13" fmla="*/ 228253 h 237778"/>
                <a:gd name="connsiteX14" fmla="*/ 98425 w 419100"/>
                <a:gd name="connsiteY14" fmla="*/ 231428 h 237778"/>
                <a:gd name="connsiteX15" fmla="*/ 146050 w 419100"/>
                <a:gd name="connsiteY15" fmla="*/ 225078 h 237778"/>
                <a:gd name="connsiteX16" fmla="*/ 155575 w 419100"/>
                <a:gd name="connsiteY16" fmla="*/ 221903 h 237778"/>
                <a:gd name="connsiteX17" fmla="*/ 168275 w 419100"/>
                <a:gd name="connsiteY17" fmla="*/ 218728 h 237778"/>
                <a:gd name="connsiteX18" fmla="*/ 200025 w 419100"/>
                <a:gd name="connsiteY18" fmla="*/ 209203 h 237778"/>
                <a:gd name="connsiteX19" fmla="*/ 234950 w 419100"/>
                <a:gd name="connsiteY19" fmla="*/ 206028 h 237778"/>
                <a:gd name="connsiteX20" fmla="*/ 273050 w 419100"/>
                <a:gd name="connsiteY20" fmla="*/ 215553 h 237778"/>
                <a:gd name="connsiteX21" fmla="*/ 282575 w 419100"/>
                <a:gd name="connsiteY21" fmla="*/ 221903 h 237778"/>
                <a:gd name="connsiteX22" fmla="*/ 292100 w 419100"/>
                <a:gd name="connsiteY22" fmla="*/ 225078 h 237778"/>
                <a:gd name="connsiteX23" fmla="*/ 301625 w 419100"/>
                <a:gd name="connsiteY23" fmla="*/ 231428 h 237778"/>
                <a:gd name="connsiteX24" fmla="*/ 320675 w 419100"/>
                <a:gd name="connsiteY24" fmla="*/ 237778 h 237778"/>
                <a:gd name="connsiteX25" fmla="*/ 374650 w 419100"/>
                <a:gd name="connsiteY25" fmla="*/ 234603 h 237778"/>
                <a:gd name="connsiteX26" fmla="*/ 384175 w 419100"/>
                <a:gd name="connsiteY26" fmla="*/ 231428 h 237778"/>
                <a:gd name="connsiteX27" fmla="*/ 403225 w 419100"/>
                <a:gd name="connsiteY27" fmla="*/ 218728 h 237778"/>
                <a:gd name="connsiteX28" fmla="*/ 415925 w 419100"/>
                <a:gd name="connsiteY28" fmla="*/ 190153 h 237778"/>
                <a:gd name="connsiteX29" fmla="*/ 419100 w 419100"/>
                <a:gd name="connsiteY29" fmla="*/ 180628 h 237778"/>
                <a:gd name="connsiteX30" fmla="*/ 415925 w 419100"/>
                <a:gd name="connsiteY30" fmla="*/ 148878 h 237778"/>
                <a:gd name="connsiteX31" fmla="*/ 409575 w 419100"/>
                <a:gd name="connsiteY31" fmla="*/ 129828 h 237778"/>
                <a:gd name="connsiteX32" fmla="*/ 406400 w 419100"/>
                <a:gd name="connsiteY32" fmla="*/ 120303 h 237778"/>
                <a:gd name="connsiteX33" fmla="*/ 390525 w 419100"/>
                <a:gd name="connsiteY33" fmla="*/ 101253 h 237778"/>
                <a:gd name="connsiteX34" fmla="*/ 381000 w 419100"/>
                <a:gd name="connsiteY34" fmla="*/ 94903 h 237778"/>
                <a:gd name="connsiteX35" fmla="*/ 369888 w 419100"/>
                <a:gd name="connsiteY35" fmla="*/ 67122 h 237778"/>
                <a:gd name="connsiteX36" fmla="*/ 336550 w 419100"/>
                <a:gd name="connsiteY36" fmla="*/ 19497 h 237778"/>
                <a:gd name="connsiteX37" fmla="*/ 264319 w 419100"/>
                <a:gd name="connsiteY37" fmla="*/ 10766 h 237778"/>
                <a:gd name="connsiteX38" fmla="*/ 215107 w 419100"/>
                <a:gd name="connsiteY38" fmla="*/ 69503 h 237778"/>
                <a:gd name="connsiteX39" fmla="*/ 191294 w 419100"/>
                <a:gd name="connsiteY39" fmla="*/ 71884 h 237778"/>
                <a:gd name="connsiteX40" fmla="*/ 190500 w 419100"/>
                <a:gd name="connsiteY40" fmla="*/ 72678 h 237778"/>
                <a:gd name="connsiteX0" fmla="*/ 190500 w 419100"/>
                <a:gd name="connsiteY0" fmla="*/ 72678 h 237778"/>
                <a:gd name="connsiteX1" fmla="*/ 190500 w 419100"/>
                <a:gd name="connsiteY1" fmla="*/ 72678 h 237778"/>
                <a:gd name="connsiteX2" fmla="*/ 66675 w 419100"/>
                <a:gd name="connsiteY2" fmla="*/ 72678 h 237778"/>
                <a:gd name="connsiteX3" fmla="*/ 28575 w 419100"/>
                <a:gd name="connsiteY3" fmla="*/ 91728 h 237778"/>
                <a:gd name="connsiteX4" fmla="*/ 19050 w 419100"/>
                <a:gd name="connsiteY4" fmla="*/ 98078 h 237778"/>
                <a:gd name="connsiteX5" fmla="*/ 6350 w 419100"/>
                <a:gd name="connsiteY5" fmla="*/ 117128 h 237778"/>
                <a:gd name="connsiteX6" fmla="*/ 0 w 419100"/>
                <a:gd name="connsiteY6" fmla="*/ 136178 h 237778"/>
                <a:gd name="connsiteX7" fmla="*/ 6350 w 419100"/>
                <a:gd name="connsiteY7" fmla="*/ 183803 h 237778"/>
                <a:gd name="connsiteX8" fmla="*/ 12700 w 419100"/>
                <a:gd name="connsiteY8" fmla="*/ 193328 h 237778"/>
                <a:gd name="connsiteX9" fmla="*/ 22225 w 419100"/>
                <a:gd name="connsiteY9" fmla="*/ 199678 h 237778"/>
                <a:gd name="connsiteX10" fmla="*/ 31750 w 419100"/>
                <a:gd name="connsiteY10" fmla="*/ 209203 h 237778"/>
                <a:gd name="connsiteX11" fmla="*/ 50800 w 419100"/>
                <a:gd name="connsiteY11" fmla="*/ 215553 h 237778"/>
                <a:gd name="connsiteX12" fmla="*/ 79375 w 419100"/>
                <a:gd name="connsiteY12" fmla="*/ 225078 h 237778"/>
                <a:gd name="connsiteX13" fmla="*/ 88900 w 419100"/>
                <a:gd name="connsiteY13" fmla="*/ 228253 h 237778"/>
                <a:gd name="connsiteX14" fmla="*/ 98425 w 419100"/>
                <a:gd name="connsiteY14" fmla="*/ 231428 h 237778"/>
                <a:gd name="connsiteX15" fmla="*/ 146050 w 419100"/>
                <a:gd name="connsiteY15" fmla="*/ 225078 h 237778"/>
                <a:gd name="connsiteX16" fmla="*/ 155575 w 419100"/>
                <a:gd name="connsiteY16" fmla="*/ 221903 h 237778"/>
                <a:gd name="connsiteX17" fmla="*/ 168275 w 419100"/>
                <a:gd name="connsiteY17" fmla="*/ 218728 h 237778"/>
                <a:gd name="connsiteX18" fmla="*/ 200025 w 419100"/>
                <a:gd name="connsiteY18" fmla="*/ 209203 h 237778"/>
                <a:gd name="connsiteX19" fmla="*/ 234950 w 419100"/>
                <a:gd name="connsiteY19" fmla="*/ 206028 h 237778"/>
                <a:gd name="connsiteX20" fmla="*/ 273050 w 419100"/>
                <a:gd name="connsiteY20" fmla="*/ 215553 h 237778"/>
                <a:gd name="connsiteX21" fmla="*/ 282575 w 419100"/>
                <a:gd name="connsiteY21" fmla="*/ 221903 h 237778"/>
                <a:gd name="connsiteX22" fmla="*/ 292100 w 419100"/>
                <a:gd name="connsiteY22" fmla="*/ 225078 h 237778"/>
                <a:gd name="connsiteX23" fmla="*/ 301625 w 419100"/>
                <a:gd name="connsiteY23" fmla="*/ 231428 h 237778"/>
                <a:gd name="connsiteX24" fmla="*/ 320675 w 419100"/>
                <a:gd name="connsiteY24" fmla="*/ 237778 h 237778"/>
                <a:gd name="connsiteX25" fmla="*/ 374650 w 419100"/>
                <a:gd name="connsiteY25" fmla="*/ 234603 h 237778"/>
                <a:gd name="connsiteX26" fmla="*/ 384175 w 419100"/>
                <a:gd name="connsiteY26" fmla="*/ 231428 h 237778"/>
                <a:gd name="connsiteX27" fmla="*/ 403225 w 419100"/>
                <a:gd name="connsiteY27" fmla="*/ 218728 h 237778"/>
                <a:gd name="connsiteX28" fmla="*/ 415925 w 419100"/>
                <a:gd name="connsiteY28" fmla="*/ 190153 h 237778"/>
                <a:gd name="connsiteX29" fmla="*/ 419100 w 419100"/>
                <a:gd name="connsiteY29" fmla="*/ 180628 h 237778"/>
                <a:gd name="connsiteX30" fmla="*/ 415925 w 419100"/>
                <a:gd name="connsiteY30" fmla="*/ 148878 h 237778"/>
                <a:gd name="connsiteX31" fmla="*/ 409575 w 419100"/>
                <a:gd name="connsiteY31" fmla="*/ 129828 h 237778"/>
                <a:gd name="connsiteX32" fmla="*/ 406400 w 419100"/>
                <a:gd name="connsiteY32" fmla="*/ 120303 h 237778"/>
                <a:gd name="connsiteX33" fmla="*/ 390525 w 419100"/>
                <a:gd name="connsiteY33" fmla="*/ 101253 h 237778"/>
                <a:gd name="connsiteX34" fmla="*/ 369888 w 419100"/>
                <a:gd name="connsiteY34" fmla="*/ 67122 h 237778"/>
                <a:gd name="connsiteX35" fmla="*/ 336550 w 419100"/>
                <a:gd name="connsiteY35" fmla="*/ 19497 h 237778"/>
                <a:gd name="connsiteX36" fmla="*/ 264319 w 419100"/>
                <a:gd name="connsiteY36" fmla="*/ 10766 h 237778"/>
                <a:gd name="connsiteX37" fmla="*/ 215107 w 419100"/>
                <a:gd name="connsiteY37" fmla="*/ 69503 h 237778"/>
                <a:gd name="connsiteX38" fmla="*/ 191294 w 419100"/>
                <a:gd name="connsiteY38" fmla="*/ 71884 h 237778"/>
                <a:gd name="connsiteX39" fmla="*/ 190500 w 419100"/>
                <a:gd name="connsiteY39" fmla="*/ 72678 h 23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19100" h="237778">
                  <a:moveTo>
                    <a:pt x="190500" y="72678"/>
                  </a:moveTo>
                  <a:lnTo>
                    <a:pt x="190500" y="72678"/>
                  </a:lnTo>
                  <a:cubicBezTo>
                    <a:pt x="144829" y="70692"/>
                    <a:pt x="110941" y="66642"/>
                    <a:pt x="66675" y="72678"/>
                  </a:cubicBezTo>
                  <a:cubicBezTo>
                    <a:pt x="50150" y="74931"/>
                    <a:pt x="42061" y="82738"/>
                    <a:pt x="28575" y="91728"/>
                  </a:cubicBezTo>
                  <a:lnTo>
                    <a:pt x="19050" y="98078"/>
                  </a:lnTo>
                  <a:cubicBezTo>
                    <a:pt x="14817" y="104428"/>
                    <a:pt x="8763" y="109888"/>
                    <a:pt x="6350" y="117128"/>
                  </a:cubicBezTo>
                  <a:lnTo>
                    <a:pt x="0" y="136178"/>
                  </a:lnTo>
                  <a:cubicBezTo>
                    <a:pt x="709" y="144690"/>
                    <a:pt x="-135" y="170834"/>
                    <a:pt x="6350" y="183803"/>
                  </a:cubicBezTo>
                  <a:cubicBezTo>
                    <a:pt x="8057" y="187216"/>
                    <a:pt x="10002" y="190630"/>
                    <a:pt x="12700" y="193328"/>
                  </a:cubicBezTo>
                  <a:cubicBezTo>
                    <a:pt x="15398" y="196026"/>
                    <a:pt x="19294" y="197235"/>
                    <a:pt x="22225" y="199678"/>
                  </a:cubicBezTo>
                  <a:cubicBezTo>
                    <a:pt x="25674" y="202553"/>
                    <a:pt x="27825" y="207022"/>
                    <a:pt x="31750" y="209203"/>
                  </a:cubicBezTo>
                  <a:cubicBezTo>
                    <a:pt x="37601" y="212454"/>
                    <a:pt x="44450" y="213436"/>
                    <a:pt x="50800" y="215553"/>
                  </a:cubicBezTo>
                  <a:lnTo>
                    <a:pt x="79375" y="225078"/>
                  </a:lnTo>
                  <a:lnTo>
                    <a:pt x="88900" y="228253"/>
                  </a:lnTo>
                  <a:lnTo>
                    <a:pt x="98425" y="231428"/>
                  </a:lnTo>
                  <a:cubicBezTo>
                    <a:pt x="118263" y="229444"/>
                    <a:pt x="128514" y="229462"/>
                    <a:pt x="146050" y="225078"/>
                  </a:cubicBezTo>
                  <a:cubicBezTo>
                    <a:pt x="149297" y="224266"/>
                    <a:pt x="152357" y="222822"/>
                    <a:pt x="155575" y="221903"/>
                  </a:cubicBezTo>
                  <a:cubicBezTo>
                    <a:pt x="159771" y="220704"/>
                    <a:pt x="164095" y="219982"/>
                    <a:pt x="168275" y="218728"/>
                  </a:cubicBezTo>
                  <a:cubicBezTo>
                    <a:pt x="175493" y="216562"/>
                    <a:pt x="191243" y="210374"/>
                    <a:pt x="200025" y="209203"/>
                  </a:cubicBezTo>
                  <a:cubicBezTo>
                    <a:pt x="211612" y="207658"/>
                    <a:pt x="223308" y="207086"/>
                    <a:pt x="234950" y="206028"/>
                  </a:cubicBezTo>
                  <a:cubicBezTo>
                    <a:pt x="244472" y="207615"/>
                    <a:pt x="264664" y="209963"/>
                    <a:pt x="273050" y="215553"/>
                  </a:cubicBezTo>
                  <a:cubicBezTo>
                    <a:pt x="276225" y="217670"/>
                    <a:pt x="279162" y="220196"/>
                    <a:pt x="282575" y="221903"/>
                  </a:cubicBezTo>
                  <a:cubicBezTo>
                    <a:pt x="285568" y="223400"/>
                    <a:pt x="289107" y="223581"/>
                    <a:pt x="292100" y="225078"/>
                  </a:cubicBezTo>
                  <a:cubicBezTo>
                    <a:pt x="295513" y="226785"/>
                    <a:pt x="298138" y="229878"/>
                    <a:pt x="301625" y="231428"/>
                  </a:cubicBezTo>
                  <a:cubicBezTo>
                    <a:pt x="307742" y="234146"/>
                    <a:pt x="320675" y="237778"/>
                    <a:pt x="320675" y="237778"/>
                  </a:cubicBezTo>
                  <a:cubicBezTo>
                    <a:pt x="338667" y="236720"/>
                    <a:pt x="356717" y="236396"/>
                    <a:pt x="374650" y="234603"/>
                  </a:cubicBezTo>
                  <a:cubicBezTo>
                    <a:pt x="377980" y="234270"/>
                    <a:pt x="381249" y="233053"/>
                    <a:pt x="384175" y="231428"/>
                  </a:cubicBezTo>
                  <a:cubicBezTo>
                    <a:pt x="390846" y="227722"/>
                    <a:pt x="403225" y="218728"/>
                    <a:pt x="403225" y="218728"/>
                  </a:cubicBezTo>
                  <a:cubicBezTo>
                    <a:pt x="413288" y="203634"/>
                    <a:pt x="408368" y="212823"/>
                    <a:pt x="415925" y="190153"/>
                  </a:cubicBezTo>
                  <a:lnTo>
                    <a:pt x="419100" y="180628"/>
                  </a:lnTo>
                  <a:cubicBezTo>
                    <a:pt x="418042" y="170045"/>
                    <a:pt x="417885" y="159332"/>
                    <a:pt x="415925" y="148878"/>
                  </a:cubicBezTo>
                  <a:cubicBezTo>
                    <a:pt x="414691" y="142299"/>
                    <a:pt x="411692" y="136178"/>
                    <a:pt x="409575" y="129828"/>
                  </a:cubicBezTo>
                  <a:cubicBezTo>
                    <a:pt x="408517" y="126653"/>
                    <a:pt x="408256" y="123088"/>
                    <a:pt x="406400" y="120303"/>
                  </a:cubicBezTo>
                  <a:cubicBezTo>
                    <a:pt x="400156" y="110937"/>
                    <a:pt x="396610" y="110117"/>
                    <a:pt x="390525" y="101253"/>
                  </a:cubicBezTo>
                  <a:cubicBezTo>
                    <a:pt x="384440" y="92390"/>
                    <a:pt x="378884" y="80748"/>
                    <a:pt x="369888" y="67122"/>
                  </a:cubicBezTo>
                  <a:cubicBezTo>
                    <a:pt x="360892" y="53496"/>
                    <a:pt x="354145" y="28890"/>
                    <a:pt x="336550" y="19497"/>
                  </a:cubicBezTo>
                  <a:cubicBezTo>
                    <a:pt x="318955" y="10104"/>
                    <a:pt x="294554" y="-13822"/>
                    <a:pt x="264319" y="10766"/>
                  </a:cubicBezTo>
                  <a:cubicBezTo>
                    <a:pt x="246063" y="23466"/>
                    <a:pt x="227278" y="59317"/>
                    <a:pt x="215107" y="69503"/>
                  </a:cubicBezTo>
                  <a:cubicBezTo>
                    <a:pt x="202936" y="79689"/>
                    <a:pt x="199231" y="71884"/>
                    <a:pt x="191294" y="71884"/>
                  </a:cubicBezTo>
                  <a:cubicBezTo>
                    <a:pt x="188027" y="71158"/>
                    <a:pt x="190632" y="72546"/>
                    <a:pt x="190500" y="72678"/>
                  </a:cubicBezTo>
                  <a:close/>
                </a:path>
              </a:pathLst>
            </a:cu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ZA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B9EAEC6-C5D9-4349-B4B6-25139B148A3B}"/>
                </a:ext>
              </a:extLst>
            </p:cNvPr>
            <p:cNvSpPr/>
            <p:nvPr/>
          </p:nvSpPr>
          <p:spPr>
            <a:xfrm rot="19500657">
              <a:off x="5123809" y="2876497"/>
              <a:ext cx="98241" cy="69142"/>
            </a:xfrm>
            <a:prstGeom prst="ellipse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ZA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19F391E-04D0-41A9-B26F-9CB2C6856A4A}"/>
                </a:ext>
              </a:extLst>
            </p:cNvPr>
            <p:cNvSpPr/>
            <p:nvPr/>
          </p:nvSpPr>
          <p:spPr>
            <a:xfrm rot="20165702">
              <a:off x="5186280" y="2978364"/>
              <a:ext cx="60960" cy="36000"/>
            </a:xfrm>
            <a:prstGeom prst="ellipse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ZA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69C52E4-C621-4A93-BE4B-CDB781ABCE66}"/>
                </a:ext>
              </a:extLst>
            </p:cNvPr>
            <p:cNvSpPr/>
            <p:nvPr/>
          </p:nvSpPr>
          <p:spPr>
            <a:xfrm>
              <a:off x="5215905" y="3039280"/>
              <a:ext cx="60960" cy="36000"/>
            </a:xfrm>
            <a:prstGeom prst="ellipse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ZA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637160D-613D-4EB0-BFC4-07A1E15F6C0F}"/>
                </a:ext>
              </a:extLst>
            </p:cNvPr>
            <p:cNvSpPr/>
            <p:nvPr/>
          </p:nvSpPr>
          <p:spPr>
            <a:xfrm>
              <a:off x="5202515" y="3111396"/>
              <a:ext cx="60960" cy="36000"/>
            </a:xfrm>
            <a:prstGeom prst="ellipse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ZA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1A7C77D-85DE-4755-8B95-EBB67C15D371}"/>
                </a:ext>
              </a:extLst>
            </p:cNvPr>
            <p:cNvSpPr/>
            <p:nvPr/>
          </p:nvSpPr>
          <p:spPr>
            <a:xfrm rot="7200000">
              <a:off x="5176717" y="3165299"/>
              <a:ext cx="36000" cy="54000"/>
            </a:xfrm>
            <a:prstGeom prst="ellipse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ZA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AC81A77-739A-4D2C-81B3-75959FB02B4F}"/>
              </a:ext>
            </a:extLst>
          </p:cNvPr>
          <p:cNvGrpSpPr/>
          <p:nvPr/>
        </p:nvGrpSpPr>
        <p:grpSpPr>
          <a:xfrm>
            <a:off x="8098092" y="6164895"/>
            <a:ext cx="514365" cy="333802"/>
            <a:chOff x="4762500" y="2876497"/>
            <a:chExt cx="514365" cy="333802"/>
          </a:xfrm>
          <a:solidFill>
            <a:srgbClr val="00B0F0"/>
          </a:solidFill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4FF7639-973D-4B3C-BCF5-B11EE9C2F34B}"/>
                </a:ext>
              </a:extLst>
            </p:cNvPr>
            <p:cNvSpPr/>
            <p:nvPr/>
          </p:nvSpPr>
          <p:spPr>
            <a:xfrm>
              <a:off x="4762500" y="2924522"/>
              <a:ext cx="419100" cy="237778"/>
            </a:xfrm>
            <a:custGeom>
              <a:avLst/>
              <a:gdLst>
                <a:gd name="connsiteX0" fmla="*/ 190500 w 419100"/>
                <a:gd name="connsiteY0" fmla="*/ 28575 h 193675"/>
                <a:gd name="connsiteX1" fmla="*/ 190500 w 419100"/>
                <a:gd name="connsiteY1" fmla="*/ 28575 h 193675"/>
                <a:gd name="connsiteX2" fmla="*/ 66675 w 419100"/>
                <a:gd name="connsiteY2" fmla="*/ 28575 h 193675"/>
                <a:gd name="connsiteX3" fmla="*/ 28575 w 419100"/>
                <a:gd name="connsiteY3" fmla="*/ 47625 h 193675"/>
                <a:gd name="connsiteX4" fmla="*/ 19050 w 419100"/>
                <a:gd name="connsiteY4" fmla="*/ 53975 h 193675"/>
                <a:gd name="connsiteX5" fmla="*/ 6350 w 419100"/>
                <a:gd name="connsiteY5" fmla="*/ 73025 h 193675"/>
                <a:gd name="connsiteX6" fmla="*/ 0 w 419100"/>
                <a:gd name="connsiteY6" fmla="*/ 92075 h 193675"/>
                <a:gd name="connsiteX7" fmla="*/ 6350 w 419100"/>
                <a:gd name="connsiteY7" fmla="*/ 139700 h 193675"/>
                <a:gd name="connsiteX8" fmla="*/ 12700 w 419100"/>
                <a:gd name="connsiteY8" fmla="*/ 149225 h 193675"/>
                <a:gd name="connsiteX9" fmla="*/ 22225 w 419100"/>
                <a:gd name="connsiteY9" fmla="*/ 155575 h 193675"/>
                <a:gd name="connsiteX10" fmla="*/ 31750 w 419100"/>
                <a:gd name="connsiteY10" fmla="*/ 165100 h 193675"/>
                <a:gd name="connsiteX11" fmla="*/ 50800 w 419100"/>
                <a:gd name="connsiteY11" fmla="*/ 171450 h 193675"/>
                <a:gd name="connsiteX12" fmla="*/ 79375 w 419100"/>
                <a:gd name="connsiteY12" fmla="*/ 180975 h 193675"/>
                <a:gd name="connsiteX13" fmla="*/ 88900 w 419100"/>
                <a:gd name="connsiteY13" fmla="*/ 184150 h 193675"/>
                <a:gd name="connsiteX14" fmla="*/ 98425 w 419100"/>
                <a:gd name="connsiteY14" fmla="*/ 187325 h 193675"/>
                <a:gd name="connsiteX15" fmla="*/ 146050 w 419100"/>
                <a:gd name="connsiteY15" fmla="*/ 180975 h 193675"/>
                <a:gd name="connsiteX16" fmla="*/ 155575 w 419100"/>
                <a:gd name="connsiteY16" fmla="*/ 177800 h 193675"/>
                <a:gd name="connsiteX17" fmla="*/ 168275 w 419100"/>
                <a:gd name="connsiteY17" fmla="*/ 174625 h 193675"/>
                <a:gd name="connsiteX18" fmla="*/ 200025 w 419100"/>
                <a:gd name="connsiteY18" fmla="*/ 165100 h 193675"/>
                <a:gd name="connsiteX19" fmla="*/ 234950 w 419100"/>
                <a:gd name="connsiteY19" fmla="*/ 161925 h 193675"/>
                <a:gd name="connsiteX20" fmla="*/ 273050 w 419100"/>
                <a:gd name="connsiteY20" fmla="*/ 171450 h 193675"/>
                <a:gd name="connsiteX21" fmla="*/ 282575 w 419100"/>
                <a:gd name="connsiteY21" fmla="*/ 177800 h 193675"/>
                <a:gd name="connsiteX22" fmla="*/ 292100 w 419100"/>
                <a:gd name="connsiteY22" fmla="*/ 180975 h 193675"/>
                <a:gd name="connsiteX23" fmla="*/ 301625 w 419100"/>
                <a:gd name="connsiteY23" fmla="*/ 187325 h 193675"/>
                <a:gd name="connsiteX24" fmla="*/ 320675 w 419100"/>
                <a:gd name="connsiteY24" fmla="*/ 193675 h 193675"/>
                <a:gd name="connsiteX25" fmla="*/ 374650 w 419100"/>
                <a:gd name="connsiteY25" fmla="*/ 190500 h 193675"/>
                <a:gd name="connsiteX26" fmla="*/ 384175 w 419100"/>
                <a:gd name="connsiteY26" fmla="*/ 187325 h 193675"/>
                <a:gd name="connsiteX27" fmla="*/ 403225 w 419100"/>
                <a:gd name="connsiteY27" fmla="*/ 174625 h 193675"/>
                <a:gd name="connsiteX28" fmla="*/ 415925 w 419100"/>
                <a:gd name="connsiteY28" fmla="*/ 146050 h 193675"/>
                <a:gd name="connsiteX29" fmla="*/ 419100 w 419100"/>
                <a:gd name="connsiteY29" fmla="*/ 136525 h 193675"/>
                <a:gd name="connsiteX30" fmla="*/ 415925 w 419100"/>
                <a:gd name="connsiteY30" fmla="*/ 104775 h 193675"/>
                <a:gd name="connsiteX31" fmla="*/ 409575 w 419100"/>
                <a:gd name="connsiteY31" fmla="*/ 85725 h 193675"/>
                <a:gd name="connsiteX32" fmla="*/ 406400 w 419100"/>
                <a:gd name="connsiteY32" fmla="*/ 76200 h 193675"/>
                <a:gd name="connsiteX33" fmla="*/ 390525 w 419100"/>
                <a:gd name="connsiteY33" fmla="*/ 57150 h 193675"/>
                <a:gd name="connsiteX34" fmla="*/ 381000 w 419100"/>
                <a:gd name="connsiteY34" fmla="*/ 50800 h 193675"/>
                <a:gd name="connsiteX35" fmla="*/ 365125 w 419100"/>
                <a:gd name="connsiteY35" fmla="*/ 34925 h 193675"/>
                <a:gd name="connsiteX36" fmla="*/ 355600 w 419100"/>
                <a:gd name="connsiteY36" fmla="*/ 25400 h 193675"/>
                <a:gd name="connsiteX37" fmla="*/ 336550 w 419100"/>
                <a:gd name="connsiteY37" fmla="*/ 12700 h 193675"/>
                <a:gd name="connsiteX38" fmla="*/ 327025 w 419100"/>
                <a:gd name="connsiteY38" fmla="*/ 6350 h 193675"/>
                <a:gd name="connsiteX39" fmla="*/ 304800 w 419100"/>
                <a:gd name="connsiteY39" fmla="*/ 0 h 193675"/>
                <a:gd name="connsiteX40" fmla="*/ 263525 w 419100"/>
                <a:gd name="connsiteY40" fmla="*/ 9525 h 193675"/>
                <a:gd name="connsiteX41" fmla="*/ 254000 w 419100"/>
                <a:gd name="connsiteY41" fmla="*/ 12700 h 193675"/>
                <a:gd name="connsiteX42" fmla="*/ 244475 w 419100"/>
                <a:gd name="connsiteY42" fmla="*/ 19050 h 193675"/>
                <a:gd name="connsiteX43" fmla="*/ 238125 w 419100"/>
                <a:gd name="connsiteY43" fmla="*/ 28575 h 193675"/>
                <a:gd name="connsiteX44" fmla="*/ 203200 w 419100"/>
                <a:gd name="connsiteY44" fmla="*/ 38100 h 193675"/>
                <a:gd name="connsiteX45" fmla="*/ 184150 w 419100"/>
                <a:gd name="connsiteY45" fmla="*/ 34925 h 193675"/>
                <a:gd name="connsiteX46" fmla="*/ 190500 w 419100"/>
                <a:gd name="connsiteY46" fmla="*/ 28575 h 193675"/>
                <a:gd name="connsiteX0" fmla="*/ 190500 w 419100"/>
                <a:gd name="connsiteY0" fmla="*/ 28575 h 193675"/>
                <a:gd name="connsiteX1" fmla="*/ 190500 w 419100"/>
                <a:gd name="connsiteY1" fmla="*/ 28575 h 193675"/>
                <a:gd name="connsiteX2" fmla="*/ 66675 w 419100"/>
                <a:gd name="connsiteY2" fmla="*/ 28575 h 193675"/>
                <a:gd name="connsiteX3" fmla="*/ 28575 w 419100"/>
                <a:gd name="connsiteY3" fmla="*/ 47625 h 193675"/>
                <a:gd name="connsiteX4" fmla="*/ 19050 w 419100"/>
                <a:gd name="connsiteY4" fmla="*/ 53975 h 193675"/>
                <a:gd name="connsiteX5" fmla="*/ 6350 w 419100"/>
                <a:gd name="connsiteY5" fmla="*/ 73025 h 193675"/>
                <a:gd name="connsiteX6" fmla="*/ 0 w 419100"/>
                <a:gd name="connsiteY6" fmla="*/ 92075 h 193675"/>
                <a:gd name="connsiteX7" fmla="*/ 6350 w 419100"/>
                <a:gd name="connsiteY7" fmla="*/ 139700 h 193675"/>
                <a:gd name="connsiteX8" fmla="*/ 12700 w 419100"/>
                <a:gd name="connsiteY8" fmla="*/ 149225 h 193675"/>
                <a:gd name="connsiteX9" fmla="*/ 22225 w 419100"/>
                <a:gd name="connsiteY9" fmla="*/ 155575 h 193675"/>
                <a:gd name="connsiteX10" fmla="*/ 31750 w 419100"/>
                <a:gd name="connsiteY10" fmla="*/ 165100 h 193675"/>
                <a:gd name="connsiteX11" fmla="*/ 50800 w 419100"/>
                <a:gd name="connsiteY11" fmla="*/ 171450 h 193675"/>
                <a:gd name="connsiteX12" fmla="*/ 79375 w 419100"/>
                <a:gd name="connsiteY12" fmla="*/ 180975 h 193675"/>
                <a:gd name="connsiteX13" fmla="*/ 88900 w 419100"/>
                <a:gd name="connsiteY13" fmla="*/ 184150 h 193675"/>
                <a:gd name="connsiteX14" fmla="*/ 98425 w 419100"/>
                <a:gd name="connsiteY14" fmla="*/ 187325 h 193675"/>
                <a:gd name="connsiteX15" fmla="*/ 146050 w 419100"/>
                <a:gd name="connsiteY15" fmla="*/ 180975 h 193675"/>
                <a:gd name="connsiteX16" fmla="*/ 155575 w 419100"/>
                <a:gd name="connsiteY16" fmla="*/ 177800 h 193675"/>
                <a:gd name="connsiteX17" fmla="*/ 168275 w 419100"/>
                <a:gd name="connsiteY17" fmla="*/ 174625 h 193675"/>
                <a:gd name="connsiteX18" fmla="*/ 200025 w 419100"/>
                <a:gd name="connsiteY18" fmla="*/ 165100 h 193675"/>
                <a:gd name="connsiteX19" fmla="*/ 234950 w 419100"/>
                <a:gd name="connsiteY19" fmla="*/ 161925 h 193675"/>
                <a:gd name="connsiteX20" fmla="*/ 273050 w 419100"/>
                <a:gd name="connsiteY20" fmla="*/ 171450 h 193675"/>
                <a:gd name="connsiteX21" fmla="*/ 282575 w 419100"/>
                <a:gd name="connsiteY21" fmla="*/ 177800 h 193675"/>
                <a:gd name="connsiteX22" fmla="*/ 292100 w 419100"/>
                <a:gd name="connsiteY22" fmla="*/ 180975 h 193675"/>
                <a:gd name="connsiteX23" fmla="*/ 301625 w 419100"/>
                <a:gd name="connsiteY23" fmla="*/ 187325 h 193675"/>
                <a:gd name="connsiteX24" fmla="*/ 320675 w 419100"/>
                <a:gd name="connsiteY24" fmla="*/ 193675 h 193675"/>
                <a:gd name="connsiteX25" fmla="*/ 374650 w 419100"/>
                <a:gd name="connsiteY25" fmla="*/ 190500 h 193675"/>
                <a:gd name="connsiteX26" fmla="*/ 384175 w 419100"/>
                <a:gd name="connsiteY26" fmla="*/ 187325 h 193675"/>
                <a:gd name="connsiteX27" fmla="*/ 403225 w 419100"/>
                <a:gd name="connsiteY27" fmla="*/ 174625 h 193675"/>
                <a:gd name="connsiteX28" fmla="*/ 415925 w 419100"/>
                <a:gd name="connsiteY28" fmla="*/ 146050 h 193675"/>
                <a:gd name="connsiteX29" fmla="*/ 419100 w 419100"/>
                <a:gd name="connsiteY29" fmla="*/ 136525 h 193675"/>
                <a:gd name="connsiteX30" fmla="*/ 415925 w 419100"/>
                <a:gd name="connsiteY30" fmla="*/ 104775 h 193675"/>
                <a:gd name="connsiteX31" fmla="*/ 409575 w 419100"/>
                <a:gd name="connsiteY31" fmla="*/ 85725 h 193675"/>
                <a:gd name="connsiteX32" fmla="*/ 406400 w 419100"/>
                <a:gd name="connsiteY32" fmla="*/ 76200 h 193675"/>
                <a:gd name="connsiteX33" fmla="*/ 390525 w 419100"/>
                <a:gd name="connsiteY33" fmla="*/ 57150 h 193675"/>
                <a:gd name="connsiteX34" fmla="*/ 381000 w 419100"/>
                <a:gd name="connsiteY34" fmla="*/ 50800 h 193675"/>
                <a:gd name="connsiteX35" fmla="*/ 365125 w 419100"/>
                <a:gd name="connsiteY35" fmla="*/ 34925 h 193675"/>
                <a:gd name="connsiteX36" fmla="*/ 355600 w 419100"/>
                <a:gd name="connsiteY36" fmla="*/ 25400 h 193675"/>
                <a:gd name="connsiteX37" fmla="*/ 336550 w 419100"/>
                <a:gd name="connsiteY37" fmla="*/ 12700 h 193675"/>
                <a:gd name="connsiteX38" fmla="*/ 327025 w 419100"/>
                <a:gd name="connsiteY38" fmla="*/ 6350 h 193675"/>
                <a:gd name="connsiteX39" fmla="*/ 304800 w 419100"/>
                <a:gd name="connsiteY39" fmla="*/ 0 h 193675"/>
                <a:gd name="connsiteX40" fmla="*/ 263525 w 419100"/>
                <a:gd name="connsiteY40" fmla="*/ 9525 h 193675"/>
                <a:gd name="connsiteX41" fmla="*/ 254000 w 419100"/>
                <a:gd name="connsiteY41" fmla="*/ 12700 h 193675"/>
                <a:gd name="connsiteX42" fmla="*/ 244475 w 419100"/>
                <a:gd name="connsiteY42" fmla="*/ 19050 h 193675"/>
                <a:gd name="connsiteX43" fmla="*/ 238125 w 419100"/>
                <a:gd name="connsiteY43" fmla="*/ 28575 h 193675"/>
                <a:gd name="connsiteX44" fmla="*/ 184150 w 419100"/>
                <a:gd name="connsiteY44" fmla="*/ 34925 h 193675"/>
                <a:gd name="connsiteX45" fmla="*/ 190500 w 419100"/>
                <a:gd name="connsiteY45" fmla="*/ 28575 h 193675"/>
                <a:gd name="connsiteX0" fmla="*/ 190500 w 419100"/>
                <a:gd name="connsiteY0" fmla="*/ 28575 h 193675"/>
                <a:gd name="connsiteX1" fmla="*/ 190500 w 419100"/>
                <a:gd name="connsiteY1" fmla="*/ 28575 h 193675"/>
                <a:gd name="connsiteX2" fmla="*/ 66675 w 419100"/>
                <a:gd name="connsiteY2" fmla="*/ 28575 h 193675"/>
                <a:gd name="connsiteX3" fmla="*/ 28575 w 419100"/>
                <a:gd name="connsiteY3" fmla="*/ 47625 h 193675"/>
                <a:gd name="connsiteX4" fmla="*/ 19050 w 419100"/>
                <a:gd name="connsiteY4" fmla="*/ 53975 h 193675"/>
                <a:gd name="connsiteX5" fmla="*/ 6350 w 419100"/>
                <a:gd name="connsiteY5" fmla="*/ 73025 h 193675"/>
                <a:gd name="connsiteX6" fmla="*/ 0 w 419100"/>
                <a:gd name="connsiteY6" fmla="*/ 92075 h 193675"/>
                <a:gd name="connsiteX7" fmla="*/ 6350 w 419100"/>
                <a:gd name="connsiteY7" fmla="*/ 139700 h 193675"/>
                <a:gd name="connsiteX8" fmla="*/ 12700 w 419100"/>
                <a:gd name="connsiteY8" fmla="*/ 149225 h 193675"/>
                <a:gd name="connsiteX9" fmla="*/ 22225 w 419100"/>
                <a:gd name="connsiteY9" fmla="*/ 155575 h 193675"/>
                <a:gd name="connsiteX10" fmla="*/ 31750 w 419100"/>
                <a:gd name="connsiteY10" fmla="*/ 165100 h 193675"/>
                <a:gd name="connsiteX11" fmla="*/ 50800 w 419100"/>
                <a:gd name="connsiteY11" fmla="*/ 171450 h 193675"/>
                <a:gd name="connsiteX12" fmla="*/ 79375 w 419100"/>
                <a:gd name="connsiteY12" fmla="*/ 180975 h 193675"/>
                <a:gd name="connsiteX13" fmla="*/ 88900 w 419100"/>
                <a:gd name="connsiteY13" fmla="*/ 184150 h 193675"/>
                <a:gd name="connsiteX14" fmla="*/ 98425 w 419100"/>
                <a:gd name="connsiteY14" fmla="*/ 187325 h 193675"/>
                <a:gd name="connsiteX15" fmla="*/ 146050 w 419100"/>
                <a:gd name="connsiteY15" fmla="*/ 180975 h 193675"/>
                <a:gd name="connsiteX16" fmla="*/ 155575 w 419100"/>
                <a:gd name="connsiteY16" fmla="*/ 177800 h 193675"/>
                <a:gd name="connsiteX17" fmla="*/ 168275 w 419100"/>
                <a:gd name="connsiteY17" fmla="*/ 174625 h 193675"/>
                <a:gd name="connsiteX18" fmla="*/ 200025 w 419100"/>
                <a:gd name="connsiteY18" fmla="*/ 165100 h 193675"/>
                <a:gd name="connsiteX19" fmla="*/ 234950 w 419100"/>
                <a:gd name="connsiteY19" fmla="*/ 161925 h 193675"/>
                <a:gd name="connsiteX20" fmla="*/ 273050 w 419100"/>
                <a:gd name="connsiteY20" fmla="*/ 171450 h 193675"/>
                <a:gd name="connsiteX21" fmla="*/ 282575 w 419100"/>
                <a:gd name="connsiteY21" fmla="*/ 177800 h 193675"/>
                <a:gd name="connsiteX22" fmla="*/ 292100 w 419100"/>
                <a:gd name="connsiteY22" fmla="*/ 180975 h 193675"/>
                <a:gd name="connsiteX23" fmla="*/ 301625 w 419100"/>
                <a:gd name="connsiteY23" fmla="*/ 187325 h 193675"/>
                <a:gd name="connsiteX24" fmla="*/ 320675 w 419100"/>
                <a:gd name="connsiteY24" fmla="*/ 193675 h 193675"/>
                <a:gd name="connsiteX25" fmla="*/ 374650 w 419100"/>
                <a:gd name="connsiteY25" fmla="*/ 190500 h 193675"/>
                <a:gd name="connsiteX26" fmla="*/ 384175 w 419100"/>
                <a:gd name="connsiteY26" fmla="*/ 187325 h 193675"/>
                <a:gd name="connsiteX27" fmla="*/ 403225 w 419100"/>
                <a:gd name="connsiteY27" fmla="*/ 174625 h 193675"/>
                <a:gd name="connsiteX28" fmla="*/ 415925 w 419100"/>
                <a:gd name="connsiteY28" fmla="*/ 146050 h 193675"/>
                <a:gd name="connsiteX29" fmla="*/ 419100 w 419100"/>
                <a:gd name="connsiteY29" fmla="*/ 136525 h 193675"/>
                <a:gd name="connsiteX30" fmla="*/ 415925 w 419100"/>
                <a:gd name="connsiteY30" fmla="*/ 104775 h 193675"/>
                <a:gd name="connsiteX31" fmla="*/ 409575 w 419100"/>
                <a:gd name="connsiteY31" fmla="*/ 85725 h 193675"/>
                <a:gd name="connsiteX32" fmla="*/ 406400 w 419100"/>
                <a:gd name="connsiteY32" fmla="*/ 76200 h 193675"/>
                <a:gd name="connsiteX33" fmla="*/ 390525 w 419100"/>
                <a:gd name="connsiteY33" fmla="*/ 57150 h 193675"/>
                <a:gd name="connsiteX34" fmla="*/ 381000 w 419100"/>
                <a:gd name="connsiteY34" fmla="*/ 50800 h 193675"/>
                <a:gd name="connsiteX35" fmla="*/ 365125 w 419100"/>
                <a:gd name="connsiteY35" fmla="*/ 34925 h 193675"/>
                <a:gd name="connsiteX36" fmla="*/ 355600 w 419100"/>
                <a:gd name="connsiteY36" fmla="*/ 25400 h 193675"/>
                <a:gd name="connsiteX37" fmla="*/ 336550 w 419100"/>
                <a:gd name="connsiteY37" fmla="*/ 12700 h 193675"/>
                <a:gd name="connsiteX38" fmla="*/ 327025 w 419100"/>
                <a:gd name="connsiteY38" fmla="*/ 6350 h 193675"/>
                <a:gd name="connsiteX39" fmla="*/ 304800 w 419100"/>
                <a:gd name="connsiteY39" fmla="*/ 0 h 193675"/>
                <a:gd name="connsiteX40" fmla="*/ 263525 w 419100"/>
                <a:gd name="connsiteY40" fmla="*/ 9525 h 193675"/>
                <a:gd name="connsiteX41" fmla="*/ 244475 w 419100"/>
                <a:gd name="connsiteY41" fmla="*/ 19050 h 193675"/>
                <a:gd name="connsiteX42" fmla="*/ 238125 w 419100"/>
                <a:gd name="connsiteY42" fmla="*/ 28575 h 193675"/>
                <a:gd name="connsiteX43" fmla="*/ 184150 w 419100"/>
                <a:gd name="connsiteY43" fmla="*/ 34925 h 193675"/>
                <a:gd name="connsiteX44" fmla="*/ 190500 w 419100"/>
                <a:gd name="connsiteY44" fmla="*/ 28575 h 193675"/>
                <a:gd name="connsiteX0" fmla="*/ 190500 w 419100"/>
                <a:gd name="connsiteY0" fmla="*/ 28575 h 193675"/>
                <a:gd name="connsiteX1" fmla="*/ 190500 w 419100"/>
                <a:gd name="connsiteY1" fmla="*/ 28575 h 193675"/>
                <a:gd name="connsiteX2" fmla="*/ 66675 w 419100"/>
                <a:gd name="connsiteY2" fmla="*/ 28575 h 193675"/>
                <a:gd name="connsiteX3" fmla="*/ 28575 w 419100"/>
                <a:gd name="connsiteY3" fmla="*/ 47625 h 193675"/>
                <a:gd name="connsiteX4" fmla="*/ 19050 w 419100"/>
                <a:gd name="connsiteY4" fmla="*/ 53975 h 193675"/>
                <a:gd name="connsiteX5" fmla="*/ 6350 w 419100"/>
                <a:gd name="connsiteY5" fmla="*/ 73025 h 193675"/>
                <a:gd name="connsiteX6" fmla="*/ 0 w 419100"/>
                <a:gd name="connsiteY6" fmla="*/ 92075 h 193675"/>
                <a:gd name="connsiteX7" fmla="*/ 6350 w 419100"/>
                <a:gd name="connsiteY7" fmla="*/ 139700 h 193675"/>
                <a:gd name="connsiteX8" fmla="*/ 12700 w 419100"/>
                <a:gd name="connsiteY8" fmla="*/ 149225 h 193675"/>
                <a:gd name="connsiteX9" fmla="*/ 22225 w 419100"/>
                <a:gd name="connsiteY9" fmla="*/ 155575 h 193675"/>
                <a:gd name="connsiteX10" fmla="*/ 31750 w 419100"/>
                <a:gd name="connsiteY10" fmla="*/ 165100 h 193675"/>
                <a:gd name="connsiteX11" fmla="*/ 50800 w 419100"/>
                <a:gd name="connsiteY11" fmla="*/ 171450 h 193675"/>
                <a:gd name="connsiteX12" fmla="*/ 79375 w 419100"/>
                <a:gd name="connsiteY12" fmla="*/ 180975 h 193675"/>
                <a:gd name="connsiteX13" fmla="*/ 88900 w 419100"/>
                <a:gd name="connsiteY13" fmla="*/ 184150 h 193675"/>
                <a:gd name="connsiteX14" fmla="*/ 98425 w 419100"/>
                <a:gd name="connsiteY14" fmla="*/ 187325 h 193675"/>
                <a:gd name="connsiteX15" fmla="*/ 146050 w 419100"/>
                <a:gd name="connsiteY15" fmla="*/ 180975 h 193675"/>
                <a:gd name="connsiteX16" fmla="*/ 155575 w 419100"/>
                <a:gd name="connsiteY16" fmla="*/ 177800 h 193675"/>
                <a:gd name="connsiteX17" fmla="*/ 168275 w 419100"/>
                <a:gd name="connsiteY17" fmla="*/ 174625 h 193675"/>
                <a:gd name="connsiteX18" fmla="*/ 200025 w 419100"/>
                <a:gd name="connsiteY18" fmla="*/ 165100 h 193675"/>
                <a:gd name="connsiteX19" fmla="*/ 234950 w 419100"/>
                <a:gd name="connsiteY19" fmla="*/ 161925 h 193675"/>
                <a:gd name="connsiteX20" fmla="*/ 273050 w 419100"/>
                <a:gd name="connsiteY20" fmla="*/ 171450 h 193675"/>
                <a:gd name="connsiteX21" fmla="*/ 282575 w 419100"/>
                <a:gd name="connsiteY21" fmla="*/ 177800 h 193675"/>
                <a:gd name="connsiteX22" fmla="*/ 292100 w 419100"/>
                <a:gd name="connsiteY22" fmla="*/ 180975 h 193675"/>
                <a:gd name="connsiteX23" fmla="*/ 301625 w 419100"/>
                <a:gd name="connsiteY23" fmla="*/ 187325 h 193675"/>
                <a:gd name="connsiteX24" fmla="*/ 320675 w 419100"/>
                <a:gd name="connsiteY24" fmla="*/ 193675 h 193675"/>
                <a:gd name="connsiteX25" fmla="*/ 374650 w 419100"/>
                <a:gd name="connsiteY25" fmla="*/ 190500 h 193675"/>
                <a:gd name="connsiteX26" fmla="*/ 384175 w 419100"/>
                <a:gd name="connsiteY26" fmla="*/ 187325 h 193675"/>
                <a:gd name="connsiteX27" fmla="*/ 403225 w 419100"/>
                <a:gd name="connsiteY27" fmla="*/ 174625 h 193675"/>
                <a:gd name="connsiteX28" fmla="*/ 415925 w 419100"/>
                <a:gd name="connsiteY28" fmla="*/ 146050 h 193675"/>
                <a:gd name="connsiteX29" fmla="*/ 419100 w 419100"/>
                <a:gd name="connsiteY29" fmla="*/ 136525 h 193675"/>
                <a:gd name="connsiteX30" fmla="*/ 415925 w 419100"/>
                <a:gd name="connsiteY30" fmla="*/ 104775 h 193675"/>
                <a:gd name="connsiteX31" fmla="*/ 409575 w 419100"/>
                <a:gd name="connsiteY31" fmla="*/ 85725 h 193675"/>
                <a:gd name="connsiteX32" fmla="*/ 406400 w 419100"/>
                <a:gd name="connsiteY32" fmla="*/ 76200 h 193675"/>
                <a:gd name="connsiteX33" fmla="*/ 390525 w 419100"/>
                <a:gd name="connsiteY33" fmla="*/ 57150 h 193675"/>
                <a:gd name="connsiteX34" fmla="*/ 381000 w 419100"/>
                <a:gd name="connsiteY34" fmla="*/ 50800 h 193675"/>
                <a:gd name="connsiteX35" fmla="*/ 365125 w 419100"/>
                <a:gd name="connsiteY35" fmla="*/ 34925 h 193675"/>
                <a:gd name="connsiteX36" fmla="*/ 355600 w 419100"/>
                <a:gd name="connsiteY36" fmla="*/ 25400 h 193675"/>
                <a:gd name="connsiteX37" fmla="*/ 336550 w 419100"/>
                <a:gd name="connsiteY37" fmla="*/ 12700 h 193675"/>
                <a:gd name="connsiteX38" fmla="*/ 327025 w 419100"/>
                <a:gd name="connsiteY38" fmla="*/ 6350 h 193675"/>
                <a:gd name="connsiteX39" fmla="*/ 304800 w 419100"/>
                <a:gd name="connsiteY39" fmla="*/ 0 h 193675"/>
                <a:gd name="connsiteX40" fmla="*/ 263525 w 419100"/>
                <a:gd name="connsiteY40" fmla="*/ 9525 h 193675"/>
                <a:gd name="connsiteX41" fmla="*/ 244475 w 419100"/>
                <a:gd name="connsiteY41" fmla="*/ 19050 h 193675"/>
                <a:gd name="connsiteX42" fmla="*/ 238125 w 419100"/>
                <a:gd name="connsiteY42" fmla="*/ 28575 h 193675"/>
                <a:gd name="connsiteX43" fmla="*/ 191294 w 419100"/>
                <a:gd name="connsiteY43" fmla="*/ 27781 h 193675"/>
                <a:gd name="connsiteX44" fmla="*/ 190500 w 419100"/>
                <a:gd name="connsiteY44" fmla="*/ 28575 h 193675"/>
                <a:gd name="connsiteX0" fmla="*/ 190500 w 419100"/>
                <a:gd name="connsiteY0" fmla="*/ 28575 h 193675"/>
                <a:gd name="connsiteX1" fmla="*/ 190500 w 419100"/>
                <a:gd name="connsiteY1" fmla="*/ 28575 h 193675"/>
                <a:gd name="connsiteX2" fmla="*/ 66675 w 419100"/>
                <a:gd name="connsiteY2" fmla="*/ 28575 h 193675"/>
                <a:gd name="connsiteX3" fmla="*/ 28575 w 419100"/>
                <a:gd name="connsiteY3" fmla="*/ 47625 h 193675"/>
                <a:gd name="connsiteX4" fmla="*/ 19050 w 419100"/>
                <a:gd name="connsiteY4" fmla="*/ 53975 h 193675"/>
                <a:gd name="connsiteX5" fmla="*/ 6350 w 419100"/>
                <a:gd name="connsiteY5" fmla="*/ 73025 h 193675"/>
                <a:gd name="connsiteX6" fmla="*/ 0 w 419100"/>
                <a:gd name="connsiteY6" fmla="*/ 92075 h 193675"/>
                <a:gd name="connsiteX7" fmla="*/ 6350 w 419100"/>
                <a:gd name="connsiteY7" fmla="*/ 139700 h 193675"/>
                <a:gd name="connsiteX8" fmla="*/ 12700 w 419100"/>
                <a:gd name="connsiteY8" fmla="*/ 149225 h 193675"/>
                <a:gd name="connsiteX9" fmla="*/ 22225 w 419100"/>
                <a:gd name="connsiteY9" fmla="*/ 155575 h 193675"/>
                <a:gd name="connsiteX10" fmla="*/ 31750 w 419100"/>
                <a:gd name="connsiteY10" fmla="*/ 165100 h 193675"/>
                <a:gd name="connsiteX11" fmla="*/ 50800 w 419100"/>
                <a:gd name="connsiteY11" fmla="*/ 171450 h 193675"/>
                <a:gd name="connsiteX12" fmla="*/ 79375 w 419100"/>
                <a:gd name="connsiteY12" fmla="*/ 180975 h 193675"/>
                <a:gd name="connsiteX13" fmla="*/ 88900 w 419100"/>
                <a:gd name="connsiteY13" fmla="*/ 184150 h 193675"/>
                <a:gd name="connsiteX14" fmla="*/ 98425 w 419100"/>
                <a:gd name="connsiteY14" fmla="*/ 187325 h 193675"/>
                <a:gd name="connsiteX15" fmla="*/ 146050 w 419100"/>
                <a:gd name="connsiteY15" fmla="*/ 180975 h 193675"/>
                <a:gd name="connsiteX16" fmla="*/ 155575 w 419100"/>
                <a:gd name="connsiteY16" fmla="*/ 177800 h 193675"/>
                <a:gd name="connsiteX17" fmla="*/ 168275 w 419100"/>
                <a:gd name="connsiteY17" fmla="*/ 174625 h 193675"/>
                <a:gd name="connsiteX18" fmla="*/ 200025 w 419100"/>
                <a:gd name="connsiteY18" fmla="*/ 165100 h 193675"/>
                <a:gd name="connsiteX19" fmla="*/ 234950 w 419100"/>
                <a:gd name="connsiteY19" fmla="*/ 161925 h 193675"/>
                <a:gd name="connsiteX20" fmla="*/ 273050 w 419100"/>
                <a:gd name="connsiteY20" fmla="*/ 171450 h 193675"/>
                <a:gd name="connsiteX21" fmla="*/ 282575 w 419100"/>
                <a:gd name="connsiteY21" fmla="*/ 177800 h 193675"/>
                <a:gd name="connsiteX22" fmla="*/ 292100 w 419100"/>
                <a:gd name="connsiteY22" fmla="*/ 180975 h 193675"/>
                <a:gd name="connsiteX23" fmla="*/ 301625 w 419100"/>
                <a:gd name="connsiteY23" fmla="*/ 187325 h 193675"/>
                <a:gd name="connsiteX24" fmla="*/ 320675 w 419100"/>
                <a:gd name="connsiteY24" fmla="*/ 193675 h 193675"/>
                <a:gd name="connsiteX25" fmla="*/ 374650 w 419100"/>
                <a:gd name="connsiteY25" fmla="*/ 190500 h 193675"/>
                <a:gd name="connsiteX26" fmla="*/ 384175 w 419100"/>
                <a:gd name="connsiteY26" fmla="*/ 187325 h 193675"/>
                <a:gd name="connsiteX27" fmla="*/ 403225 w 419100"/>
                <a:gd name="connsiteY27" fmla="*/ 174625 h 193675"/>
                <a:gd name="connsiteX28" fmla="*/ 415925 w 419100"/>
                <a:gd name="connsiteY28" fmla="*/ 146050 h 193675"/>
                <a:gd name="connsiteX29" fmla="*/ 419100 w 419100"/>
                <a:gd name="connsiteY29" fmla="*/ 136525 h 193675"/>
                <a:gd name="connsiteX30" fmla="*/ 415925 w 419100"/>
                <a:gd name="connsiteY30" fmla="*/ 104775 h 193675"/>
                <a:gd name="connsiteX31" fmla="*/ 409575 w 419100"/>
                <a:gd name="connsiteY31" fmla="*/ 85725 h 193675"/>
                <a:gd name="connsiteX32" fmla="*/ 406400 w 419100"/>
                <a:gd name="connsiteY32" fmla="*/ 76200 h 193675"/>
                <a:gd name="connsiteX33" fmla="*/ 390525 w 419100"/>
                <a:gd name="connsiteY33" fmla="*/ 57150 h 193675"/>
                <a:gd name="connsiteX34" fmla="*/ 381000 w 419100"/>
                <a:gd name="connsiteY34" fmla="*/ 50800 h 193675"/>
                <a:gd name="connsiteX35" fmla="*/ 365125 w 419100"/>
                <a:gd name="connsiteY35" fmla="*/ 34925 h 193675"/>
                <a:gd name="connsiteX36" fmla="*/ 355600 w 419100"/>
                <a:gd name="connsiteY36" fmla="*/ 25400 h 193675"/>
                <a:gd name="connsiteX37" fmla="*/ 336550 w 419100"/>
                <a:gd name="connsiteY37" fmla="*/ 12700 h 193675"/>
                <a:gd name="connsiteX38" fmla="*/ 327025 w 419100"/>
                <a:gd name="connsiteY38" fmla="*/ 6350 h 193675"/>
                <a:gd name="connsiteX39" fmla="*/ 304800 w 419100"/>
                <a:gd name="connsiteY39" fmla="*/ 0 h 193675"/>
                <a:gd name="connsiteX40" fmla="*/ 263525 w 419100"/>
                <a:gd name="connsiteY40" fmla="*/ 9525 h 193675"/>
                <a:gd name="connsiteX41" fmla="*/ 238125 w 419100"/>
                <a:gd name="connsiteY41" fmla="*/ 28575 h 193675"/>
                <a:gd name="connsiteX42" fmla="*/ 191294 w 419100"/>
                <a:gd name="connsiteY42" fmla="*/ 27781 h 193675"/>
                <a:gd name="connsiteX43" fmla="*/ 190500 w 419100"/>
                <a:gd name="connsiteY43" fmla="*/ 28575 h 193675"/>
                <a:gd name="connsiteX0" fmla="*/ 190500 w 419100"/>
                <a:gd name="connsiteY0" fmla="*/ 28575 h 193675"/>
                <a:gd name="connsiteX1" fmla="*/ 190500 w 419100"/>
                <a:gd name="connsiteY1" fmla="*/ 28575 h 193675"/>
                <a:gd name="connsiteX2" fmla="*/ 66675 w 419100"/>
                <a:gd name="connsiteY2" fmla="*/ 28575 h 193675"/>
                <a:gd name="connsiteX3" fmla="*/ 28575 w 419100"/>
                <a:gd name="connsiteY3" fmla="*/ 47625 h 193675"/>
                <a:gd name="connsiteX4" fmla="*/ 19050 w 419100"/>
                <a:gd name="connsiteY4" fmla="*/ 53975 h 193675"/>
                <a:gd name="connsiteX5" fmla="*/ 6350 w 419100"/>
                <a:gd name="connsiteY5" fmla="*/ 73025 h 193675"/>
                <a:gd name="connsiteX6" fmla="*/ 0 w 419100"/>
                <a:gd name="connsiteY6" fmla="*/ 92075 h 193675"/>
                <a:gd name="connsiteX7" fmla="*/ 6350 w 419100"/>
                <a:gd name="connsiteY7" fmla="*/ 139700 h 193675"/>
                <a:gd name="connsiteX8" fmla="*/ 12700 w 419100"/>
                <a:gd name="connsiteY8" fmla="*/ 149225 h 193675"/>
                <a:gd name="connsiteX9" fmla="*/ 22225 w 419100"/>
                <a:gd name="connsiteY9" fmla="*/ 155575 h 193675"/>
                <a:gd name="connsiteX10" fmla="*/ 31750 w 419100"/>
                <a:gd name="connsiteY10" fmla="*/ 165100 h 193675"/>
                <a:gd name="connsiteX11" fmla="*/ 50800 w 419100"/>
                <a:gd name="connsiteY11" fmla="*/ 171450 h 193675"/>
                <a:gd name="connsiteX12" fmla="*/ 79375 w 419100"/>
                <a:gd name="connsiteY12" fmla="*/ 180975 h 193675"/>
                <a:gd name="connsiteX13" fmla="*/ 88900 w 419100"/>
                <a:gd name="connsiteY13" fmla="*/ 184150 h 193675"/>
                <a:gd name="connsiteX14" fmla="*/ 98425 w 419100"/>
                <a:gd name="connsiteY14" fmla="*/ 187325 h 193675"/>
                <a:gd name="connsiteX15" fmla="*/ 146050 w 419100"/>
                <a:gd name="connsiteY15" fmla="*/ 180975 h 193675"/>
                <a:gd name="connsiteX16" fmla="*/ 155575 w 419100"/>
                <a:gd name="connsiteY16" fmla="*/ 177800 h 193675"/>
                <a:gd name="connsiteX17" fmla="*/ 168275 w 419100"/>
                <a:gd name="connsiteY17" fmla="*/ 174625 h 193675"/>
                <a:gd name="connsiteX18" fmla="*/ 200025 w 419100"/>
                <a:gd name="connsiteY18" fmla="*/ 165100 h 193675"/>
                <a:gd name="connsiteX19" fmla="*/ 234950 w 419100"/>
                <a:gd name="connsiteY19" fmla="*/ 161925 h 193675"/>
                <a:gd name="connsiteX20" fmla="*/ 273050 w 419100"/>
                <a:gd name="connsiteY20" fmla="*/ 171450 h 193675"/>
                <a:gd name="connsiteX21" fmla="*/ 282575 w 419100"/>
                <a:gd name="connsiteY21" fmla="*/ 177800 h 193675"/>
                <a:gd name="connsiteX22" fmla="*/ 292100 w 419100"/>
                <a:gd name="connsiteY22" fmla="*/ 180975 h 193675"/>
                <a:gd name="connsiteX23" fmla="*/ 301625 w 419100"/>
                <a:gd name="connsiteY23" fmla="*/ 187325 h 193675"/>
                <a:gd name="connsiteX24" fmla="*/ 320675 w 419100"/>
                <a:gd name="connsiteY24" fmla="*/ 193675 h 193675"/>
                <a:gd name="connsiteX25" fmla="*/ 374650 w 419100"/>
                <a:gd name="connsiteY25" fmla="*/ 190500 h 193675"/>
                <a:gd name="connsiteX26" fmla="*/ 384175 w 419100"/>
                <a:gd name="connsiteY26" fmla="*/ 187325 h 193675"/>
                <a:gd name="connsiteX27" fmla="*/ 403225 w 419100"/>
                <a:gd name="connsiteY27" fmla="*/ 174625 h 193675"/>
                <a:gd name="connsiteX28" fmla="*/ 415925 w 419100"/>
                <a:gd name="connsiteY28" fmla="*/ 146050 h 193675"/>
                <a:gd name="connsiteX29" fmla="*/ 419100 w 419100"/>
                <a:gd name="connsiteY29" fmla="*/ 136525 h 193675"/>
                <a:gd name="connsiteX30" fmla="*/ 415925 w 419100"/>
                <a:gd name="connsiteY30" fmla="*/ 104775 h 193675"/>
                <a:gd name="connsiteX31" fmla="*/ 409575 w 419100"/>
                <a:gd name="connsiteY31" fmla="*/ 85725 h 193675"/>
                <a:gd name="connsiteX32" fmla="*/ 406400 w 419100"/>
                <a:gd name="connsiteY32" fmla="*/ 76200 h 193675"/>
                <a:gd name="connsiteX33" fmla="*/ 390525 w 419100"/>
                <a:gd name="connsiteY33" fmla="*/ 57150 h 193675"/>
                <a:gd name="connsiteX34" fmla="*/ 381000 w 419100"/>
                <a:gd name="connsiteY34" fmla="*/ 50800 h 193675"/>
                <a:gd name="connsiteX35" fmla="*/ 365125 w 419100"/>
                <a:gd name="connsiteY35" fmla="*/ 34925 h 193675"/>
                <a:gd name="connsiteX36" fmla="*/ 355600 w 419100"/>
                <a:gd name="connsiteY36" fmla="*/ 25400 h 193675"/>
                <a:gd name="connsiteX37" fmla="*/ 336550 w 419100"/>
                <a:gd name="connsiteY37" fmla="*/ 12700 h 193675"/>
                <a:gd name="connsiteX38" fmla="*/ 327025 w 419100"/>
                <a:gd name="connsiteY38" fmla="*/ 6350 h 193675"/>
                <a:gd name="connsiteX39" fmla="*/ 304800 w 419100"/>
                <a:gd name="connsiteY39" fmla="*/ 0 h 193675"/>
                <a:gd name="connsiteX40" fmla="*/ 263525 w 419100"/>
                <a:gd name="connsiteY40" fmla="*/ 9525 h 193675"/>
                <a:gd name="connsiteX41" fmla="*/ 240507 w 419100"/>
                <a:gd name="connsiteY41" fmla="*/ 38100 h 193675"/>
                <a:gd name="connsiteX42" fmla="*/ 191294 w 419100"/>
                <a:gd name="connsiteY42" fmla="*/ 27781 h 193675"/>
                <a:gd name="connsiteX43" fmla="*/ 190500 w 419100"/>
                <a:gd name="connsiteY43" fmla="*/ 28575 h 193675"/>
                <a:gd name="connsiteX0" fmla="*/ 190500 w 419100"/>
                <a:gd name="connsiteY0" fmla="*/ 28575 h 193675"/>
                <a:gd name="connsiteX1" fmla="*/ 190500 w 419100"/>
                <a:gd name="connsiteY1" fmla="*/ 28575 h 193675"/>
                <a:gd name="connsiteX2" fmla="*/ 66675 w 419100"/>
                <a:gd name="connsiteY2" fmla="*/ 28575 h 193675"/>
                <a:gd name="connsiteX3" fmla="*/ 28575 w 419100"/>
                <a:gd name="connsiteY3" fmla="*/ 47625 h 193675"/>
                <a:gd name="connsiteX4" fmla="*/ 19050 w 419100"/>
                <a:gd name="connsiteY4" fmla="*/ 53975 h 193675"/>
                <a:gd name="connsiteX5" fmla="*/ 6350 w 419100"/>
                <a:gd name="connsiteY5" fmla="*/ 73025 h 193675"/>
                <a:gd name="connsiteX6" fmla="*/ 0 w 419100"/>
                <a:gd name="connsiteY6" fmla="*/ 92075 h 193675"/>
                <a:gd name="connsiteX7" fmla="*/ 6350 w 419100"/>
                <a:gd name="connsiteY7" fmla="*/ 139700 h 193675"/>
                <a:gd name="connsiteX8" fmla="*/ 12700 w 419100"/>
                <a:gd name="connsiteY8" fmla="*/ 149225 h 193675"/>
                <a:gd name="connsiteX9" fmla="*/ 22225 w 419100"/>
                <a:gd name="connsiteY9" fmla="*/ 155575 h 193675"/>
                <a:gd name="connsiteX10" fmla="*/ 31750 w 419100"/>
                <a:gd name="connsiteY10" fmla="*/ 165100 h 193675"/>
                <a:gd name="connsiteX11" fmla="*/ 50800 w 419100"/>
                <a:gd name="connsiteY11" fmla="*/ 171450 h 193675"/>
                <a:gd name="connsiteX12" fmla="*/ 79375 w 419100"/>
                <a:gd name="connsiteY12" fmla="*/ 180975 h 193675"/>
                <a:gd name="connsiteX13" fmla="*/ 88900 w 419100"/>
                <a:gd name="connsiteY13" fmla="*/ 184150 h 193675"/>
                <a:gd name="connsiteX14" fmla="*/ 98425 w 419100"/>
                <a:gd name="connsiteY14" fmla="*/ 187325 h 193675"/>
                <a:gd name="connsiteX15" fmla="*/ 146050 w 419100"/>
                <a:gd name="connsiteY15" fmla="*/ 180975 h 193675"/>
                <a:gd name="connsiteX16" fmla="*/ 155575 w 419100"/>
                <a:gd name="connsiteY16" fmla="*/ 177800 h 193675"/>
                <a:gd name="connsiteX17" fmla="*/ 168275 w 419100"/>
                <a:gd name="connsiteY17" fmla="*/ 174625 h 193675"/>
                <a:gd name="connsiteX18" fmla="*/ 200025 w 419100"/>
                <a:gd name="connsiteY18" fmla="*/ 165100 h 193675"/>
                <a:gd name="connsiteX19" fmla="*/ 234950 w 419100"/>
                <a:gd name="connsiteY19" fmla="*/ 161925 h 193675"/>
                <a:gd name="connsiteX20" fmla="*/ 273050 w 419100"/>
                <a:gd name="connsiteY20" fmla="*/ 171450 h 193675"/>
                <a:gd name="connsiteX21" fmla="*/ 282575 w 419100"/>
                <a:gd name="connsiteY21" fmla="*/ 177800 h 193675"/>
                <a:gd name="connsiteX22" fmla="*/ 292100 w 419100"/>
                <a:gd name="connsiteY22" fmla="*/ 180975 h 193675"/>
                <a:gd name="connsiteX23" fmla="*/ 301625 w 419100"/>
                <a:gd name="connsiteY23" fmla="*/ 187325 h 193675"/>
                <a:gd name="connsiteX24" fmla="*/ 320675 w 419100"/>
                <a:gd name="connsiteY24" fmla="*/ 193675 h 193675"/>
                <a:gd name="connsiteX25" fmla="*/ 374650 w 419100"/>
                <a:gd name="connsiteY25" fmla="*/ 190500 h 193675"/>
                <a:gd name="connsiteX26" fmla="*/ 384175 w 419100"/>
                <a:gd name="connsiteY26" fmla="*/ 187325 h 193675"/>
                <a:gd name="connsiteX27" fmla="*/ 403225 w 419100"/>
                <a:gd name="connsiteY27" fmla="*/ 174625 h 193675"/>
                <a:gd name="connsiteX28" fmla="*/ 415925 w 419100"/>
                <a:gd name="connsiteY28" fmla="*/ 146050 h 193675"/>
                <a:gd name="connsiteX29" fmla="*/ 419100 w 419100"/>
                <a:gd name="connsiteY29" fmla="*/ 136525 h 193675"/>
                <a:gd name="connsiteX30" fmla="*/ 415925 w 419100"/>
                <a:gd name="connsiteY30" fmla="*/ 104775 h 193675"/>
                <a:gd name="connsiteX31" fmla="*/ 409575 w 419100"/>
                <a:gd name="connsiteY31" fmla="*/ 85725 h 193675"/>
                <a:gd name="connsiteX32" fmla="*/ 406400 w 419100"/>
                <a:gd name="connsiteY32" fmla="*/ 76200 h 193675"/>
                <a:gd name="connsiteX33" fmla="*/ 390525 w 419100"/>
                <a:gd name="connsiteY33" fmla="*/ 57150 h 193675"/>
                <a:gd name="connsiteX34" fmla="*/ 381000 w 419100"/>
                <a:gd name="connsiteY34" fmla="*/ 50800 h 193675"/>
                <a:gd name="connsiteX35" fmla="*/ 365125 w 419100"/>
                <a:gd name="connsiteY35" fmla="*/ 34925 h 193675"/>
                <a:gd name="connsiteX36" fmla="*/ 355600 w 419100"/>
                <a:gd name="connsiteY36" fmla="*/ 25400 h 193675"/>
                <a:gd name="connsiteX37" fmla="*/ 336550 w 419100"/>
                <a:gd name="connsiteY37" fmla="*/ 12700 h 193675"/>
                <a:gd name="connsiteX38" fmla="*/ 327025 w 419100"/>
                <a:gd name="connsiteY38" fmla="*/ 6350 h 193675"/>
                <a:gd name="connsiteX39" fmla="*/ 304800 w 419100"/>
                <a:gd name="connsiteY39" fmla="*/ 0 h 193675"/>
                <a:gd name="connsiteX40" fmla="*/ 263525 w 419100"/>
                <a:gd name="connsiteY40" fmla="*/ 9525 h 193675"/>
                <a:gd name="connsiteX41" fmla="*/ 215107 w 419100"/>
                <a:gd name="connsiteY41" fmla="*/ 25400 h 193675"/>
                <a:gd name="connsiteX42" fmla="*/ 191294 w 419100"/>
                <a:gd name="connsiteY42" fmla="*/ 27781 h 193675"/>
                <a:gd name="connsiteX43" fmla="*/ 190500 w 419100"/>
                <a:gd name="connsiteY43" fmla="*/ 28575 h 193675"/>
                <a:gd name="connsiteX0" fmla="*/ 190500 w 419100"/>
                <a:gd name="connsiteY0" fmla="*/ 37315 h 202415"/>
                <a:gd name="connsiteX1" fmla="*/ 190500 w 419100"/>
                <a:gd name="connsiteY1" fmla="*/ 37315 h 202415"/>
                <a:gd name="connsiteX2" fmla="*/ 66675 w 419100"/>
                <a:gd name="connsiteY2" fmla="*/ 37315 h 202415"/>
                <a:gd name="connsiteX3" fmla="*/ 28575 w 419100"/>
                <a:gd name="connsiteY3" fmla="*/ 56365 h 202415"/>
                <a:gd name="connsiteX4" fmla="*/ 19050 w 419100"/>
                <a:gd name="connsiteY4" fmla="*/ 62715 h 202415"/>
                <a:gd name="connsiteX5" fmla="*/ 6350 w 419100"/>
                <a:gd name="connsiteY5" fmla="*/ 81765 h 202415"/>
                <a:gd name="connsiteX6" fmla="*/ 0 w 419100"/>
                <a:gd name="connsiteY6" fmla="*/ 100815 h 202415"/>
                <a:gd name="connsiteX7" fmla="*/ 6350 w 419100"/>
                <a:gd name="connsiteY7" fmla="*/ 148440 h 202415"/>
                <a:gd name="connsiteX8" fmla="*/ 12700 w 419100"/>
                <a:gd name="connsiteY8" fmla="*/ 157965 h 202415"/>
                <a:gd name="connsiteX9" fmla="*/ 22225 w 419100"/>
                <a:gd name="connsiteY9" fmla="*/ 164315 h 202415"/>
                <a:gd name="connsiteX10" fmla="*/ 31750 w 419100"/>
                <a:gd name="connsiteY10" fmla="*/ 173840 h 202415"/>
                <a:gd name="connsiteX11" fmla="*/ 50800 w 419100"/>
                <a:gd name="connsiteY11" fmla="*/ 180190 h 202415"/>
                <a:gd name="connsiteX12" fmla="*/ 79375 w 419100"/>
                <a:gd name="connsiteY12" fmla="*/ 189715 h 202415"/>
                <a:gd name="connsiteX13" fmla="*/ 88900 w 419100"/>
                <a:gd name="connsiteY13" fmla="*/ 192890 h 202415"/>
                <a:gd name="connsiteX14" fmla="*/ 98425 w 419100"/>
                <a:gd name="connsiteY14" fmla="*/ 196065 h 202415"/>
                <a:gd name="connsiteX15" fmla="*/ 146050 w 419100"/>
                <a:gd name="connsiteY15" fmla="*/ 189715 h 202415"/>
                <a:gd name="connsiteX16" fmla="*/ 155575 w 419100"/>
                <a:gd name="connsiteY16" fmla="*/ 186540 h 202415"/>
                <a:gd name="connsiteX17" fmla="*/ 168275 w 419100"/>
                <a:gd name="connsiteY17" fmla="*/ 183365 h 202415"/>
                <a:gd name="connsiteX18" fmla="*/ 200025 w 419100"/>
                <a:gd name="connsiteY18" fmla="*/ 173840 h 202415"/>
                <a:gd name="connsiteX19" fmla="*/ 234950 w 419100"/>
                <a:gd name="connsiteY19" fmla="*/ 170665 h 202415"/>
                <a:gd name="connsiteX20" fmla="*/ 273050 w 419100"/>
                <a:gd name="connsiteY20" fmla="*/ 180190 h 202415"/>
                <a:gd name="connsiteX21" fmla="*/ 282575 w 419100"/>
                <a:gd name="connsiteY21" fmla="*/ 186540 h 202415"/>
                <a:gd name="connsiteX22" fmla="*/ 292100 w 419100"/>
                <a:gd name="connsiteY22" fmla="*/ 189715 h 202415"/>
                <a:gd name="connsiteX23" fmla="*/ 301625 w 419100"/>
                <a:gd name="connsiteY23" fmla="*/ 196065 h 202415"/>
                <a:gd name="connsiteX24" fmla="*/ 320675 w 419100"/>
                <a:gd name="connsiteY24" fmla="*/ 202415 h 202415"/>
                <a:gd name="connsiteX25" fmla="*/ 374650 w 419100"/>
                <a:gd name="connsiteY25" fmla="*/ 199240 h 202415"/>
                <a:gd name="connsiteX26" fmla="*/ 384175 w 419100"/>
                <a:gd name="connsiteY26" fmla="*/ 196065 h 202415"/>
                <a:gd name="connsiteX27" fmla="*/ 403225 w 419100"/>
                <a:gd name="connsiteY27" fmla="*/ 183365 h 202415"/>
                <a:gd name="connsiteX28" fmla="*/ 415925 w 419100"/>
                <a:gd name="connsiteY28" fmla="*/ 154790 h 202415"/>
                <a:gd name="connsiteX29" fmla="*/ 419100 w 419100"/>
                <a:gd name="connsiteY29" fmla="*/ 145265 h 202415"/>
                <a:gd name="connsiteX30" fmla="*/ 415925 w 419100"/>
                <a:gd name="connsiteY30" fmla="*/ 113515 h 202415"/>
                <a:gd name="connsiteX31" fmla="*/ 409575 w 419100"/>
                <a:gd name="connsiteY31" fmla="*/ 94465 h 202415"/>
                <a:gd name="connsiteX32" fmla="*/ 406400 w 419100"/>
                <a:gd name="connsiteY32" fmla="*/ 84940 h 202415"/>
                <a:gd name="connsiteX33" fmla="*/ 390525 w 419100"/>
                <a:gd name="connsiteY33" fmla="*/ 65890 h 202415"/>
                <a:gd name="connsiteX34" fmla="*/ 381000 w 419100"/>
                <a:gd name="connsiteY34" fmla="*/ 59540 h 202415"/>
                <a:gd name="connsiteX35" fmla="*/ 365125 w 419100"/>
                <a:gd name="connsiteY35" fmla="*/ 43665 h 202415"/>
                <a:gd name="connsiteX36" fmla="*/ 355600 w 419100"/>
                <a:gd name="connsiteY36" fmla="*/ 34140 h 202415"/>
                <a:gd name="connsiteX37" fmla="*/ 336550 w 419100"/>
                <a:gd name="connsiteY37" fmla="*/ 21440 h 202415"/>
                <a:gd name="connsiteX38" fmla="*/ 336550 w 419100"/>
                <a:gd name="connsiteY38" fmla="*/ 803 h 202415"/>
                <a:gd name="connsiteX39" fmla="*/ 304800 w 419100"/>
                <a:gd name="connsiteY39" fmla="*/ 8740 h 202415"/>
                <a:gd name="connsiteX40" fmla="*/ 263525 w 419100"/>
                <a:gd name="connsiteY40" fmla="*/ 18265 h 202415"/>
                <a:gd name="connsiteX41" fmla="*/ 215107 w 419100"/>
                <a:gd name="connsiteY41" fmla="*/ 34140 h 202415"/>
                <a:gd name="connsiteX42" fmla="*/ 191294 w 419100"/>
                <a:gd name="connsiteY42" fmla="*/ 36521 h 202415"/>
                <a:gd name="connsiteX43" fmla="*/ 190500 w 419100"/>
                <a:gd name="connsiteY43" fmla="*/ 37315 h 202415"/>
                <a:gd name="connsiteX0" fmla="*/ 190500 w 419100"/>
                <a:gd name="connsiteY0" fmla="*/ 36663 h 201763"/>
                <a:gd name="connsiteX1" fmla="*/ 190500 w 419100"/>
                <a:gd name="connsiteY1" fmla="*/ 36663 h 201763"/>
                <a:gd name="connsiteX2" fmla="*/ 66675 w 419100"/>
                <a:gd name="connsiteY2" fmla="*/ 36663 h 201763"/>
                <a:gd name="connsiteX3" fmla="*/ 28575 w 419100"/>
                <a:gd name="connsiteY3" fmla="*/ 55713 h 201763"/>
                <a:gd name="connsiteX4" fmla="*/ 19050 w 419100"/>
                <a:gd name="connsiteY4" fmla="*/ 62063 h 201763"/>
                <a:gd name="connsiteX5" fmla="*/ 6350 w 419100"/>
                <a:gd name="connsiteY5" fmla="*/ 81113 h 201763"/>
                <a:gd name="connsiteX6" fmla="*/ 0 w 419100"/>
                <a:gd name="connsiteY6" fmla="*/ 100163 h 201763"/>
                <a:gd name="connsiteX7" fmla="*/ 6350 w 419100"/>
                <a:gd name="connsiteY7" fmla="*/ 147788 h 201763"/>
                <a:gd name="connsiteX8" fmla="*/ 12700 w 419100"/>
                <a:gd name="connsiteY8" fmla="*/ 157313 h 201763"/>
                <a:gd name="connsiteX9" fmla="*/ 22225 w 419100"/>
                <a:gd name="connsiteY9" fmla="*/ 163663 h 201763"/>
                <a:gd name="connsiteX10" fmla="*/ 31750 w 419100"/>
                <a:gd name="connsiteY10" fmla="*/ 173188 h 201763"/>
                <a:gd name="connsiteX11" fmla="*/ 50800 w 419100"/>
                <a:gd name="connsiteY11" fmla="*/ 179538 h 201763"/>
                <a:gd name="connsiteX12" fmla="*/ 79375 w 419100"/>
                <a:gd name="connsiteY12" fmla="*/ 189063 h 201763"/>
                <a:gd name="connsiteX13" fmla="*/ 88900 w 419100"/>
                <a:gd name="connsiteY13" fmla="*/ 192238 h 201763"/>
                <a:gd name="connsiteX14" fmla="*/ 98425 w 419100"/>
                <a:gd name="connsiteY14" fmla="*/ 195413 h 201763"/>
                <a:gd name="connsiteX15" fmla="*/ 146050 w 419100"/>
                <a:gd name="connsiteY15" fmla="*/ 189063 h 201763"/>
                <a:gd name="connsiteX16" fmla="*/ 155575 w 419100"/>
                <a:gd name="connsiteY16" fmla="*/ 185888 h 201763"/>
                <a:gd name="connsiteX17" fmla="*/ 168275 w 419100"/>
                <a:gd name="connsiteY17" fmla="*/ 182713 h 201763"/>
                <a:gd name="connsiteX18" fmla="*/ 200025 w 419100"/>
                <a:gd name="connsiteY18" fmla="*/ 173188 h 201763"/>
                <a:gd name="connsiteX19" fmla="*/ 234950 w 419100"/>
                <a:gd name="connsiteY19" fmla="*/ 170013 h 201763"/>
                <a:gd name="connsiteX20" fmla="*/ 273050 w 419100"/>
                <a:gd name="connsiteY20" fmla="*/ 179538 h 201763"/>
                <a:gd name="connsiteX21" fmla="*/ 282575 w 419100"/>
                <a:gd name="connsiteY21" fmla="*/ 185888 h 201763"/>
                <a:gd name="connsiteX22" fmla="*/ 292100 w 419100"/>
                <a:gd name="connsiteY22" fmla="*/ 189063 h 201763"/>
                <a:gd name="connsiteX23" fmla="*/ 301625 w 419100"/>
                <a:gd name="connsiteY23" fmla="*/ 195413 h 201763"/>
                <a:gd name="connsiteX24" fmla="*/ 320675 w 419100"/>
                <a:gd name="connsiteY24" fmla="*/ 201763 h 201763"/>
                <a:gd name="connsiteX25" fmla="*/ 374650 w 419100"/>
                <a:gd name="connsiteY25" fmla="*/ 198588 h 201763"/>
                <a:gd name="connsiteX26" fmla="*/ 384175 w 419100"/>
                <a:gd name="connsiteY26" fmla="*/ 195413 h 201763"/>
                <a:gd name="connsiteX27" fmla="*/ 403225 w 419100"/>
                <a:gd name="connsiteY27" fmla="*/ 182713 h 201763"/>
                <a:gd name="connsiteX28" fmla="*/ 415925 w 419100"/>
                <a:gd name="connsiteY28" fmla="*/ 154138 h 201763"/>
                <a:gd name="connsiteX29" fmla="*/ 419100 w 419100"/>
                <a:gd name="connsiteY29" fmla="*/ 144613 h 201763"/>
                <a:gd name="connsiteX30" fmla="*/ 415925 w 419100"/>
                <a:gd name="connsiteY30" fmla="*/ 112863 h 201763"/>
                <a:gd name="connsiteX31" fmla="*/ 409575 w 419100"/>
                <a:gd name="connsiteY31" fmla="*/ 93813 h 201763"/>
                <a:gd name="connsiteX32" fmla="*/ 406400 w 419100"/>
                <a:gd name="connsiteY32" fmla="*/ 84288 h 201763"/>
                <a:gd name="connsiteX33" fmla="*/ 390525 w 419100"/>
                <a:gd name="connsiteY33" fmla="*/ 65238 h 201763"/>
                <a:gd name="connsiteX34" fmla="*/ 381000 w 419100"/>
                <a:gd name="connsiteY34" fmla="*/ 58888 h 201763"/>
                <a:gd name="connsiteX35" fmla="*/ 365125 w 419100"/>
                <a:gd name="connsiteY35" fmla="*/ 43013 h 201763"/>
                <a:gd name="connsiteX36" fmla="*/ 355600 w 419100"/>
                <a:gd name="connsiteY36" fmla="*/ 33488 h 201763"/>
                <a:gd name="connsiteX37" fmla="*/ 353219 w 419100"/>
                <a:gd name="connsiteY37" fmla="*/ 18407 h 201763"/>
                <a:gd name="connsiteX38" fmla="*/ 336550 w 419100"/>
                <a:gd name="connsiteY38" fmla="*/ 151 h 201763"/>
                <a:gd name="connsiteX39" fmla="*/ 304800 w 419100"/>
                <a:gd name="connsiteY39" fmla="*/ 8088 h 201763"/>
                <a:gd name="connsiteX40" fmla="*/ 263525 w 419100"/>
                <a:gd name="connsiteY40" fmla="*/ 17613 h 201763"/>
                <a:gd name="connsiteX41" fmla="*/ 215107 w 419100"/>
                <a:gd name="connsiteY41" fmla="*/ 33488 h 201763"/>
                <a:gd name="connsiteX42" fmla="*/ 191294 w 419100"/>
                <a:gd name="connsiteY42" fmla="*/ 35869 h 201763"/>
                <a:gd name="connsiteX43" fmla="*/ 190500 w 419100"/>
                <a:gd name="connsiteY43" fmla="*/ 36663 h 201763"/>
                <a:gd name="connsiteX0" fmla="*/ 190500 w 419100"/>
                <a:gd name="connsiteY0" fmla="*/ 36663 h 201763"/>
                <a:gd name="connsiteX1" fmla="*/ 190500 w 419100"/>
                <a:gd name="connsiteY1" fmla="*/ 36663 h 201763"/>
                <a:gd name="connsiteX2" fmla="*/ 66675 w 419100"/>
                <a:gd name="connsiteY2" fmla="*/ 36663 h 201763"/>
                <a:gd name="connsiteX3" fmla="*/ 28575 w 419100"/>
                <a:gd name="connsiteY3" fmla="*/ 55713 h 201763"/>
                <a:gd name="connsiteX4" fmla="*/ 19050 w 419100"/>
                <a:gd name="connsiteY4" fmla="*/ 62063 h 201763"/>
                <a:gd name="connsiteX5" fmla="*/ 6350 w 419100"/>
                <a:gd name="connsiteY5" fmla="*/ 81113 h 201763"/>
                <a:gd name="connsiteX6" fmla="*/ 0 w 419100"/>
                <a:gd name="connsiteY6" fmla="*/ 100163 h 201763"/>
                <a:gd name="connsiteX7" fmla="*/ 6350 w 419100"/>
                <a:gd name="connsiteY7" fmla="*/ 147788 h 201763"/>
                <a:gd name="connsiteX8" fmla="*/ 12700 w 419100"/>
                <a:gd name="connsiteY8" fmla="*/ 157313 h 201763"/>
                <a:gd name="connsiteX9" fmla="*/ 22225 w 419100"/>
                <a:gd name="connsiteY9" fmla="*/ 163663 h 201763"/>
                <a:gd name="connsiteX10" fmla="*/ 31750 w 419100"/>
                <a:gd name="connsiteY10" fmla="*/ 173188 h 201763"/>
                <a:gd name="connsiteX11" fmla="*/ 50800 w 419100"/>
                <a:gd name="connsiteY11" fmla="*/ 179538 h 201763"/>
                <a:gd name="connsiteX12" fmla="*/ 79375 w 419100"/>
                <a:gd name="connsiteY12" fmla="*/ 189063 h 201763"/>
                <a:gd name="connsiteX13" fmla="*/ 88900 w 419100"/>
                <a:gd name="connsiteY13" fmla="*/ 192238 h 201763"/>
                <a:gd name="connsiteX14" fmla="*/ 98425 w 419100"/>
                <a:gd name="connsiteY14" fmla="*/ 195413 h 201763"/>
                <a:gd name="connsiteX15" fmla="*/ 146050 w 419100"/>
                <a:gd name="connsiteY15" fmla="*/ 189063 h 201763"/>
                <a:gd name="connsiteX16" fmla="*/ 155575 w 419100"/>
                <a:gd name="connsiteY16" fmla="*/ 185888 h 201763"/>
                <a:gd name="connsiteX17" fmla="*/ 168275 w 419100"/>
                <a:gd name="connsiteY17" fmla="*/ 182713 h 201763"/>
                <a:gd name="connsiteX18" fmla="*/ 200025 w 419100"/>
                <a:gd name="connsiteY18" fmla="*/ 173188 h 201763"/>
                <a:gd name="connsiteX19" fmla="*/ 234950 w 419100"/>
                <a:gd name="connsiteY19" fmla="*/ 170013 h 201763"/>
                <a:gd name="connsiteX20" fmla="*/ 273050 w 419100"/>
                <a:gd name="connsiteY20" fmla="*/ 179538 h 201763"/>
                <a:gd name="connsiteX21" fmla="*/ 282575 w 419100"/>
                <a:gd name="connsiteY21" fmla="*/ 185888 h 201763"/>
                <a:gd name="connsiteX22" fmla="*/ 292100 w 419100"/>
                <a:gd name="connsiteY22" fmla="*/ 189063 h 201763"/>
                <a:gd name="connsiteX23" fmla="*/ 301625 w 419100"/>
                <a:gd name="connsiteY23" fmla="*/ 195413 h 201763"/>
                <a:gd name="connsiteX24" fmla="*/ 320675 w 419100"/>
                <a:gd name="connsiteY24" fmla="*/ 201763 h 201763"/>
                <a:gd name="connsiteX25" fmla="*/ 374650 w 419100"/>
                <a:gd name="connsiteY25" fmla="*/ 198588 h 201763"/>
                <a:gd name="connsiteX26" fmla="*/ 384175 w 419100"/>
                <a:gd name="connsiteY26" fmla="*/ 195413 h 201763"/>
                <a:gd name="connsiteX27" fmla="*/ 403225 w 419100"/>
                <a:gd name="connsiteY27" fmla="*/ 182713 h 201763"/>
                <a:gd name="connsiteX28" fmla="*/ 415925 w 419100"/>
                <a:gd name="connsiteY28" fmla="*/ 154138 h 201763"/>
                <a:gd name="connsiteX29" fmla="*/ 419100 w 419100"/>
                <a:gd name="connsiteY29" fmla="*/ 144613 h 201763"/>
                <a:gd name="connsiteX30" fmla="*/ 415925 w 419100"/>
                <a:gd name="connsiteY30" fmla="*/ 112863 h 201763"/>
                <a:gd name="connsiteX31" fmla="*/ 409575 w 419100"/>
                <a:gd name="connsiteY31" fmla="*/ 93813 h 201763"/>
                <a:gd name="connsiteX32" fmla="*/ 406400 w 419100"/>
                <a:gd name="connsiteY32" fmla="*/ 84288 h 201763"/>
                <a:gd name="connsiteX33" fmla="*/ 390525 w 419100"/>
                <a:gd name="connsiteY33" fmla="*/ 65238 h 201763"/>
                <a:gd name="connsiteX34" fmla="*/ 381000 w 419100"/>
                <a:gd name="connsiteY34" fmla="*/ 58888 h 201763"/>
                <a:gd name="connsiteX35" fmla="*/ 365125 w 419100"/>
                <a:gd name="connsiteY35" fmla="*/ 43013 h 201763"/>
                <a:gd name="connsiteX36" fmla="*/ 369888 w 419100"/>
                <a:gd name="connsiteY36" fmla="*/ 31107 h 201763"/>
                <a:gd name="connsiteX37" fmla="*/ 353219 w 419100"/>
                <a:gd name="connsiteY37" fmla="*/ 18407 h 201763"/>
                <a:gd name="connsiteX38" fmla="*/ 336550 w 419100"/>
                <a:gd name="connsiteY38" fmla="*/ 151 h 201763"/>
                <a:gd name="connsiteX39" fmla="*/ 304800 w 419100"/>
                <a:gd name="connsiteY39" fmla="*/ 8088 h 201763"/>
                <a:gd name="connsiteX40" fmla="*/ 263525 w 419100"/>
                <a:gd name="connsiteY40" fmla="*/ 17613 h 201763"/>
                <a:gd name="connsiteX41" fmla="*/ 215107 w 419100"/>
                <a:gd name="connsiteY41" fmla="*/ 33488 h 201763"/>
                <a:gd name="connsiteX42" fmla="*/ 191294 w 419100"/>
                <a:gd name="connsiteY42" fmla="*/ 35869 h 201763"/>
                <a:gd name="connsiteX43" fmla="*/ 190500 w 419100"/>
                <a:gd name="connsiteY43" fmla="*/ 36663 h 201763"/>
                <a:gd name="connsiteX0" fmla="*/ 190500 w 419100"/>
                <a:gd name="connsiteY0" fmla="*/ 34312 h 199412"/>
                <a:gd name="connsiteX1" fmla="*/ 190500 w 419100"/>
                <a:gd name="connsiteY1" fmla="*/ 34312 h 199412"/>
                <a:gd name="connsiteX2" fmla="*/ 66675 w 419100"/>
                <a:gd name="connsiteY2" fmla="*/ 34312 h 199412"/>
                <a:gd name="connsiteX3" fmla="*/ 28575 w 419100"/>
                <a:gd name="connsiteY3" fmla="*/ 53362 h 199412"/>
                <a:gd name="connsiteX4" fmla="*/ 19050 w 419100"/>
                <a:gd name="connsiteY4" fmla="*/ 59712 h 199412"/>
                <a:gd name="connsiteX5" fmla="*/ 6350 w 419100"/>
                <a:gd name="connsiteY5" fmla="*/ 78762 h 199412"/>
                <a:gd name="connsiteX6" fmla="*/ 0 w 419100"/>
                <a:gd name="connsiteY6" fmla="*/ 97812 h 199412"/>
                <a:gd name="connsiteX7" fmla="*/ 6350 w 419100"/>
                <a:gd name="connsiteY7" fmla="*/ 145437 h 199412"/>
                <a:gd name="connsiteX8" fmla="*/ 12700 w 419100"/>
                <a:gd name="connsiteY8" fmla="*/ 154962 h 199412"/>
                <a:gd name="connsiteX9" fmla="*/ 22225 w 419100"/>
                <a:gd name="connsiteY9" fmla="*/ 161312 h 199412"/>
                <a:gd name="connsiteX10" fmla="*/ 31750 w 419100"/>
                <a:gd name="connsiteY10" fmla="*/ 170837 h 199412"/>
                <a:gd name="connsiteX11" fmla="*/ 50800 w 419100"/>
                <a:gd name="connsiteY11" fmla="*/ 177187 h 199412"/>
                <a:gd name="connsiteX12" fmla="*/ 79375 w 419100"/>
                <a:gd name="connsiteY12" fmla="*/ 186712 h 199412"/>
                <a:gd name="connsiteX13" fmla="*/ 88900 w 419100"/>
                <a:gd name="connsiteY13" fmla="*/ 189887 h 199412"/>
                <a:gd name="connsiteX14" fmla="*/ 98425 w 419100"/>
                <a:gd name="connsiteY14" fmla="*/ 193062 h 199412"/>
                <a:gd name="connsiteX15" fmla="*/ 146050 w 419100"/>
                <a:gd name="connsiteY15" fmla="*/ 186712 h 199412"/>
                <a:gd name="connsiteX16" fmla="*/ 155575 w 419100"/>
                <a:gd name="connsiteY16" fmla="*/ 183537 h 199412"/>
                <a:gd name="connsiteX17" fmla="*/ 168275 w 419100"/>
                <a:gd name="connsiteY17" fmla="*/ 180362 h 199412"/>
                <a:gd name="connsiteX18" fmla="*/ 200025 w 419100"/>
                <a:gd name="connsiteY18" fmla="*/ 170837 h 199412"/>
                <a:gd name="connsiteX19" fmla="*/ 234950 w 419100"/>
                <a:gd name="connsiteY19" fmla="*/ 167662 h 199412"/>
                <a:gd name="connsiteX20" fmla="*/ 273050 w 419100"/>
                <a:gd name="connsiteY20" fmla="*/ 177187 h 199412"/>
                <a:gd name="connsiteX21" fmla="*/ 282575 w 419100"/>
                <a:gd name="connsiteY21" fmla="*/ 183537 h 199412"/>
                <a:gd name="connsiteX22" fmla="*/ 292100 w 419100"/>
                <a:gd name="connsiteY22" fmla="*/ 186712 h 199412"/>
                <a:gd name="connsiteX23" fmla="*/ 301625 w 419100"/>
                <a:gd name="connsiteY23" fmla="*/ 193062 h 199412"/>
                <a:gd name="connsiteX24" fmla="*/ 320675 w 419100"/>
                <a:gd name="connsiteY24" fmla="*/ 199412 h 199412"/>
                <a:gd name="connsiteX25" fmla="*/ 374650 w 419100"/>
                <a:gd name="connsiteY25" fmla="*/ 196237 h 199412"/>
                <a:gd name="connsiteX26" fmla="*/ 384175 w 419100"/>
                <a:gd name="connsiteY26" fmla="*/ 193062 h 199412"/>
                <a:gd name="connsiteX27" fmla="*/ 403225 w 419100"/>
                <a:gd name="connsiteY27" fmla="*/ 180362 h 199412"/>
                <a:gd name="connsiteX28" fmla="*/ 415925 w 419100"/>
                <a:gd name="connsiteY28" fmla="*/ 151787 h 199412"/>
                <a:gd name="connsiteX29" fmla="*/ 419100 w 419100"/>
                <a:gd name="connsiteY29" fmla="*/ 142262 h 199412"/>
                <a:gd name="connsiteX30" fmla="*/ 415925 w 419100"/>
                <a:gd name="connsiteY30" fmla="*/ 110512 h 199412"/>
                <a:gd name="connsiteX31" fmla="*/ 409575 w 419100"/>
                <a:gd name="connsiteY31" fmla="*/ 91462 h 199412"/>
                <a:gd name="connsiteX32" fmla="*/ 406400 w 419100"/>
                <a:gd name="connsiteY32" fmla="*/ 81937 h 199412"/>
                <a:gd name="connsiteX33" fmla="*/ 390525 w 419100"/>
                <a:gd name="connsiteY33" fmla="*/ 62887 h 199412"/>
                <a:gd name="connsiteX34" fmla="*/ 381000 w 419100"/>
                <a:gd name="connsiteY34" fmla="*/ 56537 h 199412"/>
                <a:gd name="connsiteX35" fmla="*/ 365125 w 419100"/>
                <a:gd name="connsiteY35" fmla="*/ 40662 h 199412"/>
                <a:gd name="connsiteX36" fmla="*/ 369888 w 419100"/>
                <a:gd name="connsiteY36" fmla="*/ 28756 h 199412"/>
                <a:gd name="connsiteX37" fmla="*/ 353219 w 419100"/>
                <a:gd name="connsiteY37" fmla="*/ 16056 h 199412"/>
                <a:gd name="connsiteX38" fmla="*/ 319881 w 419100"/>
                <a:gd name="connsiteY38" fmla="*/ 181 h 199412"/>
                <a:gd name="connsiteX39" fmla="*/ 304800 w 419100"/>
                <a:gd name="connsiteY39" fmla="*/ 5737 h 199412"/>
                <a:gd name="connsiteX40" fmla="*/ 263525 w 419100"/>
                <a:gd name="connsiteY40" fmla="*/ 15262 h 199412"/>
                <a:gd name="connsiteX41" fmla="*/ 215107 w 419100"/>
                <a:gd name="connsiteY41" fmla="*/ 31137 h 199412"/>
                <a:gd name="connsiteX42" fmla="*/ 191294 w 419100"/>
                <a:gd name="connsiteY42" fmla="*/ 33518 h 199412"/>
                <a:gd name="connsiteX43" fmla="*/ 190500 w 419100"/>
                <a:gd name="connsiteY43" fmla="*/ 34312 h 199412"/>
                <a:gd name="connsiteX0" fmla="*/ 190500 w 419100"/>
                <a:gd name="connsiteY0" fmla="*/ 79412 h 244512"/>
                <a:gd name="connsiteX1" fmla="*/ 190500 w 419100"/>
                <a:gd name="connsiteY1" fmla="*/ 79412 h 244512"/>
                <a:gd name="connsiteX2" fmla="*/ 66675 w 419100"/>
                <a:gd name="connsiteY2" fmla="*/ 79412 h 244512"/>
                <a:gd name="connsiteX3" fmla="*/ 28575 w 419100"/>
                <a:gd name="connsiteY3" fmla="*/ 98462 h 244512"/>
                <a:gd name="connsiteX4" fmla="*/ 19050 w 419100"/>
                <a:gd name="connsiteY4" fmla="*/ 104812 h 244512"/>
                <a:gd name="connsiteX5" fmla="*/ 6350 w 419100"/>
                <a:gd name="connsiteY5" fmla="*/ 123862 h 244512"/>
                <a:gd name="connsiteX6" fmla="*/ 0 w 419100"/>
                <a:gd name="connsiteY6" fmla="*/ 142912 h 244512"/>
                <a:gd name="connsiteX7" fmla="*/ 6350 w 419100"/>
                <a:gd name="connsiteY7" fmla="*/ 190537 h 244512"/>
                <a:gd name="connsiteX8" fmla="*/ 12700 w 419100"/>
                <a:gd name="connsiteY8" fmla="*/ 200062 h 244512"/>
                <a:gd name="connsiteX9" fmla="*/ 22225 w 419100"/>
                <a:gd name="connsiteY9" fmla="*/ 206412 h 244512"/>
                <a:gd name="connsiteX10" fmla="*/ 31750 w 419100"/>
                <a:gd name="connsiteY10" fmla="*/ 215937 h 244512"/>
                <a:gd name="connsiteX11" fmla="*/ 50800 w 419100"/>
                <a:gd name="connsiteY11" fmla="*/ 222287 h 244512"/>
                <a:gd name="connsiteX12" fmla="*/ 79375 w 419100"/>
                <a:gd name="connsiteY12" fmla="*/ 231812 h 244512"/>
                <a:gd name="connsiteX13" fmla="*/ 88900 w 419100"/>
                <a:gd name="connsiteY13" fmla="*/ 234987 h 244512"/>
                <a:gd name="connsiteX14" fmla="*/ 98425 w 419100"/>
                <a:gd name="connsiteY14" fmla="*/ 238162 h 244512"/>
                <a:gd name="connsiteX15" fmla="*/ 146050 w 419100"/>
                <a:gd name="connsiteY15" fmla="*/ 231812 h 244512"/>
                <a:gd name="connsiteX16" fmla="*/ 155575 w 419100"/>
                <a:gd name="connsiteY16" fmla="*/ 228637 h 244512"/>
                <a:gd name="connsiteX17" fmla="*/ 168275 w 419100"/>
                <a:gd name="connsiteY17" fmla="*/ 225462 h 244512"/>
                <a:gd name="connsiteX18" fmla="*/ 200025 w 419100"/>
                <a:gd name="connsiteY18" fmla="*/ 215937 h 244512"/>
                <a:gd name="connsiteX19" fmla="*/ 234950 w 419100"/>
                <a:gd name="connsiteY19" fmla="*/ 212762 h 244512"/>
                <a:gd name="connsiteX20" fmla="*/ 273050 w 419100"/>
                <a:gd name="connsiteY20" fmla="*/ 222287 h 244512"/>
                <a:gd name="connsiteX21" fmla="*/ 282575 w 419100"/>
                <a:gd name="connsiteY21" fmla="*/ 228637 h 244512"/>
                <a:gd name="connsiteX22" fmla="*/ 292100 w 419100"/>
                <a:gd name="connsiteY22" fmla="*/ 231812 h 244512"/>
                <a:gd name="connsiteX23" fmla="*/ 301625 w 419100"/>
                <a:gd name="connsiteY23" fmla="*/ 238162 h 244512"/>
                <a:gd name="connsiteX24" fmla="*/ 320675 w 419100"/>
                <a:gd name="connsiteY24" fmla="*/ 244512 h 244512"/>
                <a:gd name="connsiteX25" fmla="*/ 374650 w 419100"/>
                <a:gd name="connsiteY25" fmla="*/ 241337 h 244512"/>
                <a:gd name="connsiteX26" fmla="*/ 384175 w 419100"/>
                <a:gd name="connsiteY26" fmla="*/ 238162 h 244512"/>
                <a:gd name="connsiteX27" fmla="*/ 403225 w 419100"/>
                <a:gd name="connsiteY27" fmla="*/ 225462 h 244512"/>
                <a:gd name="connsiteX28" fmla="*/ 415925 w 419100"/>
                <a:gd name="connsiteY28" fmla="*/ 196887 h 244512"/>
                <a:gd name="connsiteX29" fmla="*/ 419100 w 419100"/>
                <a:gd name="connsiteY29" fmla="*/ 187362 h 244512"/>
                <a:gd name="connsiteX30" fmla="*/ 415925 w 419100"/>
                <a:gd name="connsiteY30" fmla="*/ 155612 h 244512"/>
                <a:gd name="connsiteX31" fmla="*/ 409575 w 419100"/>
                <a:gd name="connsiteY31" fmla="*/ 136562 h 244512"/>
                <a:gd name="connsiteX32" fmla="*/ 406400 w 419100"/>
                <a:gd name="connsiteY32" fmla="*/ 127037 h 244512"/>
                <a:gd name="connsiteX33" fmla="*/ 390525 w 419100"/>
                <a:gd name="connsiteY33" fmla="*/ 107987 h 244512"/>
                <a:gd name="connsiteX34" fmla="*/ 381000 w 419100"/>
                <a:gd name="connsiteY34" fmla="*/ 101637 h 244512"/>
                <a:gd name="connsiteX35" fmla="*/ 365125 w 419100"/>
                <a:gd name="connsiteY35" fmla="*/ 85762 h 244512"/>
                <a:gd name="connsiteX36" fmla="*/ 369888 w 419100"/>
                <a:gd name="connsiteY36" fmla="*/ 73856 h 244512"/>
                <a:gd name="connsiteX37" fmla="*/ 353219 w 419100"/>
                <a:gd name="connsiteY37" fmla="*/ 61156 h 244512"/>
                <a:gd name="connsiteX38" fmla="*/ 324644 w 419100"/>
                <a:gd name="connsiteY38" fmla="*/ 38 h 244512"/>
                <a:gd name="connsiteX39" fmla="*/ 304800 w 419100"/>
                <a:gd name="connsiteY39" fmla="*/ 50837 h 244512"/>
                <a:gd name="connsiteX40" fmla="*/ 263525 w 419100"/>
                <a:gd name="connsiteY40" fmla="*/ 60362 h 244512"/>
                <a:gd name="connsiteX41" fmla="*/ 215107 w 419100"/>
                <a:gd name="connsiteY41" fmla="*/ 76237 h 244512"/>
                <a:gd name="connsiteX42" fmla="*/ 191294 w 419100"/>
                <a:gd name="connsiteY42" fmla="*/ 78618 h 244512"/>
                <a:gd name="connsiteX43" fmla="*/ 190500 w 419100"/>
                <a:gd name="connsiteY43" fmla="*/ 79412 h 244512"/>
                <a:gd name="connsiteX0" fmla="*/ 190500 w 419100"/>
                <a:gd name="connsiteY0" fmla="*/ 79707 h 244807"/>
                <a:gd name="connsiteX1" fmla="*/ 190500 w 419100"/>
                <a:gd name="connsiteY1" fmla="*/ 79707 h 244807"/>
                <a:gd name="connsiteX2" fmla="*/ 66675 w 419100"/>
                <a:gd name="connsiteY2" fmla="*/ 79707 h 244807"/>
                <a:gd name="connsiteX3" fmla="*/ 28575 w 419100"/>
                <a:gd name="connsiteY3" fmla="*/ 98757 h 244807"/>
                <a:gd name="connsiteX4" fmla="*/ 19050 w 419100"/>
                <a:gd name="connsiteY4" fmla="*/ 105107 h 244807"/>
                <a:gd name="connsiteX5" fmla="*/ 6350 w 419100"/>
                <a:gd name="connsiteY5" fmla="*/ 124157 h 244807"/>
                <a:gd name="connsiteX6" fmla="*/ 0 w 419100"/>
                <a:gd name="connsiteY6" fmla="*/ 143207 h 244807"/>
                <a:gd name="connsiteX7" fmla="*/ 6350 w 419100"/>
                <a:gd name="connsiteY7" fmla="*/ 190832 h 244807"/>
                <a:gd name="connsiteX8" fmla="*/ 12700 w 419100"/>
                <a:gd name="connsiteY8" fmla="*/ 200357 h 244807"/>
                <a:gd name="connsiteX9" fmla="*/ 22225 w 419100"/>
                <a:gd name="connsiteY9" fmla="*/ 206707 h 244807"/>
                <a:gd name="connsiteX10" fmla="*/ 31750 w 419100"/>
                <a:gd name="connsiteY10" fmla="*/ 216232 h 244807"/>
                <a:gd name="connsiteX11" fmla="*/ 50800 w 419100"/>
                <a:gd name="connsiteY11" fmla="*/ 222582 h 244807"/>
                <a:gd name="connsiteX12" fmla="*/ 79375 w 419100"/>
                <a:gd name="connsiteY12" fmla="*/ 232107 h 244807"/>
                <a:gd name="connsiteX13" fmla="*/ 88900 w 419100"/>
                <a:gd name="connsiteY13" fmla="*/ 235282 h 244807"/>
                <a:gd name="connsiteX14" fmla="*/ 98425 w 419100"/>
                <a:gd name="connsiteY14" fmla="*/ 238457 h 244807"/>
                <a:gd name="connsiteX15" fmla="*/ 146050 w 419100"/>
                <a:gd name="connsiteY15" fmla="*/ 232107 h 244807"/>
                <a:gd name="connsiteX16" fmla="*/ 155575 w 419100"/>
                <a:gd name="connsiteY16" fmla="*/ 228932 h 244807"/>
                <a:gd name="connsiteX17" fmla="*/ 168275 w 419100"/>
                <a:gd name="connsiteY17" fmla="*/ 225757 h 244807"/>
                <a:gd name="connsiteX18" fmla="*/ 200025 w 419100"/>
                <a:gd name="connsiteY18" fmla="*/ 216232 h 244807"/>
                <a:gd name="connsiteX19" fmla="*/ 234950 w 419100"/>
                <a:gd name="connsiteY19" fmla="*/ 213057 h 244807"/>
                <a:gd name="connsiteX20" fmla="*/ 273050 w 419100"/>
                <a:gd name="connsiteY20" fmla="*/ 222582 h 244807"/>
                <a:gd name="connsiteX21" fmla="*/ 282575 w 419100"/>
                <a:gd name="connsiteY21" fmla="*/ 228932 h 244807"/>
                <a:gd name="connsiteX22" fmla="*/ 292100 w 419100"/>
                <a:gd name="connsiteY22" fmla="*/ 232107 h 244807"/>
                <a:gd name="connsiteX23" fmla="*/ 301625 w 419100"/>
                <a:gd name="connsiteY23" fmla="*/ 238457 h 244807"/>
                <a:gd name="connsiteX24" fmla="*/ 320675 w 419100"/>
                <a:gd name="connsiteY24" fmla="*/ 244807 h 244807"/>
                <a:gd name="connsiteX25" fmla="*/ 374650 w 419100"/>
                <a:gd name="connsiteY25" fmla="*/ 241632 h 244807"/>
                <a:gd name="connsiteX26" fmla="*/ 384175 w 419100"/>
                <a:gd name="connsiteY26" fmla="*/ 238457 h 244807"/>
                <a:gd name="connsiteX27" fmla="*/ 403225 w 419100"/>
                <a:gd name="connsiteY27" fmla="*/ 225757 h 244807"/>
                <a:gd name="connsiteX28" fmla="*/ 415925 w 419100"/>
                <a:gd name="connsiteY28" fmla="*/ 197182 h 244807"/>
                <a:gd name="connsiteX29" fmla="*/ 419100 w 419100"/>
                <a:gd name="connsiteY29" fmla="*/ 187657 h 244807"/>
                <a:gd name="connsiteX30" fmla="*/ 415925 w 419100"/>
                <a:gd name="connsiteY30" fmla="*/ 155907 h 244807"/>
                <a:gd name="connsiteX31" fmla="*/ 409575 w 419100"/>
                <a:gd name="connsiteY31" fmla="*/ 136857 h 244807"/>
                <a:gd name="connsiteX32" fmla="*/ 406400 w 419100"/>
                <a:gd name="connsiteY32" fmla="*/ 127332 h 244807"/>
                <a:gd name="connsiteX33" fmla="*/ 390525 w 419100"/>
                <a:gd name="connsiteY33" fmla="*/ 108282 h 244807"/>
                <a:gd name="connsiteX34" fmla="*/ 381000 w 419100"/>
                <a:gd name="connsiteY34" fmla="*/ 101932 h 244807"/>
                <a:gd name="connsiteX35" fmla="*/ 365125 w 419100"/>
                <a:gd name="connsiteY35" fmla="*/ 86057 h 244807"/>
                <a:gd name="connsiteX36" fmla="*/ 369888 w 419100"/>
                <a:gd name="connsiteY36" fmla="*/ 74151 h 244807"/>
                <a:gd name="connsiteX37" fmla="*/ 353219 w 419100"/>
                <a:gd name="connsiteY37" fmla="*/ 61451 h 244807"/>
                <a:gd name="connsiteX38" fmla="*/ 324644 w 419100"/>
                <a:gd name="connsiteY38" fmla="*/ 333 h 244807"/>
                <a:gd name="connsiteX39" fmla="*/ 266700 w 419100"/>
                <a:gd name="connsiteY39" fmla="*/ 34463 h 244807"/>
                <a:gd name="connsiteX40" fmla="*/ 263525 w 419100"/>
                <a:gd name="connsiteY40" fmla="*/ 60657 h 244807"/>
                <a:gd name="connsiteX41" fmla="*/ 215107 w 419100"/>
                <a:gd name="connsiteY41" fmla="*/ 76532 h 244807"/>
                <a:gd name="connsiteX42" fmla="*/ 191294 w 419100"/>
                <a:gd name="connsiteY42" fmla="*/ 78913 h 244807"/>
                <a:gd name="connsiteX43" fmla="*/ 190500 w 419100"/>
                <a:gd name="connsiteY43" fmla="*/ 79707 h 244807"/>
                <a:gd name="connsiteX0" fmla="*/ 190500 w 419100"/>
                <a:gd name="connsiteY0" fmla="*/ 79707 h 244807"/>
                <a:gd name="connsiteX1" fmla="*/ 190500 w 419100"/>
                <a:gd name="connsiteY1" fmla="*/ 79707 h 244807"/>
                <a:gd name="connsiteX2" fmla="*/ 66675 w 419100"/>
                <a:gd name="connsiteY2" fmla="*/ 79707 h 244807"/>
                <a:gd name="connsiteX3" fmla="*/ 28575 w 419100"/>
                <a:gd name="connsiteY3" fmla="*/ 98757 h 244807"/>
                <a:gd name="connsiteX4" fmla="*/ 19050 w 419100"/>
                <a:gd name="connsiteY4" fmla="*/ 105107 h 244807"/>
                <a:gd name="connsiteX5" fmla="*/ 6350 w 419100"/>
                <a:gd name="connsiteY5" fmla="*/ 124157 h 244807"/>
                <a:gd name="connsiteX6" fmla="*/ 0 w 419100"/>
                <a:gd name="connsiteY6" fmla="*/ 143207 h 244807"/>
                <a:gd name="connsiteX7" fmla="*/ 6350 w 419100"/>
                <a:gd name="connsiteY7" fmla="*/ 190832 h 244807"/>
                <a:gd name="connsiteX8" fmla="*/ 12700 w 419100"/>
                <a:gd name="connsiteY8" fmla="*/ 200357 h 244807"/>
                <a:gd name="connsiteX9" fmla="*/ 22225 w 419100"/>
                <a:gd name="connsiteY9" fmla="*/ 206707 h 244807"/>
                <a:gd name="connsiteX10" fmla="*/ 31750 w 419100"/>
                <a:gd name="connsiteY10" fmla="*/ 216232 h 244807"/>
                <a:gd name="connsiteX11" fmla="*/ 50800 w 419100"/>
                <a:gd name="connsiteY11" fmla="*/ 222582 h 244807"/>
                <a:gd name="connsiteX12" fmla="*/ 79375 w 419100"/>
                <a:gd name="connsiteY12" fmla="*/ 232107 h 244807"/>
                <a:gd name="connsiteX13" fmla="*/ 88900 w 419100"/>
                <a:gd name="connsiteY13" fmla="*/ 235282 h 244807"/>
                <a:gd name="connsiteX14" fmla="*/ 98425 w 419100"/>
                <a:gd name="connsiteY14" fmla="*/ 238457 h 244807"/>
                <a:gd name="connsiteX15" fmla="*/ 146050 w 419100"/>
                <a:gd name="connsiteY15" fmla="*/ 232107 h 244807"/>
                <a:gd name="connsiteX16" fmla="*/ 155575 w 419100"/>
                <a:gd name="connsiteY16" fmla="*/ 228932 h 244807"/>
                <a:gd name="connsiteX17" fmla="*/ 168275 w 419100"/>
                <a:gd name="connsiteY17" fmla="*/ 225757 h 244807"/>
                <a:gd name="connsiteX18" fmla="*/ 200025 w 419100"/>
                <a:gd name="connsiteY18" fmla="*/ 216232 h 244807"/>
                <a:gd name="connsiteX19" fmla="*/ 234950 w 419100"/>
                <a:gd name="connsiteY19" fmla="*/ 213057 h 244807"/>
                <a:gd name="connsiteX20" fmla="*/ 273050 w 419100"/>
                <a:gd name="connsiteY20" fmla="*/ 222582 h 244807"/>
                <a:gd name="connsiteX21" fmla="*/ 282575 w 419100"/>
                <a:gd name="connsiteY21" fmla="*/ 228932 h 244807"/>
                <a:gd name="connsiteX22" fmla="*/ 292100 w 419100"/>
                <a:gd name="connsiteY22" fmla="*/ 232107 h 244807"/>
                <a:gd name="connsiteX23" fmla="*/ 301625 w 419100"/>
                <a:gd name="connsiteY23" fmla="*/ 238457 h 244807"/>
                <a:gd name="connsiteX24" fmla="*/ 320675 w 419100"/>
                <a:gd name="connsiteY24" fmla="*/ 244807 h 244807"/>
                <a:gd name="connsiteX25" fmla="*/ 374650 w 419100"/>
                <a:gd name="connsiteY25" fmla="*/ 241632 h 244807"/>
                <a:gd name="connsiteX26" fmla="*/ 384175 w 419100"/>
                <a:gd name="connsiteY26" fmla="*/ 238457 h 244807"/>
                <a:gd name="connsiteX27" fmla="*/ 403225 w 419100"/>
                <a:gd name="connsiteY27" fmla="*/ 225757 h 244807"/>
                <a:gd name="connsiteX28" fmla="*/ 415925 w 419100"/>
                <a:gd name="connsiteY28" fmla="*/ 197182 h 244807"/>
                <a:gd name="connsiteX29" fmla="*/ 419100 w 419100"/>
                <a:gd name="connsiteY29" fmla="*/ 187657 h 244807"/>
                <a:gd name="connsiteX30" fmla="*/ 415925 w 419100"/>
                <a:gd name="connsiteY30" fmla="*/ 155907 h 244807"/>
                <a:gd name="connsiteX31" fmla="*/ 409575 w 419100"/>
                <a:gd name="connsiteY31" fmla="*/ 136857 h 244807"/>
                <a:gd name="connsiteX32" fmla="*/ 406400 w 419100"/>
                <a:gd name="connsiteY32" fmla="*/ 127332 h 244807"/>
                <a:gd name="connsiteX33" fmla="*/ 390525 w 419100"/>
                <a:gd name="connsiteY33" fmla="*/ 108282 h 244807"/>
                <a:gd name="connsiteX34" fmla="*/ 381000 w 419100"/>
                <a:gd name="connsiteY34" fmla="*/ 101932 h 244807"/>
                <a:gd name="connsiteX35" fmla="*/ 365125 w 419100"/>
                <a:gd name="connsiteY35" fmla="*/ 86057 h 244807"/>
                <a:gd name="connsiteX36" fmla="*/ 369888 w 419100"/>
                <a:gd name="connsiteY36" fmla="*/ 74151 h 244807"/>
                <a:gd name="connsiteX37" fmla="*/ 353219 w 419100"/>
                <a:gd name="connsiteY37" fmla="*/ 61451 h 244807"/>
                <a:gd name="connsiteX38" fmla="*/ 324644 w 419100"/>
                <a:gd name="connsiteY38" fmla="*/ 333 h 244807"/>
                <a:gd name="connsiteX39" fmla="*/ 266700 w 419100"/>
                <a:gd name="connsiteY39" fmla="*/ 34463 h 244807"/>
                <a:gd name="connsiteX40" fmla="*/ 215107 w 419100"/>
                <a:gd name="connsiteY40" fmla="*/ 76532 h 244807"/>
                <a:gd name="connsiteX41" fmla="*/ 191294 w 419100"/>
                <a:gd name="connsiteY41" fmla="*/ 78913 h 244807"/>
                <a:gd name="connsiteX42" fmla="*/ 190500 w 419100"/>
                <a:gd name="connsiteY42" fmla="*/ 79707 h 244807"/>
                <a:gd name="connsiteX0" fmla="*/ 190500 w 419100"/>
                <a:gd name="connsiteY0" fmla="*/ 79381 h 244481"/>
                <a:gd name="connsiteX1" fmla="*/ 190500 w 419100"/>
                <a:gd name="connsiteY1" fmla="*/ 79381 h 244481"/>
                <a:gd name="connsiteX2" fmla="*/ 66675 w 419100"/>
                <a:gd name="connsiteY2" fmla="*/ 79381 h 244481"/>
                <a:gd name="connsiteX3" fmla="*/ 28575 w 419100"/>
                <a:gd name="connsiteY3" fmla="*/ 98431 h 244481"/>
                <a:gd name="connsiteX4" fmla="*/ 19050 w 419100"/>
                <a:gd name="connsiteY4" fmla="*/ 104781 h 244481"/>
                <a:gd name="connsiteX5" fmla="*/ 6350 w 419100"/>
                <a:gd name="connsiteY5" fmla="*/ 123831 h 244481"/>
                <a:gd name="connsiteX6" fmla="*/ 0 w 419100"/>
                <a:gd name="connsiteY6" fmla="*/ 142881 h 244481"/>
                <a:gd name="connsiteX7" fmla="*/ 6350 w 419100"/>
                <a:gd name="connsiteY7" fmla="*/ 190506 h 244481"/>
                <a:gd name="connsiteX8" fmla="*/ 12700 w 419100"/>
                <a:gd name="connsiteY8" fmla="*/ 200031 h 244481"/>
                <a:gd name="connsiteX9" fmla="*/ 22225 w 419100"/>
                <a:gd name="connsiteY9" fmla="*/ 206381 h 244481"/>
                <a:gd name="connsiteX10" fmla="*/ 31750 w 419100"/>
                <a:gd name="connsiteY10" fmla="*/ 215906 h 244481"/>
                <a:gd name="connsiteX11" fmla="*/ 50800 w 419100"/>
                <a:gd name="connsiteY11" fmla="*/ 222256 h 244481"/>
                <a:gd name="connsiteX12" fmla="*/ 79375 w 419100"/>
                <a:gd name="connsiteY12" fmla="*/ 231781 h 244481"/>
                <a:gd name="connsiteX13" fmla="*/ 88900 w 419100"/>
                <a:gd name="connsiteY13" fmla="*/ 234956 h 244481"/>
                <a:gd name="connsiteX14" fmla="*/ 98425 w 419100"/>
                <a:gd name="connsiteY14" fmla="*/ 238131 h 244481"/>
                <a:gd name="connsiteX15" fmla="*/ 146050 w 419100"/>
                <a:gd name="connsiteY15" fmla="*/ 231781 h 244481"/>
                <a:gd name="connsiteX16" fmla="*/ 155575 w 419100"/>
                <a:gd name="connsiteY16" fmla="*/ 228606 h 244481"/>
                <a:gd name="connsiteX17" fmla="*/ 168275 w 419100"/>
                <a:gd name="connsiteY17" fmla="*/ 225431 h 244481"/>
                <a:gd name="connsiteX18" fmla="*/ 200025 w 419100"/>
                <a:gd name="connsiteY18" fmla="*/ 215906 h 244481"/>
                <a:gd name="connsiteX19" fmla="*/ 234950 w 419100"/>
                <a:gd name="connsiteY19" fmla="*/ 212731 h 244481"/>
                <a:gd name="connsiteX20" fmla="*/ 273050 w 419100"/>
                <a:gd name="connsiteY20" fmla="*/ 222256 h 244481"/>
                <a:gd name="connsiteX21" fmla="*/ 282575 w 419100"/>
                <a:gd name="connsiteY21" fmla="*/ 228606 h 244481"/>
                <a:gd name="connsiteX22" fmla="*/ 292100 w 419100"/>
                <a:gd name="connsiteY22" fmla="*/ 231781 h 244481"/>
                <a:gd name="connsiteX23" fmla="*/ 301625 w 419100"/>
                <a:gd name="connsiteY23" fmla="*/ 238131 h 244481"/>
                <a:gd name="connsiteX24" fmla="*/ 320675 w 419100"/>
                <a:gd name="connsiteY24" fmla="*/ 244481 h 244481"/>
                <a:gd name="connsiteX25" fmla="*/ 374650 w 419100"/>
                <a:gd name="connsiteY25" fmla="*/ 241306 h 244481"/>
                <a:gd name="connsiteX26" fmla="*/ 384175 w 419100"/>
                <a:gd name="connsiteY26" fmla="*/ 238131 h 244481"/>
                <a:gd name="connsiteX27" fmla="*/ 403225 w 419100"/>
                <a:gd name="connsiteY27" fmla="*/ 225431 h 244481"/>
                <a:gd name="connsiteX28" fmla="*/ 415925 w 419100"/>
                <a:gd name="connsiteY28" fmla="*/ 196856 h 244481"/>
                <a:gd name="connsiteX29" fmla="*/ 419100 w 419100"/>
                <a:gd name="connsiteY29" fmla="*/ 187331 h 244481"/>
                <a:gd name="connsiteX30" fmla="*/ 415925 w 419100"/>
                <a:gd name="connsiteY30" fmla="*/ 155581 h 244481"/>
                <a:gd name="connsiteX31" fmla="*/ 409575 w 419100"/>
                <a:gd name="connsiteY31" fmla="*/ 136531 h 244481"/>
                <a:gd name="connsiteX32" fmla="*/ 406400 w 419100"/>
                <a:gd name="connsiteY32" fmla="*/ 127006 h 244481"/>
                <a:gd name="connsiteX33" fmla="*/ 390525 w 419100"/>
                <a:gd name="connsiteY33" fmla="*/ 107956 h 244481"/>
                <a:gd name="connsiteX34" fmla="*/ 381000 w 419100"/>
                <a:gd name="connsiteY34" fmla="*/ 101606 h 244481"/>
                <a:gd name="connsiteX35" fmla="*/ 365125 w 419100"/>
                <a:gd name="connsiteY35" fmla="*/ 85731 h 244481"/>
                <a:gd name="connsiteX36" fmla="*/ 369888 w 419100"/>
                <a:gd name="connsiteY36" fmla="*/ 73825 h 244481"/>
                <a:gd name="connsiteX37" fmla="*/ 353219 w 419100"/>
                <a:gd name="connsiteY37" fmla="*/ 61125 h 244481"/>
                <a:gd name="connsiteX38" fmla="*/ 324644 w 419100"/>
                <a:gd name="connsiteY38" fmla="*/ 7 h 244481"/>
                <a:gd name="connsiteX39" fmla="*/ 276225 w 419100"/>
                <a:gd name="connsiteY39" fmla="*/ 65094 h 244481"/>
                <a:gd name="connsiteX40" fmla="*/ 215107 w 419100"/>
                <a:gd name="connsiteY40" fmla="*/ 76206 h 244481"/>
                <a:gd name="connsiteX41" fmla="*/ 191294 w 419100"/>
                <a:gd name="connsiteY41" fmla="*/ 78587 h 244481"/>
                <a:gd name="connsiteX42" fmla="*/ 190500 w 419100"/>
                <a:gd name="connsiteY42" fmla="*/ 79381 h 244481"/>
                <a:gd name="connsiteX0" fmla="*/ 190500 w 419100"/>
                <a:gd name="connsiteY0" fmla="*/ 53192 h 218292"/>
                <a:gd name="connsiteX1" fmla="*/ 190500 w 419100"/>
                <a:gd name="connsiteY1" fmla="*/ 53192 h 218292"/>
                <a:gd name="connsiteX2" fmla="*/ 66675 w 419100"/>
                <a:gd name="connsiteY2" fmla="*/ 53192 h 218292"/>
                <a:gd name="connsiteX3" fmla="*/ 28575 w 419100"/>
                <a:gd name="connsiteY3" fmla="*/ 72242 h 218292"/>
                <a:gd name="connsiteX4" fmla="*/ 19050 w 419100"/>
                <a:gd name="connsiteY4" fmla="*/ 78592 h 218292"/>
                <a:gd name="connsiteX5" fmla="*/ 6350 w 419100"/>
                <a:gd name="connsiteY5" fmla="*/ 97642 h 218292"/>
                <a:gd name="connsiteX6" fmla="*/ 0 w 419100"/>
                <a:gd name="connsiteY6" fmla="*/ 116692 h 218292"/>
                <a:gd name="connsiteX7" fmla="*/ 6350 w 419100"/>
                <a:gd name="connsiteY7" fmla="*/ 164317 h 218292"/>
                <a:gd name="connsiteX8" fmla="*/ 12700 w 419100"/>
                <a:gd name="connsiteY8" fmla="*/ 173842 h 218292"/>
                <a:gd name="connsiteX9" fmla="*/ 22225 w 419100"/>
                <a:gd name="connsiteY9" fmla="*/ 180192 h 218292"/>
                <a:gd name="connsiteX10" fmla="*/ 31750 w 419100"/>
                <a:gd name="connsiteY10" fmla="*/ 189717 h 218292"/>
                <a:gd name="connsiteX11" fmla="*/ 50800 w 419100"/>
                <a:gd name="connsiteY11" fmla="*/ 196067 h 218292"/>
                <a:gd name="connsiteX12" fmla="*/ 79375 w 419100"/>
                <a:gd name="connsiteY12" fmla="*/ 205592 h 218292"/>
                <a:gd name="connsiteX13" fmla="*/ 88900 w 419100"/>
                <a:gd name="connsiteY13" fmla="*/ 208767 h 218292"/>
                <a:gd name="connsiteX14" fmla="*/ 98425 w 419100"/>
                <a:gd name="connsiteY14" fmla="*/ 211942 h 218292"/>
                <a:gd name="connsiteX15" fmla="*/ 146050 w 419100"/>
                <a:gd name="connsiteY15" fmla="*/ 205592 h 218292"/>
                <a:gd name="connsiteX16" fmla="*/ 155575 w 419100"/>
                <a:gd name="connsiteY16" fmla="*/ 202417 h 218292"/>
                <a:gd name="connsiteX17" fmla="*/ 168275 w 419100"/>
                <a:gd name="connsiteY17" fmla="*/ 199242 h 218292"/>
                <a:gd name="connsiteX18" fmla="*/ 200025 w 419100"/>
                <a:gd name="connsiteY18" fmla="*/ 189717 h 218292"/>
                <a:gd name="connsiteX19" fmla="*/ 234950 w 419100"/>
                <a:gd name="connsiteY19" fmla="*/ 186542 h 218292"/>
                <a:gd name="connsiteX20" fmla="*/ 273050 w 419100"/>
                <a:gd name="connsiteY20" fmla="*/ 196067 h 218292"/>
                <a:gd name="connsiteX21" fmla="*/ 282575 w 419100"/>
                <a:gd name="connsiteY21" fmla="*/ 202417 h 218292"/>
                <a:gd name="connsiteX22" fmla="*/ 292100 w 419100"/>
                <a:gd name="connsiteY22" fmla="*/ 205592 h 218292"/>
                <a:gd name="connsiteX23" fmla="*/ 301625 w 419100"/>
                <a:gd name="connsiteY23" fmla="*/ 211942 h 218292"/>
                <a:gd name="connsiteX24" fmla="*/ 320675 w 419100"/>
                <a:gd name="connsiteY24" fmla="*/ 218292 h 218292"/>
                <a:gd name="connsiteX25" fmla="*/ 374650 w 419100"/>
                <a:gd name="connsiteY25" fmla="*/ 215117 h 218292"/>
                <a:gd name="connsiteX26" fmla="*/ 384175 w 419100"/>
                <a:gd name="connsiteY26" fmla="*/ 211942 h 218292"/>
                <a:gd name="connsiteX27" fmla="*/ 403225 w 419100"/>
                <a:gd name="connsiteY27" fmla="*/ 199242 h 218292"/>
                <a:gd name="connsiteX28" fmla="*/ 415925 w 419100"/>
                <a:gd name="connsiteY28" fmla="*/ 170667 h 218292"/>
                <a:gd name="connsiteX29" fmla="*/ 419100 w 419100"/>
                <a:gd name="connsiteY29" fmla="*/ 161142 h 218292"/>
                <a:gd name="connsiteX30" fmla="*/ 415925 w 419100"/>
                <a:gd name="connsiteY30" fmla="*/ 129392 h 218292"/>
                <a:gd name="connsiteX31" fmla="*/ 409575 w 419100"/>
                <a:gd name="connsiteY31" fmla="*/ 110342 h 218292"/>
                <a:gd name="connsiteX32" fmla="*/ 406400 w 419100"/>
                <a:gd name="connsiteY32" fmla="*/ 100817 h 218292"/>
                <a:gd name="connsiteX33" fmla="*/ 390525 w 419100"/>
                <a:gd name="connsiteY33" fmla="*/ 81767 h 218292"/>
                <a:gd name="connsiteX34" fmla="*/ 381000 w 419100"/>
                <a:gd name="connsiteY34" fmla="*/ 75417 h 218292"/>
                <a:gd name="connsiteX35" fmla="*/ 365125 w 419100"/>
                <a:gd name="connsiteY35" fmla="*/ 59542 h 218292"/>
                <a:gd name="connsiteX36" fmla="*/ 369888 w 419100"/>
                <a:gd name="connsiteY36" fmla="*/ 47636 h 218292"/>
                <a:gd name="connsiteX37" fmla="*/ 353219 w 419100"/>
                <a:gd name="connsiteY37" fmla="*/ 34936 h 218292"/>
                <a:gd name="connsiteX38" fmla="*/ 343694 w 419100"/>
                <a:gd name="connsiteY38" fmla="*/ 12 h 218292"/>
                <a:gd name="connsiteX39" fmla="*/ 276225 w 419100"/>
                <a:gd name="connsiteY39" fmla="*/ 38905 h 218292"/>
                <a:gd name="connsiteX40" fmla="*/ 215107 w 419100"/>
                <a:gd name="connsiteY40" fmla="*/ 50017 h 218292"/>
                <a:gd name="connsiteX41" fmla="*/ 191294 w 419100"/>
                <a:gd name="connsiteY41" fmla="*/ 52398 h 218292"/>
                <a:gd name="connsiteX42" fmla="*/ 190500 w 419100"/>
                <a:gd name="connsiteY42" fmla="*/ 53192 h 218292"/>
                <a:gd name="connsiteX0" fmla="*/ 190500 w 419100"/>
                <a:gd name="connsiteY0" fmla="*/ 69856 h 234956"/>
                <a:gd name="connsiteX1" fmla="*/ 190500 w 419100"/>
                <a:gd name="connsiteY1" fmla="*/ 69856 h 234956"/>
                <a:gd name="connsiteX2" fmla="*/ 66675 w 419100"/>
                <a:gd name="connsiteY2" fmla="*/ 69856 h 234956"/>
                <a:gd name="connsiteX3" fmla="*/ 28575 w 419100"/>
                <a:gd name="connsiteY3" fmla="*/ 88906 h 234956"/>
                <a:gd name="connsiteX4" fmla="*/ 19050 w 419100"/>
                <a:gd name="connsiteY4" fmla="*/ 95256 h 234956"/>
                <a:gd name="connsiteX5" fmla="*/ 6350 w 419100"/>
                <a:gd name="connsiteY5" fmla="*/ 114306 h 234956"/>
                <a:gd name="connsiteX6" fmla="*/ 0 w 419100"/>
                <a:gd name="connsiteY6" fmla="*/ 133356 h 234956"/>
                <a:gd name="connsiteX7" fmla="*/ 6350 w 419100"/>
                <a:gd name="connsiteY7" fmla="*/ 180981 h 234956"/>
                <a:gd name="connsiteX8" fmla="*/ 12700 w 419100"/>
                <a:gd name="connsiteY8" fmla="*/ 190506 h 234956"/>
                <a:gd name="connsiteX9" fmla="*/ 22225 w 419100"/>
                <a:gd name="connsiteY9" fmla="*/ 196856 h 234956"/>
                <a:gd name="connsiteX10" fmla="*/ 31750 w 419100"/>
                <a:gd name="connsiteY10" fmla="*/ 206381 h 234956"/>
                <a:gd name="connsiteX11" fmla="*/ 50800 w 419100"/>
                <a:gd name="connsiteY11" fmla="*/ 212731 h 234956"/>
                <a:gd name="connsiteX12" fmla="*/ 79375 w 419100"/>
                <a:gd name="connsiteY12" fmla="*/ 222256 h 234956"/>
                <a:gd name="connsiteX13" fmla="*/ 88900 w 419100"/>
                <a:gd name="connsiteY13" fmla="*/ 225431 h 234956"/>
                <a:gd name="connsiteX14" fmla="*/ 98425 w 419100"/>
                <a:gd name="connsiteY14" fmla="*/ 228606 h 234956"/>
                <a:gd name="connsiteX15" fmla="*/ 146050 w 419100"/>
                <a:gd name="connsiteY15" fmla="*/ 222256 h 234956"/>
                <a:gd name="connsiteX16" fmla="*/ 155575 w 419100"/>
                <a:gd name="connsiteY16" fmla="*/ 219081 h 234956"/>
                <a:gd name="connsiteX17" fmla="*/ 168275 w 419100"/>
                <a:gd name="connsiteY17" fmla="*/ 215906 h 234956"/>
                <a:gd name="connsiteX18" fmla="*/ 200025 w 419100"/>
                <a:gd name="connsiteY18" fmla="*/ 206381 h 234956"/>
                <a:gd name="connsiteX19" fmla="*/ 234950 w 419100"/>
                <a:gd name="connsiteY19" fmla="*/ 203206 h 234956"/>
                <a:gd name="connsiteX20" fmla="*/ 273050 w 419100"/>
                <a:gd name="connsiteY20" fmla="*/ 212731 h 234956"/>
                <a:gd name="connsiteX21" fmla="*/ 282575 w 419100"/>
                <a:gd name="connsiteY21" fmla="*/ 219081 h 234956"/>
                <a:gd name="connsiteX22" fmla="*/ 292100 w 419100"/>
                <a:gd name="connsiteY22" fmla="*/ 222256 h 234956"/>
                <a:gd name="connsiteX23" fmla="*/ 301625 w 419100"/>
                <a:gd name="connsiteY23" fmla="*/ 228606 h 234956"/>
                <a:gd name="connsiteX24" fmla="*/ 320675 w 419100"/>
                <a:gd name="connsiteY24" fmla="*/ 234956 h 234956"/>
                <a:gd name="connsiteX25" fmla="*/ 374650 w 419100"/>
                <a:gd name="connsiteY25" fmla="*/ 231781 h 234956"/>
                <a:gd name="connsiteX26" fmla="*/ 384175 w 419100"/>
                <a:gd name="connsiteY26" fmla="*/ 228606 h 234956"/>
                <a:gd name="connsiteX27" fmla="*/ 403225 w 419100"/>
                <a:gd name="connsiteY27" fmla="*/ 215906 h 234956"/>
                <a:gd name="connsiteX28" fmla="*/ 415925 w 419100"/>
                <a:gd name="connsiteY28" fmla="*/ 187331 h 234956"/>
                <a:gd name="connsiteX29" fmla="*/ 419100 w 419100"/>
                <a:gd name="connsiteY29" fmla="*/ 177806 h 234956"/>
                <a:gd name="connsiteX30" fmla="*/ 415925 w 419100"/>
                <a:gd name="connsiteY30" fmla="*/ 146056 h 234956"/>
                <a:gd name="connsiteX31" fmla="*/ 409575 w 419100"/>
                <a:gd name="connsiteY31" fmla="*/ 127006 h 234956"/>
                <a:gd name="connsiteX32" fmla="*/ 406400 w 419100"/>
                <a:gd name="connsiteY32" fmla="*/ 117481 h 234956"/>
                <a:gd name="connsiteX33" fmla="*/ 390525 w 419100"/>
                <a:gd name="connsiteY33" fmla="*/ 98431 h 234956"/>
                <a:gd name="connsiteX34" fmla="*/ 381000 w 419100"/>
                <a:gd name="connsiteY34" fmla="*/ 92081 h 234956"/>
                <a:gd name="connsiteX35" fmla="*/ 365125 w 419100"/>
                <a:gd name="connsiteY35" fmla="*/ 76206 h 234956"/>
                <a:gd name="connsiteX36" fmla="*/ 369888 w 419100"/>
                <a:gd name="connsiteY36" fmla="*/ 64300 h 234956"/>
                <a:gd name="connsiteX37" fmla="*/ 353219 w 419100"/>
                <a:gd name="connsiteY37" fmla="*/ 51600 h 234956"/>
                <a:gd name="connsiteX38" fmla="*/ 317500 w 419100"/>
                <a:gd name="connsiteY38" fmla="*/ 7 h 234956"/>
                <a:gd name="connsiteX39" fmla="*/ 276225 w 419100"/>
                <a:gd name="connsiteY39" fmla="*/ 55569 h 234956"/>
                <a:gd name="connsiteX40" fmla="*/ 215107 w 419100"/>
                <a:gd name="connsiteY40" fmla="*/ 66681 h 234956"/>
                <a:gd name="connsiteX41" fmla="*/ 191294 w 419100"/>
                <a:gd name="connsiteY41" fmla="*/ 69062 h 234956"/>
                <a:gd name="connsiteX42" fmla="*/ 190500 w 419100"/>
                <a:gd name="connsiteY42" fmla="*/ 69856 h 234956"/>
                <a:gd name="connsiteX0" fmla="*/ 190500 w 419100"/>
                <a:gd name="connsiteY0" fmla="*/ 69890 h 234990"/>
                <a:gd name="connsiteX1" fmla="*/ 190500 w 419100"/>
                <a:gd name="connsiteY1" fmla="*/ 69890 h 234990"/>
                <a:gd name="connsiteX2" fmla="*/ 66675 w 419100"/>
                <a:gd name="connsiteY2" fmla="*/ 69890 h 234990"/>
                <a:gd name="connsiteX3" fmla="*/ 28575 w 419100"/>
                <a:gd name="connsiteY3" fmla="*/ 88940 h 234990"/>
                <a:gd name="connsiteX4" fmla="*/ 19050 w 419100"/>
                <a:gd name="connsiteY4" fmla="*/ 95290 h 234990"/>
                <a:gd name="connsiteX5" fmla="*/ 6350 w 419100"/>
                <a:gd name="connsiteY5" fmla="*/ 114340 h 234990"/>
                <a:gd name="connsiteX6" fmla="*/ 0 w 419100"/>
                <a:gd name="connsiteY6" fmla="*/ 133390 h 234990"/>
                <a:gd name="connsiteX7" fmla="*/ 6350 w 419100"/>
                <a:gd name="connsiteY7" fmla="*/ 181015 h 234990"/>
                <a:gd name="connsiteX8" fmla="*/ 12700 w 419100"/>
                <a:gd name="connsiteY8" fmla="*/ 190540 h 234990"/>
                <a:gd name="connsiteX9" fmla="*/ 22225 w 419100"/>
                <a:gd name="connsiteY9" fmla="*/ 196890 h 234990"/>
                <a:gd name="connsiteX10" fmla="*/ 31750 w 419100"/>
                <a:gd name="connsiteY10" fmla="*/ 206415 h 234990"/>
                <a:gd name="connsiteX11" fmla="*/ 50800 w 419100"/>
                <a:gd name="connsiteY11" fmla="*/ 212765 h 234990"/>
                <a:gd name="connsiteX12" fmla="*/ 79375 w 419100"/>
                <a:gd name="connsiteY12" fmla="*/ 222290 h 234990"/>
                <a:gd name="connsiteX13" fmla="*/ 88900 w 419100"/>
                <a:gd name="connsiteY13" fmla="*/ 225465 h 234990"/>
                <a:gd name="connsiteX14" fmla="*/ 98425 w 419100"/>
                <a:gd name="connsiteY14" fmla="*/ 228640 h 234990"/>
                <a:gd name="connsiteX15" fmla="*/ 146050 w 419100"/>
                <a:gd name="connsiteY15" fmla="*/ 222290 h 234990"/>
                <a:gd name="connsiteX16" fmla="*/ 155575 w 419100"/>
                <a:gd name="connsiteY16" fmla="*/ 219115 h 234990"/>
                <a:gd name="connsiteX17" fmla="*/ 168275 w 419100"/>
                <a:gd name="connsiteY17" fmla="*/ 215940 h 234990"/>
                <a:gd name="connsiteX18" fmla="*/ 200025 w 419100"/>
                <a:gd name="connsiteY18" fmla="*/ 206415 h 234990"/>
                <a:gd name="connsiteX19" fmla="*/ 234950 w 419100"/>
                <a:gd name="connsiteY19" fmla="*/ 203240 h 234990"/>
                <a:gd name="connsiteX20" fmla="*/ 273050 w 419100"/>
                <a:gd name="connsiteY20" fmla="*/ 212765 h 234990"/>
                <a:gd name="connsiteX21" fmla="*/ 282575 w 419100"/>
                <a:gd name="connsiteY21" fmla="*/ 219115 h 234990"/>
                <a:gd name="connsiteX22" fmla="*/ 292100 w 419100"/>
                <a:gd name="connsiteY22" fmla="*/ 222290 h 234990"/>
                <a:gd name="connsiteX23" fmla="*/ 301625 w 419100"/>
                <a:gd name="connsiteY23" fmla="*/ 228640 h 234990"/>
                <a:gd name="connsiteX24" fmla="*/ 320675 w 419100"/>
                <a:gd name="connsiteY24" fmla="*/ 234990 h 234990"/>
                <a:gd name="connsiteX25" fmla="*/ 374650 w 419100"/>
                <a:gd name="connsiteY25" fmla="*/ 231815 h 234990"/>
                <a:gd name="connsiteX26" fmla="*/ 384175 w 419100"/>
                <a:gd name="connsiteY26" fmla="*/ 228640 h 234990"/>
                <a:gd name="connsiteX27" fmla="*/ 403225 w 419100"/>
                <a:gd name="connsiteY27" fmla="*/ 215940 h 234990"/>
                <a:gd name="connsiteX28" fmla="*/ 415925 w 419100"/>
                <a:gd name="connsiteY28" fmla="*/ 187365 h 234990"/>
                <a:gd name="connsiteX29" fmla="*/ 419100 w 419100"/>
                <a:gd name="connsiteY29" fmla="*/ 177840 h 234990"/>
                <a:gd name="connsiteX30" fmla="*/ 415925 w 419100"/>
                <a:gd name="connsiteY30" fmla="*/ 146090 h 234990"/>
                <a:gd name="connsiteX31" fmla="*/ 409575 w 419100"/>
                <a:gd name="connsiteY31" fmla="*/ 127040 h 234990"/>
                <a:gd name="connsiteX32" fmla="*/ 406400 w 419100"/>
                <a:gd name="connsiteY32" fmla="*/ 117515 h 234990"/>
                <a:gd name="connsiteX33" fmla="*/ 390525 w 419100"/>
                <a:gd name="connsiteY33" fmla="*/ 98465 h 234990"/>
                <a:gd name="connsiteX34" fmla="*/ 381000 w 419100"/>
                <a:gd name="connsiteY34" fmla="*/ 92115 h 234990"/>
                <a:gd name="connsiteX35" fmla="*/ 365125 w 419100"/>
                <a:gd name="connsiteY35" fmla="*/ 76240 h 234990"/>
                <a:gd name="connsiteX36" fmla="*/ 369888 w 419100"/>
                <a:gd name="connsiteY36" fmla="*/ 64334 h 234990"/>
                <a:gd name="connsiteX37" fmla="*/ 331788 w 419100"/>
                <a:gd name="connsiteY37" fmla="*/ 46872 h 234990"/>
                <a:gd name="connsiteX38" fmla="*/ 317500 w 419100"/>
                <a:gd name="connsiteY38" fmla="*/ 41 h 234990"/>
                <a:gd name="connsiteX39" fmla="*/ 276225 w 419100"/>
                <a:gd name="connsiteY39" fmla="*/ 55603 h 234990"/>
                <a:gd name="connsiteX40" fmla="*/ 215107 w 419100"/>
                <a:gd name="connsiteY40" fmla="*/ 66715 h 234990"/>
                <a:gd name="connsiteX41" fmla="*/ 191294 w 419100"/>
                <a:gd name="connsiteY41" fmla="*/ 69096 h 234990"/>
                <a:gd name="connsiteX42" fmla="*/ 190500 w 419100"/>
                <a:gd name="connsiteY42" fmla="*/ 69890 h 234990"/>
                <a:gd name="connsiteX0" fmla="*/ 190500 w 419100"/>
                <a:gd name="connsiteY0" fmla="*/ 71245 h 236345"/>
                <a:gd name="connsiteX1" fmla="*/ 190500 w 419100"/>
                <a:gd name="connsiteY1" fmla="*/ 71245 h 236345"/>
                <a:gd name="connsiteX2" fmla="*/ 66675 w 419100"/>
                <a:gd name="connsiteY2" fmla="*/ 71245 h 236345"/>
                <a:gd name="connsiteX3" fmla="*/ 28575 w 419100"/>
                <a:gd name="connsiteY3" fmla="*/ 90295 h 236345"/>
                <a:gd name="connsiteX4" fmla="*/ 19050 w 419100"/>
                <a:gd name="connsiteY4" fmla="*/ 96645 h 236345"/>
                <a:gd name="connsiteX5" fmla="*/ 6350 w 419100"/>
                <a:gd name="connsiteY5" fmla="*/ 115695 h 236345"/>
                <a:gd name="connsiteX6" fmla="*/ 0 w 419100"/>
                <a:gd name="connsiteY6" fmla="*/ 134745 h 236345"/>
                <a:gd name="connsiteX7" fmla="*/ 6350 w 419100"/>
                <a:gd name="connsiteY7" fmla="*/ 182370 h 236345"/>
                <a:gd name="connsiteX8" fmla="*/ 12700 w 419100"/>
                <a:gd name="connsiteY8" fmla="*/ 191895 h 236345"/>
                <a:gd name="connsiteX9" fmla="*/ 22225 w 419100"/>
                <a:gd name="connsiteY9" fmla="*/ 198245 h 236345"/>
                <a:gd name="connsiteX10" fmla="*/ 31750 w 419100"/>
                <a:gd name="connsiteY10" fmla="*/ 207770 h 236345"/>
                <a:gd name="connsiteX11" fmla="*/ 50800 w 419100"/>
                <a:gd name="connsiteY11" fmla="*/ 214120 h 236345"/>
                <a:gd name="connsiteX12" fmla="*/ 79375 w 419100"/>
                <a:gd name="connsiteY12" fmla="*/ 223645 h 236345"/>
                <a:gd name="connsiteX13" fmla="*/ 88900 w 419100"/>
                <a:gd name="connsiteY13" fmla="*/ 226820 h 236345"/>
                <a:gd name="connsiteX14" fmla="*/ 98425 w 419100"/>
                <a:gd name="connsiteY14" fmla="*/ 229995 h 236345"/>
                <a:gd name="connsiteX15" fmla="*/ 146050 w 419100"/>
                <a:gd name="connsiteY15" fmla="*/ 223645 h 236345"/>
                <a:gd name="connsiteX16" fmla="*/ 155575 w 419100"/>
                <a:gd name="connsiteY16" fmla="*/ 220470 h 236345"/>
                <a:gd name="connsiteX17" fmla="*/ 168275 w 419100"/>
                <a:gd name="connsiteY17" fmla="*/ 217295 h 236345"/>
                <a:gd name="connsiteX18" fmla="*/ 200025 w 419100"/>
                <a:gd name="connsiteY18" fmla="*/ 207770 h 236345"/>
                <a:gd name="connsiteX19" fmla="*/ 234950 w 419100"/>
                <a:gd name="connsiteY19" fmla="*/ 204595 h 236345"/>
                <a:gd name="connsiteX20" fmla="*/ 273050 w 419100"/>
                <a:gd name="connsiteY20" fmla="*/ 214120 h 236345"/>
                <a:gd name="connsiteX21" fmla="*/ 282575 w 419100"/>
                <a:gd name="connsiteY21" fmla="*/ 220470 h 236345"/>
                <a:gd name="connsiteX22" fmla="*/ 292100 w 419100"/>
                <a:gd name="connsiteY22" fmla="*/ 223645 h 236345"/>
                <a:gd name="connsiteX23" fmla="*/ 301625 w 419100"/>
                <a:gd name="connsiteY23" fmla="*/ 229995 h 236345"/>
                <a:gd name="connsiteX24" fmla="*/ 320675 w 419100"/>
                <a:gd name="connsiteY24" fmla="*/ 236345 h 236345"/>
                <a:gd name="connsiteX25" fmla="*/ 374650 w 419100"/>
                <a:gd name="connsiteY25" fmla="*/ 233170 h 236345"/>
                <a:gd name="connsiteX26" fmla="*/ 384175 w 419100"/>
                <a:gd name="connsiteY26" fmla="*/ 229995 h 236345"/>
                <a:gd name="connsiteX27" fmla="*/ 403225 w 419100"/>
                <a:gd name="connsiteY27" fmla="*/ 217295 h 236345"/>
                <a:gd name="connsiteX28" fmla="*/ 415925 w 419100"/>
                <a:gd name="connsiteY28" fmla="*/ 188720 h 236345"/>
                <a:gd name="connsiteX29" fmla="*/ 419100 w 419100"/>
                <a:gd name="connsiteY29" fmla="*/ 179195 h 236345"/>
                <a:gd name="connsiteX30" fmla="*/ 415925 w 419100"/>
                <a:gd name="connsiteY30" fmla="*/ 147445 h 236345"/>
                <a:gd name="connsiteX31" fmla="*/ 409575 w 419100"/>
                <a:gd name="connsiteY31" fmla="*/ 128395 h 236345"/>
                <a:gd name="connsiteX32" fmla="*/ 406400 w 419100"/>
                <a:gd name="connsiteY32" fmla="*/ 118870 h 236345"/>
                <a:gd name="connsiteX33" fmla="*/ 390525 w 419100"/>
                <a:gd name="connsiteY33" fmla="*/ 99820 h 236345"/>
                <a:gd name="connsiteX34" fmla="*/ 381000 w 419100"/>
                <a:gd name="connsiteY34" fmla="*/ 93470 h 236345"/>
                <a:gd name="connsiteX35" fmla="*/ 365125 w 419100"/>
                <a:gd name="connsiteY35" fmla="*/ 77595 h 236345"/>
                <a:gd name="connsiteX36" fmla="*/ 369888 w 419100"/>
                <a:gd name="connsiteY36" fmla="*/ 65689 h 236345"/>
                <a:gd name="connsiteX37" fmla="*/ 331788 w 419100"/>
                <a:gd name="connsiteY37" fmla="*/ 48227 h 236345"/>
                <a:gd name="connsiteX38" fmla="*/ 317500 w 419100"/>
                <a:gd name="connsiteY38" fmla="*/ 1396 h 236345"/>
                <a:gd name="connsiteX39" fmla="*/ 264319 w 419100"/>
                <a:gd name="connsiteY39" fmla="*/ 9333 h 236345"/>
                <a:gd name="connsiteX40" fmla="*/ 215107 w 419100"/>
                <a:gd name="connsiteY40" fmla="*/ 68070 h 236345"/>
                <a:gd name="connsiteX41" fmla="*/ 191294 w 419100"/>
                <a:gd name="connsiteY41" fmla="*/ 70451 h 236345"/>
                <a:gd name="connsiteX42" fmla="*/ 190500 w 419100"/>
                <a:gd name="connsiteY42" fmla="*/ 71245 h 236345"/>
                <a:gd name="connsiteX0" fmla="*/ 190500 w 419100"/>
                <a:gd name="connsiteY0" fmla="*/ 77546 h 242646"/>
                <a:gd name="connsiteX1" fmla="*/ 190500 w 419100"/>
                <a:gd name="connsiteY1" fmla="*/ 77546 h 242646"/>
                <a:gd name="connsiteX2" fmla="*/ 66675 w 419100"/>
                <a:gd name="connsiteY2" fmla="*/ 77546 h 242646"/>
                <a:gd name="connsiteX3" fmla="*/ 28575 w 419100"/>
                <a:gd name="connsiteY3" fmla="*/ 96596 h 242646"/>
                <a:gd name="connsiteX4" fmla="*/ 19050 w 419100"/>
                <a:gd name="connsiteY4" fmla="*/ 102946 h 242646"/>
                <a:gd name="connsiteX5" fmla="*/ 6350 w 419100"/>
                <a:gd name="connsiteY5" fmla="*/ 121996 h 242646"/>
                <a:gd name="connsiteX6" fmla="*/ 0 w 419100"/>
                <a:gd name="connsiteY6" fmla="*/ 141046 h 242646"/>
                <a:gd name="connsiteX7" fmla="*/ 6350 w 419100"/>
                <a:gd name="connsiteY7" fmla="*/ 188671 h 242646"/>
                <a:gd name="connsiteX8" fmla="*/ 12700 w 419100"/>
                <a:gd name="connsiteY8" fmla="*/ 198196 h 242646"/>
                <a:gd name="connsiteX9" fmla="*/ 22225 w 419100"/>
                <a:gd name="connsiteY9" fmla="*/ 204546 h 242646"/>
                <a:gd name="connsiteX10" fmla="*/ 31750 w 419100"/>
                <a:gd name="connsiteY10" fmla="*/ 214071 h 242646"/>
                <a:gd name="connsiteX11" fmla="*/ 50800 w 419100"/>
                <a:gd name="connsiteY11" fmla="*/ 220421 h 242646"/>
                <a:gd name="connsiteX12" fmla="*/ 79375 w 419100"/>
                <a:gd name="connsiteY12" fmla="*/ 229946 h 242646"/>
                <a:gd name="connsiteX13" fmla="*/ 88900 w 419100"/>
                <a:gd name="connsiteY13" fmla="*/ 233121 h 242646"/>
                <a:gd name="connsiteX14" fmla="*/ 98425 w 419100"/>
                <a:gd name="connsiteY14" fmla="*/ 236296 h 242646"/>
                <a:gd name="connsiteX15" fmla="*/ 146050 w 419100"/>
                <a:gd name="connsiteY15" fmla="*/ 229946 h 242646"/>
                <a:gd name="connsiteX16" fmla="*/ 155575 w 419100"/>
                <a:gd name="connsiteY16" fmla="*/ 226771 h 242646"/>
                <a:gd name="connsiteX17" fmla="*/ 168275 w 419100"/>
                <a:gd name="connsiteY17" fmla="*/ 223596 h 242646"/>
                <a:gd name="connsiteX18" fmla="*/ 200025 w 419100"/>
                <a:gd name="connsiteY18" fmla="*/ 214071 h 242646"/>
                <a:gd name="connsiteX19" fmla="*/ 234950 w 419100"/>
                <a:gd name="connsiteY19" fmla="*/ 210896 h 242646"/>
                <a:gd name="connsiteX20" fmla="*/ 273050 w 419100"/>
                <a:gd name="connsiteY20" fmla="*/ 220421 h 242646"/>
                <a:gd name="connsiteX21" fmla="*/ 282575 w 419100"/>
                <a:gd name="connsiteY21" fmla="*/ 226771 h 242646"/>
                <a:gd name="connsiteX22" fmla="*/ 292100 w 419100"/>
                <a:gd name="connsiteY22" fmla="*/ 229946 h 242646"/>
                <a:gd name="connsiteX23" fmla="*/ 301625 w 419100"/>
                <a:gd name="connsiteY23" fmla="*/ 236296 h 242646"/>
                <a:gd name="connsiteX24" fmla="*/ 320675 w 419100"/>
                <a:gd name="connsiteY24" fmla="*/ 242646 h 242646"/>
                <a:gd name="connsiteX25" fmla="*/ 374650 w 419100"/>
                <a:gd name="connsiteY25" fmla="*/ 239471 h 242646"/>
                <a:gd name="connsiteX26" fmla="*/ 384175 w 419100"/>
                <a:gd name="connsiteY26" fmla="*/ 236296 h 242646"/>
                <a:gd name="connsiteX27" fmla="*/ 403225 w 419100"/>
                <a:gd name="connsiteY27" fmla="*/ 223596 h 242646"/>
                <a:gd name="connsiteX28" fmla="*/ 415925 w 419100"/>
                <a:gd name="connsiteY28" fmla="*/ 195021 h 242646"/>
                <a:gd name="connsiteX29" fmla="*/ 419100 w 419100"/>
                <a:gd name="connsiteY29" fmla="*/ 185496 h 242646"/>
                <a:gd name="connsiteX30" fmla="*/ 415925 w 419100"/>
                <a:gd name="connsiteY30" fmla="*/ 153746 h 242646"/>
                <a:gd name="connsiteX31" fmla="*/ 409575 w 419100"/>
                <a:gd name="connsiteY31" fmla="*/ 134696 h 242646"/>
                <a:gd name="connsiteX32" fmla="*/ 406400 w 419100"/>
                <a:gd name="connsiteY32" fmla="*/ 125171 h 242646"/>
                <a:gd name="connsiteX33" fmla="*/ 390525 w 419100"/>
                <a:gd name="connsiteY33" fmla="*/ 106121 h 242646"/>
                <a:gd name="connsiteX34" fmla="*/ 381000 w 419100"/>
                <a:gd name="connsiteY34" fmla="*/ 99771 h 242646"/>
                <a:gd name="connsiteX35" fmla="*/ 365125 w 419100"/>
                <a:gd name="connsiteY35" fmla="*/ 83896 h 242646"/>
                <a:gd name="connsiteX36" fmla="*/ 369888 w 419100"/>
                <a:gd name="connsiteY36" fmla="*/ 71990 h 242646"/>
                <a:gd name="connsiteX37" fmla="*/ 331788 w 419100"/>
                <a:gd name="connsiteY37" fmla="*/ 54528 h 242646"/>
                <a:gd name="connsiteX38" fmla="*/ 317500 w 419100"/>
                <a:gd name="connsiteY38" fmla="*/ 7697 h 242646"/>
                <a:gd name="connsiteX39" fmla="*/ 264319 w 419100"/>
                <a:gd name="connsiteY39" fmla="*/ 15634 h 242646"/>
                <a:gd name="connsiteX40" fmla="*/ 215107 w 419100"/>
                <a:gd name="connsiteY40" fmla="*/ 74371 h 242646"/>
                <a:gd name="connsiteX41" fmla="*/ 191294 w 419100"/>
                <a:gd name="connsiteY41" fmla="*/ 76752 h 242646"/>
                <a:gd name="connsiteX42" fmla="*/ 190500 w 419100"/>
                <a:gd name="connsiteY42" fmla="*/ 77546 h 242646"/>
                <a:gd name="connsiteX0" fmla="*/ 190500 w 419100"/>
                <a:gd name="connsiteY0" fmla="*/ 77546 h 242646"/>
                <a:gd name="connsiteX1" fmla="*/ 190500 w 419100"/>
                <a:gd name="connsiteY1" fmla="*/ 77546 h 242646"/>
                <a:gd name="connsiteX2" fmla="*/ 66675 w 419100"/>
                <a:gd name="connsiteY2" fmla="*/ 77546 h 242646"/>
                <a:gd name="connsiteX3" fmla="*/ 28575 w 419100"/>
                <a:gd name="connsiteY3" fmla="*/ 96596 h 242646"/>
                <a:gd name="connsiteX4" fmla="*/ 19050 w 419100"/>
                <a:gd name="connsiteY4" fmla="*/ 102946 h 242646"/>
                <a:gd name="connsiteX5" fmla="*/ 6350 w 419100"/>
                <a:gd name="connsiteY5" fmla="*/ 121996 h 242646"/>
                <a:gd name="connsiteX6" fmla="*/ 0 w 419100"/>
                <a:gd name="connsiteY6" fmla="*/ 141046 h 242646"/>
                <a:gd name="connsiteX7" fmla="*/ 6350 w 419100"/>
                <a:gd name="connsiteY7" fmla="*/ 188671 h 242646"/>
                <a:gd name="connsiteX8" fmla="*/ 12700 w 419100"/>
                <a:gd name="connsiteY8" fmla="*/ 198196 h 242646"/>
                <a:gd name="connsiteX9" fmla="*/ 22225 w 419100"/>
                <a:gd name="connsiteY9" fmla="*/ 204546 h 242646"/>
                <a:gd name="connsiteX10" fmla="*/ 31750 w 419100"/>
                <a:gd name="connsiteY10" fmla="*/ 214071 h 242646"/>
                <a:gd name="connsiteX11" fmla="*/ 50800 w 419100"/>
                <a:gd name="connsiteY11" fmla="*/ 220421 h 242646"/>
                <a:gd name="connsiteX12" fmla="*/ 79375 w 419100"/>
                <a:gd name="connsiteY12" fmla="*/ 229946 h 242646"/>
                <a:gd name="connsiteX13" fmla="*/ 88900 w 419100"/>
                <a:gd name="connsiteY13" fmla="*/ 233121 h 242646"/>
                <a:gd name="connsiteX14" fmla="*/ 98425 w 419100"/>
                <a:gd name="connsiteY14" fmla="*/ 236296 h 242646"/>
                <a:gd name="connsiteX15" fmla="*/ 146050 w 419100"/>
                <a:gd name="connsiteY15" fmla="*/ 229946 h 242646"/>
                <a:gd name="connsiteX16" fmla="*/ 155575 w 419100"/>
                <a:gd name="connsiteY16" fmla="*/ 226771 h 242646"/>
                <a:gd name="connsiteX17" fmla="*/ 168275 w 419100"/>
                <a:gd name="connsiteY17" fmla="*/ 223596 h 242646"/>
                <a:gd name="connsiteX18" fmla="*/ 200025 w 419100"/>
                <a:gd name="connsiteY18" fmla="*/ 214071 h 242646"/>
                <a:gd name="connsiteX19" fmla="*/ 234950 w 419100"/>
                <a:gd name="connsiteY19" fmla="*/ 210896 h 242646"/>
                <a:gd name="connsiteX20" fmla="*/ 273050 w 419100"/>
                <a:gd name="connsiteY20" fmla="*/ 220421 h 242646"/>
                <a:gd name="connsiteX21" fmla="*/ 282575 w 419100"/>
                <a:gd name="connsiteY21" fmla="*/ 226771 h 242646"/>
                <a:gd name="connsiteX22" fmla="*/ 292100 w 419100"/>
                <a:gd name="connsiteY22" fmla="*/ 229946 h 242646"/>
                <a:gd name="connsiteX23" fmla="*/ 301625 w 419100"/>
                <a:gd name="connsiteY23" fmla="*/ 236296 h 242646"/>
                <a:gd name="connsiteX24" fmla="*/ 320675 w 419100"/>
                <a:gd name="connsiteY24" fmla="*/ 242646 h 242646"/>
                <a:gd name="connsiteX25" fmla="*/ 374650 w 419100"/>
                <a:gd name="connsiteY25" fmla="*/ 239471 h 242646"/>
                <a:gd name="connsiteX26" fmla="*/ 384175 w 419100"/>
                <a:gd name="connsiteY26" fmla="*/ 236296 h 242646"/>
                <a:gd name="connsiteX27" fmla="*/ 403225 w 419100"/>
                <a:gd name="connsiteY27" fmla="*/ 223596 h 242646"/>
                <a:gd name="connsiteX28" fmla="*/ 415925 w 419100"/>
                <a:gd name="connsiteY28" fmla="*/ 195021 h 242646"/>
                <a:gd name="connsiteX29" fmla="*/ 419100 w 419100"/>
                <a:gd name="connsiteY29" fmla="*/ 185496 h 242646"/>
                <a:gd name="connsiteX30" fmla="*/ 415925 w 419100"/>
                <a:gd name="connsiteY30" fmla="*/ 153746 h 242646"/>
                <a:gd name="connsiteX31" fmla="*/ 409575 w 419100"/>
                <a:gd name="connsiteY31" fmla="*/ 134696 h 242646"/>
                <a:gd name="connsiteX32" fmla="*/ 406400 w 419100"/>
                <a:gd name="connsiteY32" fmla="*/ 125171 h 242646"/>
                <a:gd name="connsiteX33" fmla="*/ 390525 w 419100"/>
                <a:gd name="connsiteY33" fmla="*/ 106121 h 242646"/>
                <a:gd name="connsiteX34" fmla="*/ 381000 w 419100"/>
                <a:gd name="connsiteY34" fmla="*/ 99771 h 242646"/>
                <a:gd name="connsiteX35" fmla="*/ 365125 w 419100"/>
                <a:gd name="connsiteY35" fmla="*/ 83896 h 242646"/>
                <a:gd name="connsiteX36" fmla="*/ 369888 w 419100"/>
                <a:gd name="connsiteY36" fmla="*/ 71990 h 242646"/>
                <a:gd name="connsiteX37" fmla="*/ 331788 w 419100"/>
                <a:gd name="connsiteY37" fmla="*/ 54528 h 242646"/>
                <a:gd name="connsiteX38" fmla="*/ 317500 w 419100"/>
                <a:gd name="connsiteY38" fmla="*/ 7697 h 242646"/>
                <a:gd name="connsiteX39" fmla="*/ 264319 w 419100"/>
                <a:gd name="connsiteY39" fmla="*/ 15634 h 242646"/>
                <a:gd name="connsiteX40" fmla="*/ 215107 w 419100"/>
                <a:gd name="connsiteY40" fmla="*/ 74371 h 242646"/>
                <a:gd name="connsiteX41" fmla="*/ 191294 w 419100"/>
                <a:gd name="connsiteY41" fmla="*/ 76752 h 242646"/>
                <a:gd name="connsiteX42" fmla="*/ 190500 w 419100"/>
                <a:gd name="connsiteY42" fmla="*/ 77546 h 242646"/>
                <a:gd name="connsiteX0" fmla="*/ 190500 w 419100"/>
                <a:gd name="connsiteY0" fmla="*/ 77546 h 242646"/>
                <a:gd name="connsiteX1" fmla="*/ 190500 w 419100"/>
                <a:gd name="connsiteY1" fmla="*/ 77546 h 242646"/>
                <a:gd name="connsiteX2" fmla="*/ 66675 w 419100"/>
                <a:gd name="connsiteY2" fmla="*/ 77546 h 242646"/>
                <a:gd name="connsiteX3" fmla="*/ 28575 w 419100"/>
                <a:gd name="connsiteY3" fmla="*/ 96596 h 242646"/>
                <a:gd name="connsiteX4" fmla="*/ 19050 w 419100"/>
                <a:gd name="connsiteY4" fmla="*/ 102946 h 242646"/>
                <a:gd name="connsiteX5" fmla="*/ 6350 w 419100"/>
                <a:gd name="connsiteY5" fmla="*/ 121996 h 242646"/>
                <a:gd name="connsiteX6" fmla="*/ 0 w 419100"/>
                <a:gd name="connsiteY6" fmla="*/ 141046 h 242646"/>
                <a:gd name="connsiteX7" fmla="*/ 6350 w 419100"/>
                <a:gd name="connsiteY7" fmla="*/ 188671 h 242646"/>
                <a:gd name="connsiteX8" fmla="*/ 12700 w 419100"/>
                <a:gd name="connsiteY8" fmla="*/ 198196 h 242646"/>
                <a:gd name="connsiteX9" fmla="*/ 22225 w 419100"/>
                <a:gd name="connsiteY9" fmla="*/ 204546 h 242646"/>
                <a:gd name="connsiteX10" fmla="*/ 31750 w 419100"/>
                <a:gd name="connsiteY10" fmla="*/ 214071 h 242646"/>
                <a:gd name="connsiteX11" fmla="*/ 50800 w 419100"/>
                <a:gd name="connsiteY11" fmla="*/ 220421 h 242646"/>
                <a:gd name="connsiteX12" fmla="*/ 79375 w 419100"/>
                <a:gd name="connsiteY12" fmla="*/ 229946 h 242646"/>
                <a:gd name="connsiteX13" fmla="*/ 88900 w 419100"/>
                <a:gd name="connsiteY13" fmla="*/ 233121 h 242646"/>
                <a:gd name="connsiteX14" fmla="*/ 98425 w 419100"/>
                <a:gd name="connsiteY14" fmla="*/ 236296 h 242646"/>
                <a:gd name="connsiteX15" fmla="*/ 146050 w 419100"/>
                <a:gd name="connsiteY15" fmla="*/ 229946 h 242646"/>
                <a:gd name="connsiteX16" fmla="*/ 155575 w 419100"/>
                <a:gd name="connsiteY16" fmla="*/ 226771 h 242646"/>
                <a:gd name="connsiteX17" fmla="*/ 168275 w 419100"/>
                <a:gd name="connsiteY17" fmla="*/ 223596 h 242646"/>
                <a:gd name="connsiteX18" fmla="*/ 200025 w 419100"/>
                <a:gd name="connsiteY18" fmla="*/ 214071 h 242646"/>
                <a:gd name="connsiteX19" fmla="*/ 234950 w 419100"/>
                <a:gd name="connsiteY19" fmla="*/ 210896 h 242646"/>
                <a:gd name="connsiteX20" fmla="*/ 273050 w 419100"/>
                <a:gd name="connsiteY20" fmla="*/ 220421 h 242646"/>
                <a:gd name="connsiteX21" fmla="*/ 282575 w 419100"/>
                <a:gd name="connsiteY21" fmla="*/ 226771 h 242646"/>
                <a:gd name="connsiteX22" fmla="*/ 292100 w 419100"/>
                <a:gd name="connsiteY22" fmla="*/ 229946 h 242646"/>
                <a:gd name="connsiteX23" fmla="*/ 301625 w 419100"/>
                <a:gd name="connsiteY23" fmla="*/ 236296 h 242646"/>
                <a:gd name="connsiteX24" fmla="*/ 320675 w 419100"/>
                <a:gd name="connsiteY24" fmla="*/ 242646 h 242646"/>
                <a:gd name="connsiteX25" fmla="*/ 374650 w 419100"/>
                <a:gd name="connsiteY25" fmla="*/ 239471 h 242646"/>
                <a:gd name="connsiteX26" fmla="*/ 384175 w 419100"/>
                <a:gd name="connsiteY26" fmla="*/ 236296 h 242646"/>
                <a:gd name="connsiteX27" fmla="*/ 403225 w 419100"/>
                <a:gd name="connsiteY27" fmla="*/ 223596 h 242646"/>
                <a:gd name="connsiteX28" fmla="*/ 415925 w 419100"/>
                <a:gd name="connsiteY28" fmla="*/ 195021 h 242646"/>
                <a:gd name="connsiteX29" fmla="*/ 419100 w 419100"/>
                <a:gd name="connsiteY29" fmla="*/ 185496 h 242646"/>
                <a:gd name="connsiteX30" fmla="*/ 415925 w 419100"/>
                <a:gd name="connsiteY30" fmla="*/ 153746 h 242646"/>
                <a:gd name="connsiteX31" fmla="*/ 409575 w 419100"/>
                <a:gd name="connsiteY31" fmla="*/ 134696 h 242646"/>
                <a:gd name="connsiteX32" fmla="*/ 406400 w 419100"/>
                <a:gd name="connsiteY32" fmla="*/ 125171 h 242646"/>
                <a:gd name="connsiteX33" fmla="*/ 390525 w 419100"/>
                <a:gd name="connsiteY33" fmla="*/ 106121 h 242646"/>
                <a:gd name="connsiteX34" fmla="*/ 381000 w 419100"/>
                <a:gd name="connsiteY34" fmla="*/ 99771 h 242646"/>
                <a:gd name="connsiteX35" fmla="*/ 365125 w 419100"/>
                <a:gd name="connsiteY35" fmla="*/ 83896 h 242646"/>
                <a:gd name="connsiteX36" fmla="*/ 369888 w 419100"/>
                <a:gd name="connsiteY36" fmla="*/ 71990 h 242646"/>
                <a:gd name="connsiteX37" fmla="*/ 331788 w 419100"/>
                <a:gd name="connsiteY37" fmla="*/ 54528 h 242646"/>
                <a:gd name="connsiteX38" fmla="*/ 317500 w 419100"/>
                <a:gd name="connsiteY38" fmla="*/ 7697 h 242646"/>
                <a:gd name="connsiteX39" fmla="*/ 264319 w 419100"/>
                <a:gd name="connsiteY39" fmla="*/ 15634 h 242646"/>
                <a:gd name="connsiteX40" fmla="*/ 215107 w 419100"/>
                <a:gd name="connsiteY40" fmla="*/ 74371 h 242646"/>
                <a:gd name="connsiteX41" fmla="*/ 191294 w 419100"/>
                <a:gd name="connsiteY41" fmla="*/ 76752 h 242646"/>
                <a:gd name="connsiteX42" fmla="*/ 190500 w 419100"/>
                <a:gd name="connsiteY42" fmla="*/ 77546 h 242646"/>
                <a:gd name="connsiteX0" fmla="*/ 190500 w 419100"/>
                <a:gd name="connsiteY0" fmla="*/ 76982 h 242082"/>
                <a:gd name="connsiteX1" fmla="*/ 190500 w 419100"/>
                <a:gd name="connsiteY1" fmla="*/ 76982 h 242082"/>
                <a:gd name="connsiteX2" fmla="*/ 66675 w 419100"/>
                <a:gd name="connsiteY2" fmla="*/ 76982 h 242082"/>
                <a:gd name="connsiteX3" fmla="*/ 28575 w 419100"/>
                <a:gd name="connsiteY3" fmla="*/ 96032 h 242082"/>
                <a:gd name="connsiteX4" fmla="*/ 19050 w 419100"/>
                <a:gd name="connsiteY4" fmla="*/ 102382 h 242082"/>
                <a:gd name="connsiteX5" fmla="*/ 6350 w 419100"/>
                <a:gd name="connsiteY5" fmla="*/ 121432 h 242082"/>
                <a:gd name="connsiteX6" fmla="*/ 0 w 419100"/>
                <a:gd name="connsiteY6" fmla="*/ 140482 h 242082"/>
                <a:gd name="connsiteX7" fmla="*/ 6350 w 419100"/>
                <a:gd name="connsiteY7" fmla="*/ 188107 h 242082"/>
                <a:gd name="connsiteX8" fmla="*/ 12700 w 419100"/>
                <a:gd name="connsiteY8" fmla="*/ 197632 h 242082"/>
                <a:gd name="connsiteX9" fmla="*/ 22225 w 419100"/>
                <a:gd name="connsiteY9" fmla="*/ 203982 h 242082"/>
                <a:gd name="connsiteX10" fmla="*/ 31750 w 419100"/>
                <a:gd name="connsiteY10" fmla="*/ 213507 h 242082"/>
                <a:gd name="connsiteX11" fmla="*/ 50800 w 419100"/>
                <a:gd name="connsiteY11" fmla="*/ 219857 h 242082"/>
                <a:gd name="connsiteX12" fmla="*/ 79375 w 419100"/>
                <a:gd name="connsiteY12" fmla="*/ 229382 h 242082"/>
                <a:gd name="connsiteX13" fmla="*/ 88900 w 419100"/>
                <a:gd name="connsiteY13" fmla="*/ 232557 h 242082"/>
                <a:gd name="connsiteX14" fmla="*/ 98425 w 419100"/>
                <a:gd name="connsiteY14" fmla="*/ 235732 h 242082"/>
                <a:gd name="connsiteX15" fmla="*/ 146050 w 419100"/>
                <a:gd name="connsiteY15" fmla="*/ 229382 h 242082"/>
                <a:gd name="connsiteX16" fmla="*/ 155575 w 419100"/>
                <a:gd name="connsiteY16" fmla="*/ 226207 h 242082"/>
                <a:gd name="connsiteX17" fmla="*/ 168275 w 419100"/>
                <a:gd name="connsiteY17" fmla="*/ 223032 h 242082"/>
                <a:gd name="connsiteX18" fmla="*/ 200025 w 419100"/>
                <a:gd name="connsiteY18" fmla="*/ 213507 h 242082"/>
                <a:gd name="connsiteX19" fmla="*/ 234950 w 419100"/>
                <a:gd name="connsiteY19" fmla="*/ 210332 h 242082"/>
                <a:gd name="connsiteX20" fmla="*/ 273050 w 419100"/>
                <a:gd name="connsiteY20" fmla="*/ 219857 h 242082"/>
                <a:gd name="connsiteX21" fmla="*/ 282575 w 419100"/>
                <a:gd name="connsiteY21" fmla="*/ 226207 h 242082"/>
                <a:gd name="connsiteX22" fmla="*/ 292100 w 419100"/>
                <a:gd name="connsiteY22" fmla="*/ 229382 h 242082"/>
                <a:gd name="connsiteX23" fmla="*/ 301625 w 419100"/>
                <a:gd name="connsiteY23" fmla="*/ 235732 h 242082"/>
                <a:gd name="connsiteX24" fmla="*/ 320675 w 419100"/>
                <a:gd name="connsiteY24" fmla="*/ 242082 h 242082"/>
                <a:gd name="connsiteX25" fmla="*/ 374650 w 419100"/>
                <a:gd name="connsiteY25" fmla="*/ 238907 h 242082"/>
                <a:gd name="connsiteX26" fmla="*/ 384175 w 419100"/>
                <a:gd name="connsiteY26" fmla="*/ 235732 h 242082"/>
                <a:gd name="connsiteX27" fmla="*/ 403225 w 419100"/>
                <a:gd name="connsiteY27" fmla="*/ 223032 h 242082"/>
                <a:gd name="connsiteX28" fmla="*/ 415925 w 419100"/>
                <a:gd name="connsiteY28" fmla="*/ 194457 h 242082"/>
                <a:gd name="connsiteX29" fmla="*/ 419100 w 419100"/>
                <a:gd name="connsiteY29" fmla="*/ 184932 h 242082"/>
                <a:gd name="connsiteX30" fmla="*/ 415925 w 419100"/>
                <a:gd name="connsiteY30" fmla="*/ 153182 h 242082"/>
                <a:gd name="connsiteX31" fmla="*/ 409575 w 419100"/>
                <a:gd name="connsiteY31" fmla="*/ 134132 h 242082"/>
                <a:gd name="connsiteX32" fmla="*/ 406400 w 419100"/>
                <a:gd name="connsiteY32" fmla="*/ 124607 h 242082"/>
                <a:gd name="connsiteX33" fmla="*/ 390525 w 419100"/>
                <a:gd name="connsiteY33" fmla="*/ 105557 h 242082"/>
                <a:gd name="connsiteX34" fmla="*/ 381000 w 419100"/>
                <a:gd name="connsiteY34" fmla="*/ 99207 h 242082"/>
                <a:gd name="connsiteX35" fmla="*/ 365125 w 419100"/>
                <a:gd name="connsiteY35" fmla="*/ 83332 h 242082"/>
                <a:gd name="connsiteX36" fmla="*/ 369888 w 419100"/>
                <a:gd name="connsiteY36" fmla="*/ 71426 h 242082"/>
                <a:gd name="connsiteX37" fmla="*/ 346075 w 419100"/>
                <a:gd name="connsiteY37" fmla="*/ 44439 h 242082"/>
                <a:gd name="connsiteX38" fmla="*/ 317500 w 419100"/>
                <a:gd name="connsiteY38" fmla="*/ 7133 h 242082"/>
                <a:gd name="connsiteX39" fmla="*/ 264319 w 419100"/>
                <a:gd name="connsiteY39" fmla="*/ 15070 h 242082"/>
                <a:gd name="connsiteX40" fmla="*/ 215107 w 419100"/>
                <a:gd name="connsiteY40" fmla="*/ 73807 h 242082"/>
                <a:gd name="connsiteX41" fmla="*/ 191294 w 419100"/>
                <a:gd name="connsiteY41" fmla="*/ 76188 h 242082"/>
                <a:gd name="connsiteX42" fmla="*/ 190500 w 419100"/>
                <a:gd name="connsiteY42" fmla="*/ 76982 h 242082"/>
                <a:gd name="connsiteX0" fmla="*/ 190500 w 419100"/>
                <a:gd name="connsiteY0" fmla="*/ 76982 h 242082"/>
                <a:gd name="connsiteX1" fmla="*/ 190500 w 419100"/>
                <a:gd name="connsiteY1" fmla="*/ 76982 h 242082"/>
                <a:gd name="connsiteX2" fmla="*/ 66675 w 419100"/>
                <a:gd name="connsiteY2" fmla="*/ 76982 h 242082"/>
                <a:gd name="connsiteX3" fmla="*/ 28575 w 419100"/>
                <a:gd name="connsiteY3" fmla="*/ 96032 h 242082"/>
                <a:gd name="connsiteX4" fmla="*/ 19050 w 419100"/>
                <a:gd name="connsiteY4" fmla="*/ 102382 h 242082"/>
                <a:gd name="connsiteX5" fmla="*/ 6350 w 419100"/>
                <a:gd name="connsiteY5" fmla="*/ 121432 h 242082"/>
                <a:gd name="connsiteX6" fmla="*/ 0 w 419100"/>
                <a:gd name="connsiteY6" fmla="*/ 140482 h 242082"/>
                <a:gd name="connsiteX7" fmla="*/ 6350 w 419100"/>
                <a:gd name="connsiteY7" fmla="*/ 188107 h 242082"/>
                <a:gd name="connsiteX8" fmla="*/ 12700 w 419100"/>
                <a:gd name="connsiteY8" fmla="*/ 197632 h 242082"/>
                <a:gd name="connsiteX9" fmla="*/ 22225 w 419100"/>
                <a:gd name="connsiteY9" fmla="*/ 203982 h 242082"/>
                <a:gd name="connsiteX10" fmla="*/ 31750 w 419100"/>
                <a:gd name="connsiteY10" fmla="*/ 213507 h 242082"/>
                <a:gd name="connsiteX11" fmla="*/ 50800 w 419100"/>
                <a:gd name="connsiteY11" fmla="*/ 219857 h 242082"/>
                <a:gd name="connsiteX12" fmla="*/ 79375 w 419100"/>
                <a:gd name="connsiteY12" fmla="*/ 229382 h 242082"/>
                <a:gd name="connsiteX13" fmla="*/ 88900 w 419100"/>
                <a:gd name="connsiteY13" fmla="*/ 232557 h 242082"/>
                <a:gd name="connsiteX14" fmla="*/ 98425 w 419100"/>
                <a:gd name="connsiteY14" fmla="*/ 235732 h 242082"/>
                <a:gd name="connsiteX15" fmla="*/ 146050 w 419100"/>
                <a:gd name="connsiteY15" fmla="*/ 229382 h 242082"/>
                <a:gd name="connsiteX16" fmla="*/ 155575 w 419100"/>
                <a:gd name="connsiteY16" fmla="*/ 226207 h 242082"/>
                <a:gd name="connsiteX17" fmla="*/ 168275 w 419100"/>
                <a:gd name="connsiteY17" fmla="*/ 223032 h 242082"/>
                <a:gd name="connsiteX18" fmla="*/ 200025 w 419100"/>
                <a:gd name="connsiteY18" fmla="*/ 213507 h 242082"/>
                <a:gd name="connsiteX19" fmla="*/ 234950 w 419100"/>
                <a:gd name="connsiteY19" fmla="*/ 210332 h 242082"/>
                <a:gd name="connsiteX20" fmla="*/ 273050 w 419100"/>
                <a:gd name="connsiteY20" fmla="*/ 219857 h 242082"/>
                <a:gd name="connsiteX21" fmla="*/ 282575 w 419100"/>
                <a:gd name="connsiteY21" fmla="*/ 226207 h 242082"/>
                <a:gd name="connsiteX22" fmla="*/ 292100 w 419100"/>
                <a:gd name="connsiteY22" fmla="*/ 229382 h 242082"/>
                <a:gd name="connsiteX23" fmla="*/ 301625 w 419100"/>
                <a:gd name="connsiteY23" fmla="*/ 235732 h 242082"/>
                <a:gd name="connsiteX24" fmla="*/ 320675 w 419100"/>
                <a:gd name="connsiteY24" fmla="*/ 242082 h 242082"/>
                <a:gd name="connsiteX25" fmla="*/ 374650 w 419100"/>
                <a:gd name="connsiteY25" fmla="*/ 238907 h 242082"/>
                <a:gd name="connsiteX26" fmla="*/ 384175 w 419100"/>
                <a:gd name="connsiteY26" fmla="*/ 235732 h 242082"/>
                <a:gd name="connsiteX27" fmla="*/ 403225 w 419100"/>
                <a:gd name="connsiteY27" fmla="*/ 223032 h 242082"/>
                <a:gd name="connsiteX28" fmla="*/ 415925 w 419100"/>
                <a:gd name="connsiteY28" fmla="*/ 194457 h 242082"/>
                <a:gd name="connsiteX29" fmla="*/ 419100 w 419100"/>
                <a:gd name="connsiteY29" fmla="*/ 184932 h 242082"/>
                <a:gd name="connsiteX30" fmla="*/ 415925 w 419100"/>
                <a:gd name="connsiteY30" fmla="*/ 153182 h 242082"/>
                <a:gd name="connsiteX31" fmla="*/ 409575 w 419100"/>
                <a:gd name="connsiteY31" fmla="*/ 134132 h 242082"/>
                <a:gd name="connsiteX32" fmla="*/ 406400 w 419100"/>
                <a:gd name="connsiteY32" fmla="*/ 124607 h 242082"/>
                <a:gd name="connsiteX33" fmla="*/ 390525 w 419100"/>
                <a:gd name="connsiteY33" fmla="*/ 105557 h 242082"/>
                <a:gd name="connsiteX34" fmla="*/ 381000 w 419100"/>
                <a:gd name="connsiteY34" fmla="*/ 99207 h 242082"/>
                <a:gd name="connsiteX35" fmla="*/ 369888 w 419100"/>
                <a:gd name="connsiteY35" fmla="*/ 71426 h 242082"/>
                <a:gd name="connsiteX36" fmla="*/ 346075 w 419100"/>
                <a:gd name="connsiteY36" fmla="*/ 44439 h 242082"/>
                <a:gd name="connsiteX37" fmla="*/ 317500 w 419100"/>
                <a:gd name="connsiteY37" fmla="*/ 7133 h 242082"/>
                <a:gd name="connsiteX38" fmla="*/ 264319 w 419100"/>
                <a:gd name="connsiteY38" fmla="*/ 15070 h 242082"/>
                <a:gd name="connsiteX39" fmla="*/ 215107 w 419100"/>
                <a:gd name="connsiteY39" fmla="*/ 73807 h 242082"/>
                <a:gd name="connsiteX40" fmla="*/ 191294 w 419100"/>
                <a:gd name="connsiteY40" fmla="*/ 76188 h 242082"/>
                <a:gd name="connsiteX41" fmla="*/ 190500 w 419100"/>
                <a:gd name="connsiteY41" fmla="*/ 76982 h 242082"/>
                <a:gd name="connsiteX0" fmla="*/ 190500 w 419100"/>
                <a:gd name="connsiteY0" fmla="*/ 71798 h 236898"/>
                <a:gd name="connsiteX1" fmla="*/ 190500 w 419100"/>
                <a:gd name="connsiteY1" fmla="*/ 71798 h 236898"/>
                <a:gd name="connsiteX2" fmla="*/ 66675 w 419100"/>
                <a:gd name="connsiteY2" fmla="*/ 71798 h 236898"/>
                <a:gd name="connsiteX3" fmla="*/ 28575 w 419100"/>
                <a:gd name="connsiteY3" fmla="*/ 90848 h 236898"/>
                <a:gd name="connsiteX4" fmla="*/ 19050 w 419100"/>
                <a:gd name="connsiteY4" fmla="*/ 97198 h 236898"/>
                <a:gd name="connsiteX5" fmla="*/ 6350 w 419100"/>
                <a:gd name="connsiteY5" fmla="*/ 116248 h 236898"/>
                <a:gd name="connsiteX6" fmla="*/ 0 w 419100"/>
                <a:gd name="connsiteY6" fmla="*/ 135298 h 236898"/>
                <a:gd name="connsiteX7" fmla="*/ 6350 w 419100"/>
                <a:gd name="connsiteY7" fmla="*/ 182923 h 236898"/>
                <a:gd name="connsiteX8" fmla="*/ 12700 w 419100"/>
                <a:gd name="connsiteY8" fmla="*/ 192448 h 236898"/>
                <a:gd name="connsiteX9" fmla="*/ 22225 w 419100"/>
                <a:gd name="connsiteY9" fmla="*/ 198798 h 236898"/>
                <a:gd name="connsiteX10" fmla="*/ 31750 w 419100"/>
                <a:gd name="connsiteY10" fmla="*/ 208323 h 236898"/>
                <a:gd name="connsiteX11" fmla="*/ 50800 w 419100"/>
                <a:gd name="connsiteY11" fmla="*/ 214673 h 236898"/>
                <a:gd name="connsiteX12" fmla="*/ 79375 w 419100"/>
                <a:gd name="connsiteY12" fmla="*/ 224198 h 236898"/>
                <a:gd name="connsiteX13" fmla="*/ 88900 w 419100"/>
                <a:gd name="connsiteY13" fmla="*/ 227373 h 236898"/>
                <a:gd name="connsiteX14" fmla="*/ 98425 w 419100"/>
                <a:gd name="connsiteY14" fmla="*/ 230548 h 236898"/>
                <a:gd name="connsiteX15" fmla="*/ 146050 w 419100"/>
                <a:gd name="connsiteY15" fmla="*/ 224198 h 236898"/>
                <a:gd name="connsiteX16" fmla="*/ 155575 w 419100"/>
                <a:gd name="connsiteY16" fmla="*/ 221023 h 236898"/>
                <a:gd name="connsiteX17" fmla="*/ 168275 w 419100"/>
                <a:gd name="connsiteY17" fmla="*/ 217848 h 236898"/>
                <a:gd name="connsiteX18" fmla="*/ 200025 w 419100"/>
                <a:gd name="connsiteY18" fmla="*/ 208323 h 236898"/>
                <a:gd name="connsiteX19" fmla="*/ 234950 w 419100"/>
                <a:gd name="connsiteY19" fmla="*/ 205148 h 236898"/>
                <a:gd name="connsiteX20" fmla="*/ 273050 w 419100"/>
                <a:gd name="connsiteY20" fmla="*/ 214673 h 236898"/>
                <a:gd name="connsiteX21" fmla="*/ 282575 w 419100"/>
                <a:gd name="connsiteY21" fmla="*/ 221023 h 236898"/>
                <a:gd name="connsiteX22" fmla="*/ 292100 w 419100"/>
                <a:gd name="connsiteY22" fmla="*/ 224198 h 236898"/>
                <a:gd name="connsiteX23" fmla="*/ 301625 w 419100"/>
                <a:gd name="connsiteY23" fmla="*/ 230548 h 236898"/>
                <a:gd name="connsiteX24" fmla="*/ 320675 w 419100"/>
                <a:gd name="connsiteY24" fmla="*/ 236898 h 236898"/>
                <a:gd name="connsiteX25" fmla="*/ 374650 w 419100"/>
                <a:gd name="connsiteY25" fmla="*/ 233723 h 236898"/>
                <a:gd name="connsiteX26" fmla="*/ 384175 w 419100"/>
                <a:gd name="connsiteY26" fmla="*/ 230548 h 236898"/>
                <a:gd name="connsiteX27" fmla="*/ 403225 w 419100"/>
                <a:gd name="connsiteY27" fmla="*/ 217848 h 236898"/>
                <a:gd name="connsiteX28" fmla="*/ 415925 w 419100"/>
                <a:gd name="connsiteY28" fmla="*/ 189273 h 236898"/>
                <a:gd name="connsiteX29" fmla="*/ 419100 w 419100"/>
                <a:gd name="connsiteY29" fmla="*/ 179748 h 236898"/>
                <a:gd name="connsiteX30" fmla="*/ 415925 w 419100"/>
                <a:gd name="connsiteY30" fmla="*/ 147998 h 236898"/>
                <a:gd name="connsiteX31" fmla="*/ 409575 w 419100"/>
                <a:gd name="connsiteY31" fmla="*/ 128948 h 236898"/>
                <a:gd name="connsiteX32" fmla="*/ 406400 w 419100"/>
                <a:gd name="connsiteY32" fmla="*/ 119423 h 236898"/>
                <a:gd name="connsiteX33" fmla="*/ 390525 w 419100"/>
                <a:gd name="connsiteY33" fmla="*/ 100373 h 236898"/>
                <a:gd name="connsiteX34" fmla="*/ 381000 w 419100"/>
                <a:gd name="connsiteY34" fmla="*/ 94023 h 236898"/>
                <a:gd name="connsiteX35" fmla="*/ 369888 w 419100"/>
                <a:gd name="connsiteY35" fmla="*/ 66242 h 236898"/>
                <a:gd name="connsiteX36" fmla="*/ 346075 w 419100"/>
                <a:gd name="connsiteY36" fmla="*/ 39255 h 236898"/>
                <a:gd name="connsiteX37" fmla="*/ 336550 w 419100"/>
                <a:gd name="connsiteY37" fmla="*/ 18617 h 236898"/>
                <a:gd name="connsiteX38" fmla="*/ 264319 w 419100"/>
                <a:gd name="connsiteY38" fmla="*/ 9886 h 236898"/>
                <a:gd name="connsiteX39" fmla="*/ 215107 w 419100"/>
                <a:gd name="connsiteY39" fmla="*/ 68623 h 236898"/>
                <a:gd name="connsiteX40" fmla="*/ 191294 w 419100"/>
                <a:gd name="connsiteY40" fmla="*/ 71004 h 236898"/>
                <a:gd name="connsiteX41" fmla="*/ 190500 w 419100"/>
                <a:gd name="connsiteY41" fmla="*/ 71798 h 236898"/>
                <a:gd name="connsiteX0" fmla="*/ 190500 w 419100"/>
                <a:gd name="connsiteY0" fmla="*/ 72678 h 237778"/>
                <a:gd name="connsiteX1" fmla="*/ 190500 w 419100"/>
                <a:gd name="connsiteY1" fmla="*/ 72678 h 237778"/>
                <a:gd name="connsiteX2" fmla="*/ 66675 w 419100"/>
                <a:gd name="connsiteY2" fmla="*/ 72678 h 237778"/>
                <a:gd name="connsiteX3" fmla="*/ 28575 w 419100"/>
                <a:gd name="connsiteY3" fmla="*/ 91728 h 237778"/>
                <a:gd name="connsiteX4" fmla="*/ 19050 w 419100"/>
                <a:gd name="connsiteY4" fmla="*/ 98078 h 237778"/>
                <a:gd name="connsiteX5" fmla="*/ 6350 w 419100"/>
                <a:gd name="connsiteY5" fmla="*/ 117128 h 237778"/>
                <a:gd name="connsiteX6" fmla="*/ 0 w 419100"/>
                <a:gd name="connsiteY6" fmla="*/ 136178 h 237778"/>
                <a:gd name="connsiteX7" fmla="*/ 6350 w 419100"/>
                <a:gd name="connsiteY7" fmla="*/ 183803 h 237778"/>
                <a:gd name="connsiteX8" fmla="*/ 12700 w 419100"/>
                <a:gd name="connsiteY8" fmla="*/ 193328 h 237778"/>
                <a:gd name="connsiteX9" fmla="*/ 22225 w 419100"/>
                <a:gd name="connsiteY9" fmla="*/ 199678 h 237778"/>
                <a:gd name="connsiteX10" fmla="*/ 31750 w 419100"/>
                <a:gd name="connsiteY10" fmla="*/ 209203 h 237778"/>
                <a:gd name="connsiteX11" fmla="*/ 50800 w 419100"/>
                <a:gd name="connsiteY11" fmla="*/ 215553 h 237778"/>
                <a:gd name="connsiteX12" fmla="*/ 79375 w 419100"/>
                <a:gd name="connsiteY12" fmla="*/ 225078 h 237778"/>
                <a:gd name="connsiteX13" fmla="*/ 88900 w 419100"/>
                <a:gd name="connsiteY13" fmla="*/ 228253 h 237778"/>
                <a:gd name="connsiteX14" fmla="*/ 98425 w 419100"/>
                <a:gd name="connsiteY14" fmla="*/ 231428 h 237778"/>
                <a:gd name="connsiteX15" fmla="*/ 146050 w 419100"/>
                <a:gd name="connsiteY15" fmla="*/ 225078 h 237778"/>
                <a:gd name="connsiteX16" fmla="*/ 155575 w 419100"/>
                <a:gd name="connsiteY16" fmla="*/ 221903 h 237778"/>
                <a:gd name="connsiteX17" fmla="*/ 168275 w 419100"/>
                <a:gd name="connsiteY17" fmla="*/ 218728 h 237778"/>
                <a:gd name="connsiteX18" fmla="*/ 200025 w 419100"/>
                <a:gd name="connsiteY18" fmla="*/ 209203 h 237778"/>
                <a:gd name="connsiteX19" fmla="*/ 234950 w 419100"/>
                <a:gd name="connsiteY19" fmla="*/ 206028 h 237778"/>
                <a:gd name="connsiteX20" fmla="*/ 273050 w 419100"/>
                <a:gd name="connsiteY20" fmla="*/ 215553 h 237778"/>
                <a:gd name="connsiteX21" fmla="*/ 282575 w 419100"/>
                <a:gd name="connsiteY21" fmla="*/ 221903 h 237778"/>
                <a:gd name="connsiteX22" fmla="*/ 292100 w 419100"/>
                <a:gd name="connsiteY22" fmla="*/ 225078 h 237778"/>
                <a:gd name="connsiteX23" fmla="*/ 301625 w 419100"/>
                <a:gd name="connsiteY23" fmla="*/ 231428 h 237778"/>
                <a:gd name="connsiteX24" fmla="*/ 320675 w 419100"/>
                <a:gd name="connsiteY24" fmla="*/ 237778 h 237778"/>
                <a:gd name="connsiteX25" fmla="*/ 374650 w 419100"/>
                <a:gd name="connsiteY25" fmla="*/ 234603 h 237778"/>
                <a:gd name="connsiteX26" fmla="*/ 384175 w 419100"/>
                <a:gd name="connsiteY26" fmla="*/ 231428 h 237778"/>
                <a:gd name="connsiteX27" fmla="*/ 403225 w 419100"/>
                <a:gd name="connsiteY27" fmla="*/ 218728 h 237778"/>
                <a:gd name="connsiteX28" fmla="*/ 415925 w 419100"/>
                <a:gd name="connsiteY28" fmla="*/ 190153 h 237778"/>
                <a:gd name="connsiteX29" fmla="*/ 419100 w 419100"/>
                <a:gd name="connsiteY29" fmla="*/ 180628 h 237778"/>
                <a:gd name="connsiteX30" fmla="*/ 415925 w 419100"/>
                <a:gd name="connsiteY30" fmla="*/ 148878 h 237778"/>
                <a:gd name="connsiteX31" fmla="*/ 409575 w 419100"/>
                <a:gd name="connsiteY31" fmla="*/ 129828 h 237778"/>
                <a:gd name="connsiteX32" fmla="*/ 406400 w 419100"/>
                <a:gd name="connsiteY32" fmla="*/ 120303 h 237778"/>
                <a:gd name="connsiteX33" fmla="*/ 390525 w 419100"/>
                <a:gd name="connsiteY33" fmla="*/ 101253 h 237778"/>
                <a:gd name="connsiteX34" fmla="*/ 381000 w 419100"/>
                <a:gd name="connsiteY34" fmla="*/ 94903 h 237778"/>
                <a:gd name="connsiteX35" fmla="*/ 369888 w 419100"/>
                <a:gd name="connsiteY35" fmla="*/ 67122 h 237778"/>
                <a:gd name="connsiteX36" fmla="*/ 336550 w 419100"/>
                <a:gd name="connsiteY36" fmla="*/ 19497 h 237778"/>
                <a:gd name="connsiteX37" fmla="*/ 264319 w 419100"/>
                <a:gd name="connsiteY37" fmla="*/ 10766 h 237778"/>
                <a:gd name="connsiteX38" fmla="*/ 215107 w 419100"/>
                <a:gd name="connsiteY38" fmla="*/ 69503 h 237778"/>
                <a:gd name="connsiteX39" fmla="*/ 191294 w 419100"/>
                <a:gd name="connsiteY39" fmla="*/ 71884 h 237778"/>
                <a:gd name="connsiteX40" fmla="*/ 190500 w 419100"/>
                <a:gd name="connsiteY40" fmla="*/ 72678 h 237778"/>
                <a:gd name="connsiteX0" fmla="*/ 190500 w 419100"/>
                <a:gd name="connsiteY0" fmla="*/ 72678 h 237778"/>
                <a:gd name="connsiteX1" fmla="*/ 190500 w 419100"/>
                <a:gd name="connsiteY1" fmla="*/ 72678 h 237778"/>
                <a:gd name="connsiteX2" fmla="*/ 66675 w 419100"/>
                <a:gd name="connsiteY2" fmla="*/ 72678 h 237778"/>
                <a:gd name="connsiteX3" fmla="*/ 28575 w 419100"/>
                <a:gd name="connsiteY3" fmla="*/ 91728 h 237778"/>
                <a:gd name="connsiteX4" fmla="*/ 19050 w 419100"/>
                <a:gd name="connsiteY4" fmla="*/ 98078 h 237778"/>
                <a:gd name="connsiteX5" fmla="*/ 6350 w 419100"/>
                <a:gd name="connsiteY5" fmla="*/ 117128 h 237778"/>
                <a:gd name="connsiteX6" fmla="*/ 0 w 419100"/>
                <a:gd name="connsiteY6" fmla="*/ 136178 h 237778"/>
                <a:gd name="connsiteX7" fmla="*/ 6350 w 419100"/>
                <a:gd name="connsiteY7" fmla="*/ 183803 h 237778"/>
                <a:gd name="connsiteX8" fmla="*/ 12700 w 419100"/>
                <a:gd name="connsiteY8" fmla="*/ 193328 h 237778"/>
                <a:gd name="connsiteX9" fmla="*/ 22225 w 419100"/>
                <a:gd name="connsiteY9" fmla="*/ 199678 h 237778"/>
                <a:gd name="connsiteX10" fmla="*/ 31750 w 419100"/>
                <a:gd name="connsiteY10" fmla="*/ 209203 h 237778"/>
                <a:gd name="connsiteX11" fmla="*/ 50800 w 419100"/>
                <a:gd name="connsiteY11" fmla="*/ 215553 h 237778"/>
                <a:gd name="connsiteX12" fmla="*/ 79375 w 419100"/>
                <a:gd name="connsiteY12" fmla="*/ 225078 h 237778"/>
                <a:gd name="connsiteX13" fmla="*/ 88900 w 419100"/>
                <a:gd name="connsiteY13" fmla="*/ 228253 h 237778"/>
                <a:gd name="connsiteX14" fmla="*/ 98425 w 419100"/>
                <a:gd name="connsiteY14" fmla="*/ 231428 h 237778"/>
                <a:gd name="connsiteX15" fmla="*/ 146050 w 419100"/>
                <a:gd name="connsiteY15" fmla="*/ 225078 h 237778"/>
                <a:gd name="connsiteX16" fmla="*/ 155575 w 419100"/>
                <a:gd name="connsiteY16" fmla="*/ 221903 h 237778"/>
                <a:gd name="connsiteX17" fmla="*/ 168275 w 419100"/>
                <a:gd name="connsiteY17" fmla="*/ 218728 h 237778"/>
                <a:gd name="connsiteX18" fmla="*/ 200025 w 419100"/>
                <a:gd name="connsiteY18" fmla="*/ 209203 h 237778"/>
                <a:gd name="connsiteX19" fmla="*/ 234950 w 419100"/>
                <a:gd name="connsiteY19" fmla="*/ 206028 h 237778"/>
                <a:gd name="connsiteX20" fmla="*/ 273050 w 419100"/>
                <a:gd name="connsiteY20" fmla="*/ 215553 h 237778"/>
                <a:gd name="connsiteX21" fmla="*/ 282575 w 419100"/>
                <a:gd name="connsiteY21" fmla="*/ 221903 h 237778"/>
                <a:gd name="connsiteX22" fmla="*/ 292100 w 419100"/>
                <a:gd name="connsiteY22" fmla="*/ 225078 h 237778"/>
                <a:gd name="connsiteX23" fmla="*/ 301625 w 419100"/>
                <a:gd name="connsiteY23" fmla="*/ 231428 h 237778"/>
                <a:gd name="connsiteX24" fmla="*/ 320675 w 419100"/>
                <a:gd name="connsiteY24" fmla="*/ 237778 h 237778"/>
                <a:gd name="connsiteX25" fmla="*/ 374650 w 419100"/>
                <a:gd name="connsiteY25" fmla="*/ 234603 h 237778"/>
                <a:gd name="connsiteX26" fmla="*/ 384175 w 419100"/>
                <a:gd name="connsiteY26" fmla="*/ 231428 h 237778"/>
                <a:gd name="connsiteX27" fmla="*/ 403225 w 419100"/>
                <a:gd name="connsiteY27" fmla="*/ 218728 h 237778"/>
                <a:gd name="connsiteX28" fmla="*/ 415925 w 419100"/>
                <a:gd name="connsiteY28" fmla="*/ 190153 h 237778"/>
                <a:gd name="connsiteX29" fmla="*/ 419100 w 419100"/>
                <a:gd name="connsiteY29" fmla="*/ 180628 h 237778"/>
                <a:gd name="connsiteX30" fmla="*/ 415925 w 419100"/>
                <a:gd name="connsiteY30" fmla="*/ 148878 h 237778"/>
                <a:gd name="connsiteX31" fmla="*/ 409575 w 419100"/>
                <a:gd name="connsiteY31" fmla="*/ 129828 h 237778"/>
                <a:gd name="connsiteX32" fmla="*/ 406400 w 419100"/>
                <a:gd name="connsiteY32" fmla="*/ 120303 h 237778"/>
                <a:gd name="connsiteX33" fmla="*/ 390525 w 419100"/>
                <a:gd name="connsiteY33" fmla="*/ 101253 h 237778"/>
                <a:gd name="connsiteX34" fmla="*/ 369888 w 419100"/>
                <a:gd name="connsiteY34" fmla="*/ 67122 h 237778"/>
                <a:gd name="connsiteX35" fmla="*/ 336550 w 419100"/>
                <a:gd name="connsiteY35" fmla="*/ 19497 h 237778"/>
                <a:gd name="connsiteX36" fmla="*/ 264319 w 419100"/>
                <a:gd name="connsiteY36" fmla="*/ 10766 h 237778"/>
                <a:gd name="connsiteX37" fmla="*/ 215107 w 419100"/>
                <a:gd name="connsiteY37" fmla="*/ 69503 h 237778"/>
                <a:gd name="connsiteX38" fmla="*/ 191294 w 419100"/>
                <a:gd name="connsiteY38" fmla="*/ 71884 h 237778"/>
                <a:gd name="connsiteX39" fmla="*/ 190500 w 419100"/>
                <a:gd name="connsiteY39" fmla="*/ 72678 h 23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19100" h="237778">
                  <a:moveTo>
                    <a:pt x="190500" y="72678"/>
                  </a:moveTo>
                  <a:lnTo>
                    <a:pt x="190500" y="72678"/>
                  </a:lnTo>
                  <a:cubicBezTo>
                    <a:pt x="144829" y="70692"/>
                    <a:pt x="110941" y="66642"/>
                    <a:pt x="66675" y="72678"/>
                  </a:cubicBezTo>
                  <a:cubicBezTo>
                    <a:pt x="50150" y="74931"/>
                    <a:pt x="42061" y="82738"/>
                    <a:pt x="28575" y="91728"/>
                  </a:cubicBezTo>
                  <a:lnTo>
                    <a:pt x="19050" y="98078"/>
                  </a:lnTo>
                  <a:cubicBezTo>
                    <a:pt x="14817" y="104428"/>
                    <a:pt x="8763" y="109888"/>
                    <a:pt x="6350" y="117128"/>
                  </a:cubicBezTo>
                  <a:lnTo>
                    <a:pt x="0" y="136178"/>
                  </a:lnTo>
                  <a:cubicBezTo>
                    <a:pt x="709" y="144690"/>
                    <a:pt x="-135" y="170834"/>
                    <a:pt x="6350" y="183803"/>
                  </a:cubicBezTo>
                  <a:cubicBezTo>
                    <a:pt x="8057" y="187216"/>
                    <a:pt x="10002" y="190630"/>
                    <a:pt x="12700" y="193328"/>
                  </a:cubicBezTo>
                  <a:cubicBezTo>
                    <a:pt x="15398" y="196026"/>
                    <a:pt x="19294" y="197235"/>
                    <a:pt x="22225" y="199678"/>
                  </a:cubicBezTo>
                  <a:cubicBezTo>
                    <a:pt x="25674" y="202553"/>
                    <a:pt x="27825" y="207022"/>
                    <a:pt x="31750" y="209203"/>
                  </a:cubicBezTo>
                  <a:cubicBezTo>
                    <a:pt x="37601" y="212454"/>
                    <a:pt x="44450" y="213436"/>
                    <a:pt x="50800" y="215553"/>
                  </a:cubicBezTo>
                  <a:lnTo>
                    <a:pt x="79375" y="225078"/>
                  </a:lnTo>
                  <a:lnTo>
                    <a:pt x="88900" y="228253"/>
                  </a:lnTo>
                  <a:lnTo>
                    <a:pt x="98425" y="231428"/>
                  </a:lnTo>
                  <a:cubicBezTo>
                    <a:pt x="118263" y="229444"/>
                    <a:pt x="128514" y="229462"/>
                    <a:pt x="146050" y="225078"/>
                  </a:cubicBezTo>
                  <a:cubicBezTo>
                    <a:pt x="149297" y="224266"/>
                    <a:pt x="152357" y="222822"/>
                    <a:pt x="155575" y="221903"/>
                  </a:cubicBezTo>
                  <a:cubicBezTo>
                    <a:pt x="159771" y="220704"/>
                    <a:pt x="164095" y="219982"/>
                    <a:pt x="168275" y="218728"/>
                  </a:cubicBezTo>
                  <a:cubicBezTo>
                    <a:pt x="175493" y="216562"/>
                    <a:pt x="191243" y="210374"/>
                    <a:pt x="200025" y="209203"/>
                  </a:cubicBezTo>
                  <a:cubicBezTo>
                    <a:pt x="211612" y="207658"/>
                    <a:pt x="223308" y="207086"/>
                    <a:pt x="234950" y="206028"/>
                  </a:cubicBezTo>
                  <a:cubicBezTo>
                    <a:pt x="244472" y="207615"/>
                    <a:pt x="264664" y="209963"/>
                    <a:pt x="273050" y="215553"/>
                  </a:cubicBezTo>
                  <a:cubicBezTo>
                    <a:pt x="276225" y="217670"/>
                    <a:pt x="279162" y="220196"/>
                    <a:pt x="282575" y="221903"/>
                  </a:cubicBezTo>
                  <a:cubicBezTo>
                    <a:pt x="285568" y="223400"/>
                    <a:pt x="289107" y="223581"/>
                    <a:pt x="292100" y="225078"/>
                  </a:cubicBezTo>
                  <a:cubicBezTo>
                    <a:pt x="295513" y="226785"/>
                    <a:pt x="298138" y="229878"/>
                    <a:pt x="301625" y="231428"/>
                  </a:cubicBezTo>
                  <a:cubicBezTo>
                    <a:pt x="307742" y="234146"/>
                    <a:pt x="320675" y="237778"/>
                    <a:pt x="320675" y="237778"/>
                  </a:cubicBezTo>
                  <a:cubicBezTo>
                    <a:pt x="338667" y="236720"/>
                    <a:pt x="356717" y="236396"/>
                    <a:pt x="374650" y="234603"/>
                  </a:cubicBezTo>
                  <a:cubicBezTo>
                    <a:pt x="377980" y="234270"/>
                    <a:pt x="381249" y="233053"/>
                    <a:pt x="384175" y="231428"/>
                  </a:cubicBezTo>
                  <a:cubicBezTo>
                    <a:pt x="390846" y="227722"/>
                    <a:pt x="403225" y="218728"/>
                    <a:pt x="403225" y="218728"/>
                  </a:cubicBezTo>
                  <a:cubicBezTo>
                    <a:pt x="413288" y="203634"/>
                    <a:pt x="408368" y="212823"/>
                    <a:pt x="415925" y="190153"/>
                  </a:cubicBezTo>
                  <a:lnTo>
                    <a:pt x="419100" y="180628"/>
                  </a:lnTo>
                  <a:cubicBezTo>
                    <a:pt x="418042" y="170045"/>
                    <a:pt x="417885" y="159332"/>
                    <a:pt x="415925" y="148878"/>
                  </a:cubicBezTo>
                  <a:cubicBezTo>
                    <a:pt x="414691" y="142299"/>
                    <a:pt x="411692" y="136178"/>
                    <a:pt x="409575" y="129828"/>
                  </a:cubicBezTo>
                  <a:cubicBezTo>
                    <a:pt x="408517" y="126653"/>
                    <a:pt x="408256" y="123088"/>
                    <a:pt x="406400" y="120303"/>
                  </a:cubicBezTo>
                  <a:cubicBezTo>
                    <a:pt x="400156" y="110937"/>
                    <a:pt x="396610" y="110117"/>
                    <a:pt x="390525" y="101253"/>
                  </a:cubicBezTo>
                  <a:cubicBezTo>
                    <a:pt x="384440" y="92390"/>
                    <a:pt x="378884" y="80748"/>
                    <a:pt x="369888" y="67122"/>
                  </a:cubicBezTo>
                  <a:cubicBezTo>
                    <a:pt x="360892" y="53496"/>
                    <a:pt x="354145" y="28890"/>
                    <a:pt x="336550" y="19497"/>
                  </a:cubicBezTo>
                  <a:cubicBezTo>
                    <a:pt x="318955" y="10104"/>
                    <a:pt x="294554" y="-13822"/>
                    <a:pt x="264319" y="10766"/>
                  </a:cubicBezTo>
                  <a:cubicBezTo>
                    <a:pt x="246063" y="23466"/>
                    <a:pt x="227278" y="59317"/>
                    <a:pt x="215107" y="69503"/>
                  </a:cubicBezTo>
                  <a:cubicBezTo>
                    <a:pt x="202936" y="79689"/>
                    <a:pt x="199231" y="71884"/>
                    <a:pt x="191294" y="71884"/>
                  </a:cubicBezTo>
                  <a:cubicBezTo>
                    <a:pt x="188027" y="71158"/>
                    <a:pt x="190632" y="72546"/>
                    <a:pt x="190500" y="72678"/>
                  </a:cubicBezTo>
                  <a:close/>
                </a:path>
              </a:pathLst>
            </a:cu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ZA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DBCB36C-BA9E-4E26-B4B2-AE2D47E72851}"/>
                </a:ext>
              </a:extLst>
            </p:cNvPr>
            <p:cNvSpPr/>
            <p:nvPr/>
          </p:nvSpPr>
          <p:spPr>
            <a:xfrm rot="19500657">
              <a:off x="5123809" y="2876497"/>
              <a:ext cx="98241" cy="69142"/>
            </a:xfrm>
            <a:prstGeom prst="ellipse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ZA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DD651E8-515B-48BD-90B5-F92ECA8C38F0}"/>
                </a:ext>
              </a:extLst>
            </p:cNvPr>
            <p:cNvSpPr/>
            <p:nvPr/>
          </p:nvSpPr>
          <p:spPr>
            <a:xfrm rot="20165702">
              <a:off x="5186280" y="2978364"/>
              <a:ext cx="60960" cy="36000"/>
            </a:xfrm>
            <a:prstGeom prst="ellipse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ZA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EF3FC87-F0A9-4349-8776-FE14AAF82A6D}"/>
                </a:ext>
              </a:extLst>
            </p:cNvPr>
            <p:cNvSpPr/>
            <p:nvPr/>
          </p:nvSpPr>
          <p:spPr>
            <a:xfrm>
              <a:off x="5215905" y="3039280"/>
              <a:ext cx="60960" cy="36000"/>
            </a:xfrm>
            <a:prstGeom prst="ellipse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ZA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48EE47F-0F6F-4A7E-95DB-36A14DDB51B3}"/>
                </a:ext>
              </a:extLst>
            </p:cNvPr>
            <p:cNvSpPr/>
            <p:nvPr/>
          </p:nvSpPr>
          <p:spPr>
            <a:xfrm>
              <a:off x="5202515" y="3111396"/>
              <a:ext cx="60960" cy="36000"/>
            </a:xfrm>
            <a:prstGeom prst="ellipse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ZA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67C455B-535E-4775-B40E-8592C235CB4F}"/>
                </a:ext>
              </a:extLst>
            </p:cNvPr>
            <p:cNvSpPr/>
            <p:nvPr/>
          </p:nvSpPr>
          <p:spPr>
            <a:xfrm rot="7200000">
              <a:off x="5176717" y="3165299"/>
              <a:ext cx="36000" cy="54000"/>
            </a:xfrm>
            <a:prstGeom prst="ellipse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ZA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OPT\Artwork\OPT_lit_68.tif">
            <a:extLst>
              <a:ext uri="{FF2B5EF4-FFF2-40B4-BE49-F238E27FC236}">
                <a16:creationId xmlns:a16="http://schemas.microsoft.com/office/drawing/2014/main" id="{DC4607B4-83CB-4288-A757-1A4572339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823" y="2505622"/>
            <a:ext cx="6456380" cy="368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3D1E2A1-B4E2-4224-9390-C38217AB4BE3}"/>
              </a:ext>
            </a:extLst>
          </p:cNvPr>
          <p:cNvSpPr/>
          <p:nvPr/>
        </p:nvSpPr>
        <p:spPr>
          <a:xfrm>
            <a:off x="1225550" y="1203325"/>
            <a:ext cx="6692900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2800" b="1" kern="0" spc="50">
                <a:latin typeface="Arial" pitchFamily="34" charset="0"/>
                <a:ea typeface="+mj-ea"/>
              </a:rPr>
              <a:t>Diagram of short story plot structure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8100C67-3460-4A0F-A80D-0C8C301DB145}"/>
              </a:ext>
            </a:extLst>
          </p:cNvPr>
          <p:cNvSpPr txBox="1">
            <a:spLocks/>
          </p:cNvSpPr>
          <p:nvPr/>
        </p:nvSpPr>
        <p:spPr>
          <a:xfrm>
            <a:off x="457200" y="1768475"/>
            <a:ext cx="8229600" cy="368458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ZA" sz="2200">
                <a:latin typeface="Arial" pitchFamily="34" charset="0"/>
                <a:cs typeface="Arial" pitchFamily="34" charset="0"/>
              </a:rPr>
              <a:t>Typically, a short story plot follows this pattern:</a:t>
            </a:r>
          </a:p>
          <a:p>
            <a:pPr fontAlgn="auto">
              <a:spcAft>
                <a:spcPts val="0"/>
              </a:spcAft>
              <a:defRPr/>
            </a:pPr>
            <a:endParaRPr lang="en-ZA" sz="220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378BFA9-4C08-4893-9994-06199A11733F}"/>
              </a:ext>
            </a:extLst>
          </p:cNvPr>
          <p:cNvSpPr/>
          <p:nvPr/>
        </p:nvSpPr>
        <p:spPr>
          <a:xfrm>
            <a:off x="92075" y="5629275"/>
            <a:ext cx="2190750" cy="790575"/>
          </a:xfrm>
          <a:prstGeom prst="roundRect">
            <a:avLst/>
          </a:prstGeom>
          <a:solidFill>
            <a:schemeClr val="bg1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Exposition</a:t>
            </a:r>
            <a:r>
              <a:rPr lang="en-ZA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The scene is set </a:t>
            </a:r>
            <a:r>
              <a:rPr lang="en-ZA" sz="14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and the characters </a:t>
            </a:r>
            <a:r>
              <a:rPr lang="en-ZA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are introduced.</a:t>
            </a:r>
            <a:endParaRPr lang="en-GB" sz="1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4367845-5751-436D-814C-2B22F245A26D}"/>
              </a:ext>
            </a:extLst>
          </p:cNvPr>
          <p:cNvSpPr/>
          <p:nvPr/>
        </p:nvSpPr>
        <p:spPr>
          <a:xfrm>
            <a:off x="92075" y="3455988"/>
            <a:ext cx="2190750" cy="1390650"/>
          </a:xfrm>
          <a:prstGeom prst="roundRect">
            <a:avLst/>
          </a:prstGeom>
          <a:solidFill>
            <a:schemeClr val="bg1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Complication</a:t>
            </a:r>
            <a:r>
              <a:rPr lang="en-ZA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An initial incident or conflict is introduced and we wonder what will happen or how the situation </a:t>
            </a:r>
            <a:r>
              <a:rPr lang="en-ZA" sz="14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will be resolved</a:t>
            </a:r>
            <a:r>
              <a:rPr lang="en-ZA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GB" sz="1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FC72BE7-3DA7-4716-B5D7-DCB3279A8F61}"/>
              </a:ext>
            </a:extLst>
          </p:cNvPr>
          <p:cNvSpPr/>
          <p:nvPr/>
        </p:nvSpPr>
        <p:spPr>
          <a:xfrm>
            <a:off x="1187450" y="2560638"/>
            <a:ext cx="2663825" cy="796925"/>
          </a:xfrm>
          <a:prstGeom prst="roundRect">
            <a:avLst/>
          </a:prstGeom>
          <a:solidFill>
            <a:schemeClr val="bg1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Rising action</a:t>
            </a:r>
            <a:r>
              <a:rPr lang="en-ZA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Tension increases as the initial incident or conflict gets worse.</a:t>
            </a:r>
            <a:endParaRPr lang="en-GB" sz="1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56CA42C-2CFF-4746-9EA1-B301DF964E0D}"/>
              </a:ext>
            </a:extLst>
          </p:cNvPr>
          <p:cNvSpPr/>
          <p:nvPr/>
        </p:nvSpPr>
        <p:spPr>
          <a:xfrm>
            <a:off x="5881688" y="2187575"/>
            <a:ext cx="3206750" cy="811213"/>
          </a:xfrm>
          <a:prstGeom prst="roundRect">
            <a:avLst/>
          </a:prstGeom>
          <a:solidFill>
            <a:schemeClr val="bg1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Climax</a:t>
            </a:r>
            <a:r>
              <a:rPr lang="en-ZA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This is the moment of greatest tension when the most important event of the story occurs.</a:t>
            </a:r>
            <a:endParaRPr lang="en-GB" sz="1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9D698E1-FFF2-4EEF-AA6A-4A2C9F4354BD}"/>
              </a:ext>
            </a:extLst>
          </p:cNvPr>
          <p:cNvSpPr/>
          <p:nvPr/>
        </p:nvSpPr>
        <p:spPr>
          <a:xfrm>
            <a:off x="7091363" y="3357563"/>
            <a:ext cx="1655762" cy="1574800"/>
          </a:xfrm>
          <a:prstGeom prst="roundRect">
            <a:avLst/>
          </a:prstGeom>
          <a:solidFill>
            <a:schemeClr val="bg1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Denouement</a:t>
            </a:r>
            <a:r>
              <a:rPr lang="en-ZA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(or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falling action):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The tension decreases as issues are resolved or explained.</a:t>
            </a:r>
            <a:endParaRPr lang="en-GB" sz="1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F17B5CB-63D8-419E-955E-47A19C371175}"/>
              </a:ext>
            </a:extLst>
          </p:cNvPr>
          <p:cNvSpPr/>
          <p:nvPr/>
        </p:nvSpPr>
        <p:spPr>
          <a:xfrm>
            <a:off x="4414838" y="5870575"/>
            <a:ext cx="4673600" cy="774700"/>
          </a:xfrm>
          <a:prstGeom prst="roundRect">
            <a:avLst/>
          </a:prstGeom>
          <a:solidFill>
            <a:schemeClr val="bg1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Resolution</a:t>
            </a:r>
            <a:r>
              <a:rPr lang="en-ZA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The reader gains understanding of the central conflict and its outcome. Often the character(s) learns something new or finds new ways to carry on.</a:t>
            </a:r>
            <a:endParaRPr lang="en-GB" sz="1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7">
            <a:extLst>
              <a:ext uri="{FF2B5EF4-FFF2-40B4-BE49-F238E27FC236}">
                <a16:creationId xmlns:a16="http://schemas.microsoft.com/office/drawing/2014/main" id="{757EB8E5-F45B-4A37-829A-39BE0DDAE4F4}"/>
              </a:ext>
            </a:extLst>
          </p:cNvPr>
          <p:cNvSpPr txBox="1">
            <a:spLocks/>
          </p:cNvSpPr>
          <p:nvPr/>
        </p:nvSpPr>
        <p:spPr bwMode="auto">
          <a:xfrm>
            <a:off x="457200" y="6126163"/>
            <a:ext cx="82296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2B77E0-B87C-425C-80D6-1AC9811F2B40}"/>
              </a:ext>
            </a:extLst>
          </p:cNvPr>
          <p:cNvSpPr/>
          <p:nvPr/>
        </p:nvSpPr>
        <p:spPr>
          <a:xfrm>
            <a:off x="4479925" y="1768475"/>
            <a:ext cx="18415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2400" kern="0" dirty="0">
              <a:latin typeface="Arial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E2DAE8-9454-4ECD-9DE5-2DAAB4C45426}"/>
              </a:ext>
            </a:extLst>
          </p:cNvPr>
          <p:cNvSpPr/>
          <p:nvPr/>
        </p:nvSpPr>
        <p:spPr>
          <a:xfrm>
            <a:off x="344488" y="1203325"/>
            <a:ext cx="8455025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2800" b="1" kern="0" spc="50" dirty="0">
                <a:latin typeface="Arial" pitchFamily="34" charset="0"/>
                <a:ea typeface="+mj-ea"/>
              </a:rPr>
              <a:t>Short stories have a narrator and point of view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D437CF6-FEBF-422A-98E4-596071609B62}"/>
              </a:ext>
            </a:extLst>
          </p:cNvPr>
          <p:cNvSpPr txBox="1">
            <a:spLocks/>
          </p:cNvSpPr>
          <p:nvPr/>
        </p:nvSpPr>
        <p:spPr bwMode="auto">
          <a:xfrm>
            <a:off x="457200" y="1768475"/>
            <a:ext cx="8229600" cy="368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ZA" altLang="en-US" sz="2200">
                <a:latin typeface="Arial" panose="020B0604020202020204" pitchFamily="34" charset="0"/>
              </a:rPr>
              <a:t>Ask </a:t>
            </a:r>
            <a:r>
              <a:rPr lang="en-ZA" altLang="en-US" sz="2200" b="1">
                <a:latin typeface="Arial" panose="020B0604020202020204" pitchFamily="34" charset="0"/>
              </a:rPr>
              <a:t>who</a:t>
            </a:r>
            <a:r>
              <a:rPr lang="en-ZA" altLang="en-US" sz="2200">
                <a:latin typeface="Arial" panose="020B0604020202020204" pitchFamily="34" charset="0"/>
              </a:rPr>
              <a:t> is telling the story? This identifies the narrator or narrative voice. (The narrator may be a character in the story or someone outside the story whom we cannot identify or name.)</a:t>
            </a:r>
          </a:p>
          <a:p>
            <a:pPr>
              <a:spcBef>
                <a:spcPct val="0"/>
              </a:spcBef>
            </a:pPr>
            <a:endParaRPr lang="en-ZA" altLang="en-US" sz="22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</a:pPr>
            <a:r>
              <a:rPr lang="en-ZA" altLang="en-US" sz="2200">
                <a:latin typeface="Arial" panose="020B0604020202020204" pitchFamily="34" charset="0"/>
              </a:rPr>
              <a:t>Ask what is the </a:t>
            </a:r>
            <a:r>
              <a:rPr lang="en-ZA" altLang="en-US" sz="2200" b="1">
                <a:latin typeface="Arial" panose="020B0604020202020204" pitchFamily="34" charset="0"/>
              </a:rPr>
              <a:t>narrator’s attitude </a:t>
            </a:r>
            <a:r>
              <a:rPr lang="en-ZA" altLang="en-US" sz="2200">
                <a:latin typeface="Arial" panose="020B0604020202020204" pitchFamily="34" charset="0"/>
              </a:rPr>
              <a:t>towards events and characters? This is the </a:t>
            </a:r>
            <a:r>
              <a:rPr lang="en-ZA" altLang="en-US" sz="2200" b="1">
                <a:latin typeface="Arial" panose="020B0604020202020204" pitchFamily="34" charset="0"/>
              </a:rPr>
              <a:t>point of view </a:t>
            </a:r>
            <a:r>
              <a:rPr lang="en-ZA" altLang="en-US" sz="2200">
                <a:latin typeface="Arial" panose="020B0604020202020204" pitchFamily="34" charset="0"/>
              </a:rPr>
              <a:t>held by the narrator. The narrator and his/her point of view shapes the reader’s response.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7">
            <a:extLst>
              <a:ext uri="{FF2B5EF4-FFF2-40B4-BE49-F238E27FC236}">
                <a16:creationId xmlns:a16="http://schemas.microsoft.com/office/drawing/2014/main" id="{47BA4EB8-B538-43BB-A63F-9B3F4E2F06FB}"/>
              </a:ext>
            </a:extLst>
          </p:cNvPr>
          <p:cNvSpPr txBox="1">
            <a:spLocks/>
          </p:cNvSpPr>
          <p:nvPr/>
        </p:nvSpPr>
        <p:spPr bwMode="auto">
          <a:xfrm>
            <a:off x="457200" y="6126163"/>
            <a:ext cx="82296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4701EE-FC63-4453-8F78-F480EDA6529A}"/>
              </a:ext>
            </a:extLst>
          </p:cNvPr>
          <p:cNvSpPr/>
          <p:nvPr/>
        </p:nvSpPr>
        <p:spPr>
          <a:xfrm>
            <a:off x="4479925" y="1768475"/>
            <a:ext cx="18415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2400" kern="0" dirty="0">
              <a:latin typeface="Arial" pitchFamily="34" charset="0"/>
            </a:endParaRP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B6A4D9B1-2CFF-4D74-9A8D-53AD2F9C47CA}"/>
              </a:ext>
            </a:extLst>
          </p:cNvPr>
          <p:cNvSpPr txBox="1">
            <a:spLocks/>
          </p:cNvSpPr>
          <p:nvPr/>
        </p:nvSpPr>
        <p:spPr bwMode="auto">
          <a:xfrm>
            <a:off x="457200" y="1768475"/>
            <a:ext cx="8229600" cy="368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ZA" altLang="en-US" sz="2200" b="1">
                <a:latin typeface="Arial" panose="020B0604020202020204" pitchFamily="34" charset="0"/>
              </a:rPr>
              <a:t>First-person narrator</a:t>
            </a:r>
            <a:r>
              <a:rPr lang="en-ZA" altLang="en-US" sz="2200">
                <a:latin typeface="Arial" panose="020B0604020202020204" pitchFamily="34" charset="0"/>
              </a:rPr>
              <a:t>: uses “I”; is a character in the story, usually directly involved in the action. This narrator’s point of view about events or other characters would be subjective or slanted.</a:t>
            </a:r>
          </a:p>
          <a:p>
            <a:pPr>
              <a:spcBef>
                <a:spcPct val="0"/>
              </a:spcBef>
            </a:pPr>
            <a:endParaRPr lang="en-ZA" altLang="en-US" sz="22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</a:pPr>
            <a:r>
              <a:rPr lang="en-ZA" altLang="en-US" sz="2200" b="1">
                <a:latin typeface="Arial" panose="020B0604020202020204" pitchFamily="34" charset="0"/>
              </a:rPr>
              <a:t>Third-person narrator</a:t>
            </a:r>
            <a:r>
              <a:rPr lang="en-ZA" altLang="en-US" sz="2200">
                <a:latin typeface="Arial" panose="020B0604020202020204" pitchFamily="34" charset="0"/>
              </a:rPr>
              <a:t>: cannot be identified. Usually offers a more objective point of view. May be omniscient, i.e. can see into the hearts or minds of all characters, and knows everything about all conflicts and events.</a:t>
            </a:r>
          </a:p>
          <a:p>
            <a:endParaRPr lang="en-ZA" altLang="en-US" sz="22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ontent Placeholder 7">
            <a:extLst>
              <a:ext uri="{FF2B5EF4-FFF2-40B4-BE49-F238E27FC236}">
                <a16:creationId xmlns:a16="http://schemas.microsoft.com/office/drawing/2014/main" id="{A925DE5D-BEA0-4CF9-A97D-9AF4670CE771}"/>
              </a:ext>
            </a:extLst>
          </p:cNvPr>
          <p:cNvSpPr txBox="1">
            <a:spLocks/>
          </p:cNvSpPr>
          <p:nvPr/>
        </p:nvSpPr>
        <p:spPr bwMode="auto">
          <a:xfrm>
            <a:off x="457200" y="6126163"/>
            <a:ext cx="82296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AA34FE-D78F-4E27-8B32-8321DD6C034C}"/>
              </a:ext>
            </a:extLst>
          </p:cNvPr>
          <p:cNvSpPr/>
          <p:nvPr/>
        </p:nvSpPr>
        <p:spPr>
          <a:xfrm>
            <a:off x="4479925" y="1768475"/>
            <a:ext cx="18415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2400" kern="0" dirty="0">
              <a:latin typeface="Arial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059047-C2E8-42B5-8F5C-EFD8264B0B9C}"/>
              </a:ext>
            </a:extLst>
          </p:cNvPr>
          <p:cNvSpPr/>
          <p:nvPr/>
        </p:nvSpPr>
        <p:spPr>
          <a:xfrm>
            <a:off x="1619250" y="1203325"/>
            <a:ext cx="5905500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2800" b="1" kern="0" spc="50" dirty="0">
                <a:latin typeface="Arial" pitchFamily="34" charset="0"/>
                <a:ea typeface="+mj-ea"/>
              </a:rPr>
              <a:t>Short stories contain characters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2867BF5-B634-4EDF-A01A-6C4D9C8E7E01}"/>
              </a:ext>
            </a:extLst>
          </p:cNvPr>
          <p:cNvSpPr txBox="1">
            <a:spLocks/>
          </p:cNvSpPr>
          <p:nvPr/>
        </p:nvSpPr>
        <p:spPr bwMode="auto">
          <a:xfrm>
            <a:off x="457200" y="1768475"/>
            <a:ext cx="8229600" cy="368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ZA" altLang="en-US" sz="2200">
                <a:latin typeface="Arial" panose="020B0604020202020204" pitchFamily="34" charset="0"/>
              </a:rPr>
              <a:t>Characters are</a:t>
            </a:r>
            <a:r>
              <a:rPr lang="en-ZA" altLang="en-US" sz="2200" b="1">
                <a:latin typeface="Arial" panose="020B0604020202020204" pitchFamily="34" charset="0"/>
              </a:rPr>
              <a:t> central </a:t>
            </a:r>
            <a:r>
              <a:rPr lang="en-ZA" altLang="en-US" sz="2200">
                <a:latin typeface="Arial" panose="020B0604020202020204" pitchFamily="34" charset="0"/>
              </a:rPr>
              <a:t>– without characters there is usually no story.</a:t>
            </a:r>
          </a:p>
          <a:p>
            <a:pPr>
              <a:spcBef>
                <a:spcPct val="0"/>
              </a:spcBef>
            </a:pPr>
            <a:endParaRPr lang="en-ZA" altLang="en-US" sz="22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</a:pPr>
            <a:r>
              <a:rPr lang="en-ZA" altLang="en-US" sz="2200">
                <a:latin typeface="Arial" panose="020B0604020202020204" pitchFamily="34" charset="0"/>
              </a:rPr>
              <a:t>Because of economy of form (brevity), there are usually few characters – sometimes only one. </a:t>
            </a:r>
          </a:p>
          <a:p>
            <a:pPr>
              <a:spcBef>
                <a:spcPct val="0"/>
              </a:spcBef>
            </a:pPr>
            <a:endParaRPr lang="en-ZA" altLang="en-US" sz="22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</a:pPr>
            <a:r>
              <a:rPr lang="en-ZA" altLang="en-US" sz="2200">
                <a:latin typeface="Arial" panose="020B0604020202020204" pitchFamily="34" charset="0"/>
              </a:rPr>
              <a:t>Short story characters must </a:t>
            </a:r>
            <a:r>
              <a:rPr lang="en-ZA" altLang="en-US" sz="2200" b="1">
                <a:latin typeface="Arial" panose="020B0604020202020204" pitchFamily="34" charset="0"/>
              </a:rPr>
              <a:t>leap off the page </a:t>
            </a:r>
            <a:r>
              <a:rPr lang="en-ZA" altLang="en-US" sz="2200">
                <a:latin typeface="Arial" panose="020B0604020202020204" pitchFamily="34" charset="0"/>
              </a:rPr>
              <a:t>– there is no time for gradual revelations.</a:t>
            </a:r>
          </a:p>
          <a:p>
            <a:pPr>
              <a:spcBef>
                <a:spcPct val="0"/>
              </a:spcBef>
            </a:pPr>
            <a:endParaRPr lang="en-ZA" altLang="en-US" sz="22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</a:pPr>
            <a:r>
              <a:rPr lang="en-ZA" altLang="en-US" sz="2200">
                <a:latin typeface="Arial" panose="020B0604020202020204" pitchFamily="34" charset="0"/>
              </a:rPr>
              <a:t>Main characters can be </a:t>
            </a:r>
            <a:r>
              <a:rPr lang="en-ZA" altLang="en-US" sz="2200" b="1">
                <a:latin typeface="Arial" panose="020B0604020202020204" pitchFamily="34" charset="0"/>
              </a:rPr>
              <a:t>static</a:t>
            </a:r>
            <a:r>
              <a:rPr lang="en-ZA" altLang="en-US" sz="2200">
                <a:latin typeface="Arial" panose="020B0604020202020204" pitchFamily="34" charset="0"/>
              </a:rPr>
              <a:t> (they don’t change) or </a:t>
            </a:r>
            <a:r>
              <a:rPr lang="en-ZA" altLang="en-US" sz="2200" b="1">
                <a:latin typeface="Arial" panose="020B0604020202020204" pitchFamily="34" charset="0"/>
              </a:rPr>
              <a:t>developing</a:t>
            </a:r>
            <a:r>
              <a:rPr lang="en-ZA" altLang="en-US" sz="2200">
                <a:latin typeface="Arial" panose="020B0604020202020204" pitchFamily="34" charset="0"/>
              </a:rPr>
              <a:t> (they change as they come into conflict with others or are caught up in events).</a:t>
            </a:r>
          </a:p>
          <a:p>
            <a:pPr>
              <a:spcBef>
                <a:spcPct val="0"/>
              </a:spcBef>
            </a:pPr>
            <a:endParaRPr lang="en-ZA" altLang="en-US" sz="22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</a:pPr>
            <a:endParaRPr lang="en-ZA" altLang="en-US" sz="2200">
              <a:latin typeface="Arial" panose="020B0604020202020204" pitchFamily="34" charset="0"/>
            </a:endParaRPr>
          </a:p>
        </p:txBody>
      </p:sp>
      <p:pic>
        <p:nvPicPr>
          <p:cNvPr id="12" name="Picture 10" descr="C:\Users\Marzanne.Jansevanren\AppData\Local\Microsoft\Windows\Temporary Internet Files\Content.Outlook\LW2HBB71\Picture3 - Transparent.png">
            <a:extLst>
              <a:ext uri="{FF2B5EF4-FFF2-40B4-BE49-F238E27FC236}">
                <a16:creationId xmlns:a16="http://schemas.microsoft.com/office/drawing/2014/main" id="{AA233808-A3A5-4726-813A-DCCD094621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64" t="32376" r="42034" b="40653"/>
          <a:stretch/>
        </p:blipFill>
        <p:spPr bwMode="auto">
          <a:xfrm>
            <a:off x="7863840" y="4467216"/>
            <a:ext cx="1109957" cy="1971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ontent Placeholder 7">
            <a:extLst>
              <a:ext uri="{FF2B5EF4-FFF2-40B4-BE49-F238E27FC236}">
                <a16:creationId xmlns:a16="http://schemas.microsoft.com/office/drawing/2014/main" id="{1E45824A-14DC-4780-A5C2-6828A6BEE232}"/>
              </a:ext>
            </a:extLst>
          </p:cNvPr>
          <p:cNvSpPr txBox="1">
            <a:spLocks/>
          </p:cNvSpPr>
          <p:nvPr/>
        </p:nvSpPr>
        <p:spPr bwMode="auto">
          <a:xfrm>
            <a:off x="457200" y="6126163"/>
            <a:ext cx="82296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64986E-B7B0-44AE-89A5-E7C729832290}"/>
              </a:ext>
            </a:extLst>
          </p:cNvPr>
          <p:cNvSpPr/>
          <p:nvPr/>
        </p:nvSpPr>
        <p:spPr>
          <a:xfrm>
            <a:off x="4479925" y="1768475"/>
            <a:ext cx="18415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2400" kern="0" dirty="0">
              <a:latin typeface="Arial" pitchFamily="34" charset="0"/>
            </a:endParaRP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E14CD02E-B57D-4731-9A45-CF9098823DF0}"/>
              </a:ext>
            </a:extLst>
          </p:cNvPr>
          <p:cNvSpPr txBox="1">
            <a:spLocks/>
          </p:cNvSpPr>
          <p:nvPr/>
        </p:nvSpPr>
        <p:spPr>
          <a:xfrm>
            <a:off x="457200" y="1768475"/>
            <a:ext cx="8229600" cy="368458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ZA" sz="2200" dirty="0">
                <a:latin typeface="Arial" pitchFamily="34" charset="0"/>
                <a:cs typeface="Arial" pitchFamily="34" charset="0"/>
              </a:rPr>
              <a:t>We get to know characters through:  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ZA" sz="2200" dirty="0">
              <a:latin typeface="Arial" pitchFamily="34" charset="0"/>
              <a:cs typeface="Arial" pitchFamily="34" charset="0"/>
            </a:endParaRPr>
          </a:p>
          <a:p>
            <a:pPr marL="342900" lvl="1" indent="-3429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ZA" sz="2200" dirty="0">
                <a:latin typeface="Arial" pitchFamily="34" charset="0"/>
                <a:cs typeface="Arial" pitchFamily="34" charset="0"/>
              </a:rPr>
              <a:t>their </a:t>
            </a:r>
            <a:r>
              <a:rPr lang="en-ZA" sz="2200" b="1" dirty="0">
                <a:latin typeface="Arial" pitchFamily="34" charset="0"/>
                <a:cs typeface="Arial" pitchFamily="34" charset="0"/>
              </a:rPr>
              <a:t>interactions</a:t>
            </a:r>
            <a:r>
              <a:rPr lang="en-ZA" sz="2200" dirty="0">
                <a:latin typeface="Arial" pitchFamily="34" charset="0"/>
                <a:cs typeface="Arial" pitchFamily="34" charset="0"/>
              </a:rPr>
              <a:t> with one another and </a:t>
            </a:r>
            <a:br>
              <a:rPr lang="en-ZA" sz="2200" dirty="0">
                <a:latin typeface="Arial" pitchFamily="34" charset="0"/>
                <a:cs typeface="Arial" pitchFamily="34" charset="0"/>
              </a:rPr>
            </a:br>
            <a:r>
              <a:rPr lang="en-ZA" sz="2200" dirty="0">
                <a:latin typeface="Arial" pitchFamily="34" charset="0"/>
                <a:cs typeface="Arial" pitchFamily="34" charset="0"/>
              </a:rPr>
              <a:t>their situations</a:t>
            </a:r>
          </a:p>
          <a:p>
            <a:pPr marL="342900" lvl="1" indent="-3429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ZA" sz="2200" dirty="0">
              <a:latin typeface="Arial" pitchFamily="34" charset="0"/>
              <a:cs typeface="Arial" pitchFamily="34" charset="0"/>
            </a:endParaRPr>
          </a:p>
          <a:p>
            <a:pPr marL="342900" lvl="1" indent="-3429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ZA" sz="2200" dirty="0">
                <a:latin typeface="Arial" pitchFamily="34" charset="0"/>
                <a:cs typeface="Arial" pitchFamily="34" charset="0"/>
              </a:rPr>
              <a:t>their responses to events</a:t>
            </a:r>
          </a:p>
          <a:p>
            <a:pPr marL="342900" lvl="1" indent="-3429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ZA" sz="2200" dirty="0">
              <a:latin typeface="Arial" pitchFamily="34" charset="0"/>
              <a:cs typeface="Arial" pitchFamily="34" charset="0"/>
            </a:endParaRPr>
          </a:p>
          <a:p>
            <a:pPr marL="342900" lvl="1" indent="-3429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ZA" sz="2200" dirty="0">
                <a:latin typeface="Arial" pitchFamily="34" charset="0"/>
                <a:cs typeface="Arial" pitchFamily="34" charset="0"/>
              </a:rPr>
              <a:t>dialogue, actions, or exploration of inner thoughts and feelings.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ZA" sz="2200" dirty="0">
              <a:latin typeface="Arial" pitchFamily="34" charset="0"/>
              <a:cs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ZA" sz="2200" dirty="0">
              <a:latin typeface="Arial" pitchFamily="34" charset="0"/>
              <a:cs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ZA" sz="22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245" name="Group 3">
            <a:extLst>
              <a:ext uri="{FF2B5EF4-FFF2-40B4-BE49-F238E27FC236}">
                <a16:creationId xmlns:a16="http://schemas.microsoft.com/office/drawing/2014/main" id="{ADCEB92C-2751-47B0-B6AE-C1A4AC30EF94}"/>
              </a:ext>
            </a:extLst>
          </p:cNvPr>
          <p:cNvGrpSpPr>
            <a:grpSpLocks/>
          </p:cNvGrpSpPr>
          <p:nvPr/>
        </p:nvGrpSpPr>
        <p:grpSpPr bwMode="auto">
          <a:xfrm rot="-922366">
            <a:off x="1439863" y="4672013"/>
            <a:ext cx="5027612" cy="2081212"/>
            <a:chOff x="365990" y="5045574"/>
            <a:chExt cx="5027176" cy="2080960"/>
          </a:xfrm>
        </p:grpSpPr>
        <p:pic>
          <p:nvPicPr>
            <p:cNvPr id="8" name="Picture 8" descr="C:\Users\Marzanne.Jansevanren\AppData\Local\Microsoft\Windows\Temporary Internet Files\Content.Outlook\LW2HBB71\Picture1 - Transparent.png">
              <a:extLst>
                <a:ext uri="{FF2B5EF4-FFF2-40B4-BE49-F238E27FC236}">
                  <a16:creationId xmlns:a16="http://schemas.microsoft.com/office/drawing/2014/main" id="{4084A02E-9F71-47D3-8D92-0BCA746FA98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 r="50000"/>
            <a:stretch/>
          </p:blipFill>
          <p:spPr bwMode="auto">
            <a:xfrm rot="1291888">
              <a:off x="365990" y="5125789"/>
              <a:ext cx="2249424" cy="20007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8" descr="C:\Users\Marzanne.Jansevanren\AppData\Local\Microsoft\Windows\Temporary Internet Files\Content.Outlook\LW2HBB71\Picture1 - Transparent.png">
              <a:extLst>
                <a:ext uri="{FF2B5EF4-FFF2-40B4-BE49-F238E27FC236}">
                  <a16:creationId xmlns:a16="http://schemas.microsoft.com/office/drawing/2014/main" id="{6478C03C-8891-43C8-939B-EAD6593571C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 r="50000" b="38875"/>
            <a:stretch/>
          </p:blipFill>
          <p:spPr bwMode="auto">
            <a:xfrm rot="1291888">
              <a:off x="1478797" y="5045574"/>
              <a:ext cx="2249424" cy="445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8" descr="C:\Users\Marzanne.Jansevanren\AppData\Local\Microsoft\Windows\Temporary Internet Files\Content.Outlook\LW2HBB71\Picture1 - Transparent.png">
              <a:extLst>
                <a:ext uri="{FF2B5EF4-FFF2-40B4-BE49-F238E27FC236}">
                  <a16:creationId xmlns:a16="http://schemas.microsoft.com/office/drawing/2014/main" id="{1ED48A41-58C0-4081-8BB6-C51C5060A3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 r="50000" b="38875"/>
            <a:stretch/>
          </p:blipFill>
          <p:spPr bwMode="auto">
            <a:xfrm rot="12963494">
              <a:off x="3143742" y="5468019"/>
              <a:ext cx="2249424" cy="4451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246" name="Group 4">
            <a:extLst>
              <a:ext uri="{FF2B5EF4-FFF2-40B4-BE49-F238E27FC236}">
                <a16:creationId xmlns:a16="http://schemas.microsoft.com/office/drawing/2014/main" id="{16EB3B0D-CF0F-4574-8C75-AF3BAF83F288}"/>
              </a:ext>
            </a:extLst>
          </p:cNvPr>
          <p:cNvGrpSpPr>
            <a:grpSpLocks/>
          </p:cNvGrpSpPr>
          <p:nvPr/>
        </p:nvGrpSpPr>
        <p:grpSpPr bwMode="auto">
          <a:xfrm rot="-659571">
            <a:off x="6040438" y="1201738"/>
            <a:ext cx="3155950" cy="2432050"/>
            <a:chOff x="5676951" y="1028208"/>
            <a:chExt cx="3156046" cy="2431810"/>
          </a:xfrm>
        </p:grpSpPr>
        <p:pic>
          <p:nvPicPr>
            <p:cNvPr id="13" name="Picture 8" descr="C:\Users\Marzanne.Jansevanren\AppData\Local\Microsoft\Windows\Temporary Internet Files\Content.Outlook\LW2HBB71\Picture1 - Transparent.png">
              <a:extLst>
                <a:ext uri="{FF2B5EF4-FFF2-40B4-BE49-F238E27FC236}">
                  <a16:creationId xmlns:a16="http://schemas.microsoft.com/office/drawing/2014/main" id="{0590E110-3FCE-4935-AF89-187B00EF682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943" b="43544"/>
            <a:stretch/>
          </p:blipFill>
          <p:spPr bwMode="auto">
            <a:xfrm>
              <a:off x="6489514" y="1028208"/>
              <a:ext cx="2343483" cy="20624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8" descr="C:\Users\Marzanne.Jansevanren\AppData\Local\Microsoft\Windows\Temporary Internet Files\Content.Outlook\LW2HBB71\Picture1 - Transparent.png">
              <a:extLst>
                <a:ext uri="{FF2B5EF4-FFF2-40B4-BE49-F238E27FC236}">
                  <a16:creationId xmlns:a16="http://schemas.microsoft.com/office/drawing/2014/main" id="{2596A735-9332-4F74-BBDB-EE15D1C2777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943" t="40209" r="45788" b="43544"/>
            <a:stretch/>
          </p:blipFill>
          <p:spPr bwMode="auto">
            <a:xfrm rot="11920502">
              <a:off x="6029498" y="2592961"/>
              <a:ext cx="462829" cy="5935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8" descr="C:\Users\Marzanne.Jansevanren\AppData\Local\Microsoft\Windows\Temporary Internet Files\Content.Outlook\LW2HBB71\Picture1 - Transparent.png">
              <a:extLst>
                <a:ext uri="{FF2B5EF4-FFF2-40B4-BE49-F238E27FC236}">
                  <a16:creationId xmlns:a16="http://schemas.microsoft.com/office/drawing/2014/main" id="{99EF9AAE-62E7-4530-BC58-BCAFFFA1CFE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943" t="40209" r="45788" b="43544"/>
            <a:stretch/>
          </p:blipFill>
          <p:spPr bwMode="auto">
            <a:xfrm rot="11920502">
              <a:off x="5676951" y="2866463"/>
              <a:ext cx="462829" cy="5935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7">
            <a:extLst>
              <a:ext uri="{FF2B5EF4-FFF2-40B4-BE49-F238E27FC236}">
                <a16:creationId xmlns:a16="http://schemas.microsoft.com/office/drawing/2014/main" id="{FA008C11-4177-40B4-B21F-941683AA9945}"/>
              </a:ext>
            </a:extLst>
          </p:cNvPr>
          <p:cNvSpPr txBox="1">
            <a:spLocks/>
          </p:cNvSpPr>
          <p:nvPr/>
        </p:nvSpPr>
        <p:spPr bwMode="auto">
          <a:xfrm>
            <a:off x="457200" y="6126163"/>
            <a:ext cx="82296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1E3EB5-5DB6-4F07-9C33-29FE0ECE560D}"/>
              </a:ext>
            </a:extLst>
          </p:cNvPr>
          <p:cNvSpPr/>
          <p:nvPr/>
        </p:nvSpPr>
        <p:spPr>
          <a:xfrm>
            <a:off x="4479925" y="1768475"/>
            <a:ext cx="184150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2400" kern="0" dirty="0">
              <a:latin typeface="Arial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2AC37D-ED79-4C51-AF03-7E2C4A9A8D5B}"/>
              </a:ext>
            </a:extLst>
          </p:cNvPr>
          <p:cNvSpPr/>
          <p:nvPr/>
        </p:nvSpPr>
        <p:spPr>
          <a:xfrm>
            <a:off x="1227138" y="1203325"/>
            <a:ext cx="6689725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2800" b="1" kern="0" spc="50" dirty="0">
                <a:latin typeface="Arial" pitchFamily="34" charset="0"/>
                <a:ea typeface="+mj-ea"/>
              </a:rPr>
              <a:t>Short stories use language and style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0DED5A5B-F9D7-48EE-A85B-1729BE87008A}"/>
              </a:ext>
            </a:extLst>
          </p:cNvPr>
          <p:cNvSpPr txBox="1">
            <a:spLocks/>
          </p:cNvSpPr>
          <p:nvPr/>
        </p:nvSpPr>
        <p:spPr bwMode="auto">
          <a:xfrm>
            <a:off x="457200" y="1768475"/>
            <a:ext cx="8229600" cy="368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ZA" altLang="en-US" sz="2200">
                <a:latin typeface="Arial" panose="020B0604020202020204" pitchFamily="34" charset="0"/>
              </a:rPr>
              <a:t>Short stories may entertain, inform, shock, challenge, protest, surprise, express the self …</a:t>
            </a:r>
          </a:p>
          <a:p>
            <a:pPr>
              <a:spcBef>
                <a:spcPct val="0"/>
              </a:spcBef>
            </a:pPr>
            <a:endParaRPr lang="en-ZA" altLang="en-US" sz="22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</a:pPr>
            <a:r>
              <a:rPr lang="en-ZA" altLang="en-US" sz="2200">
                <a:latin typeface="Arial" panose="020B0604020202020204" pitchFamily="34" charset="0"/>
              </a:rPr>
              <a:t>Short stories use different diction or </a:t>
            </a:r>
            <a:r>
              <a:rPr lang="en-ZA" altLang="en-US" sz="2200" b="1">
                <a:latin typeface="Arial" panose="020B0604020202020204" pitchFamily="34" charset="0"/>
              </a:rPr>
              <a:t>language</a:t>
            </a:r>
            <a:r>
              <a:rPr lang="en-ZA" altLang="en-US" sz="2200">
                <a:latin typeface="Arial" panose="020B0604020202020204" pitchFamily="34" charset="0"/>
              </a:rPr>
              <a:t>. They may:</a:t>
            </a:r>
          </a:p>
          <a:p>
            <a:pPr lvl="1">
              <a:buFont typeface="Calibri" panose="020F0502020204030204" pitchFamily="34" charset="0"/>
              <a:buChar char="̶"/>
            </a:pPr>
            <a:r>
              <a:rPr lang="en-ZA" altLang="en-US" sz="2200">
                <a:latin typeface="Arial" panose="020B0604020202020204" pitchFamily="34" charset="0"/>
              </a:rPr>
              <a:t>	tell it like it is in simple or realistic language</a:t>
            </a:r>
          </a:p>
          <a:p>
            <a:pPr lvl="1">
              <a:buFont typeface="Calibri" panose="020F0502020204030204" pitchFamily="34" charset="0"/>
              <a:buChar char="̶"/>
            </a:pPr>
            <a:r>
              <a:rPr lang="en-ZA" altLang="en-US" sz="2200">
                <a:latin typeface="Arial" panose="020B0604020202020204" pitchFamily="34" charset="0"/>
              </a:rPr>
              <a:t>	experiment with language in fanciful or fantastical ways</a:t>
            </a:r>
          </a:p>
          <a:p>
            <a:pPr lvl="1">
              <a:buFont typeface="Calibri" panose="020F0502020204030204" pitchFamily="34" charset="0"/>
              <a:buChar char="̶"/>
            </a:pPr>
            <a:r>
              <a:rPr lang="en-ZA" altLang="en-US" sz="2200">
                <a:latin typeface="Arial" panose="020B0604020202020204" pitchFamily="34" charset="0"/>
              </a:rPr>
              <a:t>	use poetic language full of imagery and/or symbolism. </a:t>
            </a:r>
          </a:p>
          <a:p>
            <a:pPr>
              <a:spcBef>
                <a:spcPct val="0"/>
              </a:spcBef>
            </a:pPr>
            <a:endParaRPr lang="en-ZA" altLang="en-US" sz="22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</a:pPr>
            <a:r>
              <a:rPr lang="en-ZA" altLang="en-US" sz="2200">
                <a:latin typeface="Arial" panose="020B0604020202020204" pitchFamily="34" charset="0"/>
              </a:rPr>
              <a:t>The use of language and narrative point of view determine the </a:t>
            </a:r>
            <a:r>
              <a:rPr lang="en-ZA" altLang="en-US" sz="2200" b="1">
                <a:latin typeface="Arial" panose="020B0604020202020204" pitchFamily="34" charset="0"/>
              </a:rPr>
              <a:t>style</a:t>
            </a:r>
            <a:r>
              <a:rPr lang="en-ZA" altLang="en-US" sz="2200">
                <a:latin typeface="Arial" panose="020B0604020202020204" pitchFamily="34" charset="0"/>
              </a:rPr>
              <a:t> of the short story, which should reinforce or suit the content, i.e. the situations, settings and characters it contains.</a:t>
            </a:r>
          </a:p>
          <a:p>
            <a:pPr>
              <a:spcBef>
                <a:spcPct val="0"/>
              </a:spcBef>
            </a:pPr>
            <a:endParaRPr lang="en-ZA" altLang="en-US" sz="22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</a:pPr>
            <a:endParaRPr lang="en-ZA" altLang="en-US" sz="22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7">
            <a:extLst>
              <a:ext uri="{FF2B5EF4-FFF2-40B4-BE49-F238E27FC236}">
                <a16:creationId xmlns:a16="http://schemas.microsoft.com/office/drawing/2014/main" id="{EB99E73E-8B6E-4D0D-8940-A874966AA616}"/>
              </a:ext>
            </a:extLst>
          </p:cNvPr>
          <p:cNvSpPr txBox="1">
            <a:spLocks/>
          </p:cNvSpPr>
          <p:nvPr/>
        </p:nvSpPr>
        <p:spPr bwMode="auto">
          <a:xfrm>
            <a:off x="457200" y="6126163"/>
            <a:ext cx="82296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B20F84-6188-4F10-9727-820DD0A303FC}"/>
              </a:ext>
            </a:extLst>
          </p:cNvPr>
          <p:cNvSpPr/>
          <p:nvPr/>
        </p:nvSpPr>
        <p:spPr>
          <a:xfrm>
            <a:off x="1250950" y="1203325"/>
            <a:ext cx="6642100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2800" b="1" kern="0" spc="50" dirty="0">
                <a:latin typeface="Arial" pitchFamily="34" charset="0"/>
                <a:ea typeface="+mj-ea"/>
              </a:rPr>
              <a:t>Short stories are located in a setting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30A9F005-248A-45CE-A286-922C7B82B6EB}"/>
              </a:ext>
            </a:extLst>
          </p:cNvPr>
          <p:cNvSpPr txBox="1">
            <a:spLocks/>
          </p:cNvSpPr>
          <p:nvPr/>
        </p:nvSpPr>
        <p:spPr>
          <a:xfrm>
            <a:off x="457200" y="1768475"/>
            <a:ext cx="8229600" cy="368458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2200" dirty="0">
                <a:latin typeface="Arial" pitchFamily="34" charset="0"/>
                <a:cs typeface="Arial" pitchFamily="34" charset="0"/>
              </a:rPr>
              <a:t>Events unfold in a setting –  in a particular space and time.</a:t>
            </a:r>
          </a:p>
          <a:p>
            <a:pPr marL="0" indent="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ZA" sz="2200" dirty="0">
              <a:latin typeface="Arial" pitchFamily="34" charset="0"/>
              <a:cs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2200" dirty="0">
                <a:latin typeface="Arial" pitchFamily="34" charset="0"/>
                <a:cs typeface="Arial" pitchFamily="34" charset="0"/>
              </a:rPr>
              <a:t>Stories may be set anywhere – a real world that the reader can recognise or an imaginary world, such as a planet in outer space.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ZA" sz="2200" dirty="0">
              <a:latin typeface="Arial" pitchFamily="34" charset="0"/>
              <a:cs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2200" dirty="0">
                <a:latin typeface="Arial" pitchFamily="34" charset="0"/>
                <a:cs typeface="Arial" pitchFamily="34" charset="0"/>
              </a:rPr>
              <a:t>Settings may include reference to a busy social environment – that is, the social world, culture, and attitudes of a broader community.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ZA" sz="2200" dirty="0">
              <a:latin typeface="Arial" pitchFamily="34" charset="0"/>
              <a:cs typeface="Arial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ZA" sz="2200" dirty="0">
                <a:latin typeface="Arial" pitchFamily="34" charset="0"/>
                <a:cs typeface="Arial" pitchFamily="34" charset="0"/>
              </a:rPr>
              <a:t>Setting shapes events or the destinies of characters.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ZA" sz="22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783</Words>
  <Application>Microsoft Office PowerPoint</Application>
  <PresentationFormat>On-screen Show (4:3)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Arial</vt:lpstr>
      <vt:lpstr>Office Theme</vt:lpstr>
      <vt:lpstr>WHAT IS A SHORT STORY?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Marzanne Janse van Rensburg</dc:creator>
  <cp:lastModifiedBy>Andre Janse van Rensburg</cp:lastModifiedBy>
  <cp:revision>36</cp:revision>
  <dcterms:created xsi:type="dcterms:W3CDTF">2013-05-20T09:32:17Z</dcterms:created>
  <dcterms:modified xsi:type="dcterms:W3CDTF">2018-05-10T02:06:02Z</dcterms:modified>
</cp:coreProperties>
</file>