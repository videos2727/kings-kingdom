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2.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3.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4.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5.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6.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7.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8.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146"/>
  </p:notesMasterIdLst>
  <p:sldIdLst>
    <p:sldId id="256" r:id="rId2"/>
    <p:sldId id="553" r:id="rId3"/>
    <p:sldId id="507" r:id="rId4"/>
    <p:sldId id="492" r:id="rId5"/>
    <p:sldId id="493" r:id="rId6"/>
    <p:sldId id="494" r:id="rId7"/>
    <p:sldId id="488" r:id="rId8"/>
    <p:sldId id="490" r:id="rId9"/>
    <p:sldId id="495" r:id="rId10"/>
    <p:sldId id="498" r:id="rId11"/>
    <p:sldId id="489" r:id="rId12"/>
    <p:sldId id="491" r:id="rId13"/>
    <p:sldId id="466" r:id="rId14"/>
    <p:sldId id="506" r:id="rId15"/>
    <p:sldId id="524" r:id="rId16"/>
    <p:sldId id="527" r:id="rId17"/>
    <p:sldId id="526" r:id="rId18"/>
    <p:sldId id="265" r:id="rId19"/>
    <p:sldId id="258" r:id="rId20"/>
    <p:sldId id="260" r:id="rId21"/>
    <p:sldId id="269" r:id="rId22"/>
    <p:sldId id="504" r:id="rId23"/>
    <p:sldId id="525" r:id="rId24"/>
    <p:sldId id="261" r:id="rId25"/>
    <p:sldId id="266" r:id="rId26"/>
    <p:sldId id="267" r:id="rId27"/>
    <p:sldId id="262" r:id="rId28"/>
    <p:sldId id="450" r:id="rId29"/>
    <p:sldId id="449" r:id="rId30"/>
    <p:sldId id="264" r:id="rId31"/>
    <p:sldId id="499" r:id="rId32"/>
    <p:sldId id="528" r:id="rId33"/>
    <p:sldId id="271" r:id="rId34"/>
    <p:sldId id="529" r:id="rId35"/>
    <p:sldId id="530" r:id="rId36"/>
    <p:sldId id="272" r:id="rId37"/>
    <p:sldId id="455" r:id="rId38"/>
    <p:sldId id="273" r:id="rId39"/>
    <p:sldId id="531" r:id="rId40"/>
    <p:sldId id="274" r:id="rId41"/>
    <p:sldId id="280" r:id="rId42"/>
    <p:sldId id="509" r:id="rId43"/>
    <p:sldId id="296" r:id="rId44"/>
    <p:sldId id="510" r:id="rId45"/>
    <p:sldId id="511" r:id="rId46"/>
    <p:sldId id="556" r:id="rId47"/>
    <p:sldId id="512" r:id="rId48"/>
    <p:sldId id="513" r:id="rId49"/>
    <p:sldId id="275" r:id="rId50"/>
    <p:sldId id="276" r:id="rId51"/>
    <p:sldId id="277" r:id="rId52"/>
    <p:sldId id="279" r:id="rId53"/>
    <p:sldId id="278" r:id="rId54"/>
    <p:sldId id="532" r:id="rId55"/>
    <p:sldId id="282" r:id="rId56"/>
    <p:sldId id="533" r:id="rId57"/>
    <p:sldId id="534" r:id="rId58"/>
    <p:sldId id="283" r:id="rId59"/>
    <p:sldId id="285" r:id="rId60"/>
    <p:sldId id="286" r:id="rId61"/>
    <p:sldId id="287" r:id="rId62"/>
    <p:sldId id="295" r:id="rId63"/>
    <p:sldId id="294" r:id="rId64"/>
    <p:sldId id="289" r:id="rId65"/>
    <p:sldId id="467" r:id="rId66"/>
    <p:sldId id="456" r:id="rId67"/>
    <p:sldId id="468" r:id="rId68"/>
    <p:sldId id="292" r:id="rId69"/>
    <p:sldId id="514" r:id="rId70"/>
    <p:sldId id="536" r:id="rId71"/>
    <p:sldId id="515" r:id="rId72"/>
    <p:sldId id="297" r:id="rId73"/>
    <p:sldId id="538" r:id="rId74"/>
    <p:sldId id="516" r:id="rId75"/>
    <p:sldId id="298" r:id="rId76"/>
    <p:sldId id="299" r:id="rId77"/>
    <p:sldId id="537" r:id="rId78"/>
    <p:sldId id="517" r:id="rId79"/>
    <p:sldId id="300" r:id="rId80"/>
    <p:sldId id="305" r:id="rId81"/>
    <p:sldId id="304" r:id="rId82"/>
    <p:sldId id="306" r:id="rId83"/>
    <p:sldId id="307" r:id="rId84"/>
    <p:sldId id="308" r:id="rId85"/>
    <p:sldId id="309" r:id="rId86"/>
    <p:sldId id="535" r:id="rId87"/>
    <p:sldId id="311" r:id="rId88"/>
    <p:sldId id="312" r:id="rId89"/>
    <p:sldId id="313" r:id="rId90"/>
    <p:sldId id="487" r:id="rId91"/>
    <p:sldId id="301" r:id="rId92"/>
    <p:sldId id="457" r:id="rId93"/>
    <p:sldId id="315" r:id="rId94"/>
    <p:sldId id="317" r:id="rId95"/>
    <p:sldId id="318" r:id="rId96"/>
    <p:sldId id="319" r:id="rId97"/>
    <p:sldId id="320" r:id="rId98"/>
    <p:sldId id="321" r:id="rId99"/>
    <p:sldId id="322" r:id="rId100"/>
    <p:sldId id="323" r:id="rId101"/>
    <p:sldId id="324" r:id="rId102"/>
    <p:sldId id="539" r:id="rId103"/>
    <p:sldId id="540" r:id="rId104"/>
    <p:sldId id="326" r:id="rId105"/>
    <p:sldId id="541" r:id="rId106"/>
    <p:sldId id="327" r:id="rId107"/>
    <p:sldId id="518" r:id="rId108"/>
    <p:sldId id="328" r:id="rId109"/>
    <p:sldId id="329" r:id="rId110"/>
    <p:sldId id="330" r:id="rId111"/>
    <p:sldId id="331" r:id="rId112"/>
    <p:sldId id="332" r:id="rId113"/>
    <p:sldId id="333" r:id="rId114"/>
    <p:sldId id="334" r:id="rId115"/>
    <p:sldId id="336" r:id="rId116"/>
    <p:sldId id="337" r:id="rId117"/>
    <p:sldId id="519" r:id="rId118"/>
    <p:sldId id="335" r:id="rId119"/>
    <p:sldId id="458" r:id="rId120"/>
    <p:sldId id="459" r:id="rId121"/>
    <p:sldId id="460" r:id="rId122"/>
    <p:sldId id="520" r:id="rId123"/>
    <p:sldId id="521" r:id="rId124"/>
    <p:sldId id="542" r:id="rId125"/>
    <p:sldId id="338" r:id="rId126"/>
    <p:sldId id="339" r:id="rId127"/>
    <p:sldId id="340" r:id="rId128"/>
    <p:sldId id="341" r:id="rId129"/>
    <p:sldId id="342" r:id="rId130"/>
    <p:sldId id="343" r:id="rId131"/>
    <p:sldId id="344" r:id="rId132"/>
    <p:sldId id="469" r:id="rId133"/>
    <p:sldId id="461" r:id="rId134"/>
    <p:sldId id="345" r:id="rId135"/>
    <p:sldId id="471" r:id="rId136"/>
    <p:sldId id="346" r:id="rId137"/>
    <p:sldId id="347" r:id="rId138"/>
    <p:sldId id="348" r:id="rId139"/>
    <p:sldId id="349" r:id="rId140"/>
    <p:sldId id="350" r:id="rId141"/>
    <p:sldId id="543" r:id="rId142"/>
    <p:sldId id="470" r:id="rId143"/>
    <p:sldId id="351" r:id="rId144"/>
    <p:sldId id="352" r:id="rId14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783" autoAdjust="0"/>
    <p:restoredTop sz="87222" autoAdjust="0"/>
  </p:normalViewPr>
  <p:slideViewPr>
    <p:cSldViewPr>
      <p:cViewPr varScale="1">
        <p:scale>
          <a:sx n="90" d="100"/>
          <a:sy n="90" d="100"/>
        </p:scale>
        <p:origin x="738"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s>
</file>

<file path=ppt/diagrams/_rels/data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ata3.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0.png"/><Relationship Id="rId7" Type="http://schemas.openxmlformats.org/officeDocument/2006/relationships/image" Target="../media/image18.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7.sv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1.svg"/><Relationship Id="rId9" Type="http://schemas.openxmlformats.org/officeDocument/2006/relationships/image" Target="../media/image20.png"/></Relationships>
</file>

<file path=ppt/diagrams/_rels/data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4" Type="http://schemas.openxmlformats.org/officeDocument/2006/relationships/image" Target="../media/image25.svg"/></Relationships>
</file>

<file path=ppt/diagrams/_rels/data5.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26.png"/><Relationship Id="rId7" Type="http://schemas.openxmlformats.org/officeDocument/2006/relationships/image" Target="../media/image1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29.svg"/><Relationship Id="rId5" Type="http://schemas.openxmlformats.org/officeDocument/2006/relationships/image" Target="../media/image28.png"/><Relationship Id="rId10" Type="http://schemas.openxmlformats.org/officeDocument/2006/relationships/image" Target="../media/image31.svg"/><Relationship Id="rId4" Type="http://schemas.openxmlformats.org/officeDocument/2006/relationships/image" Target="../media/image27.svg"/><Relationship Id="rId9" Type="http://schemas.openxmlformats.org/officeDocument/2006/relationships/image" Target="../media/image30.png"/></Relationships>
</file>

<file path=ppt/diagrams/_rels/data6.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34.png"/><Relationship Id="rId7" Type="http://schemas.openxmlformats.org/officeDocument/2006/relationships/image" Target="../media/image36.pn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35.svg"/></Relationships>
</file>

<file path=ppt/diagrams/_rels/data7.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hyperlink" Target="https://scholar.google.com/" TargetMode="External"/><Relationship Id="rId7" Type="http://schemas.openxmlformats.org/officeDocument/2006/relationships/image" Target="../media/image41.png"/><Relationship Id="rId12" Type="http://schemas.openxmlformats.org/officeDocument/2006/relationships/image" Target="../media/image46.svg"/><Relationship Id="rId2" Type="http://schemas.openxmlformats.org/officeDocument/2006/relationships/hyperlink" Target="https://www.aihw.gov.au/" TargetMode="External"/><Relationship Id="rId1" Type="http://schemas.openxmlformats.org/officeDocument/2006/relationships/hyperlink" Target="https://www.who.int/" TargetMode="External"/><Relationship Id="rId6" Type="http://schemas.openxmlformats.org/officeDocument/2006/relationships/image" Target="../media/image40.sv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svg"/><Relationship Id="rId4" Type="http://schemas.openxmlformats.org/officeDocument/2006/relationships/hyperlink" Target="http://kennedyrasc.weebly.com/databases--research.html" TargetMode="External"/><Relationship Id="rId9" Type="http://schemas.openxmlformats.org/officeDocument/2006/relationships/image" Target="../media/image43.png"/></Relationships>
</file>

<file path=ppt/diagrams/_rels/data10.xml.rels><?xml version="1.0" encoding="UTF-8" standalone="yes"?>
<Relationships xmlns="http://schemas.openxmlformats.org/package/2006/relationships"><Relationship Id="rId1" Type="http://schemas.openxmlformats.org/officeDocument/2006/relationships/hyperlink" Target="https://www.aihw.gov.au/reports-data/behaviours-risk-factors/social-determinants/overview" TargetMode="External"/></Relationships>
</file>

<file path=ppt/diagrams/_rels/data18.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hyperlink" Target="http://www.babycentre.co.uk/a1033196/low-birth-weight-in-babies" TargetMode="External"/><Relationship Id="rId7" Type="http://schemas.openxmlformats.org/officeDocument/2006/relationships/image" Target="../media/image74.svg"/><Relationship Id="rId2" Type="http://schemas.openxmlformats.org/officeDocument/2006/relationships/hyperlink" Target="http://www.perthnow.com.au/news/western-australia/near6kg-baby-born-in-perth-on-australia-day-a-huge-bundle-of-joy-for-tassell-family/news-story/a433513db4d40a9f3f113748f1bffc07" TargetMode="External"/><Relationship Id="rId1" Type="http://schemas.openxmlformats.org/officeDocument/2006/relationships/hyperlink" Target="https://www.youtube.com/watch?v=8dDOnjxW3Sg" TargetMode="External"/><Relationship Id="rId6" Type="http://schemas.openxmlformats.org/officeDocument/2006/relationships/image" Target="../media/image73.png"/><Relationship Id="rId5" Type="http://schemas.openxmlformats.org/officeDocument/2006/relationships/image" Target="../media/image72.svg"/><Relationship Id="rId4" Type="http://schemas.openxmlformats.org/officeDocument/2006/relationships/image" Target="../media/image71.png"/><Relationship Id="rId9" Type="http://schemas.openxmlformats.org/officeDocument/2006/relationships/image" Target="../media/image76.svg"/></Relationships>
</file>

<file path=ppt/diagrams/_rels/data1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svg"/><Relationship Id="rId1" Type="http://schemas.openxmlformats.org/officeDocument/2006/relationships/image" Target="../media/image77.png"/><Relationship Id="rId4" Type="http://schemas.openxmlformats.org/officeDocument/2006/relationships/image" Target="../media/image80.svg"/></Relationships>
</file>

<file path=ppt/diagrams/_rels/data2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svg"/><Relationship Id="rId1" Type="http://schemas.openxmlformats.org/officeDocument/2006/relationships/image" Target="../media/image87.png"/><Relationship Id="rId4" Type="http://schemas.openxmlformats.org/officeDocument/2006/relationships/image" Target="../media/image90.svg"/></Relationships>
</file>

<file path=ppt/diagrams/_rels/data25.xml.rels><?xml version="1.0" encoding="UTF-8" standalone="yes"?>
<Relationships xmlns="http://schemas.openxmlformats.org/package/2006/relationships"><Relationship Id="rId8" Type="http://schemas.openxmlformats.org/officeDocument/2006/relationships/image" Target="../media/image74.svg"/><Relationship Id="rId3" Type="http://schemas.openxmlformats.org/officeDocument/2006/relationships/image" Target="../media/image129.png"/><Relationship Id="rId7" Type="http://schemas.openxmlformats.org/officeDocument/2006/relationships/image" Target="../media/image73.png"/><Relationship Id="rId12" Type="http://schemas.openxmlformats.org/officeDocument/2006/relationships/image" Target="../media/image76.svg"/><Relationship Id="rId2" Type="http://schemas.openxmlformats.org/officeDocument/2006/relationships/hyperlink" Target="https://www.youtube.com/watch?v=BT0kzF4A-WQ" TargetMode="External"/><Relationship Id="rId1" Type="http://schemas.openxmlformats.org/officeDocument/2006/relationships/hyperlink" Target="https://www.youtube.com/watch?v=RfprRZQxWps&amp;list=PLE552BFEB82358248" TargetMode="External"/><Relationship Id="rId6" Type="http://schemas.openxmlformats.org/officeDocument/2006/relationships/image" Target="../media/image132.svg"/><Relationship Id="rId11" Type="http://schemas.openxmlformats.org/officeDocument/2006/relationships/image" Target="../media/image75.png"/><Relationship Id="rId5" Type="http://schemas.openxmlformats.org/officeDocument/2006/relationships/image" Target="../media/image131.png"/><Relationship Id="rId10" Type="http://schemas.openxmlformats.org/officeDocument/2006/relationships/image" Target="../media/image134.svg"/><Relationship Id="rId4" Type="http://schemas.openxmlformats.org/officeDocument/2006/relationships/image" Target="../media/image130.svg"/><Relationship Id="rId9" Type="http://schemas.openxmlformats.org/officeDocument/2006/relationships/image" Target="../media/image133.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rawing3.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0.png"/><Relationship Id="rId7" Type="http://schemas.openxmlformats.org/officeDocument/2006/relationships/image" Target="../media/image18.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7.sv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1.svg"/><Relationship Id="rId9" Type="http://schemas.openxmlformats.org/officeDocument/2006/relationships/image" Target="../media/image20.png"/></Relationships>
</file>

<file path=ppt/diagrams/_rels/drawing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4" Type="http://schemas.openxmlformats.org/officeDocument/2006/relationships/image" Target="../media/image25.svg"/></Relationships>
</file>

<file path=ppt/diagrams/_rels/drawing5.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26.png"/><Relationship Id="rId7" Type="http://schemas.openxmlformats.org/officeDocument/2006/relationships/image" Target="../media/image1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29.svg"/><Relationship Id="rId5" Type="http://schemas.openxmlformats.org/officeDocument/2006/relationships/image" Target="../media/image28.png"/><Relationship Id="rId10" Type="http://schemas.openxmlformats.org/officeDocument/2006/relationships/image" Target="../media/image31.svg"/><Relationship Id="rId4" Type="http://schemas.openxmlformats.org/officeDocument/2006/relationships/image" Target="../media/image27.svg"/><Relationship Id="rId9" Type="http://schemas.openxmlformats.org/officeDocument/2006/relationships/image" Target="../media/image30.png"/></Relationships>
</file>

<file path=ppt/diagrams/_rels/drawing6.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34.png"/><Relationship Id="rId7" Type="http://schemas.openxmlformats.org/officeDocument/2006/relationships/image" Target="../media/image36.pn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35.svg"/></Relationships>
</file>

<file path=ppt/diagrams/_rels/drawing7.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hyperlink" Target="https://www.who.int/" TargetMode="External"/><Relationship Id="rId7" Type="http://schemas.openxmlformats.org/officeDocument/2006/relationships/image" Target="../media/image43.png"/><Relationship Id="rId12" Type="http://schemas.openxmlformats.org/officeDocument/2006/relationships/hyperlink" Target="http://kennedyrasc.weebly.com/databases--research.html" TargetMode="External"/><Relationship Id="rId2" Type="http://schemas.openxmlformats.org/officeDocument/2006/relationships/image" Target="../media/image40.svg"/><Relationship Id="rId1" Type="http://schemas.openxmlformats.org/officeDocument/2006/relationships/image" Target="../media/image39.png"/><Relationship Id="rId6" Type="http://schemas.openxmlformats.org/officeDocument/2006/relationships/hyperlink" Target="https://www.aihw.gov.au/" TargetMode="External"/><Relationship Id="rId11" Type="http://schemas.openxmlformats.org/officeDocument/2006/relationships/image" Target="../media/image46.svg"/><Relationship Id="rId5" Type="http://schemas.openxmlformats.org/officeDocument/2006/relationships/image" Target="../media/image42.svg"/><Relationship Id="rId10" Type="http://schemas.openxmlformats.org/officeDocument/2006/relationships/image" Target="../media/image45.png"/><Relationship Id="rId4" Type="http://schemas.openxmlformats.org/officeDocument/2006/relationships/image" Target="../media/image41.png"/><Relationship Id="rId9" Type="http://schemas.openxmlformats.org/officeDocument/2006/relationships/hyperlink" Target="https://scholar.google.com/" TargetMode="External"/></Relationships>
</file>

<file path=ppt/diagrams/_rels/drawing10.xml.rels><?xml version="1.0" encoding="UTF-8" standalone="yes"?>
<Relationships xmlns="http://schemas.openxmlformats.org/package/2006/relationships"><Relationship Id="rId1" Type="http://schemas.openxmlformats.org/officeDocument/2006/relationships/hyperlink" Target="https://www.aihw.gov.au/reports-data/behaviours-risk-factors/social-determinants/overview" TargetMode="External"/></Relationships>
</file>

<file path=ppt/diagrams/_rels/drawing18.xml.rels><?xml version="1.0" encoding="UTF-8" standalone="yes"?>
<Relationships xmlns="http://schemas.openxmlformats.org/package/2006/relationships"><Relationship Id="rId8" Type="http://schemas.openxmlformats.org/officeDocument/2006/relationships/image" Target="../media/image76.svg"/><Relationship Id="rId3" Type="http://schemas.openxmlformats.org/officeDocument/2006/relationships/hyperlink" Target="https://www.youtube.com/watch?v=8dDOnjxW3Sg" TargetMode="External"/><Relationship Id="rId7" Type="http://schemas.openxmlformats.org/officeDocument/2006/relationships/image" Target="../media/image75.png"/><Relationship Id="rId2" Type="http://schemas.openxmlformats.org/officeDocument/2006/relationships/image" Target="../media/image72.svg"/><Relationship Id="rId1" Type="http://schemas.openxmlformats.org/officeDocument/2006/relationships/image" Target="../media/image71.png"/><Relationship Id="rId6" Type="http://schemas.openxmlformats.org/officeDocument/2006/relationships/hyperlink" Target="http://www.perthnow.com.au/news/western-australia/near6kg-baby-born-in-perth-on-australia-day-a-huge-bundle-of-joy-for-tassell-family/news-story/a433513db4d40a9f3f113748f1bffc07" TargetMode="External"/><Relationship Id="rId5" Type="http://schemas.openxmlformats.org/officeDocument/2006/relationships/image" Target="../media/image74.svg"/><Relationship Id="rId4" Type="http://schemas.openxmlformats.org/officeDocument/2006/relationships/image" Target="../media/image73.png"/><Relationship Id="rId9" Type="http://schemas.openxmlformats.org/officeDocument/2006/relationships/hyperlink" Target="http://www.babycentre.co.uk/a1033196/low-birth-weight-in-babies" TargetMode="External"/></Relationships>
</file>

<file path=ppt/diagrams/_rels/drawing1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svg"/><Relationship Id="rId1" Type="http://schemas.openxmlformats.org/officeDocument/2006/relationships/image" Target="../media/image77.png"/><Relationship Id="rId4" Type="http://schemas.openxmlformats.org/officeDocument/2006/relationships/image" Target="../media/image80.svg"/></Relationships>
</file>

<file path=ppt/diagrams/_rels/drawing2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svg"/><Relationship Id="rId1" Type="http://schemas.openxmlformats.org/officeDocument/2006/relationships/image" Target="../media/image87.png"/><Relationship Id="rId4" Type="http://schemas.openxmlformats.org/officeDocument/2006/relationships/image" Target="../media/image90.svg"/></Relationships>
</file>

<file path=ppt/diagrams/_rels/drawing25.xml.rels><?xml version="1.0" encoding="UTF-8" standalone="yes"?>
<Relationships xmlns="http://schemas.openxmlformats.org/package/2006/relationships"><Relationship Id="rId8" Type="http://schemas.openxmlformats.org/officeDocument/2006/relationships/image" Target="../media/image133.png"/><Relationship Id="rId3" Type="http://schemas.openxmlformats.org/officeDocument/2006/relationships/image" Target="../media/image131.png"/><Relationship Id="rId7" Type="http://schemas.openxmlformats.org/officeDocument/2006/relationships/hyperlink" Target="https://www.youtube.com/watch?v=RfprRZQxWps&amp;list=PLE552BFEB82358248" TargetMode="External"/><Relationship Id="rId12" Type="http://schemas.openxmlformats.org/officeDocument/2006/relationships/hyperlink" Target="https://www.youtube.com/watch?v=BT0kzF4A-WQ" TargetMode="External"/><Relationship Id="rId2" Type="http://schemas.openxmlformats.org/officeDocument/2006/relationships/image" Target="../media/image130.svg"/><Relationship Id="rId1" Type="http://schemas.openxmlformats.org/officeDocument/2006/relationships/image" Target="../media/image129.png"/><Relationship Id="rId6" Type="http://schemas.openxmlformats.org/officeDocument/2006/relationships/image" Target="../media/image74.svg"/><Relationship Id="rId11" Type="http://schemas.openxmlformats.org/officeDocument/2006/relationships/image" Target="../media/image76.svg"/><Relationship Id="rId5" Type="http://schemas.openxmlformats.org/officeDocument/2006/relationships/image" Target="../media/image73.png"/><Relationship Id="rId10" Type="http://schemas.openxmlformats.org/officeDocument/2006/relationships/image" Target="../media/image75.png"/><Relationship Id="rId4" Type="http://schemas.openxmlformats.org/officeDocument/2006/relationships/image" Target="../media/image132.svg"/><Relationship Id="rId9" Type="http://schemas.openxmlformats.org/officeDocument/2006/relationships/image" Target="../media/image134.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E8DA86D-B018-4674-9C42-6796578CF0A8}"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AA322F4F-838C-42AF-B087-415DC438A82D}">
      <dgm:prSet/>
      <dgm:spPr/>
      <dgm:t>
        <a:bodyPr/>
        <a:lstStyle/>
        <a:p>
          <a:r>
            <a:rPr lang="en-US"/>
            <a:t>5 periods per week:</a:t>
          </a:r>
        </a:p>
      </dgm:t>
    </dgm:pt>
    <dgm:pt modelId="{203D37CE-C826-4EE6-9E3A-4AB74DC1CFC8}" type="parTrans" cxnId="{DDE31ED9-E2D0-4DF0-9874-4128AAA24E3B}">
      <dgm:prSet/>
      <dgm:spPr/>
      <dgm:t>
        <a:bodyPr/>
        <a:lstStyle/>
        <a:p>
          <a:endParaRPr lang="en-US"/>
        </a:p>
      </dgm:t>
    </dgm:pt>
    <dgm:pt modelId="{8D2F1B06-3A47-486F-B25C-E0002BFF1087}" type="sibTrans" cxnId="{DDE31ED9-E2D0-4DF0-9874-4128AAA24E3B}">
      <dgm:prSet/>
      <dgm:spPr/>
      <dgm:t>
        <a:bodyPr/>
        <a:lstStyle/>
        <a:p>
          <a:endParaRPr lang="en-US"/>
        </a:p>
      </dgm:t>
    </dgm:pt>
    <dgm:pt modelId="{ECC0837A-0AB1-4E0F-9283-89CF10C4307B}">
      <dgm:prSet/>
      <dgm:spPr/>
      <dgm:t>
        <a:bodyPr/>
        <a:lstStyle/>
        <a:p>
          <a:r>
            <a:rPr lang="en-US"/>
            <a:t>Interactive lectures</a:t>
          </a:r>
        </a:p>
      </dgm:t>
    </dgm:pt>
    <dgm:pt modelId="{2CBDD5A6-A2B7-44DE-BFB1-2B4B3E99F433}" type="parTrans" cxnId="{34E81536-98DE-4553-825A-6BED976C3337}">
      <dgm:prSet/>
      <dgm:spPr/>
      <dgm:t>
        <a:bodyPr/>
        <a:lstStyle/>
        <a:p>
          <a:endParaRPr lang="en-US"/>
        </a:p>
      </dgm:t>
    </dgm:pt>
    <dgm:pt modelId="{4D3730B5-229D-4128-8D44-D2DC84712895}" type="sibTrans" cxnId="{34E81536-98DE-4553-825A-6BED976C3337}">
      <dgm:prSet/>
      <dgm:spPr/>
      <dgm:t>
        <a:bodyPr/>
        <a:lstStyle/>
        <a:p>
          <a:endParaRPr lang="en-US"/>
        </a:p>
      </dgm:t>
    </dgm:pt>
    <dgm:pt modelId="{E87B03AA-B1E6-49DD-903B-A4C428B30C2A}">
      <dgm:prSet/>
      <dgm:spPr/>
      <dgm:t>
        <a:bodyPr/>
        <a:lstStyle/>
        <a:p>
          <a:r>
            <a:rPr lang="en-US"/>
            <a:t>Discussions</a:t>
          </a:r>
        </a:p>
      </dgm:t>
    </dgm:pt>
    <dgm:pt modelId="{49BF3B11-3F0D-449E-AF4A-3283DF2BED46}" type="parTrans" cxnId="{18EC475E-5CB5-4A64-8BCD-E53BF3492C99}">
      <dgm:prSet/>
      <dgm:spPr/>
      <dgm:t>
        <a:bodyPr/>
        <a:lstStyle/>
        <a:p>
          <a:endParaRPr lang="en-US"/>
        </a:p>
      </dgm:t>
    </dgm:pt>
    <dgm:pt modelId="{FC6A8E99-E4A6-4DF0-A270-CA0E02654344}" type="sibTrans" cxnId="{18EC475E-5CB5-4A64-8BCD-E53BF3492C99}">
      <dgm:prSet/>
      <dgm:spPr/>
      <dgm:t>
        <a:bodyPr/>
        <a:lstStyle/>
        <a:p>
          <a:endParaRPr lang="en-US"/>
        </a:p>
      </dgm:t>
    </dgm:pt>
    <dgm:pt modelId="{CAC22DD8-8052-47B7-8EE1-4A9F0D9D5E74}">
      <dgm:prSet/>
      <dgm:spPr/>
      <dgm:t>
        <a:bodyPr/>
        <a:lstStyle/>
        <a:p>
          <a:r>
            <a:rPr lang="en-US"/>
            <a:t>Practice activities and quizes</a:t>
          </a:r>
        </a:p>
      </dgm:t>
    </dgm:pt>
    <dgm:pt modelId="{D85C2FD1-FFAE-42E8-A5C0-E47DDD067B7D}" type="parTrans" cxnId="{2E453D56-FD4F-45F6-8CA3-88C65A210606}">
      <dgm:prSet/>
      <dgm:spPr/>
      <dgm:t>
        <a:bodyPr/>
        <a:lstStyle/>
        <a:p>
          <a:endParaRPr lang="en-US"/>
        </a:p>
      </dgm:t>
    </dgm:pt>
    <dgm:pt modelId="{DA81E85C-E7A1-4189-949F-B3410A68CFC5}" type="sibTrans" cxnId="{2E453D56-FD4F-45F6-8CA3-88C65A210606}">
      <dgm:prSet/>
      <dgm:spPr/>
      <dgm:t>
        <a:bodyPr/>
        <a:lstStyle/>
        <a:p>
          <a:endParaRPr lang="en-US"/>
        </a:p>
      </dgm:t>
    </dgm:pt>
    <dgm:pt modelId="{3DDF6B77-1557-470E-AC00-B3184E068CC8}">
      <dgm:prSet/>
      <dgm:spPr/>
      <dgm:t>
        <a:bodyPr/>
        <a:lstStyle/>
        <a:p>
          <a:r>
            <a:rPr lang="en-US"/>
            <a:t>Application lessons</a:t>
          </a:r>
        </a:p>
      </dgm:t>
    </dgm:pt>
    <dgm:pt modelId="{30F49D4C-5500-498C-91F4-918349527679}" type="parTrans" cxnId="{08C46F44-CA67-4C6C-80D1-E810E2E42E9B}">
      <dgm:prSet/>
      <dgm:spPr/>
      <dgm:t>
        <a:bodyPr/>
        <a:lstStyle/>
        <a:p>
          <a:endParaRPr lang="en-US"/>
        </a:p>
      </dgm:t>
    </dgm:pt>
    <dgm:pt modelId="{C92A86C4-F83B-44AA-9C70-A8CBFA189DD9}" type="sibTrans" cxnId="{08C46F44-CA67-4C6C-80D1-E810E2E42E9B}">
      <dgm:prSet/>
      <dgm:spPr/>
      <dgm:t>
        <a:bodyPr/>
        <a:lstStyle/>
        <a:p>
          <a:endParaRPr lang="en-US"/>
        </a:p>
      </dgm:t>
    </dgm:pt>
    <dgm:pt modelId="{86DDC79E-2D55-41B8-9963-BCEA9E2A0F4B}">
      <dgm:prSet/>
      <dgm:spPr/>
      <dgm:t>
        <a:bodyPr/>
        <a:lstStyle/>
        <a:p>
          <a:r>
            <a:rPr lang="en-US"/>
            <a:t>Revision lessons</a:t>
          </a:r>
        </a:p>
      </dgm:t>
    </dgm:pt>
    <dgm:pt modelId="{E69F7CBA-12F1-4D2F-9721-26E437E75284}" type="parTrans" cxnId="{36E2A56D-324D-4AB0-8EAA-AED8F1888A7B}">
      <dgm:prSet/>
      <dgm:spPr/>
      <dgm:t>
        <a:bodyPr/>
        <a:lstStyle/>
        <a:p>
          <a:endParaRPr lang="en-US"/>
        </a:p>
      </dgm:t>
    </dgm:pt>
    <dgm:pt modelId="{CEF4B4FD-1B6E-4D5B-91A4-27F639AD1156}" type="sibTrans" cxnId="{36E2A56D-324D-4AB0-8EAA-AED8F1888A7B}">
      <dgm:prSet/>
      <dgm:spPr/>
      <dgm:t>
        <a:bodyPr/>
        <a:lstStyle/>
        <a:p>
          <a:endParaRPr lang="en-US"/>
        </a:p>
      </dgm:t>
    </dgm:pt>
    <dgm:pt modelId="{C717A62C-5DFC-427A-9B20-850EC3FF19DB}" type="pres">
      <dgm:prSet presAssocID="{8E8DA86D-B018-4674-9C42-6796578CF0A8}" presName="linear" presStyleCnt="0">
        <dgm:presLayoutVars>
          <dgm:animLvl val="lvl"/>
          <dgm:resizeHandles val="exact"/>
        </dgm:presLayoutVars>
      </dgm:prSet>
      <dgm:spPr/>
    </dgm:pt>
    <dgm:pt modelId="{F4FEE807-458E-47BC-8751-210E74ACFABA}" type="pres">
      <dgm:prSet presAssocID="{AA322F4F-838C-42AF-B087-415DC438A82D}" presName="parentText" presStyleLbl="node1" presStyleIdx="0" presStyleCnt="6">
        <dgm:presLayoutVars>
          <dgm:chMax val="0"/>
          <dgm:bulletEnabled val="1"/>
        </dgm:presLayoutVars>
      </dgm:prSet>
      <dgm:spPr/>
    </dgm:pt>
    <dgm:pt modelId="{CA6A3055-4307-4EB2-A360-D0BB86A7928E}" type="pres">
      <dgm:prSet presAssocID="{8D2F1B06-3A47-486F-B25C-E0002BFF1087}" presName="spacer" presStyleCnt="0"/>
      <dgm:spPr/>
    </dgm:pt>
    <dgm:pt modelId="{8E883C0C-6AE4-48E6-9601-280DAE56DF8D}" type="pres">
      <dgm:prSet presAssocID="{ECC0837A-0AB1-4E0F-9283-89CF10C4307B}" presName="parentText" presStyleLbl="node1" presStyleIdx="1" presStyleCnt="6">
        <dgm:presLayoutVars>
          <dgm:chMax val="0"/>
          <dgm:bulletEnabled val="1"/>
        </dgm:presLayoutVars>
      </dgm:prSet>
      <dgm:spPr/>
    </dgm:pt>
    <dgm:pt modelId="{5E2DBF05-B39E-4266-BE7A-AD7DF8153630}" type="pres">
      <dgm:prSet presAssocID="{4D3730B5-229D-4128-8D44-D2DC84712895}" presName="spacer" presStyleCnt="0"/>
      <dgm:spPr/>
    </dgm:pt>
    <dgm:pt modelId="{8C6E7A24-2D88-495B-A479-3637F2CDAC8C}" type="pres">
      <dgm:prSet presAssocID="{E87B03AA-B1E6-49DD-903B-A4C428B30C2A}" presName="parentText" presStyleLbl="node1" presStyleIdx="2" presStyleCnt="6">
        <dgm:presLayoutVars>
          <dgm:chMax val="0"/>
          <dgm:bulletEnabled val="1"/>
        </dgm:presLayoutVars>
      </dgm:prSet>
      <dgm:spPr/>
    </dgm:pt>
    <dgm:pt modelId="{1D2B40BF-BA2B-4393-BB26-CAAE9AC32E64}" type="pres">
      <dgm:prSet presAssocID="{FC6A8E99-E4A6-4DF0-A270-CA0E02654344}" presName="spacer" presStyleCnt="0"/>
      <dgm:spPr/>
    </dgm:pt>
    <dgm:pt modelId="{B4DA9282-78EA-48D4-8A14-FF9C6489C9AE}" type="pres">
      <dgm:prSet presAssocID="{CAC22DD8-8052-47B7-8EE1-4A9F0D9D5E74}" presName="parentText" presStyleLbl="node1" presStyleIdx="3" presStyleCnt="6">
        <dgm:presLayoutVars>
          <dgm:chMax val="0"/>
          <dgm:bulletEnabled val="1"/>
        </dgm:presLayoutVars>
      </dgm:prSet>
      <dgm:spPr/>
    </dgm:pt>
    <dgm:pt modelId="{0D140E86-7D6B-4FED-B96F-59CDBC953B93}" type="pres">
      <dgm:prSet presAssocID="{DA81E85C-E7A1-4189-949F-B3410A68CFC5}" presName="spacer" presStyleCnt="0"/>
      <dgm:spPr/>
    </dgm:pt>
    <dgm:pt modelId="{8D60CDA3-DA44-463A-9586-49EB79B5BE6B}" type="pres">
      <dgm:prSet presAssocID="{3DDF6B77-1557-470E-AC00-B3184E068CC8}" presName="parentText" presStyleLbl="node1" presStyleIdx="4" presStyleCnt="6">
        <dgm:presLayoutVars>
          <dgm:chMax val="0"/>
          <dgm:bulletEnabled val="1"/>
        </dgm:presLayoutVars>
      </dgm:prSet>
      <dgm:spPr/>
    </dgm:pt>
    <dgm:pt modelId="{9FF54BBB-E3E5-4EAC-AF8A-2E9DA6C96602}" type="pres">
      <dgm:prSet presAssocID="{C92A86C4-F83B-44AA-9C70-A8CBFA189DD9}" presName="spacer" presStyleCnt="0"/>
      <dgm:spPr/>
    </dgm:pt>
    <dgm:pt modelId="{A8C61DFE-217F-4D08-8B75-95AA91865528}" type="pres">
      <dgm:prSet presAssocID="{86DDC79E-2D55-41B8-9963-BCEA9E2A0F4B}" presName="parentText" presStyleLbl="node1" presStyleIdx="5" presStyleCnt="6">
        <dgm:presLayoutVars>
          <dgm:chMax val="0"/>
          <dgm:bulletEnabled val="1"/>
        </dgm:presLayoutVars>
      </dgm:prSet>
      <dgm:spPr/>
    </dgm:pt>
  </dgm:ptLst>
  <dgm:cxnLst>
    <dgm:cxn modelId="{E762D51B-A2DD-42D2-82A0-B855446A9D7D}" type="presOf" srcId="{3DDF6B77-1557-470E-AC00-B3184E068CC8}" destId="{8D60CDA3-DA44-463A-9586-49EB79B5BE6B}" srcOrd="0" destOrd="0" presId="urn:microsoft.com/office/officeart/2005/8/layout/vList2"/>
    <dgm:cxn modelId="{775DF024-93B5-4A7E-B1EB-2BAA4EA40D34}" type="presOf" srcId="{CAC22DD8-8052-47B7-8EE1-4A9F0D9D5E74}" destId="{B4DA9282-78EA-48D4-8A14-FF9C6489C9AE}" srcOrd="0" destOrd="0" presId="urn:microsoft.com/office/officeart/2005/8/layout/vList2"/>
    <dgm:cxn modelId="{34E81536-98DE-4553-825A-6BED976C3337}" srcId="{8E8DA86D-B018-4674-9C42-6796578CF0A8}" destId="{ECC0837A-0AB1-4E0F-9283-89CF10C4307B}" srcOrd="1" destOrd="0" parTransId="{2CBDD5A6-A2B7-44DE-BFB1-2B4B3E99F433}" sibTransId="{4D3730B5-229D-4128-8D44-D2DC84712895}"/>
    <dgm:cxn modelId="{296DBE3A-D7AC-45FE-A797-9C2222BDA559}" type="presOf" srcId="{AA322F4F-838C-42AF-B087-415DC438A82D}" destId="{F4FEE807-458E-47BC-8751-210E74ACFABA}" srcOrd="0" destOrd="0" presId="urn:microsoft.com/office/officeart/2005/8/layout/vList2"/>
    <dgm:cxn modelId="{18EC475E-5CB5-4A64-8BCD-E53BF3492C99}" srcId="{8E8DA86D-B018-4674-9C42-6796578CF0A8}" destId="{E87B03AA-B1E6-49DD-903B-A4C428B30C2A}" srcOrd="2" destOrd="0" parTransId="{49BF3B11-3F0D-449E-AF4A-3283DF2BED46}" sibTransId="{FC6A8E99-E4A6-4DF0-A270-CA0E02654344}"/>
    <dgm:cxn modelId="{08C46F44-CA67-4C6C-80D1-E810E2E42E9B}" srcId="{8E8DA86D-B018-4674-9C42-6796578CF0A8}" destId="{3DDF6B77-1557-470E-AC00-B3184E068CC8}" srcOrd="4" destOrd="0" parTransId="{30F49D4C-5500-498C-91F4-918349527679}" sibTransId="{C92A86C4-F83B-44AA-9C70-A8CBFA189DD9}"/>
    <dgm:cxn modelId="{36E2A56D-324D-4AB0-8EAA-AED8F1888A7B}" srcId="{8E8DA86D-B018-4674-9C42-6796578CF0A8}" destId="{86DDC79E-2D55-41B8-9963-BCEA9E2A0F4B}" srcOrd="5" destOrd="0" parTransId="{E69F7CBA-12F1-4D2F-9721-26E437E75284}" sibTransId="{CEF4B4FD-1B6E-4D5B-91A4-27F639AD1156}"/>
    <dgm:cxn modelId="{7EB42A52-3FF8-4C29-84F8-67C699909D88}" type="presOf" srcId="{ECC0837A-0AB1-4E0F-9283-89CF10C4307B}" destId="{8E883C0C-6AE4-48E6-9601-280DAE56DF8D}" srcOrd="0" destOrd="0" presId="urn:microsoft.com/office/officeart/2005/8/layout/vList2"/>
    <dgm:cxn modelId="{2B413474-F7B7-42A3-AB45-CF516F1F4155}" type="presOf" srcId="{E87B03AA-B1E6-49DD-903B-A4C428B30C2A}" destId="{8C6E7A24-2D88-495B-A479-3637F2CDAC8C}" srcOrd="0" destOrd="0" presId="urn:microsoft.com/office/officeart/2005/8/layout/vList2"/>
    <dgm:cxn modelId="{2E453D56-FD4F-45F6-8CA3-88C65A210606}" srcId="{8E8DA86D-B018-4674-9C42-6796578CF0A8}" destId="{CAC22DD8-8052-47B7-8EE1-4A9F0D9D5E74}" srcOrd="3" destOrd="0" parTransId="{D85C2FD1-FFAE-42E8-A5C0-E47DDD067B7D}" sibTransId="{DA81E85C-E7A1-4189-949F-B3410A68CFC5}"/>
    <dgm:cxn modelId="{74CF0FA0-480B-46F4-B4B3-E3CB2FAC59C7}" type="presOf" srcId="{86DDC79E-2D55-41B8-9963-BCEA9E2A0F4B}" destId="{A8C61DFE-217F-4D08-8B75-95AA91865528}" srcOrd="0" destOrd="0" presId="urn:microsoft.com/office/officeart/2005/8/layout/vList2"/>
    <dgm:cxn modelId="{DDE31ED9-E2D0-4DF0-9874-4128AAA24E3B}" srcId="{8E8DA86D-B018-4674-9C42-6796578CF0A8}" destId="{AA322F4F-838C-42AF-B087-415DC438A82D}" srcOrd="0" destOrd="0" parTransId="{203D37CE-C826-4EE6-9E3A-4AB74DC1CFC8}" sibTransId="{8D2F1B06-3A47-486F-B25C-E0002BFF1087}"/>
    <dgm:cxn modelId="{BF1CC5F7-B2B2-45D6-91A9-5C6232C92DD7}" type="presOf" srcId="{8E8DA86D-B018-4674-9C42-6796578CF0A8}" destId="{C717A62C-5DFC-427A-9B20-850EC3FF19DB}" srcOrd="0" destOrd="0" presId="urn:microsoft.com/office/officeart/2005/8/layout/vList2"/>
    <dgm:cxn modelId="{011112C2-1D3D-4C9B-BF06-8D970F9A26DF}" type="presParOf" srcId="{C717A62C-5DFC-427A-9B20-850EC3FF19DB}" destId="{F4FEE807-458E-47BC-8751-210E74ACFABA}" srcOrd="0" destOrd="0" presId="urn:microsoft.com/office/officeart/2005/8/layout/vList2"/>
    <dgm:cxn modelId="{5499CF9C-4D08-4B8E-A7FA-A2C3DABE4081}" type="presParOf" srcId="{C717A62C-5DFC-427A-9B20-850EC3FF19DB}" destId="{CA6A3055-4307-4EB2-A360-D0BB86A7928E}" srcOrd="1" destOrd="0" presId="urn:microsoft.com/office/officeart/2005/8/layout/vList2"/>
    <dgm:cxn modelId="{FC9FFC62-A4E4-47DF-98CA-F988E09E774B}" type="presParOf" srcId="{C717A62C-5DFC-427A-9B20-850EC3FF19DB}" destId="{8E883C0C-6AE4-48E6-9601-280DAE56DF8D}" srcOrd="2" destOrd="0" presId="urn:microsoft.com/office/officeart/2005/8/layout/vList2"/>
    <dgm:cxn modelId="{F8C4444D-3D03-4FB7-A59E-2F7D3DA9A70E}" type="presParOf" srcId="{C717A62C-5DFC-427A-9B20-850EC3FF19DB}" destId="{5E2DBF05-B39E-4266-BE7A-AD7DF8153630}" srcOrd="3" destOrd="0" presId="urn:microsoft.com/office/officeart/2005/8/layout/vList2"/>
    <dgm:cxn modelId="{9B700493-F99A-4180-9418-715B4FF33037}" type="presParOf" srcId="{C717A62C-5DFC-427A-9B20-850EC3FF19DB}" destId="{8C6E7A24-2D88-495B-A479-3637F2CDAC8C}" srcOrd="4" destOrd="0" presId="urn:microsoft.com/office/officeart/2005/8/layout/vList2"/>
    <dgm:cxn modelId="{AAC3F9B7-FB53-474F-8C65-4575D010736B}" type="presParOf" srcId="{C717A62C-5DFC-427A-9B20-850EC3FF19DB}" destId="{1D2B40BF-BA2B-4393-BB26-CAAE9AC32E64}" srcOrd="5" destOrd="0" presId="urn:microsoft.com/office/officeart/2005/8/layout/vList2"/>
    <dgm:cxn modelId="{9B6CC0D6-AF07-4C6B-866D-7B0801C88BFA}" type="presParOf" srcId="{C717A62C-5DFC-427A-9B20-850EC3FF19DB}" destId="{B4DA9282-78EA-48D4-8A14-FF9C6489C9AE}" srcOrd="6" destOrd="0" presId="urn:microsoft.com/office/officeart/2005/8/layout/vList2"/>
    <dgm:cxn modelId="{7A11AC9F-A91E-4CBF-903C-47D37214977A}" type="presParOf" srcId="{C717A62C-5DFC-427A-9B20-850EC3FF19DB}" destId="{0D140E86-7D6B-4FED-B96F-59CDBC953B93}" srcOrd="7" destOrd="0" presId="urn:microsoft.com/office/officeart/2005/8/layout/vList2"/>
    <dgm:cxn modelId="{279E4414-02A1-440F-8295-3695BECB714A}" type="presParOf" srcId="{C717A62C-5DFC-427A-9B20-850EC3FF19DB}" destId="{8D60CDA3-DA44-463A-9586-49EB79B5BE6B}" srcOrd="8" destOrd="0" presId="urn:microsoft.com/office/officeart/2005/8/layout/vList2"/>
    <dgm:cxn modelId="{01CA35AF-4E2B-48F3-85B5-F5C9049EB4D4}" type="presParOf" srcId="{C717A62C-5DFC-427A-9B20-850EC3FF19DB}" destId="{9FF54BBB-E3E5-4EAC-AF8A-2E9DA6C96602}" srcOrd="9" destOrd="0" presId="urn:microsoft.com/office/officeart/2005/8/layout/vList2"/>
    <dgm:cxn modelId="{ADE8752E-4A10-40B2-86EE-B08359072585}" type="presParOf" srcId="{C717A62C-5DFC-427A-9B20-850EC3FF19DB}" destId="{A8C61DFE-217F-4D08-8B75-95AA91865528}"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994F0D5-E376-4F4A-9CAF-90996254EB7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36287F28-F167-4693-BC26-BB64045C2255}">
      <dgm:prSet/>
      <dgm:spPr/>
      <dgm:t>
        <a:bodyPr/>
        <a:lstStyle/>
        <a:p>
          <a:r>
            <a:rPr lang="en-US"/>
            <a:t>This is an ATAR course</a:t>
          </a:r>
        </a:p>
      </dgm:t>
    </dgm:pt>
    <dgm:pt modelId="{32EE3445-657F-45C7-8BFE-4EC28325641C}" type="parTrans" cxnId="{6D2AB994-0903-4953-B39F-02C54D185446}">
      <dgm:prSet/>
      <dgm:spPr/>
      <dgm:t>
        <a:bodyPr/>
        <a:lstStyle/>
        <a:p>
          <a:endParaRPr lang="en-US"/>
        </a:p>
      </dgm:t>
    </dgm:pt>
    <dgm:pt modelId="{211D53A2-E5BC-456A-9FCF-F9A95155C356}" type="sibTrans" cxnId="{6D2AB994-0903-4953-B39F-02C54D185446}">
      <dgm:prSet/>
      <dgm:spPr/>
      <dgm:t>
        <a:bodyPr/>
        <a:lstStyle/>
        <a:p>
          <a:endParaRPr lang="en-US"/>
        </a:p>
      </dgm:t>
    </dgm:pt>
    <dgm:pt modelId="{BD918EDC-AB6C-4B85-907B-2B88482D36B7}">
      <dgm:prSet/>
      <dgm:spPr/>
      <dgm:t>
        <a:bodyPr/>
        <a:lstStyle/>
        <a:p>
          <a:r>
            <a:rPr lang="en-US"/>
            <a:t>Requires work and effort</a:t>
          </a:r>
        </a:p>
      </dgm:t>
    </dgm:pt>
    <dgm:pt modelId="{F99C7654-6EDB-48B1-ADA1-63ECA8CBE799}" type="parTrans" cxnId="{79C0323D-F1E8-466E-8F15-04D9DE8601C4}">
      <dgm:prSet/>
      <dgm:spPr/>
      <dgm:t>
        <a:bodyPr/>
        <a:lstStyle/>
        <a:p>
          <a:endParaRPr lang="en-US"/>
        </a:p>
      </dgm:t>
    </dgm:pt>
    <dgm:pt modelId="{BC63A2A5-D746-4C2F-950B-DE0644110D08}" type="sibTrans" cxnId="{79C0323D-F1E8-466E-8F15-04D9DE8601C4}">
      <dgm:prSet/>
      <dgm:spPr/>
      <dgm:t>
        <a:bodyPr/>
        <a:lstStyle/>
        <a:p>
          <a:endParaRPr lang="en-US"/>
        </a:p>
      </dgm:t>
    </dgm:pt>
    <dgm:pt modelId="{826AEBE5-A614-459D-BA22-116AAB6CD2DA}">
      <dgm:prSet/>
      <dgm:spPr/>
      <dgm:t>
        <a:bodyPr/>
        <a:lstStyle/>
        <a:p>
          <a:r>
            <a:rPr lang="en-US"/>
            <a:t>Respectful and open minded</a:t>
          </a:r>
        </a:p>
      </dgm:t>
    </dgm:pt>
    <dgm:pt modelId="{FBBE710E-2817-4C37-AB5D-C9E86DC18CA6}" type="parTrans" cxnId="{B4FB4460-8BD5-46A6-AB7D-CC6AF8DD0A79}">
      <dgm:prSet/>
      <dgm:spPr/>
      <dgm:t>
        <a:bodyPr/>
        <a:lstStyle/>
        <a:p>
          <a:endParaRPr lang="en-US"/>
        </a:p>
      </dgm:t>
    </dgm:pt>
    <dgm:pt modelId="{EAFD1457-BE7A-49C2-9E18-13BB47E7B1F6}" type="sibTrans" cxnId="{B4FB4460-8BD5-46A6-AB7D-CC6AF8DD0A79}">
      <dgm:prSet/>
      <dgm:spPr/>
      <dgm:t>
        <a:bodyPr/>
        <a:lstStyle/>
        <a:p>
          <a:endParaRPr lang="en-US"/>
        </a:p>
      </dgm:t>
    </dgm:pt>
    <dgm:pt modelId="{918FFB13-5962-455C-AA52-C152DC1B7E69}">
      <dgm:prSet/>
      <dgm:spPr/>
      <dgm:t>
        <a:bodyPr/>
        <a:lstStyle/>
        <a:p>
          <a:r>
            <a:rPr lang="en-US"/>
            <a:t>To take responsibility for your own learning</a:t>
          </a:r>
        </a:p>
      </dgm:t>
    </dgm:pt>
    <dgm:pt modelId="{1E05640F-A565-40D0-905B-472000B708DE}" type="parTrans" cxnId="{4D69AB90-82EE-4A33-BCE5-8BAC7753A804}">
      <dgm:prSet/>
      <dgm:spPr/>
      <dgm:t>
        <a:bodyPr/>
        <a:lstStyle/>
        <a:p>
          <a:endParaRPr lang="en-US"/>
        </a:p>
      </dgm:t>
    </dgm:pt>
    <dgm:pt modelId="{07E22965-0A79-4946-9C96-70F9B61A5FE1}" type="sibTrans" cxnId="{4D69AB90-82EE-4A33-BCE5-8BAC7753A804}">
      <dgm:prSet/>
      <dgm:spPr/>
      <dgm:t>
        <a:bodyPr/>
        <a:lstStyle/>
        <a:p>
          <a:endParaRPr lang="en-US"/>
        </a:p>
      </dgm:t>
    </dgm:pt>
    <dgm:pt modelId="{5BB30667-3E13-4E40-9EB3-4174F8EDB9C0}">
      <dgm:prSet/>
      <dgm:spPr/>
      <dgm:t>
        <a:bodyPr/>
        <a:lstStyle/>
        <a:p>
          <a:r>
            <a:rPr lang="en-US"/>
            <a:t>HAVE AN OPEN MIND. Challenge your existing thoughts and understanding </a:t>
          </a:r>
        </a:p>
      </dgm:t>
    </dgm:pt>
    <dgm:pt modelId="{5BE00F19-CE4E-4EDF-BFC8-034C5A60C86D}" type="parTrans" cxnId="{10C4FEE7-0D63-4A72-A649-E48F74561D19}">
      <dgm:prSet/>
      <dgm:spPr/>
      <dgm:t>
        <a:bodyPr/>
        <a:lstStyle/>
        <a:p>
          <a:endParaRPr lang="en-US"/>
        </a:p>
      </dgm:t>
    </dgm:pt>
    <dgm:pt modelId="{62EE7801-9720-4078-A4E0-692B27C9473D}" type="sibTrans" cxnId="{10C4FEE7-0D63-4A72-A649-E48F74561D19}">
      <dgm:prSet/>
      <dgm:spPr/>
      <dgm:t>
        <a:bodyPr/>
        <a:lstStyle/>
        <a:p>
          <a:endParaRPr lang="en-US"/>
        </a:p>
      </dgm:t>
    </dgm:pt>
    <dgm:pt modelId="{AB8614E5-9B22-4570-B8CE-7200DE229AB0}" type="pres">
      <dgm:prSet presAssocID="{1994F0D5-E376-4F4A-9CAF-90996254EB7F}" presName="root" presStyleCnt="0">
        <dgm:presLayoutVars>
          <dgm:dir/>
          <dgm:resizeHandles val="exact"/>
        </dgm:presLayoutVars>
      </dgm:prSet>
      <dgm:spPr/>
    </dgm:pt>
    <dgm:pt modelId="{501690AF-B8B8-47C7-839C-9FD757405406}" type="pres">
      <dgm:prSet presAssocID="{36287F28-F167-4693-BC26-BB64045C2255}" presName="compNode" presStyleCnt="0"/>
      <dgm:spPr/>
    </dgm:pt>
    <dgm:pt modelId="{E045EC13-EF03-48B4-97DD-31C319D284E9}" type="pres">
      <dgm:prSet presAssocID="{36287F28-F167-4693-BC26-BB64045C2255}" presName="bgRect" presStyleLbl="bgShp" presStyleIdx="0" presStyleCnt="5"/>
      <dgm:spPr/>
    </dgm:pt>
    <dgm:pt modelId="{BFBB848B-E15C-42E0-8D55-11169F1406CA}" type="pres">
      <dgm:prSet presAssocID="{36287F28-F167-4693-BC26-BB64045C2255}"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rtialArts"/>
        </a:ext>
      </dgm:extLst>
    </dgm:pt>
    <dgm:pt modelId="{C0029221-13BA-4219-8B24-D155207FEDCA}" type="pres">
      <dgm:prSet presAssocID="{36287F28-F167-4693-BC26-BB64045C2255}" presName="spaceRect" presStyleCnt="0"/>
      <dgm:spPr/>
    </dgm:pt>
    <dgm:pt modelId="{01A4A75D-CA52-489B-9631-47FE1AAE6E9F}" type="pres">
      <dgm:prSet presAssocID="{36287F28-F167-4693-BC26-BB64045C2255}" presName="parTx" presStyleLbl="revTx" presStyleIdx="0" presStyleCnt="5">
        <dgm:presLayoutVars>
          <dgm:chMax val="0"/>
          <dgm:chPref val="0"/>
        </dgm:presLayoutVars>
      </dgm:prSet>
      <dgm:spPr/>
    </dgm:pt>
    <dgm:pt modelId="{D2D5C11F-FF0D-4AFE-BB4C-EBC30C6F0F7B}" type="pres">
      <dgm:prSet presAssocID="{211D53A2-E5BC-456A-9FCF-F9A95155C356}" presName="sibTrans" presStyleCnt="0"/>
      <dgm:spPr/>
    </dgm:pt>
    <dgm:pt modelId="{CFCD445B-B848-45E0-B76D-46ACE30605DD}" type="pres">
      <dgm:prSet presAssocID="{BD918EDC-AB6C-4B85-907B-2B88482D36B7}" presName="compNode" presStyleCnt="0"/>
      <dgm:spPr/>
    </dgm:pt>
    <dgm:pt modelId="{3B642ADB-A399-4CC7-87EA-9681F111BACE}" type="pres">
      <dgm:prSet presAssocID="{BD918EDC-AB6C-4B85-907B-2B88482D36B7}" presName="bgRect" presStyleLbl="bgShp" presStyleIdx="1" presStyleCnt="5"/>
      <dgm:spPr/>
    </dgm:pt>
    <dgm:pt modelId="{E2741539-3A60-4F74-AA26-034C35ACC9A5}" type="pres">
      <dgm:prSet presAssocID="{BD918EDC-AB6C-4B85-907B-2B88482D36B7}"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nstruction Worker"/>
        </a:ext>
      </dgm:extLst>
    </dgm:pt>
    <dgm:pt modelId="{19CE6CBC-0472-4288-BBE3-D66E63958902}" type="pres">
      <dgm:prSet presAssocID="{BD918EDC-AB6C-4B85-907B-2B88482D36B7}" presName="spaceRect" presStyleCnt="0"/>
      <dgm:spPr/>
    </dgm:pt>
    <dgm:pt modelId="{2E745D44-B13F-495D-AB39-190CD7B1760F}" type="pres">
      <dgm:prSet presAssocID="{BD918EDC-AB6C-4B85-907B-2B88482D36B7}" presName="parTx" presStyleLbl="revTx" presStyleIdx="1" presStyleCnt="5">
        <dgm:presLayoutVars>
          <dgm:chMax val="0"/>
          <dgm:chPref val="0"/>
        </dgm:presLayoutVars>
      </dgm:prSet>
      <dgm:spPr/>
    </dgm:pt>
    <dgm:pt modelId="{D9A0034B-F498-4758-B4A5-3F06A91D35F7}" type="pres">
      <dgm:prSet presAssocID="{BC63A2A5-D746-4C2F-950B-DE0644110D08}" presName="sibTrans" presStyleCnt="0"/>
      <dgm:spPr/>
    </dgm:pt>
    <dgm:pt modelId="{B5531AA3-AA23-40F9-A0FB-00AC9134F177}" type="pres">
      <dgm:prSet presAssocID="{826AEBE5-A614-459D-BA22-116AAB6CD2DA}" presName="compNode" presStyleCnt="0"/>
      <dgm:spPr/>
    </dgm:pt>
    <dgm:pt modelId="{97CF803E-D4F5-49E2-A0FE-3FCD0C6ECB0E}" type="pres">
      <dgm:prSet presAssocID="{826AEBE5-A614-459D-BA22-116AAB6CD2DA}" presName="bgRect" presStyleLbl="bgShp" presStyleIdx="2" presStyleCnt="5"/>
      <dgm:spPr/>
    </dgm:pt>
    <dgm:pt modelId="{C0D369F9-BD52-4FC0-960D-0F827D353083}" type="pres">
      <dgm:prSet presAssocID="{826AEBE5-A614-459D-BA22-116AAB6CD2DA}"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at"/>
        </a:ext>
      </dgm:extLst>
    </dgm:pt>
    <dgm:pt modelId="{09BBFC9D-D70F-4CCB-97D9-A5262AFE9407}" type="pres">
      <dgm:prSet presAssocID="{826AEBE5-A614-459D-BA22-116AAB6CD2DA}" presName="spaceRect" presStyleCnt="0"/>
      <dgm:spPr/>
    </dgm:pt>
    <dgm:pt modelId="{E5C01282-693D-410F-B6DA-1983C4A65C9C}" type="pres">
      <dgm:prSet presAssocID="{826AEBE5-A614-459D-BA22-116AAB6CD2DA}" presName="parTx" presStyleLbl="revTx" presStyleIdx="2" presStyleCnt="5">
        <dgm:presLayoutVars>
          <dgm:chMax val="0"/>
          <dgm:chPref val="0"/>
        </dgm:presLayoutVars>
      </dgm:prSet>
      <dgm:spPr/>
    </dgm:pt>
    <dgm:pt modelId="{D417C02C-7230-4B89-8F25-7FEDAE942624}" type="pres">
      <dgm:prSet presAssocID="{EAFD1457-BE7A-49C2-9E18-13BB47E7B1F6}" presName="sibTrans" presStyleCnt="0"/>
      <dgm:spPr/>
    </dgm:pt>
    <dgm:pt modelId="{9EA96C78-C24D-42F5-8F76-1A58F72FBA75}" type="pres">
      <dgm:prSet presAssocID="{918FFB13-5962-455C-AA52-C152DC1B7E69}" presName="compNode" presStyleCnt="0"/>
      <dgm:spPr/>
    </dgm:pt>
    <dgm:pt modelId="{F1C01EC3-540B-4C5E-BF1A-D9A21BE085C2}" type="pres">
      <dgm:prSet presAssocID="{918FFB13-5962-455C-AA52-C152DC1B7E69}" presName="bgRect" presStyleLbl="bgShp" presStyleIdx="3" presStyleCnt="5"/>
      <dgm:spPr/>
    </dgm:pt>
    <dgm:pt modelId="{004CB644-F9B6-43A6-A0F7-FC5BA8E7FFE0}" type="pres">
      <dgm:prSet presAssocID="{918FFB13-5962-455C-AA52-C152DC1B7E69}"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lassroom"/>
        </a:ext>
      </dgm:extLst>
    </dgm:pt>
    <dgm:pt modelId="{BF53778B-BD2B-424A-9334-7644AA1F3CA6}" type="pres">
      <dgm:prSet presAssocID="{918FFB13-5962-455C-AA52-C152DC1B7E69}" presName="spaceRect" presStyleCnt="0"/>
      <dgm:spPr/>
    </dgm:pt>
    <dgm:pt modelId="{AA19A581-9D9B-4A6D-848F-0D3B64CE959A}" type="pres">
      <dgm:prSet presAssocID="{918FFB13-5962-455C-AA52-C152DC1B7E69}" presName="parTx" presStyleLbl="revTx" presStyleIdx="3" presStyleCnt="5">
        <dgm:presLayoutVars>
          <dgm:chMax val="0"/>
          <dgm:chPref val="0"/>
        </dgm:presLayoutVars>
      </dgm:prSet>
      <dgm:spPr/>
    </dgm:pt>
    <dgm:pt modelId="{EA838C58-3863-4C65-8BF0-CF7FC1896659}" type="pres">
      <dgm:prSet presAssocID="{07E22965-0A79-4946-9C96-70F9B61A5FE1}" presName="sibTrans" presStyleCnt="0"/>
      <dgm:spPr/>
    </dgm:pt>
    <dgm:pt modelId="{1EDC488A-BECE-4DE0-8366-8171B2F84A4C}" type="pres">
      <dgm:prSet presAssocID="{5BB30667-3E13-4E40-9EB3-4174F8EDB9C0}" presName="compNode" presStyleCnt="0"/>
      <dgm:spPr/>
    </dgm:pt>
    <dgm:pt modelId="{6FF6B217-DC49-47E1-9A29-AAEC81407564}" type="pres">
      <dgm:prSet presAssocID="{5BB30667-3E13-4E40-9EB3-4174F8EDB9C0}" presName="bgRect" presStyleLbl="bgShp" presStyleIdx="4" presStyleCnt="5"/>
      <dgm:spPr/>
    </dgm:pt>
    <dgm:pt modelId="{581EE1E4-A5F8-40B5-AD8D-0374232AF326}" type="pres">
      <dgm:prSet presAssocID="{5BB30667-3E13-4E40-9EB3-4174F8EDB9C0}"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Person with Idea"/>
        </a:ext>
      </dgm:extLst>
    </dgm:pt>
    <dgm:pt modelId="{55019AF4-97B7-49F3-8A4E-DBDF6B745481}" type="pres">
      <dgm:prSet presAssocID="{5BB30667-3E13-4E40-9EB3-4174F8EDB9C0}" presName="spaceRect" presStyleCnt="0"/>
      <dgm:spPr/>
    </dgm:pt>
    <dgm:pt modelId="{B5D8CE03-A757-4561-85E2-67B3639F8531}" type="pres">
      <dgm:prSet presAssocID="{5BB30667-3E13-4E40-9EB3-4174F8EDB9C0}" presName="parTx" presStyleLbl="revTx" presStyleIdx="4" presStyleCnt="5">
        <dgm:presLayoutVars>
          <dgm:chMax val="0"/>
          <dgm:chPref val="0"/>
        </dgm:presLayoutVars>
      </dgm:prSet>
      <dgm:spPr/>
    </dgm:pt>
  </dgm:ptLst>
  <dgm:cxnLst>
    <dgm:cxn modelId="{79C0323D-F1E8-466E-8F15-04D9DE8601C4}" srcId="{1994F0D5-E376-4F4A-9CAF-90996254EB7F}" destId="{BD918EDC-AB6C-4B85-907B-2B88482D36B7}" srcOrd="1" destOrd="0" parTransId="{F99C7654-6EDB-48B1-ADA1-63ECA8CBE799}" sibTransId="{BC63A2A5-D746-4C2F-950B-DE0644110D08}"/>
    <dgm:cxn modelId="{B4FB4460-8BD5-46A6-AB7D-CC6AF8DD0A79}" srcId="{1994F0D5-E376-4F4A-9CAF-90996254EB7F}" destId="{826AEBE5-A614-459D-BA22-116AAB6CD2DA}" srcOrd="2" destOrd="0" parTransId="{FBBE710E-2817-4C37-AB5D-C9E86DC18CA6}" sibTransId="{EAFD1457-BE7A-49C2-9E18-13BB47E7B1F6}"/>
    <dgm:cxn modelId="{0698B068-2B59-408D-AB36-8A87FCC70794}" type="presOf" srcId="{1994F0D5-E376-4F4A-9CAF-90996254EB7F}" destId="{AB8614E5-9B22-4570-B8CE-7200DE229AB0}" srcOrd="0" destOrd="0" presId="urn:microsoft.com/office/officeart/2018/2/layout/IconVerticalSolidList"/>
    <dgm:cxn modelId="{9D429249-3389-42A6-94F2-EA9792932F95}" type="presOf" srcId="{918FFB13-5962-455C-AA52-C152DC1B7E69}" destId="{AA19A581-9D9B-4A6D-848F-0D3B64CE959A}" srcOrd="0" destOrd="0" presId="urn:microsoft.com/office/officeart/2018/2/layout/IconVerticalSolidList"/>
    <dgm:cxn modelId="{9C84956F-4D07-40B4-AAED-C2E26BC1447F}" type="presOf" srcId="{BD918EDC-AB6C-4B85-907B-2B88482D36B7}" destId="{2E745D44-B13F-495D-AB39-190CD7B1760F}" srcOrd="0" destOrd="0" presId="urn:microsoft.com/office/officeart/2018/2/layout/IconVerticalSolidList"/>
    <dgm:cxn modelId="{BC50738D-D4A4-4DEE-A30C-B4F8F7C1893F}" type="presOf" srcId="{826AEBE5-A614-459D-BA22-116AAB6CD2DA}" destId="{E5C01282-693D-410F-B6DA-1983C4A65C9C}" srcOrd="0" destOrd="0" presId="urn:microsoft.com/office/officeart/2018/2/layout/IconVerticalSolidList"/>
    <dgm:cxn modelId="{979D5E90-FAF5-48CC-AC21-F3B139731FCD}" type="presOf" srcId="{5BB30667-3E13-4E40-9EB3-4174F8EDB9C0}" destId="{B5D8CE03-A757-4561-85E2-67B3639F8531}" srcOrd="0" destOrd="0" presId="urn:microsoft.com/office/officeart/2018/2/layout/IconVerticalSolidList"/>
    <dgm:cxn modelId="{4D69AB90-82EE-4A33-BCE5-8BAC7753A804}" srcId="{1994F0D5-E376-4F4A-9CAF-90996254EB7F}" destId="{918FFB13-5962-455C-AA52-C152DC1B7E69}" srcOrd="3" destOrd="0" parTransId="{1E05640F-A565-40D0-905B-472000B708DE}" sibTransId="{07E22965-0A79-4946-9C96-70F9B61A5FE1}"/>
    <dgm:cxn modelId="{6D2AB994-0903-4953-B39F-02C54D185446}" srcId="{1994F0D5-E376-4F4A-9CAF-90996254EB7F}" destId="{36287F28-F167-4693-BC26-BB64045C2255}" srcOrd="0" destOrd="0" parTransId="{32EE3445-657F-45C7-8BFE-4EC28325641C}" sibTransId="{211D53A2-E5BC-456A-9FCF-F9A95155C356}"/>
    <dgm:cxn modelId="{10C4FEE7-0D63-4A72-A649-E48F74561D19}" srcId="{1994F0D5-E376-4F4A-9CAF-90996254EB7F}" destId="{5BB30667-3E13-4E40-9EB3-4174F8EDB9C0}" srcOrd="4" destOrd="0" parTransId="{5BE00F19-CE4E-4EDF-BFC8-034C5A60C86D}" sibTransId="{62EE7801-9720-4078-A4E0-692B27C9473D}"/>
    <dgm:cxn modelId="{840A50F7-8E4A-44FF-B90D-A1A91F3B1844}" type="presOf" srcId="{36287F28-F167-4693-BC26-BB64045C2255}" destId="{01A4A75D-CA52-489B-9631-47FE1AAE6E9F}" srcOrd="0" destOrd="0" presId="urn:microsoft.com/office/officeart/2018/2/layout/IconVerticalSolidList"/>
    <dgm:cxn modelId="{B8615D32-C536-4A82-9EDE-7B9901D1CADA}" type="presParOf" srcId="{AB8614E5-9B22-4570-B8CE-7200DE229AB0}" destId="{501690AF-B8B8-47C7-839C-9FD757405406}" srcOrd="0" destOrd="0" presId="urn:microsoft.com/office/officeart/2018/2/layout/IconVerticalSolidList"/>
    <dgm:cxn modelId="{63854CE4-DD74-4F41-A349-91B9DD49AE2A}" type="presParOf" srcId="{501690AF-B8B8-47C7-839C-9FD757405406}" destId="{E045EC13-EF03-48B4-97DD-31C319D284E9}" srcOrd="0" destOrd="0" presId="urn:microsoft.com/office/officeart/2018/2/layout/IconVerticalSolidList"/>
    <dgm:cxn modelId="{D5F4C2A9-9E7A-4FD8-9CFC-1BC35C6760D0}" type="presParOf" srcId="{501690AF-B8B8-47C7-839C-9FD757405406}" destId="{BFBB848B-E15C-42E0-8D55-11169F1406CA}" srcOrd="1" destOrd="0" presId="urn:microsoft.com/office/officeart/2018/2/layout/IconVerticalSolidList"/>
    <dgm:cxn modelId="{A5D516AA-3811-40A7-8D48-6818A0931333}" type="presParOf" srcId="{501690AF-B8B8-47C7-839C-9FD757405406}" destId="{C0029221-13BA-4219-8B24-D155207FEDCA}" srcOrd="2" destOrd="0" presId="urn:microsoft.com/office/officeart/2018/2/layout/IconVerticalSolidList"/>
    <dgm:cxn modelId="{2B0C4246-5FFF-4BAE-B1FA-0D9E4EEB5A8A}" type="presParOf" srcId="{501690AF-B8B8-47C7-839C-9FD757405406}" destId="{01A4A75D-CA52-489B-9631-47FE1AAE6E9F}" srcOrd="3" destOrd="0" presId="urn:microsoft.com/office/officeart/2018/2/layout/IconVerticalSolidList"/>
    <dgm:cxn modelId="{690C47A2-BEA1-4560-A9D0-286631DE28C7}" type="presParOf" srcId="{AB8614E5-9B22-4570-B8CE-7200DE229AB0}" destId="{D2D5C11F-FF0D-4AFE-BB4C-EBC30C6F0F7B}" srcOrd="1" destOrd="0" presId="urn:microsoft.com/office/officeart/2018/2/layout/IconVerticalSolidList"/>
    <dgm:cxn modelId="{37D344B2-FE20-4087-87F0-B38E08B8A77D}" type="presParOf" srcId="{AB8614E5-9B22-4570-B8CE-7200DE229AB0}" destId="{CFCD445B-B848-45E0-B76D-46ACE30605DD}" srcOrd="2" destOrd="0" presId="urn:microsoft.com/office/officeart/2018/2/layout/IconVerticalSolidList"/>
    <dgm:cxn modelId="{5AD8A43F-491B-4B10-90AA-DA77C003C5C6}" type="presParOf" srcId="{CFCD445B-B848-45E0-B76D-46ACE30605DD}" destId="{3B642ADB-A399-4CC7-87EA-9681F111BACE}" srcOrd="0" destOrd="0" presId="urn:microsoft.com/office/officeart/2018/2/layout/IconVerticalSolidList"/>
    <dgm:cxn modelId="{BE5500C6-6D35-4E49-98A7-72D419432DBF}" type="presParOf" srcId="{CFCD445B-B848-45E0-B76D-46ACE30605DD}" destId="{E2741539-3A60-4F74-AA26-034C35ACC9A5}" srcOrd="1" destOrd="0" presId="urn:microsoft.com/office/officeart/2018/2/layout/IconVerticalSolidList"/>
    <dgm:cxn modelId="{2F5D79C5-DC66-4465-873F-70E8A95CD818}" type="presParOf" srcId="{CFCD445B-B848-45E0-B76D-46ACE30605DD}" destId="{19CE6CBC-0472-4288-BBE3-D66E63958902}" srcOrd="2" destOrd="0" presId="urn:microsoft.com/office/officeart/2018/2/layout/IconVerticalSolidList"/>
    <dgm:cxn modelId="{5C72FEE7-609B-4467-AFBE-DFDCD506852D}" type="presParOf" srcId="{CFCD445B-B848-45E0-B76D-46ACE30605DD}" destId="{2E745D44-B13F-495D-AB39-190CD7B1760F}" srcOrd="3" destOrd="0" presId="urn:microsoft.com/office/officeart/2018/2/layout/IconVerticalSolidList"/>
    <dgm:cxn modelId="{5ADA3A3B-3EE4-4C23-A57C-15F7021140AE}" type="presParOf" srcId="{AB8614E5-9B22-4570-B8CE-7200DE229AB0}" destId="{D9A0034B-F498-4758-B4A5-3F06A91D35F7}" srcOrd="3" destOrd="0" presId="urn:microsoft.com/office/officeart/2018/2/layout/IconVerticalSolidList"/>
    <dgm:cxn modelId="{43ED09E5-A5B0-44E6-A008-E724A5F8C7F6}" type="presParOf" srcId="{AB8614E5-9B22-4570-B8CE-7200DE229AB0}" destId="{B5531AA3-AA23-40F9-A0FB-00AC9134F177}" srcOrd="4" destOrd="0" presId="urn:microsoft.com/office/officeart/2018/2/layout/IconVerticalSolidList"/>
    <dgm:cxn modelId="{1639A187-B28C-42DD-A9CF-812F42F5E978}" type="presParOf" srcId="{B5531AA3-AA23-40F9-A0FB-00AC9134F177}" destId="{97CF803E-D4F5-49E2-A0FE-3FCD0C6ECB0E}" srcOrd="0" destOrd="0" presId="urn:microsoft.com/office/officeart/2018/2/layout/IconVerticalSolidList"/>
    <dgm:cxn modelId="{2AA9B741-5C5C-4294-8841-AAB8BF8D289E}" type="presParOf" srcId="{B5531AA3-AA23-40F9-A0FB-00AC9134F177}" destId="{C0D369F9-BD52-4FC0-960D-0F827D353083}" srcOrd="1" destOrd="0" presId="urn:microsoft.com/office/officeart/2018/2/layout/IconVerticalSolidList"/>
    <dgm:cxn modelId="{2FD36DA0-4738-4603-80E8-85854E3E1EE4}" type="presParOf" srcId="{B5531AA3-AA23-40F9-A0FB-00AC9134F177}" destId="{09BBFC9D-D70F-4CCB-97D9-A5262AFE9407}" srcOrd="2" destOrd="0" presId="urn:microsoft.com/office/officeart/2018/2/layout/IconVerticalSolidList"/>
    <dgm:cxn modelId="{F16E0B75-98C2-4312-86EC-DF4CF9D01124}" type="presParOf" srcId="{B5531AA3-AA23-40F9-A0FB-00AC9134F177}" destId="{E5C01282-693D-410F-B6DA-1983C4A65C9C}" srcOrd="3" destOrd="0" presId="urn:microsoft.com/office/officeart/2018/2/layout/IconVerticalSolidList"/>
    <dgm:cxn modelId="{F83BD49C-367B-420E-81AD-5B98CFC136C5}" type="presParOf" srcId="{AB8614E5-9B22-4570-B8CE-7200DE229AB0}" destId="{D417C02C-7230-4B89-8F25-7FEDAE942624}" srcOrd="5" destOrd="0" presId="urn:microsoft.com/office/officeart/2018/2/layout/IconVerticalSolidList"/>
    <dgm:cxn modelId="{3E76112E-3D6D-44C0-8BC7-DC35B9C9FA30}" type="presParOf" srcId="{AB8614E5-9B22-4570-B8CE-7200DE229AB0}" destId="{9EA96C78-C24D-42F5-8F76-1A58F72FBA75}" srcOrd="6" destOrd="0" presId="urn:microsoft.com/office/officeart/2018/2/layout/IconVerticalSolidList"/>
    <dgm:cxn modelId="{FA889CBD-53B7-4087-B376-F034A76408F2}" type="presParOf" srcId="{9EA96C78-C24D-42F5-8F76-1A58F72FBA75}" destId="{F1C01EC3-540B-4C5E-BF1A-D9A21BE085C2}" srcOrd="0" destOrd="0" presId="urn:microsoft.com/office/officeart/2018/2/layout/IconVerticalSolidList"/>
    <dgm:cxn modelId="{6A0BF30F-C048-4BB2-B5FE-488668EC062E}" type="presParOf" srcId="{9EA96C78-C24D-42F5-8F76-1A58F72FBA75}" destId="{004CB644-F9B6-43A6-A0F7-FC5BA8E7FFE0}" srcOrd="1" destOrd="0" presId="urn:microsoft.com/office/officeart/2018/2/layout/IconVerticalSolidList"/>
    <dgm:cxn modelId="{E8B0871D-D95D-45C9-B7AB-C719C54F27D8}" type="presParOf" srcId="{9EA96C78-C24D-42F5-8F76-1A58F72FBA75}" destId="{BF53778B-BD2B-424A-9334-7644AA1F3CA6}" srcOrd="2" destOrd="0" presId="urn:microsoft.com/office/officeart/2018/2/layout/IconVerticalSolidList"/>
    <dgm:cxn modelId="{FEB99C62-3ED2-4D42-9334-C7740AFEA021}" type="presParOf" srcId="{9EA96C78-C24D-42F5-8F76-1A58F72FBA75}" destId="{AA19A581-9D9B-4A6D-848F-0D3B64CE959A}" srcOrd="3" destOrd="0" presId="urn:microsoft.com/office/officeart/2018/2/layout/IconVerticalSolidList"/>
    <dgm:cxn modelId="{07A3673C-B9A8-46BF-BE9F-4B36A4D315FC}" type="presParOf" srcId="{AB8614E5-9B22-4570-B8CE-7200DE229AB0}" destId="{EA838C58-3863-4C65-8BF0-CF7FC1896659}" srcOrd="7" destOrd="0" presId="urn:microsoft.com/office/officeart/2018/2/layout/IconVerticalSolidList"/>
    <dgm:cxn modelId="{6137FAB0-B185-4BE9-BCB9-FF0292ABC868}" type="presParOf" srcId="{AB8614E5-9B22-4570-B8CE-7200DE229AB0}" destId="{1EDC488A-BECE-4DE0-8366-8171B2F84A4C}" srcOrd="8" destOrd="0" presId="urn:microsoft.com/office/officeart/2018/2/layout/IconVerticalSolidList"/>
    <dgm:cxn modelId="{845E01B1-3655-448D-B170-74F8F5301BB7}" type="presParOf" srcId="{1EDC488A-BECE-4DE0-8366-8171B2F84A4C}" destId="{6FF6B217-DC49-47E1-9A29-AAEC81407564}" srcOrd="0" destOrd="0" presId="urn:microsoft.com/office/officeart/2018/2/layout/IconVerticalSolidList"/>
    <dgm:cxn modelId="{48D5F35B-6A0F-4AC8-B8BE-BE5415B233EB}" type="presParOf" srcId="{1EDC488A-BECE-4DE0-8366-8171B2F84A4C}" destId="{581EE1E4-A5F8-40B5-AD8D-0374232AF326}" srcOrd="1" destOrd="0" presId="urn:microsoft.com/office/officeart/2018/2/layout/IconVerticalSolidList"/>
    <dgm:cxn modelId="{817322EB-3150-468B-A460-A3A29AA19E90}" type="presParOf" srcId="{1EDC488A-BECE-4DE0-8366-8171B2F84A4C}" destId="{55019AF4-97B7-49F3-8A4E-DBDF6B745481}" srcOrd="2" destOrd="0" presId="urn:microsoft.com/office/officeart/2018/2/layout/IconVerticalSolidList"/>
    <dgm:cxn modelId="{05B59838-39CE-43CB-A87C-B170AB21CFB0}" type="presParOf" srcId="{1EDC488A-BECE-4DE0-8366-8171B2F84A4C}" destId="{B5D8CE03-A757-4561-85E2-67B3639F853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1AA87E2-1835-4320-86DC-6A7418876316}"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C5AA44F4-BE62-46B1-B7A1-0A876E154463}">
      <dgm:prSet/>
      <dgm:spPr/>
      <dgm:t>
        <a:bodyPr/>
        <a:lstStyle/>
        <a:p>
          <a:pPr>
            <a:defRPr cap="all"/>
          </a:pPr>
          <a:r>
            <a:rPr lang="en-US"/>
            <a:t>Textbook: “Health Studies” By Emily Lockhart</a:t>
          </a:r>
        </a:p>
      </dgm:t>
    </dgm:pt>
    <dgm:pt modelId="{29D3404B-045B-4FC8-9DE5-FB4CB31D44A7}" type="parTrans" cxnId="{FA2A6D7C-1D58-4772-8207-AB1DEF88D4D7}">
      <dgm:prSet/>
      <dgm:spPr/>
      <dgm:t>
        <a:bodyPr/>
        <a:lstStyle/>
        <a:p>
          <a:endParaRPr lang="en-US"/>
        </a:p>
      </dgm:t>
    </dgm:pt>
    <dgm:pt modelId="{712FA806-F0E4-4006-9A54-DB3967292CB4}" type="sibTrans" cxnId="{FA2A6D7C-1D58-4772-8207-AB1DEF88D4D7}">
      <dgm:prSet/>
      <dgm:spPr/>
      <dgm:t>
        <a:bodyPr/>
        <a:lstStyle/>
        <a:p>
          <a:endParaRPr lang="en-US"/>
        </a:p>
      </dgm:t>
    </dgm:pt>
    <dgm:pt modelId="{9A8BCF1E-F7DF-4C04-9A1F-5631C86A03EF}">
      <dgm:prSet/>
      <dgm:spPr/>
      <dgm:t>
        <a:bodyPr/>
        <a:lstStyle/>
        <a:p>
          <a:pPr>
            <a:defRPr cap="all"/>
          </a:pPr>
          <a:r>
            <a:rPr lang="en-US"/>
            <a:t>lecture slide booklets (1 per term)</a:t>
          </a:r>
        </a:p>
      </dgm:t>
    </dgm:pt>
    <dgm:pt modelId="{04836913-A0E1-4DEC-BFDF-58363BA76F04}" type="parTrans" cxnId="{238381DC-2E20-4873-81C3-2768F153109D}">
      <dgm:prSet/>
      <dgm:spPr/>
      <dgm:t>
        <a:bodyPr/>
        <a:lstStyle/>
        <a:p>
          <a:endParaRPr lang="en-US"/>
        </a:p>
      </dgm:t>
    </dgm:pt>
    <dgm:pt modelId="{6EA36BC4-A7D9-4B3E-B3DC-8E9CAE2AF341}" type="sibTrans" cxnId="{238381DC-2E20-4873-81C3-2768F153109D}">
      <dgm:prSet/>
      <dgm:spPr/>
      <dgm:t>
        <a:bodyPr/>
        <a:lstStyle/>
        <a:p>
          <a:endParaRPr lang="en-US"/>
        </a:p>
      </dgm:t>
    </dgm:pt>
    <dgm:pt modelId="{0D57BE44-7228-4685-9E08-032822A4D3B2}">
      <dgm:prSet/>
      <dgm:spPr/>
      <dgm:t>
        <a:bodyPr/>
        <a:lstStyle/>
        <a:p>
          <a:pPr>
            <a:defRPr cap="all"/>
          </a:pPr>
          <a:r>
            <a:rPr lang="en-US"/>
            <a:t>An organisation system (ie. File)</a:t>
          </a:r>
        </a:p>
      </dgm:t>
    </dgm:pt>
    <dgm:pt modelId="{6F05FB80-D997-435D-A385-7DF0F56791F9}" type="parTrans" cxnId="{FDCF0928-64BF-48F6-A195-C6926EA4E281}">
      <dgm:prSet/>
      <dgm:spPr/>
      <dgm:t>
        <a:bodyPr/>
        <a:lstStyle/>
        <a:p>
          <a:endParaRPr lang="en-US"/>
        </a:p>
      </dgm:t>
    </dgm:pt>
    <dgm:pt modelId="{24652EF3-72EA-4BFA-8B46-0FFE8A210EC5}" type="sibTrans" cxnId="{FDCF0928-64BF-48F6-A195-C6926EA4E281}">
      <dgm:prSet/>
      <dgm:spPr/>
      <dgm:t>
        <a:bodyPr/>
        <a:lstStyle/>
        <a:p>
          <a:endParaRPr lang="en-US"/>
        </a:p>
      </dgm:t>
    </dgm:pt>
    <dgm:pt modelId="{B4BAC4F4-B759-4153-B80E-15CBE107A1AA}">
      <dgm:prSet/>
      <dgm:spPr/>
      <dgm:t>
        <a:bodyPr/>
        <a:lstStyle/>
        <a:p>
          <a:pPr>
            <a:defRPr cap="all"/>
          </a:pPr>
          <a:r>
            <a:rPr lang="en-US"/>
            <a:t>Glossary of terms</a:t>
          </a:r>
        </a:p>
      </dgm:t>
    </dgm:pt>
    <dgm:pt modelId="{50C64607-3024-43F8-8769-C61818705330}" type="parTrans" cxnId="{D02E2A29-B674-45B1-A638-FD7E80B09F59}">
      <dgm:prSet/>
      <dgm:spPr/>
      <dgm:t>
        <a:bodyPr/>
        <a:lstStyle/>
        <a:p>
          <a:endParaRPr lang="en-US"/>
        </a:p>
      </dgm:t>
    </dgm:pt>
    <dgm:pt modelId="{1FA7E4CB-B3F9-4462-B8B5-E1C613BA1FC4}" type="sibTrans" cxnId="{D02E2A29-B674-45B1-A638-FD7E80B09F59}">
      <dgm:prSet/>
      <dgm:spPr/>
      <dgm:t>
        <a:bodyPr/>
        <a:lstStyle/>
        <a:p>
          <a:endParaRPr lang="en-US"/>
        </a:p>
      </dgm:t>
    </dgm:pt>
    <dgm:pt modelId="{B683836C-C3A4-45A7-BEDB-452900E360DD}">
      <dgm:prSet/>
      <dgm:spPr/>
      <dgm:t>
        <a:bodyPr/>
        <a:lstStyle/>
        <a:p>
          <a:pPr>
            <a:defRPr cap="all"/>
          </a:pPr>
          <a:r>
            <a:rPr lang="en-US"/>
            <a:t>Your “plain” booklet</a:t>
          </a:r>
        </a:p>
      </dgm:t>
    </dgm:pt>
    <dgm:pt modelId="{388827DD-AE04-4597-ADCA-B1B284B1A890}" type="parTrans" cxnId="{505A22B4-48A5-423B-B35D-C47A134DFF7B}">
      <dgm:prSet/>
      <dgm:spPr/>
      <dgm:t>
        <a:bodyPr/>
        <a:lstStyle/>
        <a:p>
          <a:endParaRPr lang="en-US"/>
        </a:p>
      </dgm:t>
    </dgm:pt>
    <dgm:pt modelId="{90CAE700-D8B6-4CF7-A632-BAAB6E9D4898}" type="sibTrans" cxnId="{505A22B4-48A5-423B-B35D-C47A134DFF7B}">
      <dgm:prSet/>
      <dgm:spPr/>
      <dgm:t>
        <a:bodyPr/>
        <a:lstStyle/>
        <a:p>
          <a:endParaRPr lang="en-US"/>
        </a:p>
      </dgm:t>
    </dgm:pt>
    <dgm:pt modelId="{D2256E32-3658-4E23-BB6C-CFD207E40FE2}" type="pres">
      <dgm:prSet presAssocID="{B1AA87E2-1835-4320-86DC-6A7418876316}" presName="root" presStyleCnt="0">
        <dgm:presLayoutVars>
          <dgm:dir/>
          <dgm:resizeHandles val="exact"/>
        </dgm:presLayoutVars>
      </dgm:prSet>
      <dgm:spPr/>
    </dgm:pt>
    <dgm:pt modelId="{EF35EECE-63A5-43AA-99EC-100E44DE9877}" type="pres">
      <dgm:prSet presAssocID="{C5AA44F4-BE62-46B1-B7A1-0A876E154463}" presName="compNode" presStyleCnt="0"/>
      <dgm:spPr/>
    </dgm:pt>
    <dgm:pt modelId="{6F8DFF6A-9644-4FA6-9921-E3C275816EE7}" type="pres">
      <dgm:prSet presAssocID="{C5AA44F4-BE62-46B1-B7A1-0A876E154463}" presName="iconBgRect" presStyleLbl="bgShp" presStyleIdx="0" presStyleCnt="5"/>
      <dgm:spPr/>
    </dgm:pt>
    <dgm:pt modelId="{327297BE-CD9A-4DD7-8F6A-C8ECB4C12F24}" type="pres">
      <dgm:prSet presAssocID="{C5AA44F4-BE62-46B1-B7A1-0A876E154463}"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ooks"/>
        </a:ext>
      </dgm:extLst>
    </dgm:pt>
    <dgm:pt modelId="{9B6E3CAE-CBFB-47E9-AD6F-2AE8AE0B746E}" type="pres">
      <dgm:prSet presAssocID="{C5AA44F4-BE62-46B1-B7A1-0A876E154463}" presName="spaceRect" presStyleCnt="0"/>
      <dgm:spPr/>
    </dgm:pt>
    <dgm:pt modelId="{9304D03B-E249-43B3-9AFE-76A519BFBA09}" type="pres">
      <dgm:prSet presAssocID="{C5AA44F4-BE62-46B1-B7A1-0A876E154463}" presName="textRect" presStyleLbl="revTx" presStyleIdx="0" presStyleCnt="5">
        <dgm:presLayoutVars>
          <dgm:chMax val="1"/>
          <dgm:chPref val="1"/>
        </dgm:presLayoutVars>
      </dgm:prSet>
      <dgm:spPr/>
    </dgm:pt>
    <dgm:pt modelId="{57933618-D45D-4FE1-A13C-E0168E412258}" type="pres">
      <dgm:prSet presAssocID="{712FA806-F0E4-4006-9A54-DB3967292CB4}" presName="sibTrans" presStyleCnt="0"/>
      <dgm:spPr/>
    </dgm:pt>
    <dgm:pt modelId="{04C1AD13-C9C9-4499-B08D-8F729C105AF6}" type="pres">
      <dgm:prSet presAssocID="{9A8BCF1E-F7DF-4C04-9A1F-5631C86A03EF}" presName="compNode" presStyleCnt="0"/>
      <dgm:spPr/>
    </dgm:pt>
    <dgm:pt modelId="{3CE9E119-7963-470A-8166-1D9F60669E24}" type="pres">
      <dgm:prSet presAssocID="{9A8BCF1E-F7DF-4C04-9A1F-5631C86A03EF}" presName="iconBgRect" presStyleLbl="bgShp" presStyleIdx="1" presStyleCnt="5"/>
      <dgm:spPr/>
    </dgm:pt>
    <dgm:pt modelId="{83C0F4FB-90D1-43B8-BC89-0F3BD9E36277}" type="pres">
      <dgm:prSet presAssocID="{9A8BCF1E-F7DF-4C04-9A1F-5631C86A03EF}"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assroom"/>
        </a:ext>
      </dgm:extLst>
    </dgm:pt>
    <dgm:pt modelId="{873EACAE-AE99-4E13-98C8-39DFFDDD79B5}" type="pres">
      <dgm:prSet presAssocID="{9A8BCF1E-F7DF-4C04-9A1F-5631C86A03EF}" presName="spaceRect" presStyleCnt="0"/>
      <dgm:spPr/>
    </dgm:pt>
    <dgm:pt modelId="{066AA560-5BBF-441A-BB0A-532B00770435}" type="pres">
      <dgm:prSet presAssocID="{9A8BCF1E-F7DF-4C04-9A1F-5631C86A03EF}" presName="textRect" presStyleLbl="revTx" presStyleIdx="1" presStyleCnt="5">
        <dgm:presLayoutVars>
          <dgm:chMax val="1"/>
          <dgm:chPref val="1"/>
        </dgm:presLayoutVars>
      </dgm:prSet>
      <dgm:spPr/>
    </dgm:pt>
    <dgm:pt modelId="{849C8033-9CA1-4F5E-9B14-DFE075937D32}" type="pres">
      <dgm:prSet presAssocID="{6EA36BC4-A7D9-4B3E-B3DC-8E9CAE2AF341}" presName="sibTrans" presStyleCnt="0"/>
      <dgm:spPr/>
    </dgm:pt>
    <dgm:pt modelId="{D4F9AD76-47FF-4F12-BA63-DCA22BC2FA6A}" type="pres">
      <dgm:prSet presAssocID="{0D57BE44-7228-4685-9E08-032822A4D3B2}" presName="compNode" presStyleCnt="0"/>
      <dgm:spPr/>
    </dgm:pt>
    <dgm:pt modelId="{F0C4FB2E-6125-4EFB-B93C-9F9C24F2E063}" type="pres">
      <dgm:prSet presAssocID="{0D57BE44-7228-4685-9E08-032822A4D3B2}" presName="iconBgRect" presStyleLbl="bgShp" presStyleIdx="2" presStyleCnt="5"/>
      <dgm:spPr/>
    </dgm:pt>
    <dgm:pt modelId="{E4EAB0E2-7A7D-4918-8217-F8AFA4D504A7}" type="pres">
      <dgm:prSet presAssocID="{0D57BE44-7228-4685-9E08-032822A4D3B2}"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pen Folder"/>
        </a:ext>
      </dgm:extLst>
    </dgm:pt>
    <dgm:pt modelId="{CC00A09B-E9F9-45E1-B1D3-46BE5B1DA8F6}" type="pres">
      <dgm:prSet presAssocID="{0D57BE44-7228-4685-9E08-032822A4D3B2}" presName="spaceRect" presStyleCnt="0"/>
      <dgm:spPr/>
    </dgm:pt>
    <dgm:pt modelId="{8092CA11-EB69-49BE-8567-1618FA48F9B8}" type="pres">
      <dgm:prSet presAssocID="{0D57BE44-7228-4685-9E08-032822A4D3B2}" presName="textRect" presStyleLbl="revTx" presStyleIdx="2" presStyleCnt="5">
        <dgm:presLayoutVars>
          <dgm:chMax val="1"/>
          <dgm:chPref val="1"/>
        </dgm:presLayoutVars>
      </dgm:prSet>
      <dgm:spPr/>
    </dgm:pt>
    <dgm:pt modelId="{96B5C6EE-0BD4-4838-BF6F-C2140D9FD09C}" type="pres">
      <dgm:prSet presAssocID="{24652EF3-72EA-4BFA-8B46-0FFE8A210EC5}" presName="sibTrans" presStyleCnt="0"/>
      <dgm:spPr/>
    </dgm:pt>
    <dgm:pt modelId="{4DEF7628-9220-42C9-8F6F-8DFDD95AE667}" type="pres">
      <dgm:prSet presAssocID="{B4BAC4F4-B759-4153-B80E-15CBE107A1AA}" presName="compNode" presStyleCnt="0"/>
      <dgm:spPr/>
    </dgm:pt>
    <dgm:pt modelId="{FD5BE3F6-F979-4ED8-99D1-77BC4E7862BA}" type="pres">
      <dgm:prSet presAssocID="{B4BAC4F4-B759-4153-B80E-15CBE107A1AA}" presName="iconBgRect" presStyleLbl="bgShp" presStyleIdx="3" presStyleCnt="5"/>
      <dgm:spPr/>
    </dgm:pt>
    <dgm:pt modelId="{972092F9-8323-4CC8-9A90-49FEEF16E77E}" type="pres">
      <dgm:prSet presAssocID="{B4BAC4F4-B759-4153-B80E-15CBE107A1AA}"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Open Book"/>
        </a:ext>
      </dgm:extLst>
    </dgm:pt>
    <dgm:pt modelId="{B7F300B2-F25D-4FAE-BFC5-812865BBC8E8}" type="pres">
      <dgm:prSet presAssocID="{B4BAC4F4-B759-4153-B80E-15CBE107A1AA}" presName="spaceRect" presStyleCnt="0"/>
      <dgm:spPr/>
    </dgm:pt>
    <dgm:pt modelId="{2DE9EA33-C5C1-42F9-996B-3C475DC0AC94}" type="pres">
      <dgm:prSet presAssocID="{B4BAC4F4-B759-4153-B80E-15CBE107A1AA}" presName="textRect" presStyleLbl="revTx" presStyleIdx="3" presStyleCnt="5">
        <dgm:presLayoutVars>
          <dgm:chMax val="1"/>
          <dgm:chPref val="1"/>
        </dgm:presLayoutVars>
      </dgm:prSet>
      <dgm:spPr/>
    </dgm:pt>
    <dgm:pt modelId="{43A3AA6F-5CDB-4C75-B5D4-9F514EE374E1}" type="pres">
      <dgm:prSet presAssocID="{1FA7E4CB-B3F9-4462-B8B5-E1C613BA1FC4}" presName="sibTrans" presStyleCnt="0"/>
      <dgm:spPr/>
    </dgm:pt>
    <dgm:pt modelId="{E4F1FB18-10F0-47B1-B5F0-8034B25DCA24}" type="pres">
      <dgm:prSet presAssocID="{B683836C-C3A4-45A7-BEDB-452900E360DD}" presName="compNode" presStyleCnt="0"/>
      <dgm:spPr/>
    </dgm:pt>
    <dgm:pt modelId="{3CF40687-A42D-44BF-8EE3-763DD0BE6F1D}" type="pres">
      <dgm:prSet presAssocID="{B683836C-C3A4-45A7-BEDB-452900E360DD}" presName="iconBgRect" presStyleLbl="bgShp" presStyleIdx="4" presStyleCnt="5"/>
      <dgm:spPr/>
    </dgm:pt>
    <dgm:pt modelId="{FA838387-8418-43F1-B25C-9B58B0F80D16}" type="pres">
      <dgm:prSet presAssocID="{B683836C-C3A4-45A7-BEDB-452900E360DD}"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raille"/>
        </a:ext>
      </dgm:extLst>
    </dgm:pt>
    <dgm:pt modelId="{157E8364-9AF7-4FCA-8277-9CF7DC7E891B}" type="pres">
      <dgm:prSet presAssocID="{B683836C-C3A4-45A7-BEDB-452900E360DD}" presName="spaceRect" presStyleCnt="0"/>
      <dgm:spPr/>
    </dgm:pt>
    <dgm:pt modelId="{B1DD731C-946E-4F50-A3B6-92B40A2B07DE}" type="pres">
      <dgm:prSet presAssocID="{B683836C-C3A4-45A7-BEDB-452900E360DD}" presName="textRect" presStyleLbl="revTx" presStyleIdx="4" presStyleCnt="5">
        <dgm:presLayoutVars>
          <dgm:chMax val="1"/>
          <dgm:chPref val="1"/>
        </dgm:presLayoutVars>
      </dgm:prSet>
      <dgm:spPr/>
    </dgm:pt>
  </dgm:ptLst>
  <dgm:cxnLst>
    <dgm:cxn modelId="{FDCF0928-64BF-48F6-A195-C6926EA4E281}" srcId="{B1AA87E2-1835-4320-86DC-6A7418876316}" destId="{0D57BE44-7228-4685-9E08-032822A4D3B2}" srcOrd="2" destOrd="0" parTransId="{6F05FB80-D997-435D-A385-7DF0F56791F9}" sibTransId="{24652EF3-72EA-4BFA-8B46-0FFE8A210EC5}"/>
    <dgm:cxn modelId="{D02E2A29-B674-45B1-A638-FD7E80B09F59}" srcId="{B1AA87E2-1835-4320-86DC-6A7418876316}" destId="{B4BAC4F4-B759-4153-B80E-15CBE107A1AA}" srcOrd="3" destOrd="0" parTransId="{50C64607-3024-43F8-8769-C61818705330}" sibTransId="{1FA7E4CB-B3F9-4462-B8B5-E1C613BA1FC4}"/>
    <dgm:cxn modelId="{1ADD7D33-D7A2-4608-87C8-E39FC74C9107}" type="presOf" srcId="{9A8BCF1E-F7DF-4C04-9A1F-5631C86A03EF}" destId="{066AA560-5BBF-441A-BB0A-532B00770435}" srcOrd="0" destOrd="0" presId="urn:microsoft.com/office/officeart/2018/5/layout/IconCircleLabelList"/>
    <dgm:cxn modelId="{42FD775D-F8FC-4D9E-B9A7-C09F7D5BA78D}" type="presOf" srcId="{0D57BE44-7228-4685-9E08-032822A4D3B2}" destId="{8092CA11-EB69-49BE-8567-1618FA48F9B8}" srcOrd="0" destOrd="0" presId="urn:microsoft.com/office/officeart/2018/5/layout/IconCircleLabelList"/>
    <dgm:cxn modelId="{E4E60342-C4FF-4C6D-BD1D-693B1C344B94}" type="presOf" srcId="{B683836C-C3A4-45A7-BEDB-452900E360DD}" destId="{B1DD731C-946E-4F50-A3B6-92B40A2B07DE}" srcOrd="0" destOrd="0" presId="urn:microsoft.com/office/officeart/2018/5/layout/IconCircleLabelList"/>
    <dgm:cxn modelId="{FA2A6D7C-1D58-4772-8207-AB1DEF88D4D7}" srcId="{B1AA87E2-1835-4320-86DC-6A7418876316}" destId="{C5AA44F4-BE62-46B1-B7A1-0A876E154463}" srcOrd="0" destOrd="0" parTransId="{29D3404B-045B-4FC8-9DE5-FB4CB31D44A7}" sibTransId="{712FA806-F0E4-4006-9A54-DB3967292CB4}"/>
    <dgm:cxn modelId="{3D787889-EF21-4A62-A0B4-3C6384143D21}" type="presOf" srcId="{C5AA44F4-BE62-46B1-B7A1-0A876E154463}" destId="{9304D03B-E249-43B3-9AFE-76A519BFBA09}" srcOrd="0" destOrd="0" presId="urn:microsoft.com/office/officeart/2018/5/layout/IconCircleLabelList"/>
    <dgm:cxn modelId="{505A22B4-48A5-423B-B35D-C47A134DFF7B}" srcId="{B1AA87E2-1835-4320-86DC-6A7418876316}" destId="{B683836C-C3A4-45A7-BEDB-452900E360DD}" srcOrd="4" destOrd="0" parTransId="{388827DD-AE04-4597-ADCA-B1B284B1A890}" sibTransId="{90CAE700-D8B6-4CF7-A632-BAAB6E9D4898}"/>
    <dgm:cxn modelId="{238381DC-2E20-4873-81C3-2768F153109D}" srcId="{B1AA87E2-1835-4320-86DC-6A7418876316}" destId="{9A8BCF1E-F7DF-4C04-9A1F-5631C86A03EF}" srcOrd="1" destOrd="0" parTransId="{04836913-A0E1-4DEC-BFDF-58363BA76F04}" sibTransId="{6EA36BC4-A7D9-4B3E-B3DC-8E9CAE2AF341}"/>
    <dgm:cxn modelId="{F2B745E6-8737-4DFA-A7FF-298015971621}" type="presOf" srcId="{B4BAC4F4-B759-4153-B80E-15CBE107A1AA}" destId="{2DE9EA33-C5C1-42F9-996B-3C475DC0AC94}" srcOrd="0" destOrd="0" presId="urn:microsoft.com/office/officeart/2018/5/layout/IconCircleLabelList"/>
    <dgm:cxn modelId="{EA8AD8F7-DF02-4313-9881-BD0B9833A8BF}" type="presOf" srcId="{B1AA87E2-1835-4320-86DC-6A7418876316}" destId="{D2256E32-3658-4E23-BB6C-CFD207E40FE2}" srcOrd="0" destOrd="0" presId="urn:microsoft.com/office/officeart/2018/5/layout/IconCircleLabelList"/>
    <dgm:cxn modelId="{9EC5304E-9045-43CB-938B-259F51C7F81A}" type="presParOf" srcId="{D2256E32-3658-4E23-BB6C-CFD207E40FE2}" destId="{EF35EECE-63A5-43AA-99EC-100E44DE9877}" srcOrd="0" destOrd="0" presId="urn:microsoft.com/office/officeart/2018/5/layout/IconCircleLabelList"/>
    <dgm:cxn modelId="{2BF8985B-540E-458B-A824-FC577C616776}" type="presParOf" srcId="{EF35EECE-63A5-43AA-99EC-100E44DE9877}" destId="{6F8DFF6A-9644-4FA6-9921-E3C275816EE7}" srcOrd="0" destOrd="0" presId="urn:microsoft.com/office/officeart/2018/5/layout/IconCircleLabelList"/>
    <dgm:cxn modelId="{528525EF-4CC1-45CD-969F-0BF0ECC18AA0}" type="presParOf" srcId="{EF35EECE-63A5-43AA-99EC-100E44DE9877}" destId="{327297BE-CD9A-4DD7-8F6A-C8ECB4C12F24}" srcOrd="1" destOrd="0" presId="urn:microsoft.com/office/officeart/2018/5/layout/IconCircleLabelList"/>
    <dgm:cxn modelId="{4044442F-C14C-4DF2-907E-EFCE2849E080}" type="presParOf" srcId="{EF35EECE-63A5-43AA-99EC-100E44DE9877}" destId="{9B6E3CAE-CBFB-47E9-AD6F-2AE8AE0B746E}" srcOrd="2" destOrd="0" presId="urn:microsoft.com/office/officeart/2018/5/layout/IconCircleLabelList"/>
    <dgm:cxn modelId="{CE3CB56D-495A-479E-883C-184514A9EA75}" type="presParOf" srcId="{EF35EECE-63A5-43AA-99EC-100E44DE9877}" destId="{9304D03B-E249-43B3-9AFE-76A519BFBA09}" srcOrd="3" destOrd="0" presId="urn:microsoft.com/office/officeart/2018/5/layout/IconCircleLabelList"/>
    <dgm:cxn modelId="{1269D5B6-CCF0-40F7-A806-32DADBBA0618}" type="presParOf" srcId="{D2256E32-3658-4E23-BB6C-CFD207E40FE2}" destId="{57933618-D45D-4FE1-A13C-E0168E412258}" srcOrd="1" destOrd="0" presId="urn:microsoft.com/office/officeart/2018/5/layout/IconCircleLabelList"/>
    <dgm:cxn modelId="{3C76EAE6-9B6B-4FC7-9795-32C9585B26B5}" type="presParOf" srcId="{D2256E32-3658-4E23-BB6C-CFD207E40FE2}" destId="{04C1AD13-C9C9-4499-B08D-8F729C105AF6}" srcOrd="2" destOrd="0" presId="urn:microsoft.com/office/officeart/2018/5/layout/IconCircleLabelList"/>
    <dgm:cxn modelId="{87434AEA-2292-46B0-AAAF-7BB7BB21EB0C}" type="presParOf" srcId="{04C1AD13-C9C9-4499-B08D-8F729C105AF6}" destId="{3CE9E119-7963-470A-8166-1D9F60669E24}" srcOrd="0" destOrd="0" presId="urn:microsoft.com/office/officeart/2018/5/layout/IconCircleLabelList"/>
    <dgm:cxn modelId="{6973F1E3-7C9A-4167-8AA0-DA5185A51A11}" type="presParOf" srcId="{04C1AD13-C9C9-4499-B08D-8F729C105AF6}" destId="{83C0F4FB-90D1-43B8-BC89-0F3BD9E36277}" srcOrd="1" destOrd="0" presId="urn:microsoft.com/office/officeart/2018/5/layout/IconCircleLabelList"/>
    <dgm:cxn modelId="{C743C7F6-588B-494A-A3DA-5A3214AD3DEE}" type="presParOf" srcId="{04C1AD13-C9C9-4499-B08D-8F729C105AF6}" destId="{873EACAE-AE99-4E13-98C8-39DFFDDD79B5}" srcOrd="2" destOrd="0" presId="urn:microsoft.com/office/officeart/2018/5/layout/IconCircleLabelList"/>
    <dgm:cxn modelId="{82A410DE-26CE-4FDE-9E27-22B089ECA15E}" type="presParOf" srcId="{04C1AD13-C9C9-4499-B08D-8F729C105AF6}" destId="{066AA560-5BBF-441A-BB0A-532B00770435}" srcOrd="3" destOrd="0" presId="urn:microsoft.com/office/officeart/2018/5/layout/IconCircleLabelList"/>
    <dgm:cxn modelId="{8C50D226-886C-4192-8F98-2AB72C112BBC}" type="presParOf" srcId="{D2256E32-3658-4E23-BB6C-CFD207E40FE2}" destId="{849C8033-9CA1-4F5E-9B14-DFE075937D32}" srcOrd="3" destOrd="0" presId="urn:microsoft.com/office/officeart/2018/5/layout/IconCircleLabelList"/>
    <dgm:cxn modelId="{076BF321-04CB-43DF-A6FD-F9367848DCFA}" type="presParOf" srcId="{D2256E32-3658-4E23-BB6C-CFD207E40FE2}" destId="{D4F9AD76-47FF-4F12-BA63-DCA22BC2FA6A}" srcOrd="4" destOrd="0" presId="urn:microsoft.com/office/officeart/2018/5/layout/IconCircleLabelList"/>
    <dgm:cxn modelId="{40181046-DB1F-4C37-9824-56323844B785}" type="presParOf" srcId="{D4F9AD76-47FF-4F12-BA63-DCA22BC2FA6A}" destId="{F0C4FB2E-6125-4EFB-B93C-9F9C24F2E063}" srcOrd="0" destOrd="0" presId="urn:microsoft.com/office/officeart/2018/5/layout/IconCircleLabelList"/>
    <dgm:cxn modelId="{37019F76-65B5-4197-A49C-092F1C3BE64D}" type="presParOf" srcId="{D4F9AD76-47FF-4F12-BA63-DCA22BC2FA6A}" destId="{E4EAB0E2-7A7D-4918-8217-F8AFA4D504A7}" srcOrd="1" destOrd="0" presId="urn:microsoft.com/office/officeart/2018/5/layout/IconCircleLabelList"/>
    <dgm:cxn modelId="{83FA7470-1B22-41E4-B564-6C06E79E84F4}" type="presParOf" srcId="{D4F9AD76-47FF-4F12-BA63-DCA22BC2FA6A}" destId="{CC00A09B-E9F9-45E1-B1D3-46BE5B1DA8F6}" srcOrd="2" destOrd="0" presId="urn:microsoft.com/office/officeart/2018/5/layout/IconCircleLabelList"/>
    <dgm:cxn modelId="{6CEEC4CF-D341-4539-8CDC-1B8180D8D0D4}" type="presParOf" srcId="{D4F9AD76-47FF-4F12-BA63-DCA22BC2FA6A}" destId="{8092CA11-EB69-49BE-8567-1618FA48F9B8}" srcOrd="3" destOrd="0" presId="urn:microsoft.com/office/officeart/2018/5/layout/IconCircleLabelList"/>
    <dgm:cxn modelId="{0BA00E02-4ACA-447F-8FE0-B15D30972B17}" type="presParOf" srcId="{D2256E32-3658-4E23-BB6C-CFD207E40FE2}" destId="{96B5C6EE-0BD4-4838-BF6F-C2140D9FD09C}" srcOrd="5" destOrd="0" presId="urn:microsoft.com/office/officeart/2018/5/layout/IconCircleLabelList"/>
    <dgm:cxn modelId="{7BD30AD0-676D-4CCB-B0D6-2D3F547E3B19}" type="presParOf" srcId="{D2256E32-3658-4E23-BB6C-CFD207E40FE2}" destId="{4DEF7628-9220-42C9-8F6F-8DFDD95AE667}" srcOrd="6" destOrd="0" presId="urn:microsoft.com/office/officeart/2018/5/layout/IconCircleLabelList"/>
    <dgm:cxn modelId="{F982FCBA-855A-4F4F-9198-7EF1A8970DB5}" type="presParOf" srcId="{4DEF7628-9220-42C9-8F6F-8DFDD95AE667}" destId="{FD5BE3F6-F979-4ED8-99D1-77BC4E7862BA}" srcOrd="0" destOrd="0" presId="urn:microsoft.com/office/officeart/2018/5/layout/IconCircleLabelList"/>
    <dgm:cxn modelId="{212C45DE-478D-4E87-8780-E71900469073}" type="presParOf" srcId="{4DEF7628-9220-42C9-8F6F-8DFDD95AE667}" destId="{972092F9-8323-4CC8-9A90-49FEEF16E77E}" srcOrd="1" destOrd="0" presId="urn:microsoft.com/office/officeart/2018/5/layout/IconCircleLabelList"/>
    <dgm:cxn modelId="{8927C41D-4FD5-45AE-B241-D797291CE236}" type="presParOf" srcId="{4DEF7628-9220-42C9-8F6F-8DFDD95AE667}" destId="{B7F300B2-F25D-4FAE-BFC5-812865BBC8E8}" srcOrd="2" destOrd="0" presId="urn:microsoft.com/office/officeart/2018/5/layout/IconCircleLabelList"/>
    <dgm:cxn modelId="{C83C4044-EB95-40A2-ABCE-7AAAF1BB881A}" type="presParOf" srcId="{4DEF7628-9220-42C9-8F6F-8DFDD95AE667}" destId="{2DE9EA33-C5C1-42F9-996B-3C475DC0AC94}" srcOrd="3" destOrd="0" presId="urn:microsoft.com/office/officeart/2018/5/layout/IconCircleLabelList"/>
    <dgm:cxn modelId="{A01DCB14-E225-46D4-A5AC-B7D9EA21D8CE}" type="presParOf" srcId="{D2256E32-3658-4E23-BB6C-CFD207E40FE2}" destId="{43A3AA6F-5CDB-4C75-B5D4-9F514EE374E1}" srcOrd="7" destOrd="0" presId="urn:microsoft.com/office/officeart/2018/5/layout/IconCircleLabelList"/>
    <dgm:cxn modelId="{5165DD75-37C8-4E91-84F1-B73209FB6650}" type="presParOf" srcId="{D2256E32-3658-4E23-BB6C-CFD207E40FE2}" destId="{E4F1FB18-10F0-47B1-B5F0-8034B25DCA24}" srcOrd="8" destOrd="0" presId="urn:microsoft.com/office/officeart/2018/5/layout/IconCircleLabelList"/>
    <dgm:cxn modelId="{8B2CEF49-443A-4ECC-BF68-3A0A0A37EC4C}" type="presParOf" srcId="{E4F1FB18-10F0-47B1-B5F0-8034B25DCA24}" destId="{3CF40687-A42D-44BF-8EE3-763DD0BE6F1D}" srcOrd="0" destOrd="0" presId="urn:microsoft.com/office/officeart/2018/5/layout/IconCircleLabelList"/>
    <dgm:cxn modelId="{B56B96EA-7F29-46EC-8CD1-F2AFA842D2CB}" type="presParOf" srcId="{E4F1FB18-10F0-47B1-B5F0-8034B25DCA24}" destId="{FA838387-8418-43F1-B25C-9B58B0F80D16}" srcOrd="1" destOrd="0" presId="urn:microsoft.com/office/officeart/2018/5/layout/IconCircleLabelList"/>
    <dgm:cxn modelId="{422654B4-0916-4EB5-B87E-434011FE998A}" type="presParOf" srcId="{E4F1FB18-10F0-47B1-B5F0-8034B25DCA24}" destId="{157E8364-9AF7-4FCA-8277-9CF7DC7E891B}" srcOrd="2" destOrd="0" presId="urn:microsoft.com/office/officeart/2018/5/layout/IconCircleLabelList"/>
    <dgm:cxn modelId="{DC65757B-901C-456D-821F-703277F6DDBB}" type="presParOf" srcId="{E4F1FB18-10F0-47B1-B5F0-8034B25DCA24}" destId="{B1DD731C-946E-4F50-A3B6-92B40A2B07DE}"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DE1E8D5-86F9-41FD-B5E7-8558A90BA175}"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8071D936-E459-4CBD-AE43-422FA41652AF}">
      <dgm:prSet/>
      <dgm:spPr/>
      <dgm:t>
        <a:bodyPr/>
        <a:lstStyle/>
        <a:p>
          <a:pPr>
            <a:defRPr cap="all"/>
          </a:pPr>
          <a:r>
            <a:rPr lang="en-US"/>
            <a:t>Rock/paper/scissors</a:t>
          </a:r>
        </a:p>
      </dgm:t>
    </dgm:pt>
    <dgm:pt modelId="{DAB5E948-5551-4202-BA25-6BD5A75344EB}" type="parTrans" cxnId="{A3159BB5-2227-4FA5-8822-0EF2F55B2360}">
      <dgm:prSet/>
      <dgm:spPr/>
      <dgm:t>
        <a:bodyPr/>
        <a:lstStyle/>
        <a:p>
          <a:endParaRPr lang="en-US"/>
        </a:p>
      </dgm:t>
    </dgm:pt>
    <dgm:pt modelId="{647E6670-6C52-49D7-9586-F8B366A1B114}" type="sibTrans" cxnId="{A3159BB5-2227-4FA5-8822-0EF2F55B2360}">
      <dgm:prSet/>
      <dgm:spPr/>
      <dgm:t>
        <a:bodyPr/>
        <a:lstStyle/>
        <a:p>
          <a:endParaRPr lang="en-US"/>
        </a:p>
      </dgm:t>
    </dgm:pt>
    <dgm:pt modelId="{DFC573A9-4FDE-4623-8B55-0561E7D6336F}">
      <dgm:prSet/>
      <dgm:spPr/>
      <dgm:t>
        <a:bodyPr/>
        <a:lstStyle/>
        <a:p>
          <a:pPr>
            <a:defRPr cap="all"/>
          </a:pPr>
          <a:r>
            <a:rPr lang="en-US"/>
            <a:t>2 truths and a lie</a:t>
          </a:r>
        </a:p>
      </dgm:t>
    </dgm:pt>
    <dgm:pt modelId="{80230850-C801-4D96-8868-7EDD6BD7775E}" type="parTrans" cxnId="{7C380A00-6943-42DA-A590-5A1EED74C4F0}">
      <dgm:prSet/>
      <dgm:spPr/>
      <dgm:t>
        <a:bodyPr/>
        <a:lstStyle/>
        <a:p>
          <a:endParaRPr lang="en-US"/>
        </a:p>
      </dgm:t>
    </dgm:pt>
    <dgm:pt modelId="{58D8D7BF-B278-4E4B-8D80-069C123FA18A}" type="sibTrans" cxnId="{7C380A00-6943-42DA-A590-5A1EED74C4F0}">
      <dgm:prSet/>
      <dgm:spPr/>
      <dgm:t>
        <a:bodyPr/>
        <a:lstStyle/>
        <a:p>
          <a:endParaRPr lang="en-US"/>
        </a:p>
      </dgm:t>
    </dgm:pt>
    <dgm:pt modelId="{0511C110-ABC0-4071-AE3F-300644616B1D}" type="pres">
      <dgm:prSet presAssocID="{CDE1E8D5-86F9-41FD-B5E7-8558A90BA175}" presName="root" presStyleCnt="0">
        <dgm:presLayoutVars>
          <dgm:dir/>
          <dgm:resizeHandles val="exact"/>
        </dgm:presLayoutVars>
      </dgm:prSet>
      <dgm:spPr/>
    </dgm:pt>
    <dgm:pt modelId="{8356BF5D-8765-4664-B5E6-373BE1311F5D}" type="pres">
      <dgm:prSet presAssocID="{8071D936-E459-4CBD-AE43-422FA41652AF}" presName="compNode" presStyleCnt="0"/>
      <dgm:spPr/>
    </dgm:pt>
    <dgm:pt modelId="{241FE57D-1DCF-4810-ACC2-997E6050AE29}" type="pres">
      <dgm:prSet presAssocID="{8071D936-E459-4CBD-AE43-422FA41652AF}" presName="iconBgRect" presStyleLbl="bgShp" presStyleIdx="0" presStyleCnt="2"/>
      <dgm:spPr/>
    </dgm:pt>
    <dgm:pt modelId="{03837EB7-DE95-46B6-B77D-7BF1AE006F54}" type="pres">
      <dgm:prSet presAssocID="{8071D936-E459-4CBD-AE43-422FA41652A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lue"/>
        </a:ext>
      </dgm:extLst>
    </dgm:pt>
    <dgm:pt modelId="{6F2CB654-FB20-43D5-A0EA-CD4BA216E3FB}" type="pres">
      <dgm:prSet presAssocID="{8071D936-E459-4CBD-AE43-422FA41652AF}" presName="spaceRect" presStyleCnt="0"/>
      <dgm:spPr/>
    </dgm:pt>
    <dgm:pt modelId="{CBC2FAB8-04E1-4C71-8CD3-FD4055CC3A3D}" type="pres">
      <dgm:prSet presAssocID="{8071D936-E459-4CBD-AE43-422FA41652AF}" presName="textRect" presStyleLbl="revTx" presStyleIdx="0" presStyleCnt="2">
        <dgm:presLayoutVars>
          <dgm:chMax val="1"/>
          <dgm:chPref val="1"/>
        </dgm:presLayoutVars>
      </dgm:prSet>
      <dgm:spPr/>
    </dgm:pt>
    <dgm:pt modelId="{F7115055-7C2F-43EB-A1DF-BE71876181C0}" type="pres">
      <dgm:prSet presAssocID="{647E6670-6C52-49D7-9586-F8B366A1B114}" presName="sibTrans" presStyleCnt="0"/>
      <dgm:spPr/>
    </dgm:pt>
    <dgm:pt modelId="{F4E12E1D-BC8F-42DB-A3B9-B29200CD7B0A}" type="pres">
      <dgm:prSet presAssocID="{DFC573A9-4FDE-4623-8B55-0561E7D6336F}" presName="compNode" presStyleCnt="0"/>
      <dgm:spPr/>
    </dgm:pt>
    <dgm:pt modelId="{1A1D0E0B-151B-4599-8532-405A7FF76912}" type="pres">
      <dgm:prSet presAssocID="{DFC573A9-4FDE-4623-8B55-0561E7D6336F}" presName="iconBgRect" presStyleLbl="bgShp" presStyleIdx="1" presStyleCnt="2"/>
      <dgm:spPr/>
    </dgm:pt>
    <dgm:pt modelId="{9D35B814-A06A-460E-9706-49302CB55B68}" type="pres">
      <dgm:prSet presAssocID="{DFC573A9-4FDE-4623-8B55-0561E7D6336F}"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se"/>
        </a:ext>
      </dgm:extLst>
    </dgm:pt>
    <dgm:pt modelId="{32B42DB3-A42D-4533-BA82-A02AB18EA0CF}" type="pres">
      <dgm:prSet presAssocID="{DFC573A9-4FDE-4623-8B55-0561E7D6336F}" presName="spaceRect" presStyleCnt="0"/>
      <dgm:spPr/>
    </dgm:pt>
    <dgm:pt modelId="{5C4D3925-2143-4D26-B770-EA13ECDD8055}" type="pres">
      <dgm:prSet presAssocID="{DFC573A9-4FDE-4623-8B55-0561E7D6336F}" presName="textRect" presStyleLbl="revTx" presStyleIdx="1" presStyleCnt="2">
        <dgm:presLayoutVars>
          <dgm:chMax val="1"/>
          <dgm:chPref val="1"/>
        </dgm:presLayoutVars>
      </dgm:prSet>
      <dgm:spPr/>
    </dgm:pt>
  </dgm:ptLst>
  <dgm:cxnLst>
    <dgm:cxn modelId="{7C380A00-6943-42DA-A590-5A1EED74C4F0}" srcId="{CDE1E8D5-86F9-41FD-B5E7-8558A90BA175}" destId="{DFC573A9-4FDE-4623-8B55-0561E7D6336F}" srcOrd="1" destOrd="0" parTransId="{80230850-C801-4D96-8868-7EDD6BD7775E}" sibTransId="{58D8D7BF-B278-4E4B-8D80-069C123FA18A}"/>
    <dgm:cxn modelId="{E46E1012-0611-413B-B072-448670DBF837}" type="presOf" srcId="{DFC573A9-4FDE-4623-8B55-0561E7D6336F}" destId="{5C4D3925-2143-4D26-B770-EA13ECDD8055}" srcOrd="0" destOrd="0" presId="urn:microsoft.com/office/officeart/2018/5/layout/IconCircleLabelList"/>
    <dgm:cxn modelId="{7B15C339-F5A7-4DC5-85CB-684DA7B44BF4}" type="presOf" srcId="{8071D936-E459-4CBD-AE43-422FA41652AF}" destId="{CBC2FAB8-04E1-4C71-8CD3-FD4055CC3A3D}" srcOrd="0" destOrd="0" presId="urn:microsoft.com/office/officeart/2018/5/layout/IconCircleLabelList"/>
    <dgm:cxn modelId="{D4810F75-7022-4F3E-86D8-1EB7B17D529D}" type="presOf" srcId="{CDE1E8D5-86F9-41FD-B5E7-8558A90BA175}" destId="{0511C110-ABC0-4071-AE3F-300644616B1D}" srcOrd="0" destOrd="0" presId="urn:microsoft.com/office/officeart/2018/5/layout/IconCircleLabelList"/>
    <dgm:cxn modelId="{A3159BB5-2227-4FA5-8822-0EF2F55B2360}" srcId="{CDE1E8D5-86F9-41FD-B5E7-8558A90BA175}" destId="{8071D936-E459-4CBD-AE43-422FA41652AF}" srcOrd="0" destOrd="0" parTransId="{DAB5E948-5551-4202-BA25-6BD5A75344EB}" sibTransId="{647E6670-6C52-49D7-9586-F8B366A1B114}"/>
    <dgm:cxn modelId="{BD14CED7-6FA4-43D7-8FF6-4F7BFF36C1FB}" type="presParOf" srcId="{0511C110-ABC0-4071-AE3F-300644616B1D}" destId="{8356BF5D-8765-4664-B5E6-373BE1311F5D}" srcOrd="0" destOrd="0" presId="urn:microsoft.com/office/officeart/2018/5/layout/IconCircleLabelList"/>
    <dgm:cxn modelId="{7DD9FD03-FCF0-4ADA-9B4B-C61ED4BF19F4}" type="presParOf" srcId="{8356BF5D-8765-4664-B5E6-373BE1311F5D}" destId="{241FE57D-1DCF-4810-ACC2-997E6050AE29}" srcOrd="0" destOrd="0" presId="urn:microsoft.com/office/officeart/2018/5/layout/IconCircleLabelList"/>
    <dgm:cxn modelId="{3C0AC026-BFB4-4820-AE8E-00D5F018BEBE}" type="presParOf" srcId="{8356BF5D-8765-4664-B5E6-373BE1311F5D}" destId="{03837EB7-DE95-46B6-B77D-7BF1AE006F54}" srcOrd="1" destOrd="0" presId="urn:microsoft.com/office/officeart/2018/5/layout/IconCircleLabelList"/>
    <dgm:cxn modelId="{10D3E795-21B2-42F9-AC25-9D610B2886B9}" type="presParOf" srcId="{8356BF5D-8765-4664-B5E6-373BE1311F5D}" destId="{6F2CB654-FB20-43D5-A0EA-CD4BA216E3FB}" srcOrd="2" destOrd="0" presId="urn:microsoft.com/office/officeart/2018/5/layout/IconCircleLabelList"/>
    <dgm:cxn modelId="{296908E0-4943-481F-AA8D-4445AF95EACE}" type="presParOf" srcId="{8356BF5D-8765-4664-B5E6-373BE1311F5D}" destId="{CBC2FAB8-04E1-4C71-8CD3-FD4055CC3A3D}" srcOrd="3" destOrd="0" presId="urn:microsoft.com/office/officeart/2018/5/layout/IconCircleLabelList"/>
    <dgm:cxn modelId="{A4DEC37B-6A00-4DF7-828D-5077AD051226}" type="presParOf" srcId="{0511C110-ABC0-4071-AE3F-300644616B1D}" destId="{F7115055-7C2F-43EB-A1DF-BE71876181C0}" srcOrd="1" destOrd="0" presId="urn:microsoft.com/office/officeart/2018/5/layout/IconCircleLabelList"/>
    <dgm:cxn modelId="{C185E8BB-A73C-44F5-B199-3FF24E39DB21}" type="presParOf" srcId="{0511C110-ABC0-4071-AE3F-300644616B1D}" destId="{F4E12E1D-BC8F-42DB-A3B9-B29200CD7B0A}" srcOrd="2" destOrd="0" presId="urn:microsoft.com/office/officeart/2018/5/layout/IconCircleLabelList"/>
    <dgm:cxn modelId="{93EC9F8B-75FC-4A89-B905-EC8FC947E77D}" type="presParOf" srcId="{F4E12E1D-BC8F-42DB-A3B9-B29200CD7B0A}" destId="{1A1D0E0B-151B-4599-8532-405A7FF76912}" srcOrd="0" destOrd="0" presId="urn:microsoft.com/office/officeart/2018/5/layout/IconCircleLabelList"/>
    <dgm:cxn modelId="{D8197B81-7207-4A1D-9F84-0FF111A941BF}" type="presParOf" srcId="{F4E12E1D-BC8F-42DB-A3B9-B29200CD7B0A}" destId="{9D35B814-A06A-460E-9706-49302CB55B68}" srcOrd="1" destOrd="0" presId="urn:microsoft.com/office/officeart/2018/5/layout/IconCircleLabelList"/>
    <dgm:cxn modelId="{B56A7301-C169-481E-B5B6-FEEE6D458CEC}" type="presParOf" srcId="{F4E12E1D-BC8F-42DB-A3B9-B29200CD7B0A}" destId="{32B42DB3-A42D-4533-BA82-A02AB18EA0CF}" srcOrd="2" destOrd="0" presId="urn:microsoft.com/office/officeart/2018/5/layout/IconCircleLabelList"/>
    <dgm:cxn modelId="{E1E37752-58B4-41CD-BCF1-B86F9C5FC75C}" type="presParOf" srcId="{F4E12E1D-BC8F-42DB-A3B9-B29200CD7B0A}" destId="{5C4D3925-2143-4D26-B770-EA13ECDD8055}"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6556F8D-B4A9-4A6A-B1F8-785085B4700D}"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43AD47D1-AA00-48AE-B384-A86D2BD6F2C5}">
      <dgm:prSet/>
      <dgm:spPr/>
      <dgm:t>
        <a:bodyPr/>
        <a:lstStyle/>
        <a:p>
          <a:r>
            <a:rPr lang="en-US"/>
            <a:t>Course syllabus </a:t>
          </a:r>
        </a:p>
      </dgm:t>
    </dgm:pt>
    <dgm:pt modelId="{8DD8609D-FFF7-429E-ACC8-7AA861494958}" type="parTrans" cxnId="{2A80E080-0BF2-4329-B7B2-1B950F9CDAF8}">
      <dgm:prSet/>
      <dgm:spPr/>
      <dgm:t>
        <a:bodyPr/>
        <a:lstStyle/>
        <a:p>
          <a:endParaRPr lang="en-US"/>
        </a:p>
      </dgm:t>
    </dgm:pt>
    <dgm:pt modelId="{1851F55D-6B88-4C74-85F0-06F90C7BC6B8}" type="sibTrans" cxnId="{2A80E080-0BF2-4329-B7B2-1B950F9CDAF8}">
      <dgm:prSet/>
      <dgm:spPr/>
      <dgm:t>
        <a:bodyPr/>
        <a:lstStyle/>
        <a:p>
          <a:endParaRPr lang="en-US"/>
        </a:p>
      </dgm:t>
    </dgm:pt>
    <dgm:pt modelId="{1D1DA6F0-3E86-46A9-8ADB-DB3510A02F0C}">
      <dgm:prSet/>
      <dgm:spPr/>
      <dgm:t>
        <a:bodyPr/>
        <a:lstStyle/>
        <a:p>
          <a:r>
            <a:rPr lang="en-US"/>
            <a:t>Course outline</a:t>
          </a:r>
        </a:p>
      </dgm:t>
    </dgm:pt>
    <dgm:pt modelId="{C317B687-A468-46C9-9AA3-F7B4CC59B475}" type="parTrans" cxnId="{E1B2C2CF-E4A1-441F-B7BF-66C6CE0F271B}">
      <dgm:prSet/>
      <dgm:spPr/>
      <dgm:t>
        <a:bodyPr/>
        <a:lstStyle/>
        <a:p>
          <a:endParaRPr lang="en-US"/>
        </a:p>
      </dgm:t>
    </dgm:pt>
    <dgm:pt modelId="{BC1D5D50-E593-4BFA-A712-64D869D72AA7}" type="sibTrans" cxnId="{E1B2C2CF-E4A1-441F-B7BF-66C6CE0F271B}">
      <dgm:prSet/>
      <dgm:spPr/>
      <dgm:t>
        <a:bodyPr/>
        <a:lstStyle/>
        <a:p>
          <a:endParaRPr lang="en-US"/>
        </a:p>
      </dgm:t>
    </dgm:pt>
    <dgm:pt modelId="{F25578E7-F2B9-460E-B223-6D07EABB505B}">
      <dgm:prSet/>
      <dgm:spPr/>
      <dgm:t>
        <a:bodyPr/>
        <a:lstStyle/>
        <a:p>
          <a:r>
            <a:rPr lang="en-US"/>
            <a:t>PPT – Giving you all the information </a:t>
          </a:r>
        </a:p>
      </dgm:t>
    </dgm:pt>
    <dgm:pt modelId="{7103494D-3A9C-4159-81B2-9EDD2852F656}" type="parTrans" cxnId="{2BCFEB61-1EEF-4B26-9A5F-9DD4B03BE9FE}">
      <dgm:prSet/>
      <dgm:spPr/>
      <dgm:t>
        <a:bodyPr/>
        <a:lstStyle/>
        <a:p>
          <a:endParaRPr lang="en-US"/>
        </a:p>
      </dgm:t>
    </dgm:pt>
    <dgm:pt modelId="{E9D0F3A8-9ED0-49FE-BCF0-27F5D3085EA9}" type="sibTrans" cxnId="{2BCFEB61-1EEF-4B26-9A5F-9DD4B03BE9FE}">
      <dgm:prSet/>
      <dgm:spPr/>
      <dgm:t>
        <a:bodyPr/>
        <a:lstStyle/>
        <a:p>
          <a:endParaRPr lang="en-US"/>
        </a:p>
      </dgm:t>
    </dgm:pt>
    <dgm:pt modelId="{26ED2101-6E5C-44FE-B9E8-134BA5BE8D63}">
      <dgm:prSet/>
      <dgm:spPr/>
      <dgm:t>
        <a:bodyPr/>
        <a:lstStyle/>
        <a:p>
          <a:r>
            <a:rPr lang="en-US"/>
            <a:t>Lesson by lesson</a:t>
          </a:r>
        </a:p>
      </dgm:t>
    </dgm:pt>
    <dgm:pt modelId="{AD723A15-2697-4C6C-9349-5B3A147AEE55}" type="parTrans" cxnId="{8C03A8E4-ECDE-46EC-B54D-E76160AC4318}">
      <dgm:prSet/>
      <dgm:spPr/>
      <dgm:t>
        <a:bodyPr/>
        <a:lstStyle/>
        <a:p>
          <a:endParaRPr lang="en-US"/>
        </a:p>
      </dgm:t>
    </dgm:pt>
    <dgm:pt modelId="{310FAE62-69AF-43EF-86F3-49F11F0458A4}" type="sibTrans" cxnId="{8C03A8E4-ECDE-46EC-B54D-E76160AC4318}">
      <dgm:prSet/>
      <dgm:spPr/>
      <dgm:t>
        <a:bodyPr/>
        <a:lstStyle/>
        <a:p>
          <a:endParaRPr lang="en-US"/>
        </a:p>
      </dgm:t>
    </dgm:pt>
    <dgm:pt modelId="{954BD503-B325-48D4-8BBF-115FCD693172}">
      <dgm:prSet/>
      <dgm:spPr/>
      <dgm:t>
        <a:bodyPr/>
        <a:lstStyle/>
        <a:p>
          <a:r>
            <a:rPr lang="en-US"/>
            <a:t>Assessment outline</a:t>
          </a:r>
        </a:p>
      </dgm:t>
    </dgm:pt>
    <dgm:pt modelId="{8C1D8328-39C4-4C40-9529-A7A2504F0F7C}" type="parTrans" cxnId="{D2E8E29E-2E56-43BD-95C3-AF95E29EFD56}">
      <dgm:prSet/>
      <dgm:spPr/>
      <dgm:t>
        <a:bodyPr/>
        <a:lstStyle/>
        <a:p>
          <a:endParaRPr lang="en-US"/>
        </a:p>
      </dgm:t>
    </dgm:pt>
    <dgm:pt modelId="{E53FCAE3-7CCA-4A2E-9E0D-E8C7D1D86F86}" type="sibTrans" cxnId="{D2E8E29E-2E56-43BD-95C3-AF95E29EFD56}">
      <dgm:prSet/>
      <dgm:spPr/>
      <dgm:t>
        <a:bodyPr/>
        <a:lstStyle/>
        <a:p>
          <a:endParaRPr lang="en-US"/>
        </a:p>
      </dgm:t>
    </dgm:pt>
    <dgm:pt modelId="{8C7EFBC8-723E-4DD5-944A-D4D7DE9FDBD5}" type="pres">
      <dgm:prSet presAssocID="{F6556F8D-B4A9-4A6A-B1F8-785085B4700D}" presName="root" presStyleCnt="0">
        <dgm:presLayoutVars>
          <dgm:dir/>
          <dgm:resizeHandles val="exact"/>
        </dgm:presLayoutVars>
      </dgm:prSet>
      <dgm:spPr/>
    </dgm:pt>
    <dgm:pt modelId="{B629E427-7A66-4440-920D-7B744A6491C8}" type="pres">
      <dgm:prSet presAssocID="{43AD47D1-AA00-48AE-B384-A86D2BD6F2C5}" presName="compNode" presStyleCnt="0"/>
      <dgm:spPr/>
    </dgm:pt>
    <dgm:pt modelId="{E7A2E4AA-F385-44B1-B95F-81EFDAC3E430}" type="pres">
      <dgm:prSet presAssocID="{43AD47D1-AA00-48AE-B384-A86D2BD6F2C5}" presName="bgRect" presStyleLbl="bgShp" presStyleIdx="0" presStyleCnt="5"/>
      <dgm:spPr/>
    </dgm:pt>
    <dgm:pt modelId="{278108A1-AAA7-43C4-AE48-81C3486620D2}" type="pres">
      <dgm:prSet presAssocID="{43AD47D1-AA00-48AE-B384-A86D2BD6F2C5}"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ooks"/>
        </a:ext>
      </dgm:extLst>
    </dgm:pt>
    <dgm:pt modelId="{43358B4E-C11F-4D1E-BC88-798038B8AD2A}" type="pres">
      <dgm:prSet presAssocID="{43AD47D1-AA00-48AE-B384-A86D2BD6F2C5}" presName="spaceRect" presStyleCnt="0"/>
      <dgm:spPr/>
    </dgm:pt>
    <dgm:pt modelId="{B7155D0E-4B31-4189-82F1-18622FA0DFD7}" type="pres">
      <dgm:prSet presAssocID="{43AD47D1-AA00-48AE-B384-A86D2BD6F2C5}" presName="parTx" presStyleLbl="revTx" presStyleIdx="0" presStyleCnt="5">
        <dgm:presLayoutVars>
          <dgm:chMax val="0"/>
          <dgm:chPref val="0"/>
        </dgm:presLayoutVars>
      </dgm:prSet>
      <dgm:spPr/>
    </dgm:pt>
    <dgm:pt modelId="{0C99C49F-4F31-439A-B769-C98573D7C94F}" type="pres">
      <dgm:prSet presAssocID="{1851F55D-6B88-4C74-85F0-06F90C7BC6B8}" presName="sibTrans" presStyleCnt="0"/>
      <dgm:spPr/>
    </dgm:pt>
    <dgm:pt modelId="{6E5482EE-AC8A-4B72-9390-C00168A296BF}" type="pres">
      <dgm:prSet presAssocID="{1D1DA6F0-3E86-46A9-8ADB-DB3510A02F0C}" presName="compNode" presStyleCnt="0"/>
      <dgm:spPr/>
    </dgm:pt>
    <dgm:pt modelId="{2990924B-02AD-42B1-9B8C-00F317F2F9A8}" type="pres">
      <dgm:prSet presAssocID="{1D1DA6F0-3E86-46A9-8ADB-DB3510A02F0C}" presName="bgRect" presStyleLbl="bgShp" presStyleIdx="1" presStyleCnt="5"/>
      <dgm:spPr/>
    </dgm:pt>
    <dgm:pt modelId="{5F6E2B6B-5C03-422F-BD1E-486AB4909C6B}" type="pres">
      <dgm:prSet presAssocID="{1D1DA6F0-3E86-46A9-8ADB-DB3510A02F0C}"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 List"/>
        </a:ext>
      </dgm:extLst>
    </dgm:pt>
    <dgm:pt modelId="{8D680175-CB93-484F-BD40-8BA9DA24F54A}" type="pres">
      <dgm:prSet presAssocID="{1D1DA6F0-3E86-46A9-8ADB-DB3510A02F0C}" presName="spaceRect" presStyleCnt="0"/>
      <dgm:spPr/>
    </dgm:pt>
    <dgm:pt modelId="{6D715946-692D-4DE1-9E70-4FEB14A81B48}" type="pres">
      <dgm:prSet presAssocID="{1D1DA6F0-3E86-46A9-8ADB-DB3510A02F0C}" presName="parTx" presStyleLbl="revTx" presStyleIdx="1" presStyleCnt="5">
        <dgm:presLayoutVars>
          <dgm:chMax val="0"/>
          <dgm:chPref val="0"/>
        </dgm:presLayoutVars>
      </dgm:prSet>
      <dgm:spPr/>
    </dgm:pt>
    <dgm:pt modelId="{AEC78A04-2ABF-4EA4-A872-A2C585D1F07F}" type="pres">
      <dgm:prSet presAssocID="{BC1D5D50-E593-4BFA-A712-64D869D72AA7}" presName="sibTrans" presStyleCnt="0"/>
      <dgm:spPr/>
    </dgm:pt>
    <dgm:pt modelId="{859E20F5-2412-4749-8251-D16E6695D09F}" type="pres">
      <dgm:prSet presAssocID="{F25578E7-F2B9-460E-B223-6D07EABB505B}" presName="compNode" presStyleCnt="0"/>
      <dgm:spPr/>
    </dgm:pt>
    <dgm:pt modelId="{6F2ED80A-23D6-4B36-A7A0-857C7656862D}" type="pres">
      <dgm:prSet presAssocID="{F25578E7-F2B9-460E-B223-6D07EABB505B}" presName="bgRect" presStyleLbl="bgShp" presStyleIdx="2" presStyleCnt="5"/>
      <dgm:spPr/>
    </dgm:pt>
    <dgm:pt modelId="{8DC27B8E-E7BB-4979-A95B-7ABF6969CC85}" type="pres">
      <dgm:prSet presAssocID="{F25578E7-F2B9-460E-B223-6D07EABB505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w"/>
        </a:ext>
      </dgm:extLst>
    </dgm:pt>
    <dgm:pt modelId="{3CA60D95-8992-4FE1-B79C-27CDC3E34C8A}" type="pres">
      <dgm:prSet presAssocID="{F25578E7-F2B9-460E-B223-6D07EABB505B}" presName="spaceRect" presStyleCnt="0"/>
      <dgm:spPr/>
    </dgm:pt>
    <dgm:pt modelId="{33761A54-BEC6-47A1-9C31-EB459310E86D}" type="pres">
      <dgm:prSet presAssocID="{F25578E7-F2B9-460E-B223-6D07EABB505B}" presName="parTx" presStyleLbl="revTx" presStyleIdx="2" presStyleCnt="5">
        <dgm:presLayoutVars>
          <dgm:chMax val="0"/>
          <dgm:chPref val="0"/>
        </dgm:presLayoutVars>
      </dgm:prSet>
      <dgm:spPr/>
    </dgm:pt>
    <dgm:pt modelId="{74F892E9-ECE9-443E-902E-15AD17D0CC85}" type="pres">
      <dgm:prSet presAssocID="{E9D0F3A8-9ED0-49FE-BCF0-27F5D3085EA9}" presName="sibTrans" presStyleCnt="0"/>
      <dgm:spPr/>
    </dgm:pt>
    <dgm:pt modelId="{AA9E5BB6-B1BF-4474-BCD6-DF7A5F8D5664}" type="pres">
      <dgm:prSet presAssocID="{26ED2101-6E5C-44FE-B9E8-134BA5BE8D63}" presName="compNode" presStyleCnt="0"/>
      <dgm:spPr/>
    </dgm:pt>
    <dgm:pt modelId="{444418B1-1AB4-4A4C-838C-F1AACBFA1FBE}" type="pres">
      <dgm:prSet presAssocID="{26ED2101-6E5C-44FE-B9E8-134BA5BE8D63}" presName="bgRect" presStyleLbl="bgShp" presStyleIdx="3" presStyleCnt="5"/>
      <dgm:spPr/>
    </dgm:pt>
    <dgm:pt modelId="{77BAC4B8-7DA1-4834-8D7C-D89D34C32D42}" type="pres">
      <dgm:prSet presAssocID="{26ED2101-6E5C-44FE-B9E8-134BA5BE8D63}"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lassroom"/>
        </a:ext>
      </dgm:extLst>
    </dgm:pt>
    <dgm:pt modelId="{57D3FC78-EBFC-4EC8-B13F-E91876912108}" type="pres">
      <dgm:prSet presAssocID="{26ED2101-6E5C-44FE-B9E8-134BA5BE8D63}" presName="spaceRect" presStyleCnt="0"/>
      <dgm:spPr/>
    </dgm:pt>
    <dgm:pt modelId="{B25BF83C-10B6-455B-88DC-A8FD89576254}" type="pres">
      <dgm:prSet presAssocID="{26ED2101-6E5C-44FE-B9E8-134BA5BE8D63}" presName="parTx" presStyleLbl="revTx" presStyleIdx="3" presStyleCnt="5">
        <dgm:presLayoutVars>
          <dgm:chMax val="0"/>
          <dgm:chPref val="0"/>
        </dgm:presLayoutVars>
      </dgm:prSet>
      <dgm:spPr/>
    </dgm:pt>
    <dgm:pt modelId="{93635656-5001-45FA-B1A2-32321D8F6513}" type="pres">
      <dgm:prSet presAssocID="{310FAE62-69AF-43EF-86F3-49F11F0458A4}" presName="sibTrans" presStyleCnt="0"/>
      <dgm:spPr/>
    </dgm:pt>
    <dgm:pt modelId="{E00BEBB7-97F9-4037-9202-EC5CA0AE9B40}" type="pres">
      <dgm:prSet presAssocID="{954BD503-B325-48D4-8BBF-115FCD693172}" presName="compNode" presStyleCnt="0"/>
      <dgm:spPr/>
    </dgm:pt>
    <dgm:pt modelId="{C1AE1B5E-3CB4-4B09-A841-8D6209EB8376}" type="pres">
      <dgm:prSet presAssocID="{954BD503-B325-48D4-8BBF-115FCD693172}" presName="bgRect" presStyleLbl="bgShp" presStyleIdx="4" presStyleCnt="5"/>
      <dgm:spPr/>
    </dgm:pt>
    <dgm:pt modelId="{B3CC7287-9999-4F6F-8F3F-76D06E668ADB}" type="pres">
      <dgm:prSet presAssocID="{954BD503-B325-48D4-8BBF-115FCD693172}"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List"/>
        </a:ext>
      </dgm:extLst>
    </dgm:pt>
    <dgm:pt modelId="{B0577A82-C43C-47BA-BE60-60BB6742CB73}" type="pres">
      <dgm:prSet presAssocID="{954BD503-B325-48D4-8BBF-115FCD693172}" presName="spaceRect" presStyleCnt="0"/>
      <dgm:spPr/>
    </dgm:pt>
    <dgm:pt modelId="{114C2EF7-81CA-4AA7-B408-F0F11512F629}" type="pres">
      <dgm:prSet presAssocID="{954BD503-B325-48D4-8BBF-115FCD693172}" presName="parTx" presStyleLbl="revTx" presStyleIdx="4" presStyleCnt="5">
        <dgm:presLayoutVars>
          <dgm:chMax val="0"/>
          <dgm:chPref val="0"/>
        </dgm:presLayoutVars>
      </dgm:prSet>
      <dgm:spPr/>
    </dgm:pt>
  </dgm:ptLst>
  <dgm:cxnLst>
    <dgm:cxn modelId="{F0E49331-6B33-410C-95F3-629173AFF8F3}" type="presOf" srcId="{F25578E7-F2B9-460E-B223-6D07EABB505B}" destId="{33761A54-BEC6-47A1-9C31-EB459310E86D}" srcOrd="0" destOrd="0" presId="urn:microsoft.com/office/officeart/2018/2/layout/IconVerticalSolidList"/>
    <dgm:cxn modelId="{7DF18534-D95F-49B2-80D9-61B70AA8E166}" type="presOf" srcId="{1D1DA6F0-3E86-46A9-8ADB-DB3510A02F0C}" destId="{6D715946-692D-4DE1-9E70-4FEB14A81B48}" srcOrd="0" destOrd="0" presId="urn:microsoft.com/office/officeart/2018/2/layout/IconVerticalSolidList"/>
    <dgm:cxn modelId="{6A11C03F-7CD1-4AE6-B9FC-9BAABC5FB5F2}" type="presOf" srcId="{26ED2101-6E5C-44FE-B9E8-134BA5BE8D63}" destId="{B25BF83C-10B6-455B-88DC-A8FD89576254}" srcOrd="0" destOrd="0" presId="urn:microsoft.com/office/officeart/2018/2/layout/IconVerticalSolidList"/>
    <dgm:cxn modelId="{2BCFEB61-1EEF-4B26-9A5F-9DD4B03BE9FE}" srcId="{F6556F8D-B4A9-4A6A-B1F8-785085B4700D}" destId="{F25578E7-F2B9-460E-B223-6D07EABB505B}" srcOrd="2" destOrd="0" parTransId="{7103494D-3A9C-4159-81B2-9EDD2852F656}" sibTransId="{E9D0F3A8-9ED0-49FE-BCF0-27F5D3085EA9}"/>
    <dgm:cxn modelId="{2D99CF6F-78E6-4B17-8984-E9E5546EE3C0}" type="presOf" srcId="{F6556F8D-B4A9-4A6A-B1F8-785085B4700D}" destId="{8C7EFBC8-723E-4DD5-944A-D4D7DE9FDBD5}" srcOrd="0" destOrd="0" presId="urn:microsoft.com/office/officeart/2018/2/layout/IconVerticalSolidList"/>
    <dgm:cxn modelId="{2A80E080-0BF2-4329-B7B2-1B950F9CDAF8}" srcId="{F6556F8D-B4A9-4A6A-B1F8-785085B4700D}" destId="{43AD47D1-AA00-48AE-B384-A86D2BD6F2C5}" srcOrd="0" destOrd="0" parTransId="{8DD8609D-FFF7-429E-ACC8-7AA861494958}" sibTransId="{1851F55D-6B88-4C74-85F0-06F90C7BC6B8}"/>
    <dgm:cxn modelId="{D2E8E29E-2E56-43BD-95C3-AF95E29EFD56}" srcId="{F6556F8D-B4A9-4A6A-B1F8-785085B4700D}" destId="{954BD503-B325-48D4-8BBF-115FCD693172}" srcOrd="4" destOrd="0" parTransId="{8C1D8328-39C4-4C40-9529-A7A2504F0F7C}" sibTransId="{E53FCAE3-7CCA-4A2E-9E0D-E8C7D1D86F86}"/>
    <dgm:cxn modelId="{970A12A6-39A4-443B-A823-D7453FC1BDD5}" type="presOf" srcId="{43AD47D1-AA00-48AE-B384-A86D2BD6F2C5}" destId="{B7155D0E-4B31-4189-82F1-18622FA0DFD7}" srcOrd="0" destOrd="0" presId="urn:microsoft.com/office/officeart/2018/2/layout/IconVerticalSolidList"/>
    <dgm:cxn modelId="{E1B2C2CF-E4A1-441F-B7BF-66C6CE0F271B}" srcId="{F6556F8D-B4A9-4A6A-B1F8-785085B4700D}" destId="{1D1DA6F0-3E86-46A9-8ADB-DB3510A02F0C}" srcOrd="1" destOrd="0" parTransId="{C317B687-A468-46C9-9AA3-F7B4CC59B475}" sibTransId="{BC1D5D50-E593-4BFA-A712-64D869D72AA7}"/>
    <dgm:cxn modelId="{8C03A8E4-ECDE-46EC-B54D-E76160AC4318}" srcId="{F6556F8D-B4A9-4A6A-B1F8-785085B4700D}" destId="{26ED2101-6E5C-44FE-B9E8-134BA5BE8D63}" srcOrd="3" destOrd="0" parTransId="{AD723A15-2697-4C6C-9349-5B3A147AEE55}" sibTransId="{310FAE62-69AF-43EF-86F3-49F11F0458A4}"/>
    <dgm:cxn modelId="{7E8B3FF3-E5A3-4E50-A6D8-F418D24D5FD9}" type="presOf" srcId="{954BD503-B325-48D4-8BBF-115FCD693172}" destId="{114C2EF7-81CA-4AA7-B408-F0F11512F629}" srcOrd="0" destOrd="0" presId="urn:microsoft.com/office/officeart/2018/2/layout/IconVerticalSolidList"/>
    <dgm:cxn modelId="{C92F6D18-62CE-40A8-9A54-9F91F7FE9F48}" type="presParOf" srcId="{8C7EFBC8-723E-4DD5-944A-D4D7DE9FDBD5}" destId="{B629E427-7A66-4440-920D-7B744A6491C8}" srcOrd="0" destOrd="0" presId="urn:microsoft.com/office/officeart/2018/2/layout/IconVerticalSolidList"/>
    <dgm:cxn modelId="{089650B9-D412-435D-B835-41880E6AA30C}" type="presParOf" srcId="{B629E427-7A66-4440-920D-7B744A6491C8}" destId="{E7A2E4AA-F385-44B1-B95F-81EFDAC3E430}" srcOrd="0" destOrd="0" presId="urn:microsoft.com/office/officeart/2018/2/layout/IconVerticalSolidList"/>
    <dgm:cxn modelId="{4C8E1F3A-652B-4EE5-B59F-B21CF704F9D3}" type="presParOf" srcId="{B629E427-7A66-4440-920D-7B744A6491C8}" destId="{278108A1-AAA7-43C4-AE48-81C3486620D2}" srcOrd="1" destOrd="0" presId="urn:microsoft.com/office/officeart/2018/2/layout/IconVerticalSolidList"/>
    <dgm:cxn modelId="{015E5618-5306-46D4-A079-21B6A29BB3FA}" type="presParOf" srcId="{B629E427-7A66-4440-920D-7B744A6491C8}" destId="{43358B4E-C11F-4D1E-BC88-798038B8AD2A}" srcOrd="2" destOrd="0" presId="urn:microsoft.com/office/officeart/2018/2/layout/IconVerticalSolidList"/>
    <dgm:cxn modelId="{119ECD5C-3FC7-4597-9239-25EEF1170BA2}" type="presParOf" srcId="{B629E427-7A66-4440-920D-7B744A6491C8}" destId="{B7155D0E-4B31-4189-82F1-18622FA0DFD7}" srcOrd="3" destOrd="0" presId="urn:microsoft.com/office/officeart/2018/2/layout/IconVerticalSolidList"/>
    <dgm:cxn modelId="{86DA6315-A57A-4D10-87A8-3A6AE6D8EC4A}" type="presParOf" srcId="{8C7EFBC8-723E-4DD5-944A-D4D7DE9FDBD5}" destId="{0C99C49F-4F31-439A-B769-C98573D7C94F}" srcOrd="1" destOrd="0" presId="urn:microsoft.com/office/officeart/2018/2/layout/IconVerticalSolidList"/>
    <dgm:cxn modelId="{FEDEDCCD-DB0F-4EFF-BDA5-88A7CFE59C7D}" type="presParOf" srcId="{8C7EFBC8-723E-4DD5-944A-D4D7DE9FDBD5}" destId="{6E5482EE-AC8A-4B72-9390-C00168A296BF}" srcOrd="2" destOrd="0" presId="urn:microsoft.com/office/officeart/2018/2/layout/IconVerticalSolidList"/>
    <dgm:cxn modelId="{69EAA27D-B825-4138-BF8B-81E8DAFF096B}" type="presParOf" srcId="{6E5482EE-AC8A-4B72-9390-C00168A296BF}" destId="{2990924B-02AD-42B1-9B8C-00F317F2F9A8}" srcOrd="0" destOrd="0" presId="urn:microsoft.com/office/officeart/2018/2/layout/IconVerticalSolidList"/>
    <dgm:cxn modelId="{5CA4D844-29C5-452D-8990-40E52FB27B44}" type="presParOf" srcId="{6E5482EE-AC8A-4B72-9390-C00168A296BF}" destId="{5F6E2B6B-5C03-422F-BD1E-486AB4909C6B}" srcOrd="1" destOrd="0" presId="urn:microsoft.com/office/officeart/2018/2/layout/IconVerticalSolidList"/>
    <dgm:cxn modelId="{A0487D6E-8F9F-4C7B-B178-5C99D6409B03}" type="presParOf" srcId="{6E5482EE-AC8A-4B72-9390-C00168A296BF}" destId="{8D680175-CB93-484F-BD40-8BA9DA24F54A}" srcOrd="2" destOrd="0" presId="urn:microsoft.com/office/officeart/2018/2/layout/IconVerticalSolidList"/>
    <dgm:cxn modelId="{DBD8EFA1-C458-4647-A135-7BF12C5E1A1C}" type="presParOf" srcId="{6E5482EE-AC8A-4B72-9390-C00168A296BF}" destId="{6D715946-692D-4DE1-9E70-4FEB14A81B48}" srcOrd="3" destOrd="0" presId="urn:microsoft.com/office/officeart/2018/2/layout/IconVerticalSolidList"/>
    <dgm:cxn modelId="{8BD7FEF4-15C2-4C36-967C-C768C8BA86AF}" type="presParOf" srcId="{8C7EFBC8-723E-4DD5-944A-D4D7DE9FDBD5}" destId="{AEC78A04-2ABF-4EA4-A872-A2C585D1F07F}" srcOrd="3" destOrd="0" presId="urn:microsoft.com/office/officeart/2018/2/layout/IconVerticalSolidList"/>
    <dgm:cxn modelId="{3524FB68-782D-4B64-A18F-BC228031FCC3}" type="presParOf" srcId="{8C7EFBC8-723E-4DD5-944A-D4D7DE9FDBD5}" destId="{859E20F5-2412-4749-8251-D16E6695D09F}" srcOrd="4" destOrd="0" presId="urn:microsoft.com/office/officeart/2018/2/layout/IconVerticalSolidList"/>
    <dgm:cxn modelId="{B1C69665-7739-422C-975E-BE8F47A4D715}" type="presParOf" srcId="{859E20F5-2412-4749-8251-D16E6695D09F}" destId="{6F2ED80A-23D6-4B36-A7A0-857C7656862D}" srcOrd="0" destOrd="0" presId="urn:microsoft.com/office/officeart/2018/2/layout/IconVerticalSolidList"/>
    <dgm:cxn modelId="{31A23745-5977-4C1E-9110-FB64F271C5EC}" type="presParOf" srcId="{859E20F5-2412-4749-8251-D16E6695D09F}" destId="{8DC27B8E-E7BB-4979-A95B-7ABF6969CC85}" srcOrd="1" destOrd="0" presId="urn:microsoft.com/office/officeart/2018/2/layout/IconVerticalSolidList"/>
    <dgm:cxn modelId="{2A291058-D4CE-4581-8FA9-993281710405}" type="presParOf" srcId="{859E20F5-2412-4749-8251-D16E6695D09F}" destId="{3CA60D95-8992-4FE1-B79C-27CDC3E34C8A}" srcOrd="2" destOrd="0" presId="urn:microsoft.com/office/officeart/2018/2/layout/IconVerticalSolidList"/>
    <dgm:cxn modelId="{BEB67FDB-6A28-4000-BE14-ED022265A2AA}" type="presParOf" srcId="{859E20F5-2412-4749-8251-D16E6695D09F}" destId="{33761A54-BEC6-47A1-9C31-EB459310E86D}" srcOrd="3" destOrd="0" presId="urn:microsoft.com/office/officeart/2018/2/layout/IconVerticalSolidList"/>
    <dgm:cxn modelId="{27F154AB-00B7-4E27-A768-EFC6D4BDD9F3}" type="presParOf" srcId="{8C7EFBC8-723E-4DD5-944A-D4D7DE9FDBD5}" destId="{74F892E9-ECE9-443E-902E-15AD17D0CC85}" srcOrd="5" destOrd="0" presId="urn:microsoft.com/office/officeart/2018/2/layout/IconVerticalSolidList"/>
    <dgm:cxn modelId="{B6D77E89-7EF5-4574-910F-4663ECFA27D0}" type="presParOf" srcId="{8C7EFBC8-723E-4DD5-944A-D4D7DE9FDBD5}" destId="{AA9E5BB6-B1BF-4474-BCD6-DF7A5F8D5664}" srcOrd="6" destOrd="0" presId="urn:microsoft.com/office/officeart/2018/2/layout/IconVerticalSolidList"/>
    <dgm:cxn modelId="{24EAA42F-919A-4578-B878-82C198EFA568}" type="presParOf" srcId="{AA9E5BB6-B1BF-4474-BCD6-DF7A5F8D5664}" destId="{444418B1-1AB4-4A4C-838C-F1AACBFA1FBE}" srcOrd="0" destOrd="0" presId="urn:microsoft.com/office/officeart/2018/2/layout/IconVerticalSolidList"/>
    <dgm:cxn modelId="{B8B648D0-C1F7-4601-9F8C-516B5A3E9299}" type="presParOf" srcId="{AA9E5BB6-B1BF-4474-BCD6-DF7A5F8D5664}" destId="{77BAC4B8-7DA1-4834-8D7C-D89D34C32D42}" srcOrd="1" destOrd="0" presId="urn:microsoft.com/office/officeart/2018/2/layout/IconVerticalSolidList"/>
    <dgm:cxn modelId="{AE5C65EE-9F1D-46F9-881D-D949459F9761}" type="presParOf" srcId="{AA9E5BB6-B1BF-4474-BCD6-DF7A5F8D5664}" destId="{57D3FC78-EBFC-4EC8-B13F-E91876912108}" srcOrd="2" destOrd="0" presId="urn:microsoft.com/office/officeart/2018/2/layout/IconVerticalSolidList"/>
    <dgm:cxn modelId="{8DD9BA6C-8317-41B7-9D2B-EC61BFCF13B3}" type="presParOf" srcId="{AA9E5BB6-B1BF-4474-BCD6-DF7A5F8D5664}" destId="{B25BF83C-10B6-455B-88DC-A8FD89576254}" srcOrd="3" destOrd="0" presId="urn:microsoft.com/office/officeart/2018/2/layout/IconVerticalSolidList"/>
    <dgm:cxn modelId="{EDDB481F-D322-4794-AB4D-68538B3E2C9F}" type="presParOf" srcId="{8C7EFBC8-723E-4DD5-944A-D4D7DE9FDBD5}" destId="{93635656-5001-45FA-B1A2-32321D8F6513}" srcOrd="7" destOrd="0" presId="urn:microsoft.com/office/officeart/2018/2/layout/IconVerticalSolidList"/>
    <dgm:cxn modelId="{4E9C744E-72B3-420C-8F34-5D8B476858F5}" type="presParOf" srcId="{8C7EFBC8-723E-4DD5-944A-D4D7DE9FDBD5}" destId="{E00BEBB7-97F9-4037-9202-EC5CA0AE9B40}" srcOrd="8" destOrd="0" presId="urn:microsoft.com/office/officeart/2018/2/layout/IconVerticalSolidList"/>
    <dgm:cxn modelId="{17EC5FDA-8350-4761-95AA-F73BF68B04B8}" type="presParOf" srcId="{E00BEBB7-97F9-4037-9202-EC5CA0AE9B40}" destId="{C1AE1B5E-3CB4-4B09-A841-8D6209EB8376}" srcOrd="0" destOrd="0" presId="urn:microsoft.com/office/officeart/2018/2/layout/IconVerticalSolidList"/>
    <dgm:cxn modelId="{E76F719D-87F2-4D09-8A7C-51639E6F3582}" type="presParOf" srcId="{E00BEBB7-97F9-4037-9202-EC5CA0AE9B40}" destId="{B3CC7287-9999-4F6F-8F3F-76D06E668ADB}" srcOrd="1" destOrd="0" presId="urn:microsoft.com/office/officeart/2018/2/layout/IconVerticalSolidList"/>
    <dgm:cxn modelId="{37D502AE-8AB0-49EB-9700-58709446E0BE}" type="presParOf" srcId="{E00BEBB7-97F9-4037-9202-EC5CA0AE9B40}" destId="{B0577A82-C43C-47BA-BE60-60BB6742CB73}" srcOrd="2" destOrd="0" presId="urn:microsoft.com/office/officeart/2018/2/layout/IconVerticalSolidList"/>
    <dgm:cxn modelId="{8DF04F14-D492-4B3C-BDEE-A6AD72567907}" type="presParOf" srcId="{E00BEBB7-97F9-4037-9202-EC5CA0AE9B40}" destId="{114C2EF7-81CA-4AA7-B408-F0F11512F62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63F430A-1042-49C1-BFC2-2491078A102F}"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D6D60A80-247E-4FC5-996C-9DB5FD04DB55}">
      <dgm:prSet/>
      <dgm:spPr/>
      <dgm:t>
        <a:bodyPr/>
        <a:lstStyle/>
        <a:p>
          <a:pPr>
            <a:defRPr cap="all"/>
          </a:pPr>
          <a:r>
            <a:rPr lang="en-US"/>
            <a:t>Supportive </a:t>
          </a:r>
        </a:p>
      </dgm:t>
    </dgm:pt>
    <dgm:pt modelId="{9F483662-CBF9-4C20-9658-32D23B0F9347}" type="parTrans" cxnId="{F95861F8-D7A0-4185-9703-D66297BF750D}">
      <dgm:prSet/>
      <dgm:spPr/>
      <dgm:t>
        <a:bodyPr/>
        <a:lstStyle/>
        <a:p>
          <a:endParaRPr lang="en-US"/>
        </a:p>
      </dgm:t>
    </dgm:pt>
    <dgm:pt modelId="{979DCB3A-6CD9-4864-923F-1D6044954B81}" type="sibTrans" cxnId="{F95861F8-D7A0-4185-9703-D66297BF750D}">
      <dgm:prSet/>
      <dgm:spPr/>
      <dgm:t>
        <a:bodyPr/>
        <a:lstStyle/>
        <a:p>
          <a:endParaRPr lang="en-US"/>
        </a:p>
      </dgm:t>
    </dgm:pt>
    <dgm:pt modelId="{D324CF9F-82F3-42AD-85D1-60C70CC9CE64}">
      <dgm:prSet/>
      <dgm:spPr/>
      <dgm:t>
        <a:bodyPr/>
        <a:lstStyle/>
        <a:p>
          <a:pPr>
            <a:defRPr cap="all"/>
          </a:pPr>
          <a:r>
            <a:rPr lang="en-US"/>
            <a:t>A learning process (assessments, feedback ect)</a:t>
          </a:r>
        </a:p>
      </dgm:t>
    </dgm:pt>
    <dgm:pt modelId="{C6D303C7-91C1-4E0F-AE1F-17FFD61083F2}" type="parTrans" cxnId="{51484F94-A168-439C-A1BB-AFE510DADE1A}">
      <dgm:prSet/>
      <dgm:spPr/>
      <dgm:t>
        <a:bodyPr/>
        <a:lstStyle/>
        <a:p>
          <a:endParaRPr lang="en-US"/>
        </a:p>
      </dgm:t>
    </dgm:pt>
    <dgm:pt modelId="{0BE28304-32B3-422E-A1D9-D1844309176A}" type="sibTrans" cxnId="{51484F94-A168-439C-A1BB-AFE510DADE1A}">
      <dgm:prSet/>
      <dgm:spPr/>
      <dgm:t>
        <a:bodyPr/>
        <a:lstStyle/>
        <a:p>
          <a:endParaRPr lang="en-US"/>
        </a:p>
      </dgm:t>
    </dgm:pt>
    <dgm:pt modelId="{A862F3D5-61A5-4511-B19E-028EC5B65390}">
      <dgm:prSet/>
      <dgm:spPr/>
      <dgm:t>
        <a:bodyPr/>
        <a:lstStyle/>
        <a:p>
          <a:pPr>
            <a:defRPr cap="all"/>
          </a:pPr>
          <a:r>
            <a:rPr lang="en-US"/>
            <a:t>I will work hard</a:t>
          </a:r>
        </a:p>
      </dgm:t>
    </dgm:pt>
    <dgm:pt modelId="{85159F9C-B2AE-4B69-BBF9-044F7479C305}" type="parTrans" cxnId="{BBCC8ADF-7797-4378-961F-886650F91D7A}">
      <dgm:prSet/>
      <dgm:spPr/>
      <dgm:t>
        <a:bodyPr/>
        <a:lstStyle/>
        <a:p>
          <a:endParaRPr lang="en-US"/>
        </a:p>
      </dgm:t>
    </dgm:pt>
    <dgm:pt modelId="{98BFD12B-E901-46C1-9FE7-1D886D36357C}" type="sibTrans" cxnId="{BBCC8ADF-7797-4378-961F-886650F91D7A}">
      <dgm:prSet/>
      <dgm:spPr/>
      <dgm:t>
        <a:bodyPr/>
        <a:lstStyle/>
        <a:p>
          <a:endParaRPr lang="en-US"/>
        </a:p>
      </dgm:t>
    </dgm:pt>
    <dgm:pt modelId="{9E8806A2-BF32-4208-9046-16531E3B32E3}">
      <dgm:prSet/>
      <dgm:spPr/>
      <dgm:t>
        <a:bodyPr/>
        <a:lstStyle/>
        <a:p>
          <a:pPr>
            <a:defRPr cap="all"/>
          </a:pPr>
          <a:r>
            <a:rPr lang="en-US"/>
            <a:t>High expectations </a:t>
          </a:r>
        </a:p>
      </dgm:t>
    </dgm:pt>
    <dgm:pt modelId="{FD52754A-92D2-4B5F-8DEC-F0F9AC4B0D6A}" type="parTrans" cxnId="{E6780DD4-36EC-40E8-8260-53D49915079C}">
      <dgm:prSet/>
      <dgm:spPr/>
      <dgm:t>
        <a:bodyPr/>
        <a:lstStyle/>
        <a:p>
          <a:endParaRPr lang="en-US"/>
        </a:p>
      </dgm:t>
    </dgm:pt>
    <dgm:pt modelId="{09889B6F-FA25-464D-AE1C-C06212197290}" type="sibTrans" cxnId="{E6780DD4-36EC-40E8-8260-53D49915079C}">
      <dgm:prSet/>
      <dgm:spPr/>
      <dgm:t>
        <a:bodyPr/>
        <a:lstStyle/>
        <a:p>
          <a:endParaRPr lang="en-US"/>
        </a:p>
      </dgm:t>
    </dgm:pt>
    <dgm:pt modelId="{CAEEB0D6-130F-4D65-AEE6-5C92271ABE83}" type="pres">
      <dgm:prSet presAssocID="{C63F430A-1042-49C1-BFC2-2491078A102F}" presName="root" presStyleCnt="0">
        <dgm:presLayoutVars>
          <dgm:dir/>
          <dgm:resizeHandles val="exact"/>
        </dgm:presLayoutVars>
      </dgm:prSet>
      <dgm:spPr/>
    </dgm:pt>
    <dgm:pt modelId="{D49DBB80-B4F2-4A5E-BF30-309D5FD18BDC}" type="pres">
      <dgm:prSet presAssocID="{D6D60A80-247E-4FC5-996C-9DB5FD04DB55}" presName="compNode" presStyleCnt="0"/>
      <dgm:spPr/>
    </dgm:pt>
    <dgm:pt modelId="{27257E8D-8A2F-4698-95EB-75B54E1BACF3}" type="pres">
      <dgm:prSet presAssocID="{D6D60A80-247E-4FC5-996C-9DB5FD04DB55}" presName="iconBgRect" presStyleLbl="bgShp" presStyleIdx="0" presStyleCnt="4"/>
      <dgm:spPr/>
    </dgm:pt>
    <dgm:pt modelId="{729CA227-DBD9-490F-A5E9-0CA5393134BE}" type="pres">
      <dgm:prSet presAssocID="{D6D60A80-247E-4FC5-996C-9DB5FD04DB5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roup"/>
        </a:ext>
      </dgm:extLst>
    </dgm:pt>
    <dgm:pt modelId="{2F08B27E-C5F0-4815-96B7-F08AA1AD9EFF}" type="pres">
      <dgm:prSet presAssocID="{D6D60A80-247E-4FC5-996C-9DB5FD04DB55}" presName="spaceRect" presStyleCnt="0"/>
      <dgm:spPr/>
    </dgm:pt>
    <dgm:pt modelId="{5D495136-F629-4F41-9B7C-89415507B86E}" type="pres">
      <dgm:prSet presAssocID="{D6D60A80-247E-4FC5-996C-9DB5FD04DB55}" presName="textRect" presStyleLbl="revTx" presStyleIdx="0" presStyleCnt="4">
        <dgm:presLayoutVars>
          <dgm:chMax val="1"/>
          <dgm:chPref val="1"/>
        </dgm:presLayoutVars>
      </dgm:prSet>
      <dgm:spPr/>
    </dgm:pt>
    <dgm:pt modelId="{998565B7-04D0-4AE7-B625-3C2FB2578C91}" type="pres">
      <dgm:prSet presAssocID="{979DCB3A-6CD9-4864-923F-1D6044954B81}" presName="sibTrans" presStyleCnt="0"/>
      <dgm:spPr/>
    </dgm:pt>
    <dgm:pt modelId="{4FDD099C-6241-4333-979A-547E6DCB6D6E}" type="pres">
      <dgm:prSet presAssocID="{D324CF9F-82F3-42AD-85D1-60C70CC9CE64}" presName="compNode" presStyleCnt="0"/>
      <dgm:spPr/>
    </dgm:pt>
    <dgm:pt modelId="{7738FDBC-7886-48DF-A8D0-A8DE18493CF9}" type="pres">
      <dgm:prSet presAssocID="{D324CF9F-82F3-42AD-85D1-60C70CC9CE64}" presName="iconBgRect" presStyleLbl="bgShp" presStyleIdx="1" presStyleCnt="4"/>
      <dgm:spPr/>
    </dgm:pt>
    <dgm:pt modelId="{DEA2C085-F819-4873-84AF-C921BFD92D22}" type="pres">
      <dgm:prSet presAssocID="{D324CF9F-82F3-42AD-85D1-60C70CC9CE6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022210FB-D323-43FA-8A2C-969E2F01D341}" type="pres">
      <dgm:prSet presAssocID="{D324CF9F-82F3-42AD-85D1-60C70CC9CE64}" presName="spaceRect" presStyleCnt="0"/>
      <dgm:spPr/>
    </dgm:pt>
    <dgm:pt modelId="{71270CC8-92FC-4CFE-95AC-4AAFF1A78E0E}" type="pres">
      <dgm:prSet presAssocID="{D324CF9F-82F3-42AD-85D1-60C70CC9CE64}" presName="textRect" presStyleLbl="revTx" presStyleIdx="1" presStyleCnt="4">
        <dgm:presLayoutVars>
          <dgm:chMax val="1"/>
          <dgm:chPref val="1"/>
        </dgm:presLayoutVars>
      </dgm:prSet>
      <dgm:spPr/>
    </dgm:pt>
    <dgm:pt modelId="{83CC9A9F-BDC1-4149-BE76-0417508086A1}" type="pres">
      <dgm:prSet presAssocID="{0BE28304-32B3-422E-A1D9-D1844309176A}" presName="sibTrans" presStyleCnt="0"/>
      <dgm:spPr/>
    </dgm:pt>
    <dgm:pt modelId="{5EA61C64-A21B-4158-85C2-C31E7621CFC5}" type="pres">
      <dgm:prSet presAssocID="{A862F3D5-61A5-4511-B19E-028EC5B65390}" presName="compNode" presStyleCnt="0"/>
      <dgm:spPr/>
    </dgm:pt>
    <dgm:pt modelId="{9885AFC1-6977-44DA-8E3F-482978D79570}" type="pres">
      <dgm:prSet presAssocID="{A862F3D5-61A5-4511-B19E-028EC5B65390}" presName="iconBgRect" presStyleLbl="bgShp" presStyleIdx="2" presStyleCnt="4"/>
      <dgm:spPr/>
    </dgm:pt>
    <dgm:pt modelId="{BE5D268A-445F-4FEE-902F-C5582D4DAE0A}" type="pres">
      <dgm:prSet presAssocID="{A862F3D5-61A5-4511-B19E-028EC5B65390}"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nstruction Worker"/>
        </a:ext>
      </dgm:extLst>
    </dgm:pt>
    <dgm:pt modelId="{C0079D2C-D99E-4582-93A1-49849C8174AF}" type="pres">
      <dgm:prSet presAssocID="{A862F3D5-61A5-4511-B19E-028EC5B65390}" presName="spaceRect" presStyleCnt="0"/>
      <dgm:spPr/>
    </dgm:pt>
    <dgm:pt modelId="{23A77490-A672-4C97-8646-9F340DE94D8B}" type="pres">
      <dgm:prSet presAssocID="{A862F3D5-61A5-4511-B19E-028EC5B65390}" presName="textRect" presStyleLbl="revTx" presStyleIdx="2" presStyleCnt="4">
        <dgm:presLayoutVars>
          <dgm:chMax val="1"/>
          <dgm:chPref val="1"/>
        </dgm:presLayoutVars>
      </dgm:prSet>
      <dgm:spPr/>
    </dgm:pt>
    <dgm:pt modelId="{A42DDD0F-E898-4DC2-B99E-7B06DE861F0E}" type="pres">
      <dgm:prSet presAssocID="{98BFD12B-E901-46C1-9FE7-1D886D36357C}" presName="sibTrans" presStyleCnt="0"/>
      <dgm:spPr/>
    </dgm:pt>
    <dgm:pt modelId="{2948A910-F4E6-4901-9C86-3E774E8AF28F}" type="pres">
      <dgm:prSet presAssocID="{9E8806A2-BF32-4208-9046-16531E3B32E3}" presName="compNode" presStyleCnt="0"/>
      <dgm:spPr/>
    </dgm:pt>
    <dgm:pt modelId="{0242FE94-8073-49F3-9B91-8224E6F609EF}" type="pres">
      <dgm:prSet presAssocID="{9E8806A2-BF32-4208-9046-16531E3B32E3}" presName="iconBgRect" presStyleLbl="bgShp" presStyleIdx="3" presStyleCnt="4"/>
      <dgm:spPr/>
    </dgm:pt>
    <dgm:pt modelId="{534B06B3-F3F4-4868-ADD3-263DF4720163}" type="pres">
      <dgm:prSet presAssocID="{9E8806A2-BF32-4208-9046-16531E3B32E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mark"/>
        </a:ext>
      </dgm:extLst>
    </dgm:pt>
    <dgm:pt modelId="{7707DAEF-B812-4E2C-A5E2-5F9ABA5F0E96}" type="pres">
      <dgm:prSet presAssocID="{9E8806A2-BF32-4208-9046-16531E3B32E3}" presName="spaceRect" presStyleCnt="0"/>
      <dgm:spPr/>
    </dgm:pt>
    <dgm:pt modelId="{9E05088D-9DD9-4F7F-8B7C-AFCD6565562E}" type="pres">
      <dgm:prSet presAssocID="{9E8806A2-BF32-4208-9046-16531E3B32E3}" presName="textRect" presStyleLbl="revTx" presStyleIdx="3" presStyleCnt="4">
        <dgm:presLayoutVars>
          <dgm:chMax val="1"/>
          <dgm:chPref val="1"/>
        </dgm:presLayoutVars>
      </dgm:prSet>
      <dgm:spPr/>
    </dgm:pt>
  </dgm:ptLst>
  <dgm:cxnLst>
    <dgm:cxn modelId="{5B45E15A-1BAB-40E2-BBE5-AAAEECF2164E}" type="presOf" srcId="{A862F3D5-61A5-4511-B19E-028EC5B65390}" destId="{23A77490-A672-4C97-8646-9F340DE94D8B}" srcOrd="0" destOrd="0" presId="urn:microsoft.com/office/officeart/2018/5/layout/IconCircleLabelList"/>
    <dgm:cxn modelId="{56A96894-E25B-4159-B24A-1488A15842B3}" type="presOf" srcId="{9E8806A2-BF32-4208-9046-16531E3B32E3}" destId="{9E05088D-9DD9-4F7F-8B7C-AFCD6565562E}" srcOrd="0" destOrd="0" presId="urn:microsoft.com/office/officeart/2018/5/layout/IconCircleLabelList"/>
    <dgm:cxn modelId="{51484F94-A168-439C-A1BB-AFE510DADE1A}" srcId="{C63F430A-1042-49C1-BFC2-2491078A102F}" destId="{D324CF9F-82F3-42AD-85D1-60C70CC9CE64}" srcOrd="1" destOrd="0" parTransId="{C6D303C7-91C1-4E0F-AE1F-17FFD61083F2}" sibTransId="{0BE28304-32B3-422E-A1D9-D1844309176A}"/>
    <dgm:cxn modelId="{FEB95F9E-8CD2-42F3-8E26-CFE9A8000927}" type="presOf" srcId="{D6D60A80-247E-4FC5-996C-9DB5FD04DB55}" destId="{5D495136-F629-4F41-9B7C-89415507B86E}" srcOrd="0" destOrd="0" presId="urn:microsoft.com/office/officeart/2018/5/layout/IconCircleLabelList"/>
    <dgm:cxn modelId="{4DF7CAC3-D309-4DA0-80AF-BC049456F799}" type="presOf" srcId="{C63F430A-1042-49C1-BFC2-2491078A102F}" destId="{CAEEB0D6-130F-4D65-AEE6-5C92271ABE83}" srcOrd="0" destOrd="0" presId="urn:microsoft.com/office/officeart/2018/5/layout/IconCircleLabelList"/>
    <dgm:cxn modelId="{E6780DD4-36EC-40E8-8260-53D49915079C}" srcId="{C63F430A-1042-49C1-BFC2-2491078A102F}" destId="{9E8806A2-BF32-4208-9046-16531E3B32E3}" srcOrd="3" destOrd="0" parTransId="{FD52754A-92D2-4B5F-8DEC-F0F9AC4B0D6A}" sibTransId="{09889B6F-FA25-464D-AE1C-C06212197290}"/>
    <dgm:cxn modelId="{BBCC8ADF-7797-4378-961F-886650F91D7A}" srcId="{C63F430A-1042-49C1-BFC2-2491078A102F}" destId="{A862F3D5-61A5-4511-B19E-028EC5B65390}" srcOrd="2" destOrd="0" parTransId="{85159F9C-B2AE-4B69-BBF9-044F7479C305}" sibTransId="{98BFD12B-E901-46C1-9FE7-1D886D36357C}"/>
    <dgm:cxn modelId="{E46982E3-304C-4DA3-A65A-D38BB7134118}" type="presOf" srcId="{D324CF9F-82F3-42AD-85D1-60C70CC9CE64}" destId="{71270CC8-92FC-4CFE-95AC-4AAFF1A78E0E}" srcOrd="0" destOrd="0" presId="urn:microsoft.com/office/officeart/2018/5/layout/IconCircleLabelList"/>
    <dgm:cxn modelId="{F95861F8-D7A0-4185-9703-D66297BF750D}" srcId="{C63F430A-1042-49C1-BFC2-2491078A102F}" destId="{D6D60A80-247E-4FC5-996C-9DB5FD04DB55}" srcOrd="0" destOrd="0" parTransId="{9F483662-CBF9-4C20-9658-32D23B0F9347}" sibTransId="{979DCB3A-6CD9-4864-923F-1D6044954B81}"/>
    <dgm:cxn modelId="{6ED5F239-7C9E-43A9-BE4F-E559EAE566D3}" type="presParOf" srcId="{CAEEB0D6-130F-4D65-AEE6-5C92271ABE83}" destId="{D49DBB80-B4F2-4A5E-BF30-309D5FD18BDC}" srcOrd="0" destOrd="0" presId="urn:microsoft.com/office/officeart/2018/5/layout/IconCircleLabelList"/>
    <dgm:cxn modelId="{B75C2B43-D377-43CC-8C6A-6C6A4A0ADAA7}" type="presParOf" srcId="{D49DBB80-B4F2-4A5E-BF30-309D5FD18BDC}" destId="{27257E8D-8A2F-4698-95EB-75B54E1BACF3}" srcOrd="0" destOrd="0" presId="urn:microsoft.com/office/officeart/2018/5/layout/IconCircleLabelList"/>
    <dgm:cxn modelId="{EB3DAF18-0480-452C-BDDB-0245CB532C63}" type="presParOf" srcId="{D49DBB80-B4F2-4A5E-BF30-309D5FD18BDC}" destId="{729CA227-DBD9-490F-A5E9-0CA5393134BE}" srcOrd="1" destOrd="0" presId="urn:microsoft.com/office/officeart/2018/5/layout/IconCircleLabelList"/>
    <dgm:cxn modelId="{225B16AD-3DFB-41A8-A2F5-0C9417825939}" type="presParOf" srcId="{D49DBB80-B4F2-4A5E-BF30-309D5FD18BDC}" destId="{2F08B27E-C5F0-4815-96B7-F08AA1AD9EFF}" srcOrd="2" destOrd="0" presId="urn:microsoft.com/office/officeart/2018/5/layout/IconCircleLabelList"/>
    <dgm:cxn modelId="{0580F2F3-7CB4-46F9-A56E-1AD5DD224D5F}" type="presParOf" srcId="{D49DBB80-B4F2-4A5E-BF30-309D5FD18BDC}" destId="{5D495136-F629-4F41-9B7C-89415507B86E}" srcOrd="3" destOrd="0" presId="urn:microsoft.com/office/officeart/2018/5/layout/IconCircleLabelList"/>
    <dgm:cxn modelId="{CC7B6B32-7DC1-4B56-BBCE-0FC753AD9817}" type="presParOf" srcId="{CAEEB0D6-130F-4D65-AEE6-5C92271ABE83}" destId="{998565B7-04D0-4AE7-B625-3C2FB2578C91}" srcOrd="1" destOrd="0" presId="urn:microsoft.com/office/officeart/2018/5/layout/IconCircleLabelList"/>
    <dgm:cxn modelId="{88F64CAB-FAA2-47A3-BBA2-8D1E346095CC}" type="presParOf" srcId="{CAEEB0D6-130F-4D65-AEE6-5C92271ABE83}" destId="{4FDD099C-6241-4333-979A-547E6DCB6D6E}" srcOrd="2" destOrd="0" presId="urn:microsoft.com/office/officeart/2018/5/layout/IconCircleLabelList"/>
    <dgm:cxn modelId="{23B9115A-C160-438C-B844-A4017F7F808B}" type="presParOf" srcId="{4FDD099C-6241-4333-979A-547E6DCB6D6E}" destId="{7738FDBC-7886-48DF-A8D0-A8DE18493CF9}" srcOrd="0" destOrd="0" presId="urn:microsoft.com/office/officeart/2018/5/layout/IconCircleLabelList"/>
    <dgm:cxn modelId="{8BE91046-A6B5-4FF6-BB7E-19FCC82E32F8}" type="presParOf" srcId="{4FDD099C-6241-4333-979A-547E6DCB6D6E}" destId="{DEA2C085-F819-4873-84AF-C921BFD92D22}" srcOrd="1" destOrd="0" presId="urn:microsoft.com/office/officeart/2018/5/layout/IconCircleLabelList"/>
    <dgm:cxn modelId="{2B7F8129-6D37-4AF6-9F2A-2FEF0E7311E0}" type="presParOf" srcId="{4FDD099C-6241-4333-979A-547E6DCB6D6E}" destId="{022210FB-D323-43FA-8A2C-969E2F01D341}" srcOrd="2" destOrd="0" presId="urn:microsoft.com/office/officeart/2018/5/layout/IconCircleLabelList"/>
    <dgm:cxn modelId="{DC0D9618-5F18-4806-80B0-4660FFE4EB1F}" type="presParOf" srcId="{4FDD099C-6241-4333-979A-547E6DCB6D6E}" destId="{71270CC8-92FC-4CFE-95AC-4AAFF1A78E0E}" srcOrd="3" destOrd="0" presId="urn:microsoft.com/office/officeart/2018/5/layout/IconCircleLabelList"/>
    <dgm:cxn modelId="{EE5C0043-71D9-4F41-9B6C-F2C14365565C}" type="presParOf" srcId="{CAEEB0D6-130F-4D65-AEE6-5C92271ABE83}" destId="{83CC9A9F-BDC1-4149-BE76-0417508086A1}" srcOrd="3" destOrd="0" presId="urn:microsoft.com/office/officeart/2018/5/layout/IconCircleLabelList"/>
    <dgm:cxn modelId="{8B67D13F-2934-48B4-B917-09C4FD6E1DCD}" type="presParOf" srcId="{CAEEB0D6-130F-4D65-AEE6-5C92271ABE83}" destId="{5EA61C64-A21B-4158-85C2-C31E7621CFC5}" srcOrd="4" destOrd="0" presId="urn:microsoft.com/office/officeart/2018/5/layout/IconCircleLabelList"/>
    <dgm:cxn modelId="{D3382728-718B-4A88-8AEF-72F6A3DBE9E1}" type="presParOf" srcId="{5EA61C64-A21B-4158-85C2-C31E7621CFC5}" destId="{9885AFC1-6977-44DA-8E3F-482978D79570}" srcOrd="0" destOrd="0" presId="urn:microsoft.com/office/officeart/2018/5/layout/IconCircleLabelList"/>
    <dgm:cxn modelId="{DAFD9779-2FB5-47FC-98E9-38AA4799CE24}" type="presParOf" srcId="{5EA61C64-A21B-4158-85C2-C31E7621CFC5}" destId="{BE5D268A-445F-4FEE-902F-C5582D4DAE0A}" srcOrd="1" destOrd="0" presId="urn:microsoft.com/office/officeart/2018/5/layout/IconCircleLabelList"/>
    <dgm:cxn modelId="{18A4FB18-26D9-4442-99FF-B0CA652390DE}" type="presParOf" srcId="{5EA61C64-A21B-4158-85C2-C31E7621CFC5}" destId="{C0079D2C-D99E-4582-93A1-49849C8174AF}" srcOrd="2" destOrd="0" presId="urn:microsoft.com/office/officeart/2018/5/layout/IconCircleLabelList"/>
    <dgm:cxn modelId="{9634F191-2C41-4DAC-AA10-03368CEA8637}" type="presParOf" srcId="{5EA61C64-A21B-4158-85C2-C31E7621CFC5}" destId="{23A77490-A672-4C97-8646-9F340DE94D8B}" srcOrd="3" destOrd="0" presId="urn:microsoft.com/office/officeart/2018/5/layout/IconCircleLabelList"/>
    <dgm:cxn modelId="{124AF313-C199-4F16-B17E-766D8A1C3F4E}" type="presParOf" srcId="{CAEEB0D6-130F-4D65-AEE6-5C92271ABE83}" destId="{A42DDD0F-E898-4DC2-B99E-7B06DE861F0E}" srcOrd="5" destOrd="0" presId="urn:microsoft.com/office/officeart/2018/5/layout/IconCircleLabelList"/>
    <dgm:cxn modelId="{29DB2B6D-AFE0-4117-B9A7-6FF0E914C732}" type="presParOf" srcId="{CAEEB0D6-130F-4D65-AEE6-5C92271ABE83}" destId="{2948A910-F4E6-4901-9C86-3E774E8AF28F}" srcOrd="6" destOrd="0" presId="urn:microsoft.com/office/officeart/2018/5/layout/IconCircleLabelList"/>
    <dgm:cxn modelId="{EDF7638C-B8A3-49A7-B056-E48471D70F82}" type="presParOf" srcId="{2948A910-F4E6-4901-9C86-3E774E8AF28F}" destId="{0242FE94-8073-49F3-9B91-8224E6F609EF}" srcOrd="0" destOrd="0" presId="urn:microsoft.com/office/officeart/2018/5/layout/IconCircleLabelList"/>
    <dgm:cxn modelId="{9B4D64A6-DD4D-4F45-BE12-3EB6BF6DDE97}" type="presParOf" srcId="{2948A910-F4E6-4901-9C86-3E774E8AF28F}" destId="{534B06B3-F3F4-4868-ADD3-263DF4720163}" srcOrd="1" destOrd="0" presId="urn:microsoft.com/office/officeart/2018/5/layout/IconCircleLabelList"/>
    <dgm:cxn modelId="{0F906D8C-8466-41CD-8BB3-A23719AB90A9}" type="presParOf" srcId="{2948A910-F4E6-4901-9C86-3E774E8AF28F}" destId="{7707DAEF-B812-4E2C-A5E2-5F9ABA5F0E96}" srcOrd="2" destOrd="0" presId="urn:microsoft.com/office/officeart/2018/5/layout/IconCircleLabelList"/>
    <dgm:cxn modelId="{D398DB3C-9BCF-4EF2-BB12-B39F09EDF57B}" type="presParOf" srcId="{2948A910-F4E6-4901-9C86-3E774E8AF28F}" destId="{9E05088D-9DD9-4F7F-8B7C-AFCD6565562E}"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52D57B8-2D14-4730-9BC4-BAB4F1E7519E}" type="doc">
      <dgm:prSet loTypeId="urn:microsoft.com/office/officeart/2018/5/layout/CenteredIconLabelDescriptionList" loCatId="icon" qsTypeId="urn:microsoft.com/office/officeart/2005/8/quickstyle/simple1" qsCatId="simple" csTypeId="urn:microsoft.com/office/officeart/2018/5/colors/Iconchunking_neutralbg_colorful5" csCatId="colorful" phldr="1"/>
      <dgm:spPr/>
      <dgm:t>
        <a:bodyPr/>
        <a:lstStyle/>
        <a:p>
          <a:endParaRPr lang="en-US"/>
        </a:p>
      </dgm:t>
    </dgm:pt>
    <dgm:pt modelId="{58C75893-BF53-4241-8D25-D14E8CB09911}">
      <dgm:prSet/>
      <dgm:spPr/>
      <dgm:t>
        <a:bodyPr/>
        <a:lstStyle/>
        <a:p>
          <a:pPr>
            <a:defRPr b="1"/>
          </a:pPr>
          <a:r>
            <a:rPr lang="en-US">
              <a:hlinkClick xmlns:r="http://schemas.openxmlformats.org/officeDocument/2006/relationships" r:id="rId1"/>
            </a:rPr>
            <a:t>World Health Organisation </a:t>
          </a:r>
          <a:endParaRPr lang="en-US"/>
        </a:p>
      </dgm:t>
    </dgm:pt>
    <dgm:pt modelId="{6C7717D0-1AA2-4319-8936-4C9A88FA5BFC}" type="parTrans" cxnId="{5C089625-242A-435F-ACF5-84E8BFB70A92}">
      <dgm:prSet/>
      <dgm:spPr/>
      <dgm:t>
        <a:bodyPr/>
        <a:lstStyle/>
        <a:p>
          <a:endParaRPr lang="en-US"/>
        </a:p>
      </dgm:t>
    </dgm:pt>
    <dgm:pt modelId="{428AA48D-221E-4109-B537-88101914136E}" type="sibTrans" cxnId="{5C089625-242A-435F-ACF5-84E8BFB70A92}">
      <dgm:prSet/>
      <dgm:spPr/>
      <dgm:t>
        <a:bodyPr/>
        <a:lstStyle/>
        <a:p>
          <a:endParaRPr lang="en-US"/>
        </a:p>
      </dgm:t>
    </dgm:pt>
    <dgm:pt modelId="{4A8CB9A2-212C-446B-9062-467BBDD3344A}">
      <dgm:prSet/>
      <dgm:spPr/>
      <dgm:t>
        <a:bodyPr/>
        <a:lstStyle/>
        <a:p>
          <a:pPr>
            <a:defRPr b="1"/>
          </a:pPr>
          <a:r>
            <a:rPr lang="en-US">
              <a:hlinkClick xmlns:r="http://schemas.openxmlformats.org/officeDocument/2006/relationships" r:id="rId2"/>
            </a:rPr>
            <a:t>Australian Institute of Health and Welfare</a:t>
          </a:r>
          <a:endParaRPr lang="en-US"/>
        </a:p>
      </dgm:t>
    </dgm:pt>
    <dgm:pt modelId="{DD3496C2-1853-474B-BDAC-8028D1DCEA7A}" type="parTrans" cxnId="{EE51D71D-A637-45C3-A7E9-31217BBB67EB}">
      <dgm:prSet/>
      <dgm:spPr/>
      <dgm:t>
        <a:bodyPr/>
        <a:lstStyle/>
        <a:p>
          <a:endParaRPr lang="en-US"/>
        </a:p>
      </dgm:t>
    </dgm:pt>
    <dgm:pt modelId="{36784CC8-7C16-4644-A788-5626DE74BB65}" type="sibTrans" cxnId="{EE51D71D-A637-45C3-A7E9-31217BBB67EB}">
      <dgm:prSet/>
      <dgm:spPr/>
      <dgm:t>
        <a:bodyPr/>
        <a:lstStyle/>
        <a:p>
          <a:endParaRPr lang="en-US"/>
        </a:p>
      </dgm:t>
    </dgm:pt>
    <dgm:pt modelId="{62608B4E-6042-46EA-A7F3-2F322D4101F0}">
      <dgm:prSet/>
      <dgm:spPr/>
      <dgm:t>
        <a:bodyPr/>
        <a:lstStyle/>
        <a:p>
          <a:pPr>
            <a:defRPr b="1"/>
          </a:pPr>
          <a:r>
            <a:rPr lang="en-US">
              <a:hlinkClick xmlns:r="http://schemas.openxmlformats.org/officeDocument/2006/relationships" r:id="rId3"/>
            </a:rPr>
            <a:t>Google Scholar</a:t>
          </a:r>
          <a:endParaRPr lang="en-US"/>
        </a:p>
      </dgm:t>
    </dgm:pt>
    <dgm:pt modelId="{3A5A1B3F-0430-451F-8523-B7DE78BC0E35}" type="parTrans" cxnId="{F7526C34-6546-4E6A-B1A5-CCC0064F01CF}">
      <dgm:prSet/>
      <dgm:spPr/>
      <dgm:t>
        <a:bodyPr/>
        <a:lstStyle/>
        <a:p>
          <a:endParaRPr lang="en-US"/>
        </a:p>
      </dgm:t>
    </dgm:pt>
    <dgm:pt modelId="{6F676B38-33E0-4EA8-9A86-F8BC7C70E74A}" type="sibTrans" cxnId="{F7526C34-6546-4E6A-B1A5-CCC0064F01CF}">
      <dgm:prSet/>
      <dgm:spPr/>
      <dgm:t>
        <a:bodyPr/>
        <a:lstStyle/>
        <a:p>
          <a:endParaRPr lang="en-US"/>
        </a:p>
      </dgm:t>
    </dgm:pt>
    <dgm:pt modelId="{D5C7595E-C680-40F7-9E15-45885F0B313B}">
      <dgm:prSet/>
      <dgm:spPr/>
      <dgm:t>
        <a:bodyPr/>
        <a:lstStyle/>
        <a:p>
          <a:pPr>
            <a:defRPr b="1"/>
          </a:pPr>
          <a:r>
            <a:rPr lang="en-US">
              <a:hlinkClick xmlns:r="http://schemas.openxmlformats.org/officeDocument/2006/relationships" r:id="rId4"/>
            </a:rPr>
            <a:t>Ebsco (Research Database from R&amp;SC)</a:t>
          </a:r>
          <a:endParaRPr lang="en-US"/>
        </a:p>
      </dgm:t>
    </dgm:pt>
    <dgm:pt modelId="{F1BC6331-D4F6-455F-8A28-C697CF7125CB}" type="parTrans" cxnId="{0C5F6F1A-2A7B-482A-8EFE-AB055F8B27A8}">
      <dgm:prSet/>
      <dgm:spPr/>
      <dgm:t>
        <a:bodyPr/>
        <a:lstStyle/>
        <a:p>
          <a:endParaRPr lang="en-US"/>
        </a:p>
      </dgm:t>
    </dgm:pt>
    <dgm:pt modelId="{3B6F2138-2D0D-42B6-BF84-27C8ED4AF16D}" type="sibTrans" cxnId="{0C5F6F1A-2A7B-482A-8EFE-AB055F8B27A8}">
      <dgm:prSet/>
      <dgm:spPr/>
      <dgm:t>
        <a:bodyPr/>
        <a:lstStyle/>
        <a:p>
          <a:endParaRPr lang="en-US"/>
        </a:p>
      </dgm:t>
    </dgm:pt>
    <dgm:pt modelId="{5924B2A3-3AB2-4CF0-A14F-3F9A7D435B32}">
      <dgm:prSet/>
      <dgm:spPr/>
      <dgm:t>
        <a:bodyPr/>
        <a:lstStyle/>
        <a:p>
          <a:r>
            <a:rPr lang="en-US"/>
            <a:t>RASC site – Password </a:t>
          </a:r>
          <a:r>
            <a:rPr lang="en-US" i="1"/>
            <a:t>Baptist</a:t>
          </a:r>
          <a:endParaRPr lang="en-US"/>
        </a:p>
      </dgm:t>
    </dgm:pt>
    <dgm:pt modelId="{24A97F4E-ACC2-43F3-97A5-0E4E3D6F6F56}" type="parTrans" cxnId="{4401BDD5-B614-48EA-A8EB-B095ED8EAFDB}">
      <dgm:prSet/>
      <dgm:spPr/>
      <dgm:t>
        <a:bodyPr/>
        <a:lstStyle/>
        <a:p>
          <a:endParaRPr lang="en-US"/>
        </a:p>
      </dgm:t>
    </dgm:pt>
    <dgm:pt modelId="{CA04654F-29DA-44A7-9747-BF5151ECBF78}" type="sibTrans" cxnId="{4401BDD5-B614-48EA-A8EB-B095ED8EAFDB}">
      <dgm:prSet/>
      <dgm:spPr/>
      <dgm:t>
        <a:bodyPr/>
        <a:lstStyle/>
        <a:p>
          <a:endParaRPr lang="en-US"/>
        </a:p>
      </dgm:t>
    </dgm:pt>
    <dgm:pt modelId="{5E2E811C-94EE-4D4A-BDC1-0E57B922977C}">
      <dgm:prSet/>
      <dgm:spPr/>
      <dgm:t>
        <a:bodyPr/>
        <a:lstStyle/>
        <a:p>
          <a:r>
            <a:rPr lang="en-US"/>
            <a:t>Database Ebsoc – Password is </a:t>
          </a:r>
          <a:r>
            <a:rPr lang="en-US" i="1"/>
            <a:t>Baptist-20</a:t>
          </a:r>
          <a:endParaRPr lang="en-US"/>
        </a:p>
      </dgm:t>
    </dgm:pt>
    <dgm:pt modelId="{5E517B07-B528-44EB-A7AB-0BC37760537D}" type="parTrans" cxnId="{7A6EA708-9DBE-45AC-BCDC-F2F29A632538}">
      <dgm:prSet/>
      <dgm:spPr/>
      <dgm:t>
        <a:bodyPr/>
        <a:lstStyle/>
        <a:p>
          <a:endParaRPr lang="en-US"/>
        </a:p>
      </dgm:t>
    </dgm:pt>
    <dgm:pt modelId="{0D4A65FB-2E40-428C-B6B3-699E1B38E492}" type="sibTrans" cxnId="{7A6EA708-9DBE-45AC-BCDC-F2F29A632538}">
      <dgm:prSet/>
      <dgm:spPr/>
      <dgm:t>
        <a:bodyPr/>
        <a:lstStyle/>
        <a:p>
          <a:endParaRPr lang="en-US"/>
        </a:p>
      </dgm:t>
    </dgm:pt>
    <dgm:pt modelId="{3185365A-B790-40A7-95F3-25ECEB357285}" type="pres">
      <dgm:prSet presAssocID="{B52D57B8-2D14-4730-9BC4-BAB4F1E7519E}" presName="root" presStyleCnt="0">
        <dgm:presLayoutVars>
          <dgm:dir/>
          <dgm:resizeHandles val="exact"/>
        </dgm:presLayoutVars>
      </dgm:prSet>
      <dgm:spPr/>
    </dgm:pt>
    <dgm:pt modelId="{07CA9398-8E01-44F9-8FF0-9D255A738EF7}" type="pres">
      <dgm:prSet presAssocID="{58C75893-BF53-4241-8D25-D14E8CB09911}" presName="compNode" presStyleCnt="0"/>
      <dgm:spPr/>
    </dgm:pt>
    <dgm:pt modelId="{12949033-21E9-4580-B4BD-B3280E7857F4}" type="pres">
      <dgm:prSet presAssocID="{58C75893-BF53-4241-8D25-D14E8CB09911}" presName="iconRect" presStyleLbl="node1" presStyleIdx="0"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Earth Globe Europe-Africa"/>
        </a:ext>
      </dgm:extLst>
    </dgm:pt>
    <dgm:pt modelId="{535ED5BD-F925-45CF-8FFB-5210315EBA5C}" type="pres">
      <dgm:prSet presAssocID="{58C75893-BF53-4241-8D25-D14E8CB09911}" presName="iconSpace" presStyleCnt="0"/>
      <dgm:spPr/>
    </dgm:pt>
    <dgm:pt modelId="{CDA56467-78BC-4B7B-84F4-FDF9AE0F1534}" type="pres">
      <dgm:prSet presAssocID="{58C75893-BF53-4241-8D25-D14E8CB09911}" presName="parTx" presStyleLbl="revTx" presStyleIdx="0" presStyleCnt="8">
        <dgm:presLayoutVars>
          <dgm:chMax val="0"/>
          <dgm:chPref val="0"/>
        </dgm:presLayoutVars>
      </dgm:prSet>
      <dgm:spPr/>
    </dgm:pt>
    <dgm:pt modelId="{6BEDA8C1-254C-49B1-BB2A-A555445461FF}" type="pres">
      <dgm:prSet presAssocID="{58C75893-BF53-4241-8D25-D14E8CB09911}" presName="txSpace" presStyleCnt="0"/>
      <dgm:spPr/>
    </dgm:pt>
    <dgm:pt modelId="{28FF7838-0C67-459C-BB24-96EAB0B5E828}" type="pres">
      <dgm:prSet presAssocID="{58C75893-BF53-4241-8D25-D14E8CB09911}" presName="desTx" presStyleLbl="revTx" presStyleIdx="1" presStyleCnt="8">
        <dgm:presLayoutVars/>
      </dgm:prSet>
      <dgm:spPr/>
    </dgm:pt>
    <dgm:pt modelId="{0AA8AD70-2FC0-426B-8DAC-DF6A9B8C075C}" type="pres">
      <dgm:prSet presAssocID="{428AA48D-221E-4109-B537-88101914136E}" presName="sibTrans" presStyleCnt="0"/>
      <dgm:spPr/>
    </dgm:pt>
    <dgm:pt modelId="{805F7BC0-27AE-414D-99D7-BFE45FF9927D}" type="pres">
      <dgm:prSet presAssocID="{4A8CB9A2-212C-446B-9062-467BBDD3344A}" presName="compNode" presStyleCnt="0"/>
      <dgm:spPr/>
    </dgm:pt>
    <dgm:pt modelId="{EAF7486E-A8CE-4EE4-B77E-102B69E3FFC9}" type="pres">
      <dgm:prSet presAssocID="{4A8CB9A2-212C-446B-9062-467BBDD3344A}" presName="iconRect" presStyleLbl="node1" presStyleIdx="1"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tethoscope"/>
        </a:ext>
      </dgm:extLst>
    </dgm:pt>
    <dgm:pt modelId="{B0FD614F-5001-4F68-8A77-C6589121362A}" type="pres">
      <dgm:prSet presAssocID="{4A8CB9A2-212C-446B-9062-467BBDD3344A}" presName="iconSpace" presStyleCnt="0"/>
      <dgm:spPr/>
    </dgm:pt>
    <dgm:pt modelId="{9B00F213-D1CD-4959-A149-FEA0615F0B21}" type="pres">
      <dgm:prSet presAssocID="{4A8CB9A2-212C-446B-9062-467BBDD3344A}" presName="parTx" presStyleLbl="revTx" presStyleIdx="2" presStyleCnt="8">
        <dgm:presLayoutVars>
          <dgm:chMax val="0"/>
          <dgm:chPref val="0"/>
        </dgm:presLayoutVars>
      </dgm:prSet>
      <dgm:spPr/>
    </dgm:pt>
    <dgm:pt modelId="{8225441B-D94E-4ACD-B501-EDA60A873AD0}" type="pres">
      <dgm:prSet presAssocID="{4A8CB9A2-212C-446B-9062-467BBDD3344A}" presName="txSpace" presStyleCnt="0"/>
      <dgm:spPr/>
    </dgm:pt>
    <dgm:pt modelId="{373EC3A2-0899-4A98-A31B-693A6EFAE826}" type="pres">
      <dgm:prSet presAssocID="{4A8CB9A2-212C-446B-9062-467BBDD3344A}" presName="desTx" presStyleLbl="revTx" presStyleIdx="3" presStyleCnt="8">
        <dgm:presLayoutVars/>
      </dgm:prSet>
      <dgm:spPr/>
    </dgm:pt>
    <dgm:pt modelId="{9F83FFF7-4B93-413C-8E21-E414EF1A146E}" type="pres">
      <dgm:prSet presAssocID="{36784CC8-7C16-4644-A788-5626DE74BB65}" presName="sibTrans" presStyleCnt="0"/>
      <dgm:spPr/>
    </dgm:pt>
    <dgm:pt modelId="{1A7FB216-7A46-4A98-A4F0-F89949B18C0D}" type="pres">
      <dgm:prSet presAssocID="{62608B4E-6042-46EA-A7F3-2F322D4101F0}" presName="compNode" presStyleCnt="0"/>
      <dgm:spPr/>
    </dgm:pt>
    <dgm:pt modelId="{8DF1CD0E-7F65-4052-AC07-09D4E88D1747}" type="pres">
      <dgm:prSet presAssocID="{62608B4E-6042-46EA-A7F3-2F322D4101F0}" presName="iconRect" presStyleLbl="node1" presStyleIdx="2" presStyleCnt="4"/>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ooks"/>
        </a:ext>
      </dgm:extLst>
    </dgm:pt>
    <dgm:pt modelId="{96B352B5-62BE-414B-9161-8A149AACBB52}" type="pres">
      <dgm:prSet presAssocID="{62608B4E-6042-46EA-A7F3-2F322D4101F0}" presName="iconSpace" presStyleCnt="0"/>
      <dgm:spPr/>
    </dgm:pt>
    <dgm:pt modelId="{9DF0D686-9B59-4C3B-8C74-54510F6E4998}" type="pres">
      <dgm:prSet presAssocID="{62608B4E-6042-46EA-A7F3-2F322D4101F0}" presName="parTx" presStyleLbl="revTx" presStyleIdx="4" presStyleCnt="8">
        <dgm:presLayoutVars>
          <dgm:chMax val="0"/>
          <dgm:chPref val="0"/>
        </dgm:presLayoutVars>
      </dgm:prSet>
      <dgm:spPr/>
    </dgm:pt>
    <dgm:pt modelId="{E9A85ABC-792C-495C-80F7-59EBDD8C3F65}" type="pres">
      <dgm:prSet presAssocID="{62608B4E-6042-46EA-A7F3-2F322D4101F0}" presName="txSpace" presStyleCnt="0"/>
      <dgm:spPr/>
    </dgm:pt>
    <dgm:pt modelId="{8E9402F0-6768-4DF0-A29F-45A7367B0D99}" type="pres">
      <dgm:prSet presAssocID="{62608B4E-6042-46EA-A7F3-2F322D4101F0}" presName="desTx" presStyleLbl="revTx" presStyleIdx="5" presStyleCnt="8">
        <dgm:presLayoutVars/>
      </dgm:prSet>
      <dgm:spPr/>
    </dgm:pt>
    <dgm:pt modelId="{84B759C7-E966-4761-9A56-E95A7E6F1DB1}" type="pres">
      <dgm:prSet presAssocID="{6F676B38-33E0-4EA8-9A86-F8BC7C70E74A}" presName="sibTrans" presStyleCnt="0"/>
      <dgm:spPr/>
    </dgm:pt>
    <dgm:pt modelId="{0E9D7F63-D3B5-45D7-8B05-EB0598E7626B}" type="pres">
      <dgm:prSet presAssocID="{D5C7595E-C680-40F7-9E15-45885F0B313B}" presName="compNode" presStyleCnt="0"/>
      <dgm:spPr/>
    </dgm:pt>
    <dgm:pt modelId="{9056E0E5-930F-43E7-931C-339B2145ADDF}" type="pres">
      <dgm:prSet presAssocID="{D5C7595E-C680-40F7-9E15-45885F0B313B}" presName="iconRect" presStyleLbl="node1" presStyleIdx="3" presStyleCnt="4"/>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Processor"/>
        </a:ext>
      </dgm:extLst>
    </dgm:pt>
    <dgm:pt modelId="{09266A07-9D33-4942-9BE9-5F7347A52386}" type="pres">
      <dgm:prSet presAssocID="{D5C7595E-C680-40F7-9E15-45885F0B313B}" presName="iconSpace" presStyleCnt="0"/>
      <dgm:spPr/>
    </dgm:pt>
    <dgm:pt modelId="{7EC8E6C7-86F8-4C60-876C-34FABD6493A4}" type="pres">
      <dgm:prSet presAssocID="{D5C7595E-C680-40F7-9E15-45885F0B313B}" presName="parTx" presStyleLbl="revTx" presStyleIdx="6" presStyleCnt="8">
        <dgm:presLayoutVars>
          <dgm:chMax val="0"/>
          <dgm:chPref val="0"/>
        </dgm:presLayoutVars>
      </dgm:prSet>
      <dgm:spPr/>
    </dgm:pt>
    <dgm:pt modelId="{4BDD05F1-7050-4E2A-B29E-BFD34A78F740}" type="pres">
      <dgm:prSet presAssocID="{D5C7595E-C680-40F7-9E15-45885F0B313B}" presName="txSpace" presStyleCnt="0"/>
      <dgm:spPr/>
    </dgm:pt>
    <dgm:pt modelId="{439467E9-A5B6-4556-AD18-1BB412A84F59}" type="pres">
      <dgm:prSet presAssocID="{D5C7595E-C680-40F7-9E15-45885F0B313B}" presName="desTx" presStyleLbl="revTx" presStyleIdx="7" presStyleCnt="8">
        <dgm:presLayoutVars/>
      </dgm:prSet>
      <dgm:spPr/>
    </dgm:pt>
  </dgm:ptLst>
  <dgm:cxnLst>
    <dgm:cxn modelId="{16CC6101-A952-4FCD-BC81-09EED8B74F83}" type="presOf" srcId="{5924B2A3-3AB2-4CF0-A14F-3F9A7D435B32}" destId="{439467E9-A5B6-4556-AD18-1BB412A84F59}" srcOrd="0" destOrd="0" presId="urn:microsoft.com/office/officeart/2018/5/layout/CenteredIconLabelDescriptionList"/>
    <dgm:cxn modelId="{7A6EA708-9DBE-45AC-BCDC-F2F29A632538}" srcId="{D5C7595E-C680-40F7-9E15-45885F0B313B}" destId="{5E2E811C-94EE-4D4A-BDC1-0E57B922977C}" srcOrd="1" destOrd="0" parTransId="{5E517B07-B528-44EB-A7AB-0BC37760537D}" sibTransId="{0D4A65FB-2E40-428C-B6B3-699E1B38E492}"/>
    <dgm:cxn modelId="{56039819-8A31-45CC-9F73-F3FFD24556B5}" type="presOf" srcId="{62608B4E-6042-46EA-A7F3-2F322D4101F0}" destId="{9DF0D686-9B59-4C3B-8C74-54510F6E4998}" srcOrd="0" destOrd="0" presId="urn:microsoft.com/office/officeart/2018/5/layout/CenteredIconLabelDescriptionList"/>
    <dgm:cxn modelId="{0C5F6F1A-2A7B-482A-8EFE-AB055F8B27A8}" srcId="{B52D57B8-2D14-4730-9BC4-BAB4F1E7519E}" destId="{D5C7595E-C680-40F7-9E15-45885F0B313B}" srcOrd="3" destOrd="0" parTransId="{F1BC6331-D4F6-455F-8A28-C697CF7125CB}" sibTransId="{3B6F2138-2D0D-42B6-BF84-27C8ED4AF16D}"/>
    <dgm:cxn modelId="{EE51D71D-A637-45C3-A7E9-31217BBB67EB}" srcId="{B52D57B8-2D14-4730-9BC4-BAB4F1E7519E}" destId="{4A8CB9A2-212C-446B-9062-467BBDD3344A}" srcOrd="1" destOrd="0" parTransId="{DD3496C2-1853-474B-BDAC-8028D1DCEA7A}" sibTransId="{36784CC8-7C16-4644-A788-5626DE74BB65}"/>
    <dgm:cxn modelId="{5C089625-242A-435F-ACF5-84E8BFB70A92}" srcId="{B52D57B8-2D14-4730-9BC4-BAB4F1E7519E}" destId="{58C75893-BF53-4241-8D25-D14E8CB09911}" srcOrd="0" destOrd="0" parTransId="{6C7717D0-1AA2-4319-8936-4C9A88FA5BFC}" sibTransId="{428AA48D-221E-4109-B537-88101914136E}"/>
    <dgm:cxn modelId="{F7526C34-6546-4E6A-B1A5-CCC0064F01CF}" srcId="{B52D57B8-2D14-4730-9BC4-BAB4F1E7519E}" destId="{62608B4E-6042-46EA-A7F3-2F322D4101F0}" srcOrd="2" destOrd="0" parTransId="{3A5A1B3F-0430-451F-8523-B7DE78BC0E35}" sibTransId="{6F676B38-33E0-4EA8-9A86-F8BC7C70E74A}"/>
    <dgm:cxn modelId="{187FCF4C-D2CA-4558-B0AA-9AE8C7E54DA5}" type="presOf" srcId="{5E2E811C-94EE-4D4A-BDC1-0E57B922977C}" destId="{439467E9-A5B6-4556-AD18-1BB412A84F59}" srcOrd="0" destOrd="1" presId="urn:microsoft.com/office/officeart/2018/5/layout/CenteredIconLabelDescriptionList"/>
    <dgm:cxn modelId="{FC0A8686-1730-4BE4-9CFA-FC3BEB6E101A}" type="presOf" srcId="{D5C7595E-C680-40F7-9E15-45885F0B313B}" destId="{7EC8E6C7-86F8-4C60-876C-34FABD6493A4}" srcOrd="0" destOrd="0" presId="urn:microsoft.com/office/officeart/2018/5/layout/CenteredIconLabelDescriptionList"/>
    <dgm:cxn modelId="{36AEF68B-9CF3-472A-91F9-3710214976AB}" type="presOf" srcId="{4A8CB9A2-212C-446B-9062-467BBDD3344A}" destId="{9B00F213-D1CD-4959-A149-FEA0615F0B21}" srcOrd="0" destOrd="0" presId="urn:microsoft.com/office/officeart/2018/5/layout/CenteredIconLabelDescriptionList"/>
    <dgm:cxn modelId="{B74D79C2-7304-4A47-9E51-8B7ACFD07482}" type="presOf" srcId="{B52D57B8-2D14-4730-9BC4-BAB4F1E7519E}" destId="{3185365A-B790-40A7-95F3-25ECEB357285}" srcOrd="0" destOrd="0" presId="urn:microsoft.com/office/officeart/2018/5/layout/CenteredIconLabelDescriptionList"/>
    <dgm:cxn modelId="{4401BDD5-B614-48EA-A8EB-B095ED8EAFDB}" srcId="{D5C7595E-C680-40F7-9E15-45885F0B313B}" destId="{5924B2A3-3AB2-4CF0-A14F-3F9A7D435B32}" srcOrd="0" destOrd="0" parTransId="{24A97F4E-ACC2-43F3-97A5-0E4E3D6F6F56}" sibTransId="{CA04654F-29DA-44A7-9747-BF5151ECBF78}"/>
    <dgm:cxn modelId="{F7A5D2D6-B511-4DA5-BD95-701D3928B256}" type="presOf" srcId="{58C75893-BF53-4241-8D25-D14E8CB09911}" destId="{CDA56467-78BC-4B7B-84F4-FDF9AE0F1534}" srcOrd="0" destOrd="0" presId="urn:microsoft.com/office/officeart/2018/5/layout/CenteredIconLabelDescriptionList"/>
    <dgm:cxn modelId="{4678AF93-FC16-4198-8EE2-50FB4F20B7C1}" type="presParOf" srcId="{3185365A-B790-40A7-95F3-25ECEB357285}" destId="{07CA9398-8E01-44F9-8FF0-9D255A738EF7}" srcOrd="0" destOrd="0" presId="urn:microsoft.com/office/officeart/2018/5/layout/CenteredIconLabelDescriptionList"/>
    <dgm:cxn modelId="{97A82EE7-518E-4FB2-A3BB-0120671741BB}" type="presParOf" srcId="{07CA9398-8E01-44F9-8FF0-9D255A738EF7}" destId="{12949033-21E9-4580-B4BD-B3280E7857F4}" srcOrd="0" destOrd="0" presId="urn:microsoft.com/office/officeart/2018/5/layout/CenteredIconLabelDescriptionList"/>
    <dgm:cxn modelId="{F072AD2E-864B-4DB4-82C0-6944137F6F3D}" type="presParOf" srcId="{07CA9398-8E01-44F9-8FF0-9D255A738EF7}" destId="{535ED5BD-F925-45CF-8FFB-5210315EBA5C}" srcOrd="1" destOrd="0" presId="urn:microsoft.com/office/officeart/2018/5/layout/CenteredIconLabelDescriptionList"/>
    <dgm:cxn modelId="{0DE8A786-4825-47C0-8D00-20BCAEDC4A98}" type="presParOf" srcId="{07CA9398-8E01-44F9-8FF0-9D255A738EF7}" destId="{CDA56467-78BC-4B7B-84F4-FDF9AE0F1534}" srcOrd="2" destOrd="0" presId="urn:microsoft.com/office/officeart/2018/5/layout/CenteredIconLabelDescriptionList"/>
    <dgm:cxn modelId="{22A07BC2-5055-4FAD-8E31-991D1F1515A2}" type="presParOf" srcId="{07CA9398-8E01-44F9-8FF0-9D255A738EF7}" destId="{6BEDA8C1-254C-49B1-BB2A-A555445461FF}" srcOrd="3" destOrd="0" presId="urn:microsoft.com/office/officeart/2018/5/layout/CenteredIconLabelDescriptionList"/>
    <dgm:cxn modelId="{1AA81D1C-4848-4882-BC5D-9DE8CEACA2AE}" type="presParOf" srcId="{07CA9398-8E01-44F9-8FF0-9D255A738EF7}" destId="{28FF7838-0C67-459C-BB24-96EAB0B5E828}" srcOrd="4" destOrd="0" presId="urn:microsoft.com/office/officeart/2018/5/layout/CenteredIconLabelDescriptionList"/>
    <dgm:cxn modelId="{9B14CC5F-28E4-4351-A4E7-D2774EE37208}" type="presParOf" srcId="{3185365A-B790-40A7-95F3-25ECEB357285}" destId="{0AA8AD70-2FC0-426B-8DAC-DF6A9B8C075C}" srcOrd="1" destOrd="0" presId="urn:microsoft.com/office/officeart/2018/5/layout/CenteredIconLabelDescriptionList"/>
    <dgm:cxn modelId="{3E717A55-905D-4E99-8306-DC261D971F0B}" type="presParOf" srcId="{3185365A-B790-40A7-95F3-25ECEB357285}" destId="{805F7BC0-27AE-414D-99D7-BFE45FF9927D}" srcOrd="2" destOrd="0" presId="urn:microsoft.com/office/officeart/2018/5/layout/CenteredIconLabelDescriptionList"/>
    <dgm:cxn modelId="{F1469B54-2E63-49E1-831C-583DD9460997}" type="presParOf" srcId="{805F7BC0-27AE-414D-99D7-BFE45FF9927D}" destId="{EAF7486E-A8CE-4EE4-B77E-102B69E3FFC9}" srcOrd="0" destOrd="0" presId="urn:microsoft.com/office/officeart/2018/5/layout/CenteredIconLabelDescriptionList"/>
    <dgm:cxn modelId="{3489A840-BA60-435C-863B-D152FE6F1D31}" type="presParOf" srcId="{805F7BC0-27AE-414D-99D7-BFE45FF9927D}" destId="{B0FD614F-5001-4F68-8A77-C6589121362A}" srcOrd="1" destOrd="0" presId="urn:microsoft.com/office/officeart/2018/5/layout/CenteredIconLabelDescriptionList"/>
    <dgm:cxn modelId="{AC859266-A432-4C45-BC3E-8D715BCC20CF}" type="presParOf" srcId="{805F7BC0-27AE-414D-99D7-BFE45FF9927D}" destId="{9B00F213-D1CD-4959-A149-FEA0615F0B21}" srcOrd="2" destOrd="0" presId="urn:microsoft.com/office/officeart/2018/5/layout/CenteredIconLabelDescriptionList"/>
    <dgm:cxn modelId="{9CF5C280-64CB-4412-9F94-579E05F52D65}" type="presParOf" srcId="{805F7BC0-27AE-414D-99D7-BFE45FF9927D}" destId="{8225441B-D94E-4ACD-B501-EDA60A873AD0}" srcOrd="3" destOrd="0" presId="urn:microsoft.com/office/officeart/2018/5/layout/CenteredIconLabelDescriptionList"/>
    <dgm:cxn modelId="{28E4EEDA-B4C2-4DF3-81BC-59E742E4108C}" type="presParOf" srcId="{805F7BC0-27AE-414D-99D7-BFE45FF9927D}" destId="{373EC3A2-0899-4A98-A31B-693A6EFAE826}" srcOrd="4" destOrd="0" presId="urn:microsoft.com/office/officeart/2018/5/layout/CenteredIconLabelDescriptionList"/>
    <dgm:cxn modelId="{B2A00872-2E57-4EE7-88A4-D6FACD344085}" type="presParOf" srcId="{3185365A-B790-40A7-95F3-25ECEB357285}" destId="{9F83FFF7-4B93-413C-8E21-E414EF1A146E}" srcOrd="3" destOrd="0" presId="urn:microsoft.com/office/officeart/2018/5/layout/CenteredIconLabelDescriptionList"/>
    <dgm:cxn modelId="{CF363CCC-FB22-4815-B8C3-303633A3C621}" type="presParOf" srcId="{3185365A-B790-40A7-95F3-25ECEB357285}" destId="{1A7FB216-7A46-4A98-A4F0-F89949B18C0D}" srcOrd="4" destOrd="0" presId="urn:microsoft.com/office/officeart/2018/5/layout/CenteredIconLabelDescriptionList"/>
    <dgm:cxn modelId="{F2FFD5D6-FCFF-4F2D-8A6C-985ADF8399E2}" type="presParOf" srcId="{1A7FB216-7A46-4A98-A4F0-F89949B18C0D}" destId="{8DF1CD0E-7F65-4052-AC07-09D4E88D1747}" srcOrd="0" destOrd="0" presId="urn:microsoft.com/office/officeart/2018/5/layout/CenteredIconLabelDescriptionList"/>
    <dgm:cxn modelId="{0C9EC553-8208-4774-A5FD-52A19170DC77}" type="presParOf" srcId="{1A7FB216-7A46-4A98-A4F0-F89949B18C0D}" destId="{96B352B5-62BE-414B-9161-8A149AACBB52}" srcOrd="1" destOrd="0" presId="urn:microsoft.com/office/officeart/2018/5/layout/CenteredIconLabelDescriptionList"/>
    <dgm:cxn modelId="{B0A1D2F3-6553-40D9-B53F-2867AB1B66D9}" type="presParOf" srcId="{1A7FB216-7A46-4A98-A4F0-F89949B18C0D}" destId="{9DF0D686-9B59-4C3B-8C74-54510F6E4998}" srcOrd="2" destOrd="0" presId="urn:microsoft.com/office/officeart/2018/5/layout/CenteredIconLabelDescriptionList"/>
    <dgm:cxn modelId="{D857548F-E194-4988-887E-5A836DC7DAF2}" type="presParOf" srcId="{1A7FB216-7A46-4A98-A4F0-F89949B18C0D}" destId="{E9A85ABC-792C-495C-80F7-59EBDD8C3F65}" srcOrd="3" destOrd="0" presId="urn:microsoft.com/office/officeart/2018/5/layout/CenteredIconLabelDescriptionList"/>
    <dgm:cxn modelId="{53F8BC5B-68B3-42D2-A135-485AF5C90D04}" type="presParOf" srcId="{1A7FB216-7A46-4A98-A4F0-F89949B18C0D}" destId="{8E9402F0-6768-4DF0-A29F-45A7367B0D99}" srcOrd="4" destOrd="0" presId="urn:microsoft.com/office/officeart/2018/5/layout/CenteredIconLabelDescriptionList"/>
    <dgm:cxn modelId="{29D12600-AB77-4C59-9B35-B72719602B91}" type="presParOf" srcId="{3185365A-B790-40A7-95F3-25ECEB357285}" destId="{84B759C7-E966-4761-9A56-E95A7E6F1DB1}" srcOrd="5" destOrd="0" presId="urn:microsoft.com/office/officeart/2018/5/layout/CenteredIconLabelDescriptionList"/>
    <dgm:cxn modelId="{86A773CA-0691-4EBE-8719-24576DD3FF99}" type="presParOf" srcId="{3185365A-B790-40A7-95F3-25ECEB357285}" destId="{0E9D7F63-D3B5-45D7-8B05-EB0598E7626B}" srcOrd="6" destOrd="0" presId="urn:microsoft.com/office/officeart/2018/5/layout/CenteredIconLabelDescriptionList"/>
    <dgm:cxn modelId="{AAAFFFF3-3A8C-426F-90B6-D814B2D6831C}" type="presParOf" srcId="{0E9D7F63-D3B5-45D7-8B05-EB0598E7626B}" destId="{9056E0E5-930F-43E7-931C-339B2145ADDF}" srcOrd="0" destOrd="0" presId="urn:microsoft.com/office/officeart/2018/5/layout/CenteredIconLabelDescriptionList"/>
    <dgm:cxn modelId="{2F88AD20-A979-4D1E-B0AB-A2BDD9CF4CD3}" type="presParOf" srcId="{0E9D7F63-D3B5-45D7-8B05-EB0598E7626B}" destId="{09266A07-9D33-4942-9BE9-5F7347A52386}" srcOrd="1" destOrd="0" presId="urn:microsoft.com/office/officeart/2018/5/layout/CenteredIconLabelDescriptionList"/>
    <dgm:cxn modelId="{7E77B5D3-E748-443A-A5F6-27039B68A947}" type="presParOf" srcId="{0E9D7F63-D3B5-45D7-8B05-EB0598E7626B}" destId="{7EC8E6C7-86F8-4C60-876C-34FABD6493A4}" srcOrd="2" destOrd="0" presId="urn:microsoft.com/office/officeart/2018/5/layout/CenteredIconLabelDescriptionList"/>
    <dgm:cxn modelId="{295C16A7-582A-4C67-8072-0E18E387F0E8}" type="presParOf" srcId="{0E9D7F63-D3B5-45D7-8B05-EB0598E7626B}" destId="{4BDD05F1-7050-4E2A-B29E-BFD34A78F740}" srcOrd="3" destOrd="0" presId="urn:microsoft.com/office/officeart/2018/5/layout/CenteredIconLabelDescriptionList"/>
    <dgm:cxn modelId="{D5D1A149-963B-46C4-9C7D-F4BE30FF7A37}" type="presParOf" srcId="{0E9D7F63-D3B5-45D7-8B05-EB0598E7626B}" destId="{439467E9-A5B6-4556-AD18-1BB412A84F59}"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2446BD8-93D0-4CC5-A1B2-40EC5F18F6DD}" type="doc">
      <dgm:prSet loTypeId="urn:microsoft.com/office/officeart/2005/8/layout/process4" loCatId="process" qsTypeId="urn:microsoft.com/office/officeart/2005/8/quickstyle/simple1" qsCatId="simple" csTypeId="urn:microsoft.com/office/officeart/2005/8/colors/colorful2" csCatId="colorful"/>
      <dgm:spPr/>
      <dgm:t>
        <a:bodyPr/>
        <a:lstStyle/>
        <a:p>
          <a:endParaRPr lang="en-US"/>
        </a:p>
      </dgm:t>
    </dgm:pt>
    <dgm:pt modelId="{DA7B9AB3-F42D-4981-8DA2-BB3D829D0320}">
      <dgm:prSet/>
      <dgm:spPr/>
      <dgm:t>
        <a:bodyPr/>
        <a:lstStyle/>
        <a:p>
          <a:r>
            <a:rPr lang="en-US"/>
            <a:t>Can be individual or a group (populations – E.g. Your suburb/state/country)</a:t>
          </a:r>
        </a:p>
      </dgm:t>
    </dgm:pt>
    <dgm:pt modelId="{7723D02A-587A-42B0-99F8-05A9AEFCF1E2}" type="parTrans" cxnId="{051459CD-729F-409F-A3D5-1AD44A578775}">
      <dgm:prSet/>
      <dgm:spPr/>
      <dgm:t>
        <a:bodyPr/>
        <a:lstStyle/>
        <a:p>
          <a:endParaRPr lang="en-US"/>
        </a:p>
      </dgm:t>
    </dgm:pt>
    <dgm:pt modelId="{566A353B-7E58-48F0-A43D-695F59B1ACA3}" type="sibTrans" cxnId="{051459CD-729F-409F-A3D5-1AD44A578775}">
      <dgm:prSet/>
      <dgm:spPr/>
      <dgm:t>
        <a:bodyPr/>
        <a:lstStyle/>
        <a:p>
          <a:endParaRPr lang="en-US"/>
        </a:p>
      </dgm:t>
    </dgm:pt>
    <dgm:pt modelId="{78F92227-54B7-4E3F-AA2E-2252B9F04DB8}">
      <dgm:prSet/>
      <dgm:spPr/>
      <dgm:t>
        <a:bodyPr/>
        <a:lstStyle/>
        <a:p>
          <a:r>
            <a:rPr lang="en-US"/>
            <a:t>What terms are used to measure this?</a:t>
          </a:r>
        </a:p>
      </dgm:t>
    </dgm:pt>
    <dgm:pt modelId="{0CC9A06D-C459-46E1-B3B0-2B975FD39FD5}" type="parTrans" cxnId="{84BDB0A9-0495-4C6E-9AC4-26902ABE480F}">
      <dgm:prSet/>
      <dgm:spPr/>
      <dgm:t>
        <a:bodyPr/>
        <a:lstStyle/>
        <a:p>
          <a:endParaRPr lang="en-US"/>
        </a:p>
      </dgm:t>
    </dgm:pt>
    <dgm:pt modelId="{EA0EC2AA-EFB6-4581-879D-A3BA2DF9AE88}" type="sibTrans" cxnId="{84BDB0A9-0495-4C6E-9AC4-26902ABE480F}">
      <dgm:prSet/>
      <dgm:spPr/>
      <dgm:t>
        <a:bodyPr/>
        <a:lstStyle/>
        <a:p>
          <a:endParaRPr lang="en-US"/>
        </a:p>
      </dgm:t>
    </dgm:pt>
    <dgm:pt modelId="{48D42FA2-EEDB-4719-82F9-1131D9BF1F4C}">
      <dgm:prSet/>
      <dgm:spPr/>
      <dgm:t>
        <a:bodyPr/>
        <a:lstStyle/>
        <a:p>
          <a:r>
            <a:rPr lang="en-US"/>
            <a:t>Quality of life</a:t>
          </a:r>
        </a:p>
      </dgm:t>
    </dgm:pt>
    <dgm:pt modelId="{8752DFCE-0B3D-4E91-AA50-039F788769F6}" type="parTrans" cxnId="{4DC05810-BC38-4DAC-BE60-73EA3DBB02F8}">
      <dgm:prSet/>
      <dgm:spPr/>
      <dgm:t>
        <a:bodyPr/>
        <a:lstStyle/>
        <a:p>
          <a:endParaRPr lang="en-US"/>
        </a:p>
      </dgm:t>
    </dgm:pt>
    <dgm:pt modelId="{F7CF8272-B0D6-490C-AC7B-8FB07345AFC7}" type="sibTrans" cxnId="{4DC05810-BC38-4DAC-BE60-73EA3DBB02F8}">
      <dgm:prSet/>
      <dgm:spPr/>
      <dgm:t>
        <a:bodyPr/>
        <a:lstStyle/>
        <a:p>
          <a:endParaRPr lang="en-US"/>
        </a:p>
      </dgm:t>
    </dgm:pt>
    <dgm:pt modelId="{9B6D2BCC-4FAD-4951-9215-E7143B712F63}">
      <dgm:prSet/>
      <dgm:spPr/>
      <dgm:t>
        <a:bodyPr/>
        <a:lstStyle/>
        <a:p>
          <a:r>
            <a:rPr lang="en-US"/>
            <a:t>Living with a disease (Morbidity)</a:t>
          </a:r>
        </a:p>
      </dgm:t>
    </dgm:pt>
    <dgm:pt modelId="{5B98947D-C929-44BA-88F9-A5E93E53189E}" type="parTrans" cxnId="{CC301B32-F598-4CE8-8FD0-F0819F8AC6E9}">
      <dgm:prSet/>
      <dgm:spPr/>
      <dgm:t>
        <a:bodyPr/>
        <a:lstStyle/>
        <a:p>
          <a:endParaRPr lang="en-US"/>
        </a:p>
      </dgm:t>
    </dgm:pt>
    <dgm:pt modelId="{1B81FF38-C2A7-4423-BCB4-5A6817AE4A11}" type="sibTrans" cxnId="{CC301B32-F598-4CE8-8FD0-F0819F8AC6E9}">
      <dgm:prSet/>
      <dgm:spPr/>
      <dgm:t>
        <a:bodyPr/>
        <a:lstStyle/>
        <a:p>
          <a:endParaRPr lang="en-US"/>
        </a:p>
      </dgm:t>
    </dgm:pt>
    <dgm:pt modelId="{F7CFFAF7-D6DF-409C-A69E-E319B62A876A}">
      <dgm:prSet/>
      <dgm:spPr/>
      <dgm:t>
        <a:bodyPr/>
        <a:lstStyle/>
        <a:p>
          <a:r>
            <a:rPr lang="en-US"/>
            <a:t>Life expectancy </a:t>
          </a:r>
        </a:p>
      </dgm:t>
    </dgm:pt>
    <dgm:pt modelId="{C6CF004D-5443-48B1-ACF6-EAC736175E01}" type="parTrans" cxnId="{F46FCED7-DE43-4060-A3F1-08B12D131D60}">
      <dgm:prSet/>
      <dgm:spPr/>
      <dgm:t>
        <a:bodyPr/>
        <a:lstStyle/>
        <a:p>
          <a:endParaRPr lang="en-US"/>
        </a:p>
      </dgm:t>
    </dgm:pt>
    <dgm:pt modelId="{9E76FBE6-A74F-4D71-A876-4FC5115B66A7}" type="sibTrans" cxnId="{F46FCED7-DE43-4060-A3F1-08B12D131D60}">
      <dgm:prSet/>
      <dgm:spPr/>
      <dgm:t>
        <a:bodyPr/>
        <a:lstStyle/>
        <a:p>
          <a:endParaRPr lang="en-US"/>
        </a:p>
      </dgm:t>
    </dgm:pt>
    <dgm:pt modelId="{2F186466-52CD-42AC-8951-8D3F9C6C485F}" type="pres">
      <dgm:prSet presAssocID="{F2446BD8-93D0-4CC5-A1B2-40EC5F18F6DD}" presName="Name0" presStyleCnt="0">
        <dgm:presLayoutVars>
          <dgm:dir/>
          <dgm:animLvl val="lvl"/>
          <dgm:resizeHandles val="exact"/>
        </dgm:presLayoutVars>
      </dgm:prSet>
      <dgm:spPr/>
    </dgm:pt>
    <dgm:pt modelId="{ABC82055-0C33-46CE-81C9-53381521A424}" type="pres">
      <dgm:prSet presAssocID="{78F92227-54B7-4E3F-AA2E-2252B9F04DB8}" presName="boxAndChildren" presStyleCnt="0"/>
      <dgm:spPr/>
    </dgm:pt>
    <dgm:pt modelId="{FA1680BD-171C-4FC5-B54F-0B3AA1F8BC9C}" type="pres">
      <dgm:prSet presAssocID="{78F92227-54B7-4E3F-AA2E-2252B9F04DB8}" presName="parentTextBox" presStyleLbl="node1" presStyleIdx="0" presStyleCnt="2"/>
      <dgm:spPr/>
    </dgm:pt>
    <dgm:pt modelId="{4E6C6B09-B74E-42F0-8A30-A748827AD205}" type="pres">
      <dgm:prSet presAssocID="{78F92227-54B7-4E3F-AA2E-2252B9F04DB8}" presName="entireBox" presStyleLbl="node1" presStyleIdx="0" presStyleCnt="2"/>
      <dgm:spPr/>
    </dgm:pt>
    <dgm:pt modelId="{B7E0814B-64F3-4A7F-B260-F7BF547CF0B8}" type="pres">
      <dgm:prSet presAssocID="{78F92227-54B7-4E3F-AA2E-2252B9F04DB8}" presName="descendantBox" presStyleCnt="0"/>
      <dgm:spPr/>
    </dgm:pt>
    <dgm:pt modelId="{19ED49D1-C116-4D87-B00E-878B7BAEB9EC}" type="pres">
      <dgm:prSet presAssocID="{48D42FA2-EEDB-4719-82F9-1131D9BF1F4C}" presName="childTextBox" presStyleLbl="fgAccFollowNode1" presStyleIdx="0" presStyleCnt="3">
        <dgm:presLayoutVars>
          <dgm:bulletEnabled val="1"/>
        </dgm:presLayoutVars>
      </dgm:prSet>
      <dgm:spPr/>
    </dgm:pt>
    <dgm:pt modelId="{BA17C6CF-717B-41DB-BFA6-AE6D277E0D7E}" type="pres">
      <dgm:prSet presAssocID="{9B6D2BCC-4FAD-4951-9215-E7143B712F63}" presName="childTextBox" presStyleLbl="fgAccFollowNode1" presStyleIdx="1" presStyleCnt="3">
        <dgm:presLayoutVars>
          <dgm:bulletEnabled val="1"/>
        </dgm:presLayoutVars>
      </dgm:prSet>
      <dgm:spPr/>
    </dgm:pt>
    <dgm:pt modelId="{3982F2B2-D8BF-4DA4-BF88-B375C7217B4A}" type="pres">
      <dgm:prSet presAssocID="{F7CFFAF7-D6DF-409C-A69E-E319B62A876A}" presName="childTextBox" presStyleLbl="fgAccFollowNode1" presStyleIdx="2" presStyleCnt="3">
        <dgm:presLayoutVars>
          <dgm:bulletEnabled val="1"/>
        </dgm:presLayoutVars>
      </dgm:prSet>
      <dgm:spPr/>
    </dgm:pt>
    <dgm:pt modelId="{89644BAC-BF90-4E1D-A44C-42AD8449D2F6}" type="pres">
      <dgm:prSet presAssocID="{566A353B-7E58-48F0-A43D-695F59B1ACA3}" presName="sp" presStyleCnt="0"/>
      <dgm:spPr/>
    </dgm:pt>
    <dgm:pt modelId="{668CE851-EA7A-4D2F-AE50-272D4A22CA73}" type="pres">
      <dgm:prSet presAssocID="{DA7B9AB3-F42D-4981-8DA2-BB3D829D0320}" presName="arrowAndChildren" presStyleCnt="0"/>
      <dgm:spPr/>
    </dgm:pt>
    <dgm:pt modelId="{4E8B653D-03F0-4A7A-90AA-0B86A0095848}" type="pres">
      <dgm:prSet presAssocID="{DA7B9AB3-F42D-4981-8DA2-BB3D829D0320}" presName="parentTextArrow" presStyleLbl="node1" presStyleIdx="1" presStyleCnt="2"/>
      <dgm:spPr/>
    </dgm:pt>
  </dgm:ptLst>
  <dgm:cxnLst>
    <dgm:cxn modelId="{4DC05810-BC38-4DAC-BE60-73EA3DBB02F8}" srcId="{78F92227-54B7-4E3F-AA2E-2252B9F04DB8}" destId="{48D42FA2-EEDB-4719-82F9-1131D9BF1F4C}" srcOrd="0" destOrd="0" parTransId="{8752DFCE-0B3D-4E91-AA50-039F788769F6}" sibTransId="{F7CF8272-B0D6-490C-AC7B-8FB07345AFC7}"/>
    <dgm:cxn modelId="{CC301B32-F598-4CE8-8FD0-F0819F8AC6E9}" srcId="{78F92227-54B7-4E3F-AA2E-2252B9F04DB8}" destId="{9B6D2BCC-4FAD-4951-9215-E7143B712F63}" srcOrd="1" destOrd="0" parTransId="{5B98947D-C929-44BA-88F9-A5E93E53189E}" sibTransId="{1B81FF38-C2A7-4423-BCB4-5A6817AE4A11}"/>
    <dgm:cxn modelId="{282F7D33-DB24-46FA-9392-DA24901D8B7A}" type="presOf" srcId="{48D42FA2-EEDB-4719-82F9-1131D9BF1F4C}" destId="{19ED49D1-C116-4D87-B00E-878B7BAEB9EC}" srcOrd="0" destOrd="0" presId="urn:microsoft.com/office/officeart/2005/8/layout/process4"/>
    <dgm:cxn modelId="{3FC04E54-4FDF-4143-8CFA-1D22265C8895}" type="presOf" srcId="{78F92227-54B7-4E3F-AA2E-2252B9F04DB8}" destId="{4E6C6B09-B74E-42F0-8A30-A748827AD205}" srcOrd="1" destOrd="0" presId="urn:microsoft.com/office/officeart/2005/8/layout/process4"/>
    <dgm:cxn modelId="{4CFF0D8A-C58F-44CA-90A0-895FF4F78BB9}" type="presOf" srcId="{F7CFFAF7-D6DF-409C-A69E-E319B62A876A}" destId="{3982F2B2-D8BF-4DA4-BF88-B375C7217B4A}" srcOrd="0" destOrd="0" presId="urn:microsoft.com/office/officeart/2005/8/layout/process4"/>
    <dgm:cxn modelId="{46A4048F-DC7B-4A51-A750-5A67430228A4}" type="presOf" srcId="{78F92227-54B7-4E3F-AA2E-2252B9F04DB8}" destId="{FA1680BD-171C-4FC5-B54F-0B3AA1F8BC9C}" srcOrd="0" destOrd="0" presId="urn:microsoft.com/office/officeart/2005/8/layout/process4"/>
    <dgm:cxn modelId="{3B417A90-9510-49D7-A53B-9AD553821D25}" type="presOf" srcId="{9B6D2BCC-4FAD-4951-9215-E7143B712F63}" destId="{BA17C6CF-717B-41DB-BFA6-AE6D277E0D7E}" srcOrd="0" destOrd="0" presId="urn:microsoft.com/office/officeart/2005/8/layout/process4"/>
    <dgm:cxn modelId="{84BDB0A9-0495-4C6E-9AC4-26902ABE480F}" srcId="{F2446BD8-93D0-4CC5-A1B2-40EC5F18F6DD}" destId="{78F92227-54B7-4E3F-AA2E-2252B9F04DB8}" srcOrd="1" destOrd="0" parTransId="{0CC9A06D-C459-46E1-B3B0-2B975FD39FD5}" sibTransId="{EA0EC2AA-EFB6-4581-879D-A3BA2DF9AE88}"/>
    <dgm:cxn modelId="{B7B2BABA-6B82-4D12-9A56-5FDE296E4584}" type="presOf" srcId="{F2446BD8-93D0-4CC5-A1B2-40EC5F18F6DD}" destId="{2F186466-52CD-42AC-8951-8D3F9C6C485F}" srcOrd="0" destOrd="0" presId="urn:microsoft.com/office/officeart/2005/8/layout/process4"/>
    <dgm:cxn modelId="{051459CD-729F-409F-A3D5-1AD44A578775}" srcId="{F2446BD8-93D0-4CC5-A1B2-40EC5F18F6DD}" destId="{DA7B9AB3-F42D-4981-8DA2-BB3D829D0320}" srcOrd="0" destOrd="0" parTransId="{7723D02A-587A-42B0-99F8-05A9AEFCF1E2}" sibTransId="{566A353B-7E58-48F0-A43D-695F59B1ACA3}"/>
    <dgm:cxn modelId="{F46FCED7-DE43-4060-A3F1-08B12D131D60}" srcId="{78F92227-54B7-4E3F-AA2E-2252B9F04DB8}" destId="{F7CFFAF7-D6DF-409C-A69E-E319B62A876A}" srcOrd="2" destOrd="0" parTransId="{C6CF004D-5443-48B1-ACF6-EAC736175E01}" sibTransId="{9E76FBE6-A74F-4D71-A876-4FC5115B66A7}"/>
    <dgm:cxn modelId="{F7E756FC-61FE-4EF0-A72E-3D701DE2BAF1}" type="presOf" srcId="{DA7B9AB3-F42D-4981-8DA2-BB3D829D0320}" destId="{4E8B653D-03F0-4A7A-90AA-0B86A0095848}" srcOrd="0" destOrd="0" presId="urn:microsoft.com/office/officeart/2005/8/layout/process4"/>
    <dgm:cxn modelId="{2FEE24C0-651B-4727-A8E2-3DC0C4654C8D}" type="presParOf" srcId="{2F186466-52CD-42AC-8951-8D3F9C6C485F}" destId="{ABC82055-0C33-46CE-81C9-53381521A424}" srcOrd="0" destOrd="0" presId="urn:microsoft.com/office/officeart/2005/8/layout/process4"/>
    <dgm:cxn modelId="{93D7A2A3-8B19-4CCD-8AD5-F9E3CFE16487}" type="presParOf" srcId="{ABC82055-0C33-46CE-81C9-53381521A424}" destId="{FA1680BD-171C-4FC5-B54F-0B3AA1F8BC9C}" srcOrd="0" destOrd="0" presId="urn:microsoft.com/office/officeart/2005/8/layout/process4"/>
    <dgm:cxn modelId="{6635391D-C6C8-4039-9E1B-987F01D8B53E}" type="presParOf" srcId="{ABC82055-0C33-46CE-81C9-53381521A424}" destId="{4E6C6B09-B74E-42F0-8A30-A748827AD205}" srcOrd="1" destOrd="0" presId="urn:microsoft.com/office/officeart/2005/8/layout/process4"/>
    <dgm:cxn modelId="{DF3F64DF-A093-4CF6-A1C2-E6FBD701AB75}" type="presParOf" srcId="{ABC82055-0C33-46CE-81C9-53381521A424}" destId="{B7E0814B-64F3-4A7F-B260-F7BF547CF0B8}" srcOrd="2" destOrd="0" presId="urn:microsoft.com/office/officeart/2005/8/layout/process4"/>
    <dgm:cxn modelId="{DBE63412-8A6E-45E5-8AEA-EFDABCD45734}" type="presParOf" srcId="{B7E0814B-64F3-4A7F-B260-F7BF547CF0B8}" destId="{19ED49D1-C116-4D87-B00E-878B7BAEB9EC}" srcOrd="0" destOrd="0" presId="urn:microsoft.com/office/officeart/2005/8/layout/process4"/>
    <dgm:cxn modelId="{F3EA0C24-5159-44BF-A0D8-F4A1ABC57DAD}" type="presParOf" srcId="{B7E0814B-64F3-4A7F-B260-F7BF547CF0B8}" destId="{BA17C6CF-717B-41DB-BFA6-AE6D277E0D7E}" srcOrd="1" destOrd="0" presId="urn:microsoft.com/office/officeart/2005/8/layout/process4"/>
    <dgm:cxn modelId="{97A66A84-D01C-47AB-9953-C33453F84B8B}" type="presParOf" srcId="{B7E0814B-64F3-4A7F-B260-F7BF547CF0B8}" destId="{3982F2B2-D8BF-4DA4-BF88-B375C7217B4A}" srcOrd="2" destOrd="0" presId="urn:microsoft.com/office/officeart/2005/8/layout/process4"/>
    <dgm:cxn modelId="{14C996F4-0230-478B-BA64-7D930DDC6508}" type="presParOf" srcId="{2F186466-52CD-42AC-8951-8D3F9C6C485F}" destId="{89644BAC-BF90-4E1D-A44C-42AD8449D2F6}" srcOrd="1" destOrd="0" presId="urn:microsoft.com/office/officeart/2005/8/layout/process4"/>
    <dgm:cxn modelId="{D88957D0-79ED-4D9B-A9FB-42075711EFD1}" type="presParOf" srcId="{2F186466-52CD-42AC-8951-8D3F9C6C485F}" destId="{668CE851-EA7A-4D2F-AE50-272D4A22CA73}" srcOrd="2" destOrd="0" presId="urn:microsoft.com/office/officeart/2005/8/layout/process4"/>
    <dgm:cxn modelId="{362E6DBC-873A-48C3-860F-59CDA97DEFA9}" type="presParOf" srcId="{668CE851-EA7A-4D2F-AE50-272D4A22CA73}" destId="{4E8B653D-03F0-4A7A-90AA-0B86A0095848}"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4F6DC04-727F-4BB4-8F50-92029A229B21}"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en-US"/>
        </a:p>
      </dgm:t>
    </dgm:pt>
    <dgm:pt modelId="{8A2AE2CA-EED1-42A5-90BA-92D5AFFEC93F}">
      <dgm:prSet/>
      <dgm:spPr/>
      <dgm:t>
        <a:bodyPr/>
        <a:lstStyle/>
        <a:p>
          <a:r>
            <a:rPr lang="en-US" dirty="0"/>
            <a:t>Social </a:t>
          </a:r>
        </a:p>
      </dgm:t>
    </dgm:pt>
    <dgm:pt modelId="{C6F51560-5BE6-4CC6-8829-4EDDCABE20B4}" type="parTrans" cxnId="{E56D8A12-0E50-40A4-9A40-6DDBBDFB9459}">
      <dgm:prSet/>
      <dgm:spPr/>
      <dgm:t>
        <a:bodyPr/>
        <a:lstStyle/>
        <a:p>
          <a:endParaRPr lang="en-US"/>
        </a:p>
      </dgm:t>
    </dgm:pt>
    <dgm:pt modelId="{3586F189-A0B0-4934-B83E-F65B1DD68B83}" type="sibTrans" cxnId="{E56D8A12-0E50-40A4-9A40-6DDBBDFB9459}">
      <dgm:prSet/>
      <dgm:spPr/>
      <dgm:t>
        <a:bodyPr/>
        <a:lstStyle/>
        <a:p>
          <a:endParaRPr lang="en-US"/>
        </a:p>
      </dgm:t>
    </dgm:pt>
    <dgm:pt modelId="{B7901B3B-6607-4E01-A8C1-0965CF98584C}">
      <dgm:prSet/>
      <dgm:spPr/>
      <dgm:t>
        <a:bodyPr/>
        <a:lstStyle/>
        <a:p>
          <a:r>
            <a:rPr lang="en-AU" dirty="0"/>
            <a:t>Environmental </a:t>
          </a:r>
          <a:endParaRPr lang="en-US" dirty="0"/>
        </a:p>
      </dgm:t>
    </dgm:pt>
    <dgm:pt modelId="{83D94FE3-8BFF-4DDA-8287-5E5DFE997ADA}" type="parTrans" cxnId="{DE1C8A59-9431-4623-8831-04AE3A2DAE29}">
      <dgm:prSet/>
      <dgm:spPr/>
      <dgm:t>
        <a:bodyPr/>
        <a:lstStyle/>
        <a:p>
          <a:endParaRPr lang="en-US"/>
        </a:p>
      </dgm:t>
    </dgm:pt>
    <dgm:pt modelId="{074B29E5-221F-4595-B556-4BAEEA727828}" type="sibTrans" cxnId="{DE1C8A59-9431-4623-8831-04AE3A2DAE29}">
      <dgm:prSet/>
      <dgm:spPr/>
      <dgm:t>
        <a:bodyPr/>
        <a:lstStyle/>
        <a:p>
          <a:endParaRPr lang="en-US"/>
        </a:p>
      </dgm:t>
    </dgm:pt>
    <dgm:pt modelId="{CBA3F470-2720-45FD-AB54-9423BAFFA7C8}">
      <dgm:prSet/>
      <dgm:spPr/>
      <dgm:t>
        <a:bodyPr/>
        <a:lstStyle/>
        <a:p>
          <a:r>
            <a:rPr lang="en-AU" dirty="0"/>
            <a:t>Socio-economic </a:t>
          </a:r>
          <a:endParaRPr lang="en-US" dirty="0"/>
        </a:p>
      </dgm:t>
    </dgm:pt>
    <dgm:pt modelId="{0B7E25D3-BB62-4780-A061-F1911BAC8E6C}" type="parTrans" cxnId="{47E79962-0DF7-41C8-B8FD-4E50F67B9406}">
      <dgm:prSet/>
      <dgm:spPr/>
      <dgm:t>
        <a:bodyPr/>
        <a:lstStyle/>
        <a:p>
          <a:endParaRPr lang="en-US"/>
        </a:p>
      </dgm:t>
    </dgm:pt>
    <dgm:pt modelId="{99ADBCD2-36B0-43AE-AF25-33A0715EC4BB}" type="sibTrans" cxnId="{47E79962-0DF7-41C8-B8FD-4E50F67B9406}">
      <dgm:prSet/>
      <dgm:spPr/>
      <dgm:t>
        <a:bodyPr/>
        <a:lstStyle/>
        <a:p>
          <a:endParaRPr lang="en-US"/>
        </a:p>
      </dgm:t>
    </dgm:pt>
    <dgm:pt modelId="{FF95788A-7922-4CBF-A190-B4DECC23C50C}">
      <dgm:prSet/>
      <dgm:spPr/>
      <dgm:t>
        <a:bodyPr/>
        <a:lstStyle/>
        <a:p>
          <a:r>
            <a:rPr lang="en-AU" dirty="0"/>
            <a:t>Biological</a:t>
          </a:r>
          <a:endParaRPr lang="en-US" dirty="0"/>
        </a:p>
      </dgm:t>
    </dgm:pt>
    <dgm:pt modelId="{E46E480A-7B1D-43FA-91F7-32291D57DEEF}" type="parTrans" cxnId="{78285926-5C73-4AB3-98FF-FAAC310470E8}">
      <dgm:prSet/>
      <dgm:spPr/>
      <dgm:t>
        <a:bodyPr/>
        <a:lstStyle/>
        <a:p>
          <a:endParaRPr lang="en-US"/>
        </a:p>
      </dgm:t>
    </dgm:pt>
    <dgm:pt modelId="{86B7452C-EFF6-4DD7-AD57-40578254C5DE}" type="sibTrans" cxnId="{78285926-5C73-4AB3-98FF-FAAC310470E8}">
      <dgm:prSet/>
      <dgm:spPr/>
      <dgm:t>
        <a:bodyPr/>
        <a:lstStyle/>
        <a:p>
          <a:endParaRPr lang="en-US"/>
        </a:p>
      </dgm:t>
    </dgm:pt>
    <dgm:pt modelId="{0E2CF87D-8F4B-465B-8E42-88B1725597E2}">
      <dgm:prSet/>
      <dgm:spPr/>
      <dgm:t>
        <a:bodyPr/>
        <a:lstStyle/>
        <a:p>
          <a:r>
            <a:rPr lang="en-US" dirty="0"/>
            <a:t>Social gradient</a:t>
          </a:r>
        </a:p>
      </dgm:t>
    </dgm:pt>
    <dgm:pt modelId="{87EA087E-3656-4538-84E8-4F894C18EE07}" type="parTrans" cxnId="{995884CB-F325-488B-B30D-07C24848B636}">
      <dgm:prSet/>
      <dgm:spPr/>
      <dgm:t>
        <a:bodyPr/>
        <a:lstStyle/>
        <a:p>
          <a:endParaRPr lang="en-AU"/>
        </a:p>
      </dgm:t>
    </dgm:pt>
    <dgm:pt modelId="{B52A7229-EDB7-436F-A508-3EA843A04626}" type="sibTrans" cxnId="{995884CB-F325-488B-B30D-07C24848B636}">
      <dgm:prSet/>
      <dgm:spPr/>
    </dgm:pt>
    <dgm:pt modelId="{3A09FEFE-C620-4C1E-8B24-9738E93650CB}">
      <dgm:prSet/>
      <dgm:spPr/>
      <dgm:t>
        <a:bodyPr/>
        <a:lstStyle/>
        <a:p>
          <a:r>
            <a:rPr lang="en-US" dirty="0"/>
            <a:t>Unemployment</a:t>
          </a:r>
        </a:p>
      </dgm:t>
    </dgm:pt>
    <dgm:pt modelId="{30EBCFD2-10CD-4F63-BA34-3F71ADB701CD}" type="parTrans" cxnId="{5163590E-E3FD-4DFC-83E6-985D8E01E5DA}">
      <dgm:prSet/>
      <dgm:spPr/>
      <dgm:t>
        <a:bodyPr/>
        <a:lstStyle/>
        <a:p>
          <a:endParaRPr lang="en-AU"/>
        </a:p>
      </dgm:t>
    </dgm:pt>
    <dgm:pt modelId="{79246483-0FB9-4CD8-8CF7-2C7E1BE6ACDA}" type="sibTrans" cxnId="{5163590E-E3FD-4DFC-83E6-985D8E01E5DA}">
      <dgm:prSet/>
      <dgm:spPr/>
    </dgm:pt>
    <dgm:pt modelId="{2E16394C-38B9-4D7F-A456-4E091D73621F}">
      <dgm:prSet/>
      <dgm:spPr/>
      <dgm:t>
        <a:bodyPr/>
        <a:lstStyle/>
        <a:p>
          <a:r>
            <a:rPr lang="en-US" dirty="0"/>
            <a:t>Early life</a:t>
          </a:r>
        </a:p>
      </dgm:t>
    </dgm:pt>
    <dgm:pt modelId="{7A7966CC-BA40-401A-9401-DAD24A9EA01B}" type="parTrans" cxnId="{EEC9F6E5-9D38-46B1-A702-25F0DCF62740}">
      <dgm:prSet/>
      <dgm:spPr/>
      <dgm:t>
        <a:bodyPr/>
        <a:lstStyle/>
        <a:p>
          <a:endParaRPr lang="en-AU"/>
        </a:p>
      </dgm:t>
    </dgm:pt>
    <dgm:pt modelId="{E147077E-EB0E-4ED5-B3B6-350DAC98443A}" type="sibTrans" cxnId="{EEC9F6E5-9D38-46B1-A702-25F0DCF62740}">
      <dgm:prSet/>
      <dgm:spPr/>
    </dgm:pt>
    <dgm:pt modelId="{3F0FFD83-E5CF-4BE4-A4A4-81D8F80C46EB}">
      <dgm:prSet/>
      <dgm:spPr/>
      <dgm:t>
        <a:bodyPr/>
        <a:lstStyle/>
        <a:p>
          <a:r>
            <a:rPr lang="en-US" dirty="0"/>
            <a:t>Social exclusion</a:t>
          </a:r>
        </a:p>
      </dgm:t>
    </dgm:pt>
    <dgm:pt modelId="{E4FAB534-63F8-4A1E-9BF7-9D84E73A0D50}" type="parTrans" cxnId="{58728A78-880A-46BC-B6F7-15C216535697}">
      <dgm:prSet/>
      <dgm:spPr/>
      <dgm:t>
        <a:bodyPr/>
        <a:lstStyle/>
        <a:p>
          <a:endParaRPr lang="en-AU"/>
        </a:p>
      </dgm:t>
    </dgm:pt>
    <dgm:pt modelId="{53CA3650-9030-4F64-BA60-8B0BB32F72F5}" type="sibTrans" cxnId="{58728A78-880A-46BC-B6F7-15C216535697}">
      <dgm:prSet/>
      <dgm:spPr/>
    </dgm:pt>
    <dgm:pt modelId="{91DA7D7C-EE4A-4103-95AE-DA4E59C706DB}">
      <dgm:prSet/>
      <dgm:spPr/>
      <dgm:t>
        <a:bodyPr/>
        <a:lstStyle/>
        <a:p>
          <a:r>
            <a:rPr lang="en-US" dirty="0"/>
            <a:t>Work</a:t>
          </a:r>
        </a:p>
      </dgm:t>
    </dgm:pt>
    <dgm:pt modelId="{463DFA2C-9895-4C37-8157-3ADBFEAE4808}" type="parTrans" cxnId="{42C94B36-3014-4BE8-A0B9-7C70BD07961B}">
      <dgm:prSet/>
      <dgm:spPr/>
      <dgm:t>
        <a:bodyPr/>
        <a:lstStyle/>
        <a:p>
          <a:endParaRPr lang="en-AU"/>
        </a:p>
      </dgm:t>
    </dgm:pt>
    <dgm:pt modelId="{6921E50B-A1B2-4E86-9F76-D1EB5FB00121}" type="sibTrans" cxnId="{42C94B36-3014-4BE8-A0B9-7C70BD07961B}">
      <dgm:prSet/>
      <dgm:spPr/>
    </dgm:pt>
    <dgm:pt modelId="{901E95AD-4CE7-4298-B0B2-AC76FBEDDCCA}">
      <dgm:prSet/>
      <dgm:spPr/>
      <dgm:t>
        <a:bodyPr/>
        <a:lstStyle/>
        <a:p>
          <a:r>
            <a:rPr lang="en-US" dirty="0"/>
            <a:t>Stress</a:t>
          </a:r>
        </a:p>
      </dgm:t>
    </dgm:pt>
    <dgm:pt modelId="{50412872-8D08-4413-81D6-6629CB2745A1}" type="parTrans" cxnId="{CC21DE88-FE88-4164-90E5-A352F64140A2}">
      <dgm:prSet/>
      <dgm:spPr/>
      <dgm:t>
        <a:bodyPr/>
        <a:lstStyle/>
        <a:p>
          <a:endParaRPr lang="en-AU"/>
        </a:p>
      </dgm:t>
    </dgm:pt>
    <dgm:pt modelId="{7F8BFA25-218C-43AE-9CE8-3DE0F673A6F0}" type="sibTrans" cxnId="{CC21DE88-FE88-4164-90E5-A352F64140A2}">
      <dgm:prSet/>
      <dgm:spPr/>
    </dgm:pt>
    <dgm:pt modelId="{AB6AC56A-A857-45BC-8AD4-6E9A4C23EE3D}">
      <dgm:prSet/>
      <dgm:spPr/>
      <dgm:t>
        <a:bodyPr/>
        <a:lstStyle/>
        <a:p>
          <a:r>
            <a:rPr lang="en-US" dirty="0"/>
            <a:t>Addiction</a:t>
          </a:r>
        </a:p>
      </dgm:t>
    </dgm:pt>
    <dgm:pt modelId="{AFC64B53-B82B-4E1D-9AB2-00F15DC73129}" type="parTrans" cxnId="{D9331A54-E60D-453B-B572-853B7D42D0C9}">
      <dgm:prSet/>
      <dgm:spPr/>
      <dgm:t>
        <a:bodyPr/>
        <a:lstStyle/>
        <a:p>
          <a:endParaRPr lang="en-AU"/>
        </a:p>
      </dgm:t>
    </dgm:pt>
    <dgm:pt modelId="{0C4A8D5D-7EC6-4FC0-8E3B-25F486AC36E9}" type="sibTrans" cxnId="{D9331A54-E60D-453B-B572-853B7D42D0C9}">
      <dgm:prSet/>
      <dgm:spPr/>
    </dgm:pt>
    <dgm:pt modelId="{EEBA7D4E-124E-4F7A-9FB9-37F7A3F5EC34}">
      <dgm:prSet/>
      <dgm:spPr/>
      <dgm:t>
        <a:bodyPr/>
        <a:lstStyle/>
        <a:p>
          <a:r>
            <a:rPr lang="en-US" dirty="0"/>
            <a:t>Food </a:t>
          </a:r>
        </a:p>
      </dgm:t>
    </dgm:pt>
    <dgm:pt modelId="{74D0C765-E270-4C09-A78C-345723132843}" type="parTrans" cxnId="{1028B5FB-F78D-4744-BE2F-0A733DA24897}">
      <dgm:prSet/>
      <dgm:spPr/>
      <dgm:t>
        <a:bodyPr/>
        <a:lstStyle/>
        <a:p>
          <a:endParaRPr lang="en-AU"/>
        </a:p>
      </dgm:t>
    </dgm:pt>
    <dgm:pt modelId="{BC5B0382-4626-48D7-B464-399EFEB80E56}" type="sibTrans" cxnId="{1028B5FB-F78D-4744-BE2F-0A733DA24897}">
      <dgm:prSet/>
      <dgm:spPr/>
    </dgm:pt>
    <dgm:pt modelId="{9A62865C-D2FA-4D08-BA2C-37CC51A55EA3}">
      <dgm:prSet/>
      <dgm:spPr/>
      <dgm:t>
        <a:bodyPr/>
        <a:lstStyle/>
        <a:p>
          <a:r>
            <a:rPr lang="en-US" dirty="0"/>
            <a:t>Transport</a:t>
          </a:r>
        </a:p>
      </dgm:t>
    </dgm:pt>
    <dgm:pt modelId="{15566DB3-5E8D-4B54-8522-797DEBD05AA9}" type="parTrans" cxnId="{6D9A81DC-EE81-4C6C-9C19-C24DD389A121}">
      <dgm:prSet/>
      <dgm:spPr/>
      <dgm:t>
        <a:bodyPr/>
        <a:lstStyle/>
        <a:p>
          <a:endParaRPr lang="en-AU"/>
        </a:p>
      </dgm:t>
    </dgm:pt>
    <dgm:pt modelId="{162AC5BD-0014-484E-B294-A3CFE1712748}" type="sibTrans" cxnId="{6D9A81DC-EE81-4C6C-9C19-C24DD389A121}">
      <dgm:prSet/>
      <dgm:spPr/>
    </dgm:pt>
    <dgm:pt modelId="{7A4804B0-F714-4FD6-956D-E361AC8C692A}">
      <dgm:prSet/>
      <dgm:spPr/>
      <dgm:t>
        <a:bodyPr/>
        <a:lstStyle/>
        <a:p>
          <a:r>
            <a:rPr lang="en-US" dirty="0"/>
            <a:t>Social support</a:t>
          </a:r>
        </a:p>
      </dgm:t>
    </dgm:pt>
    <dgm:pt modelId="{69E49466-E276-4EA6-A419-B0684447AA45}" type="parTrans" cxnId="{E4D00B56-D9CF-43E6-AE3A-D7F4CB6747BD}">
      <dgm:prSet/>
      <dgm:spPr/>
      <dgm:t>
        <a:bodyPr/>
        <a:lstStyle/>
        <a:p>
          <a:endParaRPr lang="en-AU"/>
        </a:p>
      </dgm:t>
    </dgm:pt>
    <dgm:pt modelId="{E48804FE-71BB-4C39-A547-4DD23616FD78}" type="sibTrans" cxnId="{E4D00B56-D9CF-43E6-AE3A-D7F4CB6747BD}">
      <dgm:prSet/>
      <dgm:spPr/>
    </dgm:pt>
    <dgm:pt modelId="{2206A311-66D1-4034-9B37-6535397CD15D}">
      <dgm:prSet/>
      <dgm:spPr/>
      <dgm:t>
        <a:bodyPr/>
        <a:lstStyle/>
        <a:p>
          <a:r>
            <a:rPr lang="en-US" dirty="0"/>
            <a:t>culture</a:t>
          </a:r>
        </a:p>
      </dgm:t>
    </dgm:pt>
    <dgm:pt modelId="{B6AD21C5-FEFB-4165-87BC-F8A116D4E93F}" type="parTrans" cxnId="{A42435BD-F43C-4AC0-9DE9-1217FED6C6FC}">
      <dgm:prSet/>
      <dgm:spPr/>
      <dgm:t>
        <a:bodyPr/>
        <a:lstStyle/>
        <a:p>
          <a:endParaRPr lang="en-AU"/>
        </a:p>
      </dgm:t>
    </dgm:pt>
    <dgm:pt modelId="{8632FBA9-1FDD-4C3C-9D2C-14EAFF3144BF}" type="sibTrans" cxnId="{A42435BD-F43C-4AC0-9DE9-1217FED6C6FC}">
      <dgm:prSet/>
      <dgm:spPr/>
    </dgm:pt>
    <dgm:pt modelId="{AEF63847-A611-4226-AC63-3B692AF2FA12}">
      <dgm:prSet/>
      <dgm:spPr/>
      <dgm:t>
        <a:bodyPr/>
        <a:lstStyle/>
        <a:p>
          <a:r>
            <a:rPr lang="en-US" dirty="0"/>
            <a:t>Extreme weather</a:t>
          </a:r>
        </a:p>
      </dgm:t>
    </dgm:pt>
    <dgm:pt modelId="{8CC3759E-A51E-438A-A5BA-49BB02A730EF}" type="parTrans" cxnId="{B2C44B49-D406-460C-AA0D-4A0A26918AA0}">
      <dgm:prSet/>
      <dgm:spPr/>
      <dgm:t>
        <a:bodyPr/>
        <a:lstStyle/>
        <a:p>
          <a:endParaRPr lang="en-AU"/>
        </a:p>
      </dgm:t>
    </dgm:pt>
    <dgm:pt modelId="{91F6E9B4-EE71-4BB9-AB00-A9197A9662E7}" type="sibTrans" cxnId="{B2C44B49-D406-460C-AA0D-4A0A26918AA0}">
      <dgm:prSet/>
      <dgm:spPr/>
    </dgm:pt>
    <dgm:pt modelId="{FAA4335C-DAA1-43D8-9283-3E3F1F2F40E9}">
      <dgm:prSet/>
      <dgm:spPr/>
      <dgm:t>
        <a:bodyPr/>
        <a:lstStyle/>
        <a:p>
          <a:r>
            <a:rPr lang="en-US" dirty="0"/>
            <a:t>Bushfires</a:t>
          </a:r>
        </a:p>
      </dgm:t>
    </dgm:pt>
    <dgm:pt modelId="{6707C2FE-3EF1-4475-8BFE-C4513A0FC421}" type="parTrans" cxnId="{71AA1726-F153-4399-9A4F-E41980A83BDB}">
      <dgm:prSet/>
      <dgm:spPr/>
      <dgm:t>
        <a:bodyPr/>
        <a:lstStyle/>
        <a:p>
          <a:endParaRPr lang="en-AU"/>
        </a:p>
      </dgm:t>
    </dgm:pt>
    <dgm:pt modelId="{B1BF1A7F-1214-4F84-8A61-8D06704ABEAF}" type="sibTrans" cxnId="{71AA1726-F153-4399-9A4F-E41980A83BDB}">
      <dgm:prSet/>
      <dgm:spPr/>
    </dgm:pt>
    <dgm:pt modelId="{9A3CF729-F3F3-40CE-8403-273B09A545F5}">
      <dgm:prSet/>
      <dgm:spPr/>
      <dgm:t>
        <a:bodyPr/>
        <a:lstStyle/>
        <a:p>
          <a:r>
            <a:rPr lang="en-US" dirty="0"/>
            <a:t>Storms and flooding</a:t>
          </a:r>
        </a:p>
      </dgm:t>
    </dgm:pt>
    <dgm:pt modelId="{9A182B21-4452-43B3-A4F5-ED822D0F2102}" type="parTrans" cxnId="{79E79097-718C-4ED1-9EA5-734E7200E5D5}">
      <dgm:prSet/>
      <dgm:spPr/>
      <dgm:t>
        <a:bodyPr/>
        <a:lstStyle/>
        <a:p>
          <a:endParaRPr lang="en-AU"/>
        </a:p>
      </dgm:t>
    </dgm:pt>
    <dgm:pt modelId="{2FE55F70-71ED-4D80-8923-2D2D750081E2}" type="sibTrans" cxnId="{79E79097-718C-4ED1-9EA5-734E7200E5D5}">
      <dgm:prSet/>
      <dgm:spPr/>
    </dgm:pt>
    <dgm:pt modelId="{D7914A43-C692-45F6-9D32-12FABA9BDB93}">
      <dgm:prSet/>
      <dgm:spPr/>
      <dgm:t>
        <a:bodyPr/>
        <a:lstStyle/>
        <a:p>
          <a:r>
            <a:rPr lang="en-US" dirty="0"/>
            <a:t>Food and water quality</a:t>
          </a:r>
        </a:p>
      </dgm:t>
    </dgm:pt>
    <dgm:pt modelId="{6F8B21C1-C49B-4134-A06A-F14C99796674}" type="parTrans" cxnId="{C3227A21-9708-40AB-97FB-03A82A429EB1}">
      <dgm:prSet/>
      <dgm:spPr/>
      <dgm:t>
        <a:bodyPr/>
        <a:lstStyle/>
        <a:p>
          <a:endParaRPr lang="en-AU"/>
        </a:p>
      </dgm:t>
    </dgm:pt>
    <dgm:pt modelId="{D38F0B9D-3E5E-4FCD-A3D6-F569DD85080A}" type="sibTrans" cxnId="{C3227A21-9708-40AB-97FB-03A82A429EB1}">
      <dgm:prSet/>
      <dgm:spPr/>
    </dgm:pt>
    <dgm:pt modelId="{CB675E29-C6FB-4EC0-845B-6062C37AD5A3}">
      <dgm:prSet/>
      <dgm:spPr/>
      <dgm:t>
        <a:bodyPr/>
        <a:lstStyle/>
        <a:p>
          <a:r>
            <a:rPr lang="en-US" dirty="0"/>
            <a:t>Vector agents</a:t>
          </a:r>
        </a:p>
      </dgm:t>
    </dgm:pt>
    <dgm:pt modelId="{3663AC69-D24B-4D14-A3E6-0752FAFA9F0D}" type="parTrans" cxnId="{8EA6E753-4D04-4AA4-86CE-1910F11A17D9}">
      <dgm:prSet/>
      <dgm:spPr/>
      <dgm:t>
        <a:bodyPr/>
        <a:lstStyle/>
        <a:p>
          <a:endParaRPr lang="en-AU"/>
        </a:p>
      </dgm:t>
    </dgm:pt>
    <dgm:pt modelId="{2BF0BB21-CECE-4BA2-9646-B4213DD3DF8A}" type="sibTrans" cxnId="{8EA6E753-4D04-4AA4-86CE-1910F11A17D9}">
      <dgm:prSet/>
      <dgm:spPr/>
    </dgm:pt>
    <dgm:pt modelId="{9AB96656-1530-4264-AEB0-2E96545541C9}">
      <dgm:prSet/>
      <dgm:spPr/>
      <dgm:t>
        <a:bodyPr/>
        <a:lstStyle/>
        <a:p>
          <a:r>
            <a:rPr lang="en-US" dirty="0"/>
            <a:t>UV radiation </a:t>
          </a:r>
        </a:p>
      </dgm:t>
    </dgm:pt>
    <dgm:pt modelId="{4DA5D6FC-C056-4D2F-ABD0-10308FD8D38C}" type="parTrans" cxnId="{7943D300-18B9-402F-8064-796C504A6F39}">
      <dgm:prSet/>
      <dgm:spPr/>
      <dgm:t>
        <a:bodyPr/>
        <a:lstStyle/>
        <a:p>
          <a:endParaRPr lang="en-AU"/>
        </a:p>
      </dgm:t>
    </dgm:pt>
    <dgm:pt modelId="{4EF5E800-11F3-442A-8FA6-06EE88492862}" type="sibTrans" cxnId="{7943D300-18B9-402F-8064-796C504A6F39}">
      <dgm:prSet/>
      <dgm:spPr/>
    </dgm:pt>
    <dgm:pt modelId="{6D7976BF-3F3B-4100-9FD0-0B0138D885E9}">
      <dgm:prSet/>
      <dgm:spPr/>
      <dgm:t>
        <a:bodyPr/>
        <a:lstStyle/>
        <a:p>
          <a:r>
            <a:rPr lang="en-US" dirty="0"/>
            <a:t>Air quality</a:t>
          </a:r>
        </a:p>
      </dgm:t>
    </dgm:pt>
    <dgm:pt modelId="{C5AAC156-E815-4C6E-A7C4-A0C027DEC293}" type="parTrans" cxnId="{87895A02-45D7-45B2-A4FD-D3E05C8CBFE3}">
      <dgm:prSet/>
      <dgm:spPr/>
      <dgm:t>
        <a:bodyPr/>
        <a:lstStyle/>
        <a:p>
          <a:endParaRPr lang="en-AU"/>
        </a:p>
      </dgm:t>
    </dgm:pt>
    <dgm:pt modelId="{1FD769AC-38C0-42B9-9739-79A9610EDC6F}" type="sibTrans" cxnId="{87895A02-45D7-45B2-A4FD-D3E05C8CBFE3}">
      <dgm:prSet/>
      <dgm:spPr/>
    </dgm:pt>
    <dgm:pt modelId="{453C45A0-5909-476A-8638-BCB8109CB4D3}">
      <dgm:prSet/>
      <dgm:spPr/>
      <dgm:t>
        <a:bodyPr/>
        <a:lstStyle/>
        <a:p>
          <a:r>
            <a:rPr lang="en-US" dirty="0"/>
            <a:t>The built environment</a:t>
          </a:r>
        </a:p>
      </dgm:t>
    </dgm:pt>
    <dgm:pt modelId="{296F6A97-78DA-4543-964E-4B1FCFB1A3B5}" type="parTrans" cxnId="{2B00F59B-E4F0-480A-8B06-F212DA35BA18}">
      <dgm:prSet/>
      <dgm:spPr/>
      <dgm:t>
        <a:bodyPr/>
        <a:lstStyle/>
        <a:p>
          <a:endParaRPr lang="en-AU"/>
        </a:p>
      </dgm:t>
    </dgm:pt>
    <dgm:pt modelId="{851054F4-B349-4957-944F-5EEF6C22986A}" type="sibTrans" cxnId="{2B00F59B-E4F0-480A-8B06-F212DA35BA18}">
      <dgm:prSet/>
      <dgm:spPr/>
    </dgm:pt>
    <dgm:pt modelId="{D167FD26-8DBC-4243-A384-499528EF46BA}">
      <dgm:prSet/>
      <dgm:spPr/>
      <dgm:t>
        <a:bodyPr/>
        <a:lstStyle/>
        <a:p>
          <a:r>
            <a:rPr lang="en-US" dirty="0"/>
            <a:t>Education</a:t>
          </a:r>
        </a:p>
      </dgm:t>
    </dgm:pt>
    <dgm:pt modelId="{39FC7759-9481-4C5B-BAA4-EB3F8930F12A}" type="parTrans" cxnId="{20C292C4-B772-4E99-8668-B31103CB3E56}">
      <dgm:prSet/>
      <dgm:spPr/>
      <dgm:t>
        <a:bodyPr/>
        <a:lstStyle/>
        <a:p>
          <a:endParaRPr lang="en-AU"/>
        </a:p>
      </dgm:t>
    </dgm:pt>
    <dgm:pt modelId="{D62C3F59-28B7-4F1B-9A31-8F6B4F4B8D9C}" type="sibTrans" cxnId="{20C292C4-B772-4E99-8668-B31103CB3E56}">
      <dgm:prSet/>
      <dgm:spPr/>
    </dgm:pt>
    <dgm:pt modelId="{2D7C915E-F6D8-4F7A-A98F-CC89515ADA8A}">
      <dgm:prSet/>
      <dgm:spPr/>
      <dgm:t>
        <a:bodyPr/>
        <a:lstStyle/>
        <a:p>
          <a:r>
            <a:rPr lang="en-US" dirty="0"/>
            <a:t>Employment</a:t>
          </a:r>
        </a:p>
      </dgm:t>
    </dgm:pt>
    <dgm:pt modelId="{2481F315-ABEB-4AEA-9987-3BE290B88186}" type="parTrans" cxnId="{C4639B8B-CC26-4371-8CD9-0953B95D6500}">
      <dgm:prSet/>
      <dgm:spPr/>
      <dgm:t>
        <a:bodyPr/>
        <a:lstStyle/>
        <a:p>
          <a:endParaRPr lang="en-AU"/>
        </a:p>
      </dgm:t>
    </dgm:pt>
    <dgm:pt modelId="{FC5C25C8-9B3D-4FA9-9F22-E150063EE1E6}" type="sibTrans" cxnId="{C4639B8B-CC26-4371-8CD9-0953B95D6500}">
      <dgm:prSet/>
      <dgm:spPr/>
    </dgm:pt>
    <dgm:pt modelId="{B88EEBF0-1542-4FFE-BC4C-A998E0C5277B}">
      <dgm:prSet/>
      <dgm:spPr/>
      <dgm:t>
        <a:bodyPr/>
        <a:lstStyle/>
        <a:p>
          <a:r>
            <a:rPr lang="en-US" dirty="0"/>
            <a:t>Housing</a:t>
          </a:r>
        </a:p>
      </dgm:t>
    </dgm:pt>
    <dgm:pt modelId="{566F4F24-B63B-4E53-8EB5-024373E55304}" type="parTrans" cxnId="{ECBC1252-3859-4EF7-9A26-76CEEA470697}">
      <dgm:prSet/>
      <dgm:spPr/>
      <dgm:t>
        <a:bodyPr/>
        <a:lstStyle/>
        <a:p>
          <a:endParaRPr lang="en-AU"/>
        </a:p>
      </dgm:t>
    </dgm:pt>
    <dgm:pt modelId="{64A56D55-79C5-4822-88D4-8C2E2CCC7996}" type="sibTrans" cxnId="{ECBC1252-3859-4EF7-9A26-76CEEA470697}">
      <dgm:prSet/>
      <dgm:spPr/>
    </dgm:pt>
    <dgm:pt modelId="{994B9879-AFC4-4C77-BE28-4F98719E7011}">
      <dgm:prSet/>
      <dgm:spPr/>
      <dgm:t>
        <a:bodyPr/>
        <a:lstStyle/>
        <a:p>
          <a:r>
            <a:rPr lang="en-US" dirty="0"/>
            <a:t>Income</a:t>
          </a:r>
        </a:p>
      </dgm:t>
    </dgm:pt>
    <dgm:pt modelId="{DCCA54DE-4B87-41AA-9D75-8A3307918117}" type="parTrans" cxnId="{0C668626-1B81-469F-8923-809BD640EC71}">
      <dgm:prSet/>
      <dgm:spPr/>
      <dgm:t>
        <a:bodyPr/>
        <a:lstStyle/>
        <a:p>
          <a:endParaRPr lang="en-AU"/>
        </a:p>
      </dgm:t>
    </dgm:pt>
    <dgm:pt modelId="{03D4575A-2221-4258-8B7C-F07F755274FA}" type="sibTrans" cxnId="{0C668626-1B81-469F-8923-809BD640EC71}">
      <dgm:prSet/>
      <dgm:spPr/>
    </dgm:pt>
    <dgm:pt modelId="{F361AD8B-64D9-4C5B-A2E7-A058CAC50FF0}">
      <dgm:prSet/>
      <dgm:spPr/>
      <dgm:t>
        <a:bodyPr/>
        <a:lstStyle/>
        <a:p>
          <a:r>
            <a:rPr lang="en-US" dirty="0"/>
            <a:t>Access to services</a:t>
          </a:r>
        </a:p>
      </dgm:t>
    </dgm:pt>
    <dgm:pt modelId="{33341AA8-16D6-4C45-961E-91BB7FF87340}" type="parTrans" cxnId="{46A95DEC-3317-4F96-B369-0A430A99F477}">
      <dgm:prSet/>
      <dgm:spPr/>
      <dgm:t>
        <a:bodyPr/>
        <a:lstStyle/>
        <a:p>
          <a:endParaRPr lang="en-AU"/>
        </a:p>
      </dgm:t>
    </dgm:pt>
    <dgm:pt modelId="{ADD8A9DB-E53B-4349-B410-45BC97B1C46B}" type="sibTrans" cxnId="{46A95DEC-3317-4F96-B369-0A430A99F477}">
      <dgm:prSet/>
      <dgm:spPr/>
    </dgm:pt>
    <dgm:pt modelId="{C5A12268-AFC6-4E69-8EA8-1ED14E46957D}">
      <dgm:prSet/>
      <dgm:spPr/>
      <dgm:t>
        <a:bodyPr/>
        <a:lstStyle/>
        <a:p>
          <a:r>
            <a:rPr lang="en-US" dirty="0"/>
            <a:t>Neighborhood</a:t>
          </a:r>
        </a:p>
      </dgm:t>
    </dgm:pt>
    <dgm:pt modelId="{48785F18-2C08-4415-B52D-F4CD916D3BD9}" type="parTrans" cxnId="{C8C0B8B2-F828-4F81-B260-31CEAC082597}">
      <dgm:prSet/>
      <dgm:spPr/>
      <dgm:t>
        <a:bodyPr/>
        <a:lstStyle/>
        <a:p>
          <a:endParaRPr lang="en-AU"/>
        </a:p>
      </dgm:t>
    </dgm:pt>
    <dgm:pt modelId="{CB81C564-ADC5-438F-9139-010B2DD91EB6}" type="sibTrans" cxnId="{C8C0B8B2-F828-4F81-B260-31CEAC082597}">
      <dgm:prSet/>
      <dgm:spPr/>
    </dgm:pt>
    <dgm:pt modelId="{250DA6C1-42B5-47E8-925D-82EC71B35EF5}">
      <dgm:prSet/>
      <dgm:spPr/>
      <dgm:t>
        <a:bodyPr/>
        <a:lstStyle/>
        <a:p>
          <a:r>
            <a:rPr lang="en-US" dirty="0"/>
            <a:t>Family</a:t>
          </a:r>
        </a:p>
      </dgm:t>
    </dgm:pt>
    <dgm:pt modelId="{6B23E5BE-250D-4D3D-892B-6E42D5B73F9E}" type="parTrans" cxnId="{086C84AC-5331-48B1-9187-BC830E588C4A}">
      <dgm:prSet/>
      <dgm:spPr/>
      <dgm:t>
        <a:bodyPr/>
        <a:lstStyle/>
        <a:p>
          <a:endParaRPr lang="en-AU"/>
        </a:p>
      </dgm:t>
    </dgm:pt>
    <dgm:pt modelId="{830E3907-CE19-444D-84F1-37943EE7F317}" type="sibTrans" cxnId="{086C84AC-5331-48B1-9187-BC830E588C4A}">
      <dgm:prSet/>
      <dgm:spPr/>
    </dgm:pt>
    <dgm:pt modelId="{6E708ED2-264F-4083-ADE2-67670414F52D}">
      <dgm:prSet/>
      <dgm:spPr/>
      <dgm:t>
        <a:bodyPr/>
        <a:lstStyle/>
        <a:p>
          <a:r>
            <a:rPr lang="en-US" dirty="0"/>
            <a:t>Migration status </a:t>
          </a:r>
        </a:p>
      </dgm:t>
    </dgm:pt>
    <dgm:pt modelId="{84328737-D613-4C47-8427-0ED446297815}" type="parTrans" cxnId="{6A85CA9A-9B4F-44D9-B313-B3AB80760A95}">
      <dgm:prSet/>
      <dgm:spPr/>
      <dgm:t>
        <a:bodyPr/>
        <a:lstStyle/>
        <a:p>
          <a:endParaRPr lang="en-AU"/>
        </a:p>
      </dgm:t>
    </dgm:pt>
    <dgm:pt modelId="{73BBDE19-B641-423C-AC55-551D950AC25A}" type="sibTrans" cxnId="{6A85CA9A-9B4F-44D9-B313-B3AB80760A95}">
      <dgm:prSet/>
      <dgm:spPr/>
    </dgm:pt>
    <dgm:pt modelId="{F65A7324-F0D8-4464-A036-34EA88D2C811}">
      <dgm:prSet/>
      <dgm:spPr/>
      <dgm:t>
        <a:bodyPr/>
        <a:lstStyle/>
        <a:p>
          <a:r>
            <a:rPr lang="en-US" dirty="0"/>
            <a:t>Food security</a:t>
          </a:r>
        </a:p>
      </dgm:t>
    </dgm:pt>
    <dgm:pt modelId="{BDCEE6A6-3711-470C-82C0-10904A16C90C}" type="parTrans" cxnId="{6BC6294E-55A8-4D12-807B-D9F00A81693D}">
      <dgm:prSet/>
      <dgm:spPr/>
      <dgm:t>
        <a:bodyPr/>
        <a:lstStyle/>
        <a:p>
          <a:endParaRPr lang="en-AU"/>
        </a:p>
      </dgm:t>
    </dgm:pt>
    <dgm:pt modelId="{ECDF5314-AB8E-4DF1-89AA-311CBA0C4679}" type="sibTrans" cxnId="{6BC6294E-55A8-4D12-807B-D9F00A81693D}">
      <dgm:prSet/>
      <dgm:spPr/>
    </dgm:pt>
    <dgm:pt modelId="{FE586AA5-F117-4A35-858F-3A6156287A51}">
      <dgm:prSet/>
      <dgm:spPr/>
      <dgm:t>
        <a:bodyPr/>
        <a:lstStyle/>
        <a:p>
          <a:r>
            <a:rPr lang="en-US" dirty="0"/>
            <a:t>Body weight</a:t>
          </a:r>
        </a:p>
      </dgm:t>
    </dgm:pt>
    <dgm:pt modelId="{B3C7B259-237E-41AD-B278-959DF5E02B46}" type="parTrans" cxnId="{60EEA966-2D68-45D9-B809-91C7F9FB8243}">
      <dgm:prSet/>
      <dgm:spPr/>
      <dgm:t>
        <a:bodyPr/>
        <a:lstStyle/>
        <a:p>
          <a:endParaRPr lang="en-AU"/>
        </a:p>
      </dgm:t>
    </dgm:pt>
    <dgm:pt modelId="{CBFF7307-BDEA-4DE3-A9AB-22618346AFDA}" type="sibTrans" cxnId="{60EEA966-2D68-45D9-B809-91C7F9FB8243}">
      <dgm:prSet/>
      <dgm:spPr/>
    </dgm:pt>
    <dgm:pt modelId="{452CFB3E-A534-47F9-9C69-A3DB38EB6F20}">
      <dgm:prSet/>
      <dgm:spPr/>
      <dgm:t>
        <a:bodyPr/>
        <a:lstStyle/>
        <a:p>
          <a:r>
            <a:rPr lang="en-US" dirty="0"/>
            <a:t>Birth weight </a:t>
          </a:r>
        </a:p>
      </dgm:t>
    </dgm:pt>
    <dgm:pt modelId="{820DE61B-C83C-4C36-95BB-4C396E708722}" type="parTrans" cxnId="{B9768393-DB59-4DBA-BE61-E7E9C4C63B3E}">
      <dgm:prSet/>
      <dgm:spPr/>
      <dgm:t>
        <a:bodyPr/>
        <a:lstStyle/>
        <a:p>
          <a:endParaRPr lang="en-AU"/>
        </a:p>
      </dgm:t>
    </dgm:pt>
    <dgm:pt modelId="{271A5686-FE4B-4803-AA16-80C713B7AA27}" type="sibTrans" cxnId="{B9768393-DB59-4DBA-BE61-E7E9C4C63B3E}">
      <dgm:prSet/>
      <dgm:spPr/>
    </dgm:pt>
    <dgm:pt modelId="{8938FEC1-00BE-4E34-94D0-91EB2423E809}" type="pres">
      <dgm:prSet presAssocID="{44F6DC04-727F-4BB4-8F50-92029A229B21}" presName="Name0" presStyleCnt="0">
        <dgm:presLayoutVars>
          <dgm:dir/>
          <dgm:animLvl val="lvl"/>
          <dgm:resizeHandles val="exact"/>
        </dgm:presLayoutVars>
      </dgm:prSet>
      <dgm:spPr/>
    </dgm:pt>
    <dgm:pt modelId="{0DEC8E1D-C7BA-46AE-B036-BD935FC8B7AF}" type="pres">
      <dgm:prSet presAssocID="{8A2AE2CA-EED1-42A5-90BA-92D5AFFEC93F}" presName="composite" presStyleCnt="0"/>
      <dgm:spPr/>
    </dgm:pt>
    <dgm:pt modelId="{514F8228-B9B2-4376-8659-15AF65C36532}" type="pres">
      <dgm:prSet presAssocID="{8A2AE2CA-EED1-42A5-90BA-92D5AFFEC93F}" presName="parTx" presStyleLbl="alignNode1" presStyleIdx="0" presStyleCnt="4">
        <dgm:presLayoutVars>
          <dgm:chMax val="0"/>
          <dgm:chPref val="0"/>
          <dgm:bulletEnabled val="1"/>
        </dgm:presLayoutVars>
      </dgm:prSet>
      <dgm:spPr/>
    </dgm:pt>
    <dgm:pt modelId="{F4E5FF23-A9DF-4CE5-83AC-24A05F2A308D}" type="pres">
      <dgm:prSet presAssocID="{8A2AE2CA-EED1-42A5-90BA-92D5AFFEC93F}" presName="desTx" presStyleLbl="alignAccFollowNode1" presStyleIdx="0" presStyleCnt="4">
        <dgm:presLayoutVars>
          <dgm:bulletEnabled val="1"/>
        </dgm:presLayoutVars>
      </dgm:prSet>
      <dgm:spPr/>
    </dgm:pt>
    <dgm:pt modelId="{E8641A23-5CF3-4C79-A946-9784EB5AB8C8}" type="pres">
      <dgm:prSet presAssocID="{3586F189-A0B0-4934-B83E-F65B1DD68B83}" presName="space" presStyleCnt="0"/>
      <dgm:spPr/>
    </dgm:pt>
    <dgm:pt modelId="{AB183EC5-8A91-47C3-8B11-8FAEE21384A1}" type="pres">
      <dgm:prSet presAssocID="{B7901B3B-6607-4E01-A8C1-0965CF98584C}" presName="composite" presStyleCnt="0"/>
      <dgm:spPr/>
    </dgm:pt>
    <dgm:pt modelId="{CF41773A-AEFB-4A91-927E-2A3481BA4356}" type="pres">
      <dgm:prSet presAssocID="{B7901B3B-6607-4E01-A8C1-0965CF98584C}" presName="parTx" presStyleLbl="alignNode1" presStyleIdx="1" presStyleCnt="4">
        <dgm:presLayoutVars>
          <dgm:chMax val="0"/>
          <dgm:chPref val="0"/>
          <dgm:bulletEnabled val="1"/>
        </dgm:presLayoutVars>
      </dgm:prSet>
      <dgm:spPr/>
    </dgm:pt>
    <dgm:pt modelId="{AFB97635-62C0-4E9D-9BC8-1909E7A8EC7B}" type="pres">
      <dgm:prSet presAssocID="{B7901B3B-6607-4E01-A8C1-0965CF98584C}" presName="desTx" presStyleLbl="alignAccFollowNode1" presStyleIdx="1" presStyleCnt="4">
        <dgm:presLayoutVars>
          <dgm:bulletEnabled val="1"/>
        </dgm:presLayoutVars>
      </dgm:prSet>
      <dgm:spPr/>
    </dgm:pt>
    <dgm:pt modelId="{BD9AFB62-D5DC-4E88-96BA-81EA15DA6D0D}" type="pres">
      <dgm:prSet presAssocID="{074B29E5-221F-4595-B556-4BAEEA727828}" presName="space" presStyleCnt="0"/>
      <dgm:spPr/>
    </dgm:pt>
    <dgm:pt modelId="{CA101BED-F88D-4F97-A302-A650D92C2E15}" type="pres">
      <dgm:prSet presAssocID="{CBA3F470-2720-45FD-AB54-9423BAFFA7C8}" presName="composite" presStyleCnt="0"/>
      <dgm:spPr/>
    </dgm:pt>
    <dgm:pt modelId="{9378D190-F7F1-4E21-88B2-800030B467C0}" type="pres">
      <dgm:prSet presAssocID="{CBA3F470-2720-45FD-AB54-9423BAFFA7C8}" presName="parTx" presStyleLbl="alignNode1" presStyleIdx="2" presStyleCnt="4">
        <dgm:presLayoutVars>
          <dgm:chMax val="0"/>
          <dgm:chPref val="0"/>
          <dgm:bulletEnabled val="1"/>
        </dgm:presLayoutVars>
      </dgm:prSet>
      <dgm:spPr/>
    </dgm:pt>
    <dgm:pt modelId="{AFBB2B0C-9D42-4E76-BE11-7A929E473C9B}" type="pres">
      <dgm:prSet presAssocID="{CBA3F470-2720-45FD-AB54-9423BAFFA7C8}" presName="desTx" presStyleLbl="alignAccFollowNode1" presStyleIdx="2" presStyleCnt="4">
        <dgm:presLayoutVars>
          <dgm:bulletEnabled val="1"/>
        </dgm:presLayoutVars>
      </dgm:prSet>
      <dgm:spPr/>
    </dgm:pt>
    <dgm:pt modelId="{8C09ABED-5982-453B-93AA-72763FB7CCD3}" type="pres">
      <dgm:prSet presAssocID="{99ADBCD2-36B0-43AE-AF25-33A0715EC4BB}" presName="space" presStyleCnt="0"/>
      <dgm:spPr/>
    </dgm:pt>
    <dgm:pt modelId="{A388A4C6-9DC1-418C-8279-80B468B04A81}" type="pres">
      <dgm:prSet presAssocID="{FF95788A-7922-4CBF-A190-B4DECC23C50C}" presName="composite" presStyleCnt="0"/>
      <dgm:spPr/>
    </dgm:pt>
    <dgm:pt modelId="{15F59DF2-E9D1-4E76-8878-CF34A081883B}" type="pres">
      <dgm:prSet presAssocID="{FF95788A-7922-4CBF-A190-B4DECC23C50C}" presName="parTx" presStyleLbl="alignNode1" presStyleIdx="3" presStyleCnt="4">
        <dgm:presLayoutVars>
          <dgm:chMax val="0"/>
          <dgm:chPref val="0"/>
          <dgm:bulletEnabled val="1"/>
        </dgm:presLayoutVars>
      </dgm:prSet>
      <dgm:spPr/>
    </dgm:pt>
    <dgm:pt modelId="{85697587-BAB2-4ABD-A490-90AF878E5C94}" type="pres">
      <dgm:prSet presAssocID="{FF95788A-7922-4CBF-A190-B4DECC23C50C}" presName="desTx" presStyleLbl="alignAccFollowNode1" presStyleIdx="3" presStyleCnt="4">
        <dgm:presLayoutVars>
          <dgm:bulletEnabled val="1"/>
        </dgm:presLayoutVars>
      </dgm:prSet>
      <dgm:spPr/>
    </dgm:pt>
  </dgm:ptLst>
  <dgm:cxnLst>
    <dgm:cxn modelId="{7943D300-18B9-402F-8064-796C504A6F39}" srcId="{B7901B3B-6607-4E01-A8C1-0965CF98584C}" destId="{9AB96656-1530-4264-AEB0-2E96545541C9}" srcOrd="5" destOrd="0" parTransId="{4DA5D6FC-C056-4D2F-ABD0-10308FD8D38C}" sibTransId="{4EF5E800-11F3-442A-8FA6-06EE88492862}"/>
    <dgm:cxn modelId="{87895A02-45D7-45B2-A4FD-D3E05C8CBFE3}" srcId="{B7901B3B-6607-4E01-A8C1-0965CF98584C}" destId="{6D7976BF-3F3B-4100-9FD0-0B0138D885E9}" srcOrd="6" destOrd="0" parTransId="{C5AAC156-E815-4C6E-A7C4-A0C027DEC293}" sibTransId="{1FD769AC-38C0-42B9-9739-79A9610EDC6F}"/>
    <dgm:cxn modelId="{C177740A-1A8D-4D86-B5A0-40B194B89E34}" type="presOf" srcId="{AB6AC56A-A857-45BC-8AD4-6E9A4C23EE3D}" destId="{F4E5FF23-A9DF-4CE5-83AC-24A05F2A308D}" srcOrd="0" destOrd="6" presId="urn:microsoft.com/office/officeart/2005/8/layout/hList1"/>
    <dgm:cxn modelId="{76EC910B-11AD-4EDF-B49B-B38D27D1A585}" type="presOf" srcId="{CB675E29-C6FB-4EC0-845B-6062C37AD5A3}" destId="{AFB97635-62C0-4E9D-9BC8-1909E7A8EC7B}" srcOrd="0" destOrd="4" presId="urn:microsoft.com/office/officeart/2005/8/layout/hList1"/>
    <dgm:cxn modelId="{5163590E-E3FD-4DFC-83E6-985D8E01E5DA}" srcId="{8A2AE2CA-EED1-42A5-90BA-92D5AFFEC93F}" destId="{3A09FEFE-C620-4C1E-8B24-9738E93650CB}" srcOrd="1" destOrd="0" parTransId="{30EBCFD2-10CD-4F63-BA34-3F71ADB701CD}" sibTransId="{79246483-0FB9-4CD8-8CF7-2C7E1BE6ACDA}"/>
    <dgm:cxn modelId="{C7A79D0F-3F6B-4FB4-B639-CD0B3B7DF06E}" type="presOf" srcId="{2E16394C-38B9-4D7F-A456-4E091D73621F}" destId="{F4E5FF23-A9DF-4CE5-83AC-24A05F2A308D}" srcOrd="0" destOrd="2" presId="urn:microsoft.com/office/officeart/2005/8/layout/hList1"/>
    <dgm:cxn modelId="{E56D8A12-0E50-40A4-9A40-6DDBBDFB9459}" srcId="{44F6DC04-727F-4BB4-8F50-92029A229B21}" destId="{8A2AE2CA-EED1-42A5-90BA-92D5AFFEC93F}" srcOrd="0" destOrd="0" parTransId="{C6F51560-5BE6-4CC6-8829-4EDDCABE20B4}" sibTransId="{3586F189-A0B0-4934-B83E-F65B1DD68B83}"/>
    <dgm:cxn modelId="{C3227A21-9708-40AB-97FB-03A82A429EB1}" srcId="{B7901B3B-6607-4E01-A8C1-0965CF98584C}" destId="{D7914A43-C692-45F6-9D32-12FABA9BDB93}" srcOrd="3" destOrd="0" parTransId="{6F8B21C1-C49B-4134-A06A-F14C99796674}" sibTransId="{D38F0B9D-3E5E-4FCD-A3D6-F569DD85080A}"/>
    <dgm:cxn modelId="{85ECC822-EFDB-41E9-9A32-AC013ECD53E9}" type="presOf" srcId="{9A3CF729-F3F3-40CE-8403-273B09A545F5}" destId="{AFB97635-62C0-4E9D-9BC8-1909E7A8EC7B}" srcOrd="0" destOrd="2" presId="urn:microsoft.com/office/officeart/2005/8/layout/hList1"/>
    <dgm:cxn modelId="{71AA1726-F153-4399-9A4F-E41980A83BDB}" srcId="{B7901B3B-6607-4E01-A8C1-0965CF98584C}" destId="{FAA4335C-DAA1-43D8-9283-3E3F1F2F40E9}" srcOrd="1" destOrd="0" parTransId="{6707C2FE-3EF1-4475-8BFE-C4513A0FC421}" sibTransId="{B1BF1A7F-1214-4F84-8A61-8D06704ABEAF}"/>
    <dgm:cxn modelId="{78285926-5C73-4AB3-98FF-FAAC310470E8}" srcId="{44F6DC04-727F-4BB4-8F50-92029A229B21}" destId="{FF95788A-7922-4CBF-A190-B4DECC23C50C}" srcOrd="3" destOrd="0" parTransId="{E46E480A-7B1D-43FA-91F7-32291D57DEEF}" sibTransId="{86B7452C-EFF6-4DD7-AD57-40578254C5DE}"/>
    <dgm:cxn modelId="{0C668626-1B81-469F-8923-809BD640EC71}" srcId="{CBA3F470-2720-45FD-AB54-9423BAFFA7C8}" destId="{994B9879-AFC4-4C77-BE28-4F98719E7011}" srcOrd="3" destOrd="0" parTransId="{DCCA54DE-4B87-41AA-9D75-8A3307918117}" sibTransId="{03D4575A-2221-4258-8B7C-F07F755274FA}"/>
    <dgm:cxn modelId="{C3531F27-9A9C-4FB9-84D0-00EB829F126C}" type="presOf" srcId="{FAA4335C-DAA1-43D8-9283-3E3F1F2F40E9}" destId="{AFB97635-62C0-4E9D-9BC8-1909E7A8EC7B}" srcOrd="0" destOrd="1" presId="urn:microsoft.com/office/officeart/2005/8/layout/hList1"/>
    <dgm:cxn modelId="{A323A235-F08C-4277-A09E-F70E224C3129}" type="presOf" srcId="{FE586AA5-F117-4A35-858F-3A6156287A51}" destId="{85697587-BAB2-4ABD-A490-90AF878E5C94}" srcOrd="0" destOrd="0" presId="urn:microsoft.com/office/officeart/2005/8/layout/hList1"/>
    <dgm:cxn modelId="{42C94B36-3014-4BE8-A0B9-7C70BD07961B}" srcId="{8A2AE2CA-EED1-42A5-90BA-92D5AFFEC93F}" destId="{91DA7D7C-EE4A-4103-95AE-DA4E59C706DB}" srcOrd="4" destOrd="0" parTransId="{463DFA2C-9895-4C37-8157-3ADBFEAE4808}" sibTransId="{6921E50B-A1B2-4E86-9F76-D1EB5FB00121}"/>
    <dgm:cxn modelId="{85589736-5C3B-495F-B0BD-0877DE51CB77}" type="presOf" srcId="{D167FD26-8DBC-4243-A384-499528EF46BA}" destId="{AFBB2B0C-9D42-4E76-BE11-7A929E473C9B}" srcOrd="0" destOrd="0" presId="urn:microsoft.com/office/officeart/2005/8/layout/hList1"/>
    <dgm:cxn modelId="{AA51013E-C798-4D15-BE69-1A738825C079}" type="presOf" srcId="{44F6DC04-727F-4BB4-8F50-92029A229B21}" destId="{8938FEC1-00BE-4E34-94D0-91EB2423E809}" srcOrd="0" destOrd="0" presId="urn:microsoft.com/office/officeart/2005/8/layout/hList1"/>
    <dgm:cxn modelId="{A3F46C5D-373A-4E22-A24A-691DB997E7B3}" type="presOf" srcId="{3A09FEFE-C620-4C1E-8B24-9738E93650CB}" destId="{F4E5FF23-A9DF-4CE5-83AC-24A05F2A308D}" srcOrd="0" destOrd="1" presId="urn:microsoft.com/office/officeart/2005/8/layout/hList1"/>
    <dgm:cxn modelId="{47E79962-0DF7-41C8-B8FD-4E50F67B9406}" srcId="{44F6DC04-727F-4BB4-8F50-92029A229B21}" destId="{CBA3F470-2720-45FD-AB54-9423BAFFA7C8}" srcOrd="2" destOrd="0" parTransId="{0B7E25D3-BB62-4780-A061-F1911BAC8E6C}" sibTransId="{99ADBCD2-36B0-43AE-AF25-33A0715EC4BB}"/>
    <dgm:cxn modelId="{C38F0C46-9326-4D1E-A4A7-5C2665BFBDBD}" type="presOf" srcId="{AEF63847-A611-4226-AC63-3B692AF2FA12}" destId="{AFB97635-62C0-4E9D-9BC8-1909E7A8EC7B}" srcOrd="0" destOrd="0" presId="urn:microsoft.com/office/officeart/2005/8/layout/hList1"/>
    <dgm:cxn modelId="{60EEA966-2D68-45D9-B809-91C7F9FB8243}" srcId="{FF95788A-7922-4CBF-A190-B4DECC23C50C}" destId="{FE586AA5-F117-4A35-858F-3A6156287A51}" srcOrd="0" destOrd="0" parTransId="{B3C7B259-237E-41AD-B278-959DF5E02B46}" sibTransId="{CBFF7307-BDEA-4DE3-A9AB-22618346AFDA}"/>
    <dgm:cxn modelId="{B2C44B49-D406-460C-AA0D-4A0A26918AA0}" srcId="{B7901B3B-6607-4E01-A8C1-0965CF98584C}" destId="{AEF63847-A611-4226-AC63-3B692AF2FA12}" srcOrd="0" destOrd="0" parTransId="{8CC3759E-A51E-438A-A5BA-49BB02A730EF}" sibTransId="{91F6E9B4-EE71-4BB9-AB00-A9197A9662E7}"/>
    <dgm:cxn modelId="{4FFA6D6C-C4ED-4AB0-8D8F-4B40A85AF429}" type="presOf" srcId="{CBA3F470-2720-45FD-AB54-9423BAFFA7C8}" destId="{9378D190-F7F1-4E21-88B2-800030B467C0}" srcOrd="0" destOrd="0" presId="urn:microsoft.com/office/officeart/2005/8/layout/hList1"/>
    <dgm:cxn modelId="{6BC6294E-55A8-4D12-807B-D9F00A81693D}" srcId="{CBA3F470-2720-45FD-AB54-9423BAFFA7C8}" destId="{F65A7324-F0D8-4464-A036-34EA88D2C811}" srcOrd="8" destOrd="0" parTransId="{BDCEE6A6-3711-470C-82C0-10904A16C90C}" sibTransId="{ECDF5314-AB8E-4DF1-89AA-311CBA0C4679}"/>
    <dgm:cxn modelId="{1B33434E-D973-430B-9106-99F3AFE187CD}" type="presOf" srcId="{6D7976BF-3F3B-4100-9FD0-0B0138D885E9}" destId="{AFB97635-62C0-4E9D-9BC8-1909E7A8EC7B}" srcOrd="0" destOrd="6" presId="urn:microsoft.com/office/officeart/2005/8/layout/hList1"/>
    <dgm:cxn modelId="{ECBC1252-3859-4EF7-9A26-76CEEA470697}" srcId="{CBA3F470-2720-45FD-AB54-9423BAFFA7C8}" destId="{B88EEBF0-1542-4FFE-BC4C-A998E0C5277B}" srcOrd="2" destOrd="0" parTransId="{566F4F24-B63B-4E53-8EB5-024373E55304}" sibTransId="{64A56D55-79C5-4822-88D4-8C2E2CCC7996}"/>
    <dgm:cxn modelId="{8EA6E753-4D04-4AA4-86CE-1910F11A17D9}" srcId="{B7901B3B-6607-4E01-A8C1-0965CF98584C}" destId="{CB675E29-C6FB-4EC0-845B-6062C37AD5A3}" srcOrd="4" destOrd="0" parTransId="{3663AC69-D24B-4D14-A3E6-0752FAFA9F0D}" sibTransId="{2BF0BB21-CECE-4BA2-9646-B4213DD3DF8A}"/>
    <dgm:cxn modelId="{F5CBF373-E660-4950-996F-6225B6F90AA5}" type="presOf" srcId="{0E2CF87D-8F4B-465B-8E42-88B1725597E2}" destId="{F4E5FF23-A9DF-4CE5-83AC-24A05F2A308D}" srcOrd="0" destOrd="0" presId="urn:microsoft.com/office/officeart/2005/8/layout/hList1"/>
    <dgm:cxn modelId="{D9331A54-E60D-453B-B572-853B7D42D0C9}" srcId="{8A2AE2CA-EED1-42A5-90BA-92D5AFFEC93F}" destId="{AB6AC56A-A857-45BC-8AD4-6E9A4C23EE3D}" srcOrd="6" destOrd="0" parTransId="{AFC64B53-B82B-4E1D-9AB2-00F15DC73129}" sibTransId="{0C4A8D5D-7EC6-4FC0-8E3B-25F486AC36E9}"/>
    <dgm:cxn modelId="{E4D00B56-D9CF-43E6-AE3A-D7F4CB6747BD}" srcId="{8A2AE2CA-EED1-42A5-90BA-92D5AFFEC93F}" destId="{7A4804B0-F714-4FD6-956D-E361AC8C692A}" srcOrd="9" destOrd="0" parTransId="{69E49466-E276-4EA6-A419-B0684447AA45}" sibTransId="{E48804FE-71BB-4C39-A547-4DD23616FD78}"/>
    <dgm:cxn modelId="{4F774B57-5E78-44B3-AEFF-EA02E9CE8CEB}" type="presOf" srcId="{2D7C915E-F6D8-4F7A-A98F-CC89515ADA8A}" destId="{AFBB2B0C-9D42-4E76-BE11-7A929E473C9B}" srcOrd="0" destOrd="1" presId="urn:microsoft.com/office/officeart/2005/8/layout/hList1"/>
    <dgm:cxn modelId="{F2F21F58-2E79-4C91-8BB3-DB456586C8DC}" type="presOf" srcId="{F361AD8B-64D9-4C5B-A2E7-A058CAC50FF0}" destId="{AFBB2B0C-9D42-4E76-BE11-7A929E473C9B}" srcOrd="0" destOrd="4" presId="urn:microsoft.com/office/officeart/2005/8/layout/hList1"/>
    <dgm:cxn modelId="{58728A78-880A-46BC-B6F7-15C216535697}" srcId="{8A2AE2CA-EED1-42A5-90BA-92D5AFFEC93F}" destId="{3F0FFD83-E5CF-4BE4-A4A4-81D8F80C46EB}" srcOrd="3" destOrd="0" parTransId="{E4FAB534-63F8-4A1E-9BF7-9D84E73A0D50}" sibTransId="{53CA3650-9030-4F64-BA60-8B0BB32F72F5}"/>
    <dgm:cxn modelId="{DE1C8A59-9431-4623-8831-04AE3A2DAE29}" srcId="{44F6DC04-727F-4BB4-8F50-92029A229B21}" destId="{B7901B3B-6607-4E01-A8C1-0965CF98584C}" srcOrd="1" destOrd="0" parTransId="{83D94FE3-8BFF-4DDA-8287-5E5DFE997ADA}" sibTransId="{074B29E5-221F-4595-B556-4BAEEA727828}"/>
    <dgm:cxn modelId="{FB79465A-54C6-4EA5-8B68-EA02D58EE1DA}" type="presOf" srcId="{2206A311-66D1-4034-9B37-6535397CD15D}" destId="{F4E5FF23-A9DF-4CE5-83AC-24A05F2A308D}" srcOrd="0" destOrd="10" presId="urn:microsoft.com/office/officeart/2005/8/layout/hList1"/>
    <dgm:cxn modelId="{D65BA17E-C485-4478-89E1-E39D0B973572}" type="presOf" srcId="{FF95788A-7922-4CBF-A190-B4DECC23C50C}" destId="{15F59DF2-E9D1-4E76-8878-CF34A081883B}" srcOrd="0" destOrd="0" presId="urn:microsoft.com/office/officeart/2005/8/layout/hList1"/>
    <dgm:cxn modelId="{CC21DE88-FE88-4164-90E5-A352F64140A2}" srcId="{8A2AE2CA-EED1-42A5-90BA-92D5AFFEC93F}" destId="{901E95AD-4CE7-4298-B0B2-AC76FBEDDCCA}" srcOrd="5" destOrd="0" parTransId="{50412872-8D08-4413-81D6-6629CB2745A1}" sibTransId="{7F8BFA25-218C-43AE-9CE8-3DE0F673A6F0}"/>
    <dgm:cxn modelId="{48B37D89-96B3-4132-A3F4-961A29EDA9C1}" type="presOf" srcId="{453C45A0-5909-476A-8638-BCB8109CB4D3}" destId="{AFB97635-62C0-4E9D-9BC8-1909E7A8EC7B}" srcOrd="0" destOrd="7" presId="urn:microsoft.com/office/officeart/2005/8/layout/hList1"/>
    <dgm:cxn modelId="{A9F99F89-4243-4A5F-A5ED-F7BF6D726A6D}" type="presOf" srcId="{D7914A43-C692-45F6-9D32-12FABA9BDB93}" destId="{AFB97635-62C0-4E9D-9BC8-1909E7A8EC7B}" srcOrd="0" destOrd="3" presId="urn:microsoft.com/office/officeart/2005/8/layout/hList1"/>
    <dgm:cxn modelId="{C4639B8B-CC26-4371-8CD9-0953B95D6500}" srcId="{CBA3F470-2720-45FD-AB54-9423BAFFA7C8}" destId="{2D7C915E-F6D8-4F7A-A98F-CC89515ADA8A}" srcOrd="1" destOrd="0" parTransId="{2481F315-ABEB-4AEA-9987-3BE290B88186}" sibTransId="{FC5C25C8-9B3D-4FA9-9F22-E150063EE1E6}"/>
    <dgm:cxn modelId="{2FE0FC8D-C0D5-4E7E-B8DC-5F57C8EC0467}" type="presOf" srcId="{901E95AD-4CE7-4298-B0B2-AC76FBEDDCCA}" destId="{F4E5FF23-A9DF-4CE5-83AC-24A05F2A308D}" srcOrd="0" destOrd="5" presId="urn:microsoft.com/office/officeart/2005/8/layout/hList1"/>
    <dgm:cxn modelId="{B9768393-DB59-4DBA-BE61-E7E9C4C63B3E}" srcId="{FF95788A-7922-4CBF-A190-B4DECC23C50C}" destId="{452CFB3E-A534-47F9-9C69-A3DB38EB6F20}" srcOrd="1" destOrd="0" parTransId="{820DE61B-C83C-4C36-95BB-4C396E708722}" sibTransId="{271A5686-FE4B-4803-AA16-80C713B7AA27}"/>
    <dgm:cxn modelId="{74F89394-DCB6-45F2-91A2-DAFEF99D72CE}" type="presOf" srcId="{250DA6C1-42B5-47E8-925D-82EC71B35EF5}" destId="{AFBB2B0C-9D42-4E76-BE11-7A929E473C9B}" srcOrd="0" destOrd="6" presId="urn:microsoft.com/office/officeart/2005/8/layout/hList1"/>
    <dgm:cxn modelId="{79E79097-718C-4ED1-9EA5-734E7200E5D5}" srcId="{B7901B3B-6607-4E01-A8C1-0965CF98584C}" destId="{9A3CF729-F3F3-40CE-8403-273B09A545F5}" srcOrd="2" destOrd="0" parTransId="{9A182B21-4452-43B3-A4F5-ED822D0F2102}" sibTransId="{2FE55F70-71ED-4D80-8923-2D2D750081E2}"/>
    <dgm:cxn modelId="{6A85CA9A-9B4F-44D9-B313-B3AB80760A95}" srcId="{CBA3F470-2720-45FD-AB54-9423BAFFA7C8}" destId="{6E708ED2-264F-4083-ADE2-67670414F52D}" srcOrd="7" destOrd="0" parTransId="{84328737-D613-4C47-8427-0ED446297815}" sibTransId="{73BBDE19-B641-423C-AC55-551D950AC25A}"/>
    <dgm:cxn modelId="{2B00F59B-E4F0-480A-8B06-F212DA35BA18}" srcId="{B7901B3B-6607-4E01-A8C1-0965CF98584C}" destId="{453C45A0-5909-476A-8638-BCB8109CB4D3}" srcOrd="7" destOrd="0" parTransId="{296F6A97-78DA-4543-964E-4B1FCFB1A3B5}" sibTransId="{851054F4-B349-4957-944F-5EEF6C22986A}"/>
    <dgm:cxn modelId="{086C84AC-5331-48B1-9187-BC830E588C4A}" srcId="{CBA3F470-2720-45FD-AB54-9423BAFFA7C8}" destId="{250DA6C1-42B5-47E8-925D-82EC71B35EF5}" srcOrd="6" destOrd="0" parTransId="{6B23E5BE-250D-4D3D-892B-6E42D5B73F9E}" sibTransId="{830E3907-CE19-444D-84F1-37943EE7F317}"/>
    <dgm:cxn modelId="{581228AE-3140-4EA9-8990-C2C5CE81774D}" type="presOf" srcId="{9A62865C-D2FA-4D08-BA2C-37CC51A55EA3}" destId="{F4E5FF23-A9DF-4CE5-83AC-24A05F2A308D}" srcOrd="0" destOrd="8" presId="urn:microsoft.com/office/officeart/2005/8/layout/hList1"/>
    <dgm:cxn modelId="{482543B0-F7BB-4A87-AE81-0BF8CC70A793}" type="presOf" srcId="{B88EEBF0-1542-4FFE-BC4C-A998E0C5277B}" destId="{AFBB2B0C-9D42-4E76-BE11-7A929E473C9B}" srcOrd="0" destOrd="2" presId="urn:microsoft.com/office/officeart/2005/8/layout/hList1"/>
    <dgm:cxn modelId="{C8C0B8B2-F828-4F81-B260-31CEAC082597}" srcId="{CBA3F470-2720-45FD-AB54-9423BAFFA7C8}" destId="{C5A12268-AFC6-4E69-8EA8-1ED14E46957D}" srcOrd="5" destOrd="0" parTransId="{48785F18-2C08-4415-B52D-F4CD916D3BD9}" sibTransId="{CB81C564-ADC5-438F-9139-010B2DD91EB6}"/>
    <dgm:cxn modelId="{F9D8C1B6-8AB6-4199-BE8A-6E8613D7E410}" type="presOf" srcId="{452CFB3E-A534-47F9-9C69-A3DB38EB6F20}" destId="{85697587-BAB2-4ABD-A490-90AF878E5C94}" srcOrd="0" destOrd="1" presId="urn:microsoft.com/office/officeart/2005/8/layout/hList1"/>
    <dgm:cxn modelId="{A42435BD-F43C-4AC0-9DE9-1217FED6C6FC}" srcId="{8A2AE2CA-EED1-42A5-90BA-92D5AFFEC93F}" destId="{2206A311-66D1-4034-9B37-6535397CD15D}" srcOrd="10" destOrd="0" parTransId="{B6AD21C5-FEFB-4165-87BC-F8A116D4E93F}" sibTransId="{8632FBA9-1FDD-4C3C-9D2C-14EAFF3144BF}"/>
    <dgm:cxn modelId="{833067BD-CA9B-4B9F-8AA6-B0917350543E}" type="presOf" srcId="{EEBA7D4E-124E-4F7A-9FB9-37F7A3F5EC34}" destId="{F4E5FF23-A9DF-4CE5-83AC-24A05F2A308D}" srcOrd="0" destOrd="7" presId="urn:microsoft.com/office/officeart/2005/8/layout/hList1"/>
    <dgm:cxn modelId="{7FC92EBE-9E41-4F69-85AE-A4177701C8EB}" type="presOf" srcId="{994B9879-AFC4-4C77-BE28-4F98719E7011}" destId="{AFBB2B0C-9D42-4E76-BE11-7A929E473C9B}" srcOrd="0" destOrd="3" presId="urn:microsoft.com/office/officeart/2005/8/layout/hList1"/>
    <dgm:cxn modelId="{F0B6AABE-44B2-4D56-A17D-CBC8B3946AA7}" type="presOf" srcId="{C5A12268-AFC6-4E69-8EA8-1ED14E46957D}" destId="{AFBB2B0C-9D42-4E76-BE11-7A929E473C9B}" srcOrd="0" destOrd="5" presId="urn:microsoft.com/office/officeart/2005/8/layout/hList1"/>
    <dgm:cxn modelId="{929F12BF-9714-4AD5-B9D5-5C27F82EAF29}" type="presOf" srcId="{F65A7324-F0D8-4464-A036-34EA88D2C811}" destId="{AFBB2B0C-9D42-4E76-BE11-7A929E473C9B}" srcOrd="0" destOrd="8" presId="urn:microsoft.com/office/officeart/2005/8/layout/hList1"/>
    <dgm:cxn modelId="{20C292C4-B772-4E99-8668-B31103CB3E56}" srcId="{CBA3F470-2720-45FD-AB54-9423BAFFA7C8}" destId="{D167FD26-8DBC-4243-A384-499528EF46BA}" srcOrd="0" destOrd="0" parTransId="{39FC7759-9481-4C5B-BAA4-EB3F8930F12A}" sibTransId="{D62C3F59-28B7-4F1B-9A31-8F6B4F4B8D9C}"/>
    <dgm:cxn modelId="{995884CB-F325-488B-B30D-07C24848B636}" srcId="{8A2AE2CA-EED1-42A5-90BA-92D5AFFEC93F}" destId="{0E2CF87D-8F4B-465B-8E42-88B1725597E2}" srcOrd="0" destOrd="0" parTransId="{87EA087E-3656-4538-84E8-4F894C18EE07}" sibTransId="{B52A7229-EDB7-436F-A508-3EA843A04626}"/>
    <dgm:cxn modelId="{E8A7A9D5-9AFA-4ADA-90BF-3E980973FDCE}" type="presOf" srcId="{7A4804B0-F714-4FD6-956D-E361AC8C692A}" destId="{F4E5FF23-A9DF-4CE5-83AC-24A05F2A308D}" srcOrd="0" destOrd="9" presId="urn:microsoft.com/office/officeart/2005/8/layout/hList1"/>
    <dgm:cxn modelId="{6D9A81DC-EE81-4C6C-9C19-C24DD389A121}" srcId="{8A2AE2CA-EED1-42A5-90BA-92D5AFFEC93F}" destId="{9A62865C-D2FA-4D08-BA2C-37CC51A55EA3}" srcOrd="8" destOrd="0" parTransId="{15566DB3-5E8D-4B54-8522-797DEBD05AA9}" sibTransId="{162AC5BD-0014-484E-B294-A3CFE1712748}"/>
    <dgm:cxn modelId="{EEC9F6E5-9D38-46B1-A702-25F0DCF62740}" srcId="{8A2AE2CA-EED1-42A5-90BA-92D5AFFEC93F}" destId="{2E16394C-38B9-4D7F-A456-4E091D73621F}" srcOrd="2" destOrd="0" parTransId="{7A7966CC-BA40-401A-9401-DAD24A9EA01B}" sibTransId="{E147077E-EB0E-4ED5-B3B6-350DAC98443A}"/>
    <dgm:cxn modelId="{DD0D26E9-35A3-4CE3-9BB4-0D6C4681AEC4}" type="presOf" srcId="{9AB96656-1530-4264-AEB0-2E96545541C9}" destId="{AFB97635-62C0-4E9D-9BC8-1909E7A8EC7B}" srcOrd="0" destOrd="5" presId="urn:microsoft.com/office/officeart/2005/8/layout/hList1"/>
    <dgm:cxn modelId="{5425E4EB-E453-4E1F-B3A4-2685E37F3D4D}" type="presOf" srcId="{6E708ED2-264F-4083-ADE2-67670414F52D}" destId="{AFBB2B0C-9D42-4E76-BE11-7A929E473C9B}" srcOrd="0" destOrd="7" presId="urn:microsoft.com/office/officeart/2005/8/layout/hList1"/>
    <dgm:cxn modelId="{46A95DEC-3317-4F96-B369-0A430A99F477}" srcId="{CBA3F470-2720-45FD-AB54-9423BAFFA7C8}" destId="{F361AD8B-64D9-4C5B-A2E7-A058CAC50FF0}" srcOrd="4" destOrd="0" parTransId="{33341AA8-16D6-4C45-961E-91BB7FF87340}" sibTransId="{ADD8A9DB-E53B-4349-B410-45BC97B1C46B}"/>
    <dgm:cxn modelId="{F0500EEF-E7BD-42B0-8F08-92DDFFC1502D}" type="presOf" srcId="{3F0FFD83-E5CF-4BE4-A4A4-81D8F80C46EB}" destId="{F4E5FF23-A9DF-4CE5-83AC-24A05F2A308D}" srcOrd="0" destOrd="3" presId="urn:microsoft.com/office/officeart/2005/8/layout/hList1"/>
    <dgm:cxn modelId="{B59736F7-9010-45F9-A2DB-E973DBD23895}" type="presOf" srcId="{8A2AE2CA-EED1-42A5-90BA-92D5AFFEC93F}" destId="{514F8228-B9B2-4376-8659-15AF65C36532}" srcOrd="0" destOrd="0" presId="urn:microsoft.com/office/officeart/2005/8/layout/hList1"/>
    <dgm:cxn modelId="{D47340FB-0063-4BDB-9265-3DB38837A8B1}" type="presOf" srcId="{B7901B3B-6607-4E01-A8C1-0965CF98584C}" destId="{CF41773A-AEFB-4A91-927E-2A3481BA4356}" srcOrd="0" destOrd="0" presId="urn:microsoft.com/office/officeart/2005/8/layout/hList1"/>
    <dgm:cxn modelId="{1028B5FB-F78D-4744-BE2F-0A733DA24897}" srcId="{8A2AE2CA-EED1-42A5-90BA-92D5AFFEC93F}" destId="{EEBA7D4E-124E-4F7A-9FB9-37F7A3F5EC34}" srcOrd="7" destOrd="0" parTransId="{74D0C765-E270-4C09-A78C-345723132843}" sibTransId="{BC5B0382-4626-48D7-B464-399EFEB80E56}"/>
    <dgm:cxn modelId="{A15581FD-F8CA-403C-BCFC-E9683FD2845E}" type="presOf" srcId="{91DA7D7C-EE4A-4103-95AE-DA4E59C706DB}" destId="{F4E5FF23-A9DF-4CE5-83AC-24A05F2A308D}" srcOrd="0" destOrd="4" presId="urn:microsoft.com/office/officeart/2005/8/layout/hList1"/>
    <dgm:cxn modelId="{63CF6F30-88DF-4B79-A18F-789C0155EDFD}" type="presParOf" srcId="{8938FEC1-00BE-4E34-94D0-91EB2423E809}" destId="{0DEC8E1D-C7BA-46AE-B036-BD935FC8B7AF}" srcOrd="0" destOrd="0" presId="urn:microsoft.com/office/officeart/2005/8/layout/hList1"/>
    <dgm:cxn modelId="{770A88E9-9B88-44FC-9DAF-F8FAF3325C54}" type="presParOf" srcId="{0DEC8E1D-C7BA-46AE-B036-BD935FC8B7AF}" destId="{514F8228-B9B2-4376-8659-15AF65C36532}" srcOrd="0" destOrd="0" presId="urn:microsoft.com/office/officeart/2005/8/layout/hList1"/>
    <dgm:cxn modelId="{6E4A0087-669E-4C32-90F9-4FEDE24DA956}" type="presParOf" srcId="{0DEC8E1D-C7BA-46AE-B036-BD935FC8B7AF}" destId="{F4E5FF23-A9DF-4CE5-83AC-24A05F2A308D}" srcOrd="1" destOrd="0" presId="urn:microsoft.com/office/officeart/2005/8/layout/hList1"/>
    <dgm:cxn modelId="{FE491A79-0189-4A45-B412-D2031330599C}" type="presParOf" srcId="{8938FEC1-00BE-4E34-94D0-91EB2423E809}" destId="{E8641A23-5CF3-4C79-A946-9784EB5AB8C8}" srcOrd="1" destOrd="0" presId="urn:microsoft.com/office/officeart/2005/8/layout/hList1"/>
    <dgm:cxn modelId="{ECF9E4CF-3EC3-403C-8C0A-1AA7DE0E812A}" type="presParOf" srcId="{8938FEC1-00BE-4E34-94D0-91EB2423E809}" destId="{AB183EC5-8A91-47C3-8B11-8FAEE21384A1}" srcOrd="2" destOrd="0" presId="urn:microsoft.com/office/officeart/2005/8/layout/hList1"/>
    <dgm:cxn modelId="{B088A583-6620-470D-ABC3-30BC5F2ACA0F}" type="presParOf" srcId="{AB183EC5-8A91-47C3-8B11-8FAEE21384A1}" destId="{CF41773A-AEFB-4A91-927E-2A3481BA4356}" srcOrd="0" destOrd="0" presId="urn:microsoft.com/office/officeart/2005/8/layout/hList1"/>
    <dgm:cxn modelId="{EF4D2C07-D937-4CB5-B573-D1642CB8E11E}" type="presParOf" srcId="{AB183EC5-8A91-47C3-8B11-8FAEE21384A1}" destId="{AFB97635-62C0-4E9D-9BC8-1909E7A8EC7B}" srcOrd="1" destOrd="0" presId="urn:microsoft.com/office/officeart/2005/8/layout/hList1"/>
    <dgm:cxn modelId="{51B29750-B9D8-4F57-B071-4395B9C7563D}" type="presParOf" srcId="{8938FEC1-00BE-4E34-94D0-91EB2423E809}" destId="{BD9AFB62-D5DC-4E88-96BA-81EA15DA6D0D}" srcOrd="3" destOrd="0" presId="urn:microsoft.com/office/officeart/2005/8/layout/hList1"/>
    <dgm:cxn modelId="{D1F658B2-CBC4-49BB-9425-F895CCB9CB3B}" type="presParOf" srcId="{8938FEC1-00BE-4E34-94D0-91EB2423E809}" destId="{CA101BED-F88D-4F97-A302-A650D92C2E15}" srcOrd="4" destOrd="0" presId="urn:microsoft.com/office/officeart/2005/8/layout/hList1"/>
    <dgm:cxn modelId="{C40DD42A-5C01-47EE-8E41-44F01BDE546F}" type="presParOf" srcId="{CA101BED-F88D-4F97-A302-A650D92C2E15}" destId="{9378D190-F7F1-4E21-88B2-800030B467C0}" srcOrd="0" destOrd="0" presId="urn:microsoft.com/office/officeart/2005/8/layout/hList1"/>
    <dgm:cxn modelId="{CB4ED027-B575-40F5-B311-D0AEB41F1D1D}" type="presParOf" srcId="{CA101BED-F88D-4F97-A302-A650D92C2E15}" destId="{AFBB2B0C-9D42-4E76-BE11-7A929E473C9B}" srcOrd="1" destOrd="0" presId="urn:microsoft.com/office/officeart/2005/8/layout/hList1"/>
    <dgm:cxn modelId="{5AAA4D04-2310-4791-9BEA-EA66F94B601D}" type="presParOf" srcId="{8938FEC1-00BE-4E34-94D0-91EB2423E809}" destId="{8C09ABED-5982-453B-93AA-72763FB7CCD3}" srcOrd="5" destOrd="0" presId="urn:microsoft.com/office/officeart/2005/8/layout/hList1"/>
    <dgm:cxn modelId="{9BCCEAF1-8E0C-4810-9F07-35D5F93CF80E}" type="presParOf" srcId="{8938FEC1-00BE-4E34-94D0-91EB2423E809}" destId="{A388A4C6-9DC1-418C-8279-80B468B04A81}" srcOrd="6" destOrd="0" presId="urn:microsoft.com/office/officeart/2005/8/layout/hList1"/>
    <dgm:cxn modelId="{52A76072-1ADA-4EB5-A31F-573D94B47563}" type="presParOf" srcId="{A388A4C6-9DC1-418C-8279-80B468B04A81}" destId="{15F59DF2-E9D1-4E76-8878-CF34A081883B}" srcOrd="0" destOrd="0" presId="urn:microsoft.com/office/officeart/2005/8/layout/hList1"/>
    <dgm:cxn modelId="{B38984BC-41BF-4265-9544-F2534838525C}" type="presParOf" srcId="{A388A4C6-9DC1-418C-8279-80B468B04A81}" destId="{85697587-BAB2-4ABD-A490-90AF878E5C94}"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25A84381-B0F2-447F-9095-DE4709F3CED0}" type="doc">
      <dgm:prSet loTypeId="urn:microsoft.com/office/officeart/2005/8/layout/hierarchy1" loCatId="hierarchy" qsTypeId="urn:microsoft.com/office/officeart/2005/8/quickstyle/simple1" qsCatId="simple" csTypeId="urn:microsoft.com/office/officeart/2005/8/colors/colorful1" csCatId="colorful"/>
      <dgm:spPr/>
      <dgm:t>
        <a:bodyPr/>
        <a:lstStyle/>
        <a:p>
          <a:endParaRPr lang="en-US"/>
        </a:p>
      </dgm:t>
    </dgm:pt>
    <dgm:pt modelId="{BFB2E608-F1EA-4BF4-88B4-D523E5621F87}">
      <dgm:prSet/>
      <dgm:spPr/>
      <dgm:t>
        <a:bodyPr/>
        <a:lstStyle/>
        <a:p>
          <a:r>
            <a:rPr lang="en-AU">
              <a:hlinkClick xmlns:r="http://schemas.openxmlformats.org/officeDocument/2006/relationships" r:id="rId1"/>
            </a:rPr>
            <a:t>https://www.aihw.gov.au/reports-data/behaviours-risk-factors/social-determinants/overview</a:t>
          </a:r>
          <a:endParaRPr lang="en-US"/>
        </a:p>
      </dgm:t>
    </dgm:pt>
    <dgm:pt modelId="{2C201177-6B7C-426D-B863-15911F6A53E9}" type="parTrans" cxnId="{CF73BFE5-8F6C-4013-8DF8-BCF8A160D44A}">
      <dgm:prSet/>
      <dgm:spPr/>
      <dgm:t>
        <a:bodyPr/>
        <a:lstStyle/>
        <a:p>
          <a:endParaRPr lang="en-US"/>
        </a:p>
      </dgm:t>
    </dgm:pt>
    <dgm:pt modelId="{393B3C46-E02F-492E-B13E-39A56051D5B6}" type="sibTrans" cxnId="{CF73BFE5-8F6C-4013-8DF8-BCF8A160D44A}">
      <dgm:prSet/>
      <dgm:spPr/>
      <dgm:t>
        <a:bodyPr/>
        <a:lstStyle/>
        <a:p>
          <a:endParaRPr lang="en-US"/>
        </a:p>
      </dgm:t>
    </dgm:pt>
    <dgm:pt modelId="{9C0817DB-64E1-4D24-A9B4-CFED9EC4D736}">
      <dgm:prSet/>
      <dgm:spPr/>
      <dgm:t>
        <a:bodyPr/>
        <a:lstStyle/>
        <a:p>
          <a:r>
            <a:rPr lang="en-US"/>
            <a:t>Australian information </a:t>
          </a:r>
        </a:p>
      </dgm:t>
    </dgm:pt>
    <dgm:pt modelId="{50E24F17-9768-49AE-B121-19A8E937C560}" type="parTrans" cxnId="{CAAB5CC3-4BE4-4EDD-AED7-B673E40918F5}">
      <dgm:prSet/>
      <dgm:spPr/>
      <dgm:t>
        <a:bodyPr/>
        <a:lstStyle/>
        <a:p>
          <a:endParaRPr lang="en-US"/>
        </a:p>
      </dgm:t>
    </dgm:pt>
    <dgm:pt modelId="{19A12624-1A34-477C-AFB9-01CBC58855EE}" type="sibTrans" cxnId="{CAAB5CC3-4BE4-4EDD-AED7-B673E40918F5}">
      <dgm:prSet/>
      <dgm:spPr/>
      <dgm:t>
        <a:bodyPr/>
        <a:lstStyle/>
        <a:p>
          <a:endParaRPr lang="en-US"/>
        </a:p>
      </dgm:t>
    </dgm:pt>
    <dgm:pt modelId="{1DF376AB-235F-4A74-9060-F09326096C52}" type="pres">
      <dgm:prSet presAssocID="{25A84381-B0F2-447F-9095-DE4709F3CED0}" presName="hierChild1" presStyleCnt="0">
        <dgm:presLayoutVars>
          <dgm:chPref val="1"/>
          <dgm:dir/>
          <dgm:animOne val="branch"/>
          <dgm:animLvl val="lvl"/>
          <dgm:resizeHandles/>
        </dgm:presLayoutVars>
      </dgm:prSet>
      <dgm:spPr/>
    </dgm:pt>
    <dgm:pt modelId="{6A65C4A7-8F28-4BD0-A573-340934940562}" type="pres">
      <dgm:prSet presAssocID="{BFB2E608-F1EA-4BF4-88B4-D523E5621F87}" presName="hierRoot1" presStyleCnt="0"/>
      <dgm:spPr/>
    </dgm:pt>
    <dgm:pt modelId="{2AA4DE57-63E5-4E1B-9383-5203D8A14135}" type="pres">
      <dgm:prSet presAssocID="{BFB2E608-F1EA-4BF4-88B4-D523E5621F87}" presName="composite" presStyleCnt="0"/>
      <dgm:spPr/>
    </dgm:pt>
    <dgm:pt modelId="{513F132E-3427-4960-83E6-0ADB7F317AA0}" type="pres">
      <dgm:prSet presAssocID="{BFB2E608-F1EA-4BF4-88B4-D523E5621F87}" presName="background" presStyleLbl="node0" presStyleIdx="0" presStyleCnt="2"/>
      <dgm:spPr/>
    </dgm:pt>
    <dgm:pt modelId="{CC51765C-258A-4D3B-814D-6E62AE6EC1CA}" type="pres">
      <dgm:prSet presAssocID="{BFB2E608-F1EA-4BF4-88B4-D523E5621F87}" presName="text" presStyleLbl="fgAcc0" presStyleIdx="0" presStyleCnt="2">
        <dgm:presLayoutVars>
          <dgm:chPref val="3"/>
        </dgm:presLayoutVars>
      </dgm:prSet>
      <dgm:spPr/>
    </dgm:pt>
    <dgm:pt modelId="{9BE50E54-A548-4B68-8476-2D3DC9367158}" type="pres">
      <dgm:prSet presAssocID="{BFB2E608-F1EA-4BF4-88B4-D523E5621F87}" presName="hierChild2" presStyleCnt="0"/>
      <dgm:spPr/>
    </dgm:pt>
    <dgm:pt modelId="{7312B3E8-D821-4069-951F-EA37160A4BB8}" type="pres">
      <dgm:prSet presAssocID="{9C0817DB-64E1-4D24-A9B4-CFED9EC4D736}" presName="hierRoot1" presStyleCnt="0"/>
      <dgm:spPr/>
    </dgm:pt>
    <dgm:pt modelId="{3843E8B0-9177-4865-9400-7DB360439E7D}" type="pres">
      <dgm:prSet presAssocID="{9C0817DB-64E1-4D24-A9B4-CFED9EC4D736}" presName="composite" presStyleCnt="0"/>
      <dgm:spPr/>
    </dgm:pt>
    <dgm:pt modelId="{AC4D705D-6726-4DCD-AF4F-5D5180854F63}" type="pres">
      <dgm:prSet presAssocID="{9C0817DB-64E1-4D24-A9B4-CFED9EC4D736}" presName="background" presStyleLbl="node0" presStyleIdx="1" presStyleCnt="2"/>
      <dgm:spPr/>
    </dgm:pt>
    <dgm:pt modelId="{9BFF15FA-E730-456A-8CC4-2440842B93A2}" type="pres">
      <dgm:prSet presAssocID="{9C0817DB-64E1-4D24-A9B4-CFED9EC4D736}" presName="text" presStyleLbl="fgAcc0" presStyleIdx="1" presStyleCnt="2">
        <dgm:presLayoutVars>
          <dgm:chPref val="3"/>
        </dgm:presLayoutVars>
      </dgm:prSet>
      <dgm:spPr/>
    </dgm:pt>
    <dgm:pt modelId="{93F22392-EC36-431D-A259-12A3D8AD955F}" type="pres">
      <dgm:prSet presAssocID="{9C0817DB-64E1-4D24-A9B4-CFED9EC4D736}" presName="hierChild2" presStyleCnt="0"/>
      <dgm:spPr/>
    </dgm:pt>
  </dgm:ptLst>
  <dgm:cxnLst>
    <dgm:cxn modelId="{32A2FE0E-746E-4827-AF9A-F876EC90F94A}" type="presOf" srcId="{BFB2E608-F1EA-4BF4-88B4-D523E5621F87}" destId="{CC51765C-258A-4D3B-814D-6E62AE6EC1CA}" srcOrd="0" destOrd="0" presId="urn:microsoft.com/office/officeart/2005/8/layout/hierarchy1"/>
    <dgm:cxn modelId="{E6CDD06D-8232-4599-8125-D12A1FEBB9EF}" type="presOf" srcId="{9C0817DB-64E1-4D24-A9B4-CFED9EC4D736}" destId="{9BFF15FA-E730-456A-8CC4-2440842B93A2}" srcOrd="0" destOrd="0" presId="urn:microsoft.com/office/officeart/2005/8/layout/hierarchy1"/>
    <dgm:cxn modelId="{9180D492-D2F8-4E51-8F19-9A4EBC1FE8A0}" type="presOf" srcId="{25A84381-B0F2-447F-9095-DE4709F3CED0}" destId="{1DF376AB-235F-4A74-9060-F09326096C52}" srcOrd="0" destOrd="0" presId="urn:microsoft.com/office/officeart/2005/8/layout/hierarchy1"/>
    <dgm:cxn modelId="{CAAB5CC3-4BE4-4EDD-AED7-B673E40918F5}" srcId="{25A84381-B0F2-447F-9095-DE4709F3CED0}" destId="{9C0817DB-64E1-4D24-A9B4-CFED9EC4D736}" srcOrd="1" destOrd="0" parTransId="{50E24F17-9768-49AE-B121-19A8E937C560}" sibTransId="{19A12624-1A34-477C-AFB9-01CBC58855EE}"/>
    <dgm:cxn modelId="{CF73BFE5-8F6C-4013-8DF8-BCF8A160D44A}" srcId="{25A84381-B0F2-447F-9095-DE4709F3CED0}" destId="{BFB2E608-F1EA-4BF4-88B4-D523E5621F87}" srcOrd="0" destOrd="0" parTransId="{2C201177-6B7C-426D-B863-15911F6A53E9}" sibTransId="{393B3C46-E02F-492E-B13E-39A56051D5B6}"/>
    <dgm:cxn modelId="{86FD6446-05FE-452F-ADB5-5304ED9735AF}" type="presParOf" srcId="{1DF376AB-235F-4A74-9060-F09326096C52}" destId="{6A65C4A7-8F28-4BD0-A573-340934940562}" srcOrd="0" destOrd="0" presId="urn:microsoft.com/office/officeart/2005/8/layout/hierarchy1"/>
    <dgm:cxn modelId="{C6DA6DD3-7C7B-41DB-90A1-6D64562D50BA}" type="presParOf" srcId="{6A65C4A7-8F28-4BD0-A573-340934940562}" destId="{2AA4DE57-63E5-4E1B-9383-5203D8A14135}" srcOrd="0" destOrd="0" presId="urn:microsoft.com/office/officeart/2005/8/layout/hierarchy1"/>
    <dgm:cxn modelId="{7BB72B1D-6205-4AAF-9684-7D7B81507337}" type="presParOf" srcId="{2AA4DE57-63E5-4E1B-9383-5203D8A14135}" destId="{513F132E-3427-4960-83E6-0ADB7F317AA0}" srcOrd="0" destOrd="0" presId="urn:microsoft.com/office/officeart/2005/8/layout/hierarchy1"/>
    <dgm:cxn modelId="{922FF678-87C5-4700-90BB-C4EA93BC812D}" type="presParOf" srcId="{2AA4DE57-63E5-4E1B-9383-5203D8A14135}" destId="{CC51765C-258A-4D3B-814D-6E62AE6EC1CA}" srcOrd="1" destOrd="0" presId="urn:microsoft.com/office/officeart/2005/8/layout/hierarchy1"/>
    <dgm:cxn modelId="{836C1286-9032-4A6C-B2AB-385F9FC64C7E}" type="presParOf" srcId="{6A65C4A7-8F28-4BD0-A573-340934940562}" destId="{9BE50E54-A548-4B68-8476-2D3DC9367158}" srcOrd="1" destOrd="0" presId="urn:microsoft.com/office/officeart/2005/8/layout/hierarchy1"/>
    <dgm:cxn modelId="{A563655D-4D37-4C59-8C0A-DC7CAB30B694}" type="presParOf" srcId="{1DF376AB-235F-4A74-9060-F09326096C52}" destId="{7312B3E8-D821-4069-951F-EA37160A4BB8}" srcOrd="1" destOrd="0" presId="urn:microsoft.com/office/officeart/2005/8/layout/hierarchy1"/>
    <dgm:cxn modelId="{8AC4414C-850C-449A-A3DA-3EDF602884C9}" type="presParOf" srcId="{7312B3E8-D821-4069-951F-EA37160A4BB8}" destId="{3843E8B0-9177-4865-9400-7DB360439E7D}" srcOrd="0" destOrd="0" presId="urn:microsoft.com/office/officeart/2005/8/layout/hierarchy1"/>
    <dgm:cxn modelId="{6C657EFA-FB67-4864-9354-3DB9AE0349B3}" type="presParOf" srcId="{3843E8B0-9177-4865-9400-7DB360439E7D}" destId="{AC4D705D-6726-4DCD-AF4F-5D5180854F63}" srcOrd="0" destOrd="0" presId="urn:microsoft.com/office/officeart/2005/8/layout/hierarchy1"/>
    <dgm:cxn modelId="{48305004-EB3F-4830-A36A-C0BF1A3B8483}" type="presParOf" srcId="{3843E8B0-9177-4865-9400-7DB360439E7D}" destId="{9BFF15FA-E730-456A-8CC4-2440842B93A2}" srcOrd="1" destOrd="0" presId="urn:microsoft.com/office/officeart/2005/8/layout/hierarchy1"/>
    <dgm:cxn modelId="{DD2871C6-5BB5-4022-9964-5030B22FEF54}" type="presParOf" srcId="{7312B3E8-D821-4069-951F-EA37160A4BB8}" destId="{93F22392-EC36-431D-A259-12A3D8AD955F}"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EF38CA8-E8BB-42B1-9433-927BCC19FDE9}" type="doc">
      <dgm:prSet loTypeId="urn:microsoft.com/office/officeart/2016/7/layout/VerticalSolidActionList" loCatId="List" qsTypeId="urn:microsoft.com/office/officeart/2005/8/quickstyle/simple1" qsCatId="simple" csTypeId="urn:microsoft.com/office/officeart/2005/8/colors/colorful1" csCatId="colorful" phldr="1"/>
      <dgm:spPr/>
      <dgm:t>
        <a:bodyPr/>
        <a:lstStyle/>
        <a:p>
          <a:endParaRPr lang="en-US"/>
        </a:p>
      </dgm:t>
    </dgm:pt>
    <dgm:pt modelId="{B8439261-5729-4ED2-80AD-53419F1887A3}">
      <dgm:prSet/>
      <dgm:spPr/>
      <dgm:t>
        <a:bodyPr/>
        <a:lstStyle/>
        <a:p>
          <a:r>
            <a:rPr lang="en-US"/>
            <a:t>Outline</a:t>
          </a:r>
        </a:p>
      </dgm:t>
    </dgm:pt>
    <dgm:pt modelId="{69F77F00-0FDE-4BBA-AB05-3F94908E398A}" type="parTrans" cxnId="{9DD651A9-D50E-4DD8-8507-8D09EE6D77AB}">
      <dgm:prSet/>
      <dgm:spPr/>
      <dgm:t>
        <a:bodyPr/>
        <a:lstStyle/>
        <a:p>
          <a:endParaRPr lang="en-US"/>
        </a:p>
      </dgm:t>
    </dgm:pt>
    <dgm:pt modelId="{261FD9D1-6355-422A-B021-7FC39E69832E}" type="sibTrans" cxnId="{9DD651A9-D50E-4DD8-8507-8D09EE6D77AB}">
      <dgm:prSet/>
      <dgm:spPr/>
      <dgm:t>
        <a:bodyPr/>
        <a:lstStyle/>
        <a:p>
          <a:endParaRPr lang="en-US"/>
        </a:p>
      </dgm:t>
    </dgm:pt>
    <dgm:pt modelId="{32B4E476-A0DC-4AA1-9D00-071B650428C2}">
      <dgm:prSet/>
      <dgm:spPr/>
      <dgm:t>
        <a:bodyPr/>
        <a:lstStyle/>
        <a:p>
          <a:r>
            <a:rPr lang="en-US"/>
            <a:t>Outline each determinant</a:t>
          </a:r>
        </a:p>
      </dgm:t>
    </dgm:pt>
    <dgm:pt modelId="{D42EAF0D-C20B-499A-965B-C7DF804D5FAB}" type="parTrans" cxnId="{3F8F4121-691B-4777-B7F2-0C89C998335B}">
      <dgm:prSet/>
      <dgm:spPr/>
      <dgm:t>
        <a:bodyPr/>
        <a:lstStyle/>
        <a:p>
          <a:endParaRPr lang="en-US"/>
        </a:p>
      </dgm:t>
    </dgm:pt>
    <dgm:pt modelId="{EAA4E5CE-2DED-43EC-805C-5BEF6699CFD1}" type="sibTrans" cxnId="{3F8F4121-691B-4777-B7F2-0C89C998335B}">
      <dgm:prSet/>
      <dgm:spPr/>
      <dgm:t>
        <a:bodyPr/>
        <a:lstStyle/>
        <a:p>
          <a:endParaRPr lang="en-US"/>
        </a:p>
      </dgm:t>
    </dgm:pt>
    <dgm:pt modelId="{BD9BA409-852F-4A34-9555-4F0F1A8075DD}">
      <dgm:prSet/>
      <dgm:spPr/>
      <dgm:t>
        <a:bodyPr/>
        <a:lstStyle/>
        <a:p>
          <a:r>
            <a:rPr lang="en-US"/>
            <a:t>Relate</a:t>
          </a:r>
        </a:p>
      </dgm:t>
    </dgm:pt>
    <dgm:pt modelId="{2DE881C5-C97F-4F90-837C-C9A3F69F0B83}" type="parTrans" cxnId="{529CE59C-E206-4D7D-96DA-D6B09E6BD9FE}">
      <dgm:prSet/>
      <dgm:spPr/>
      <dgm:t>
        <a:bodyPr/>
        <a:lstStyle/>
        <a:p>
          <a:endParaRPr lang="en-US"/>
        </a:p>
      </dgm:t>
    </dgm:pt>
    <dgm:pt modelId="{3444CD3D-016D-4005-A790-F0658293E8E3}" type="sibTrans" cxnId="{529CE59C-E206-4D7D-96DA-D6B09E6BD9FE}">
      <dgm:prSet/>
      <dgm:spPr/>
      <dgm:t>
        <a:bodyPr/>
        <a:lstStyle/>
        <a:p>
          <a:endParaRPr lang="en-US"/>
        </a:p>
      </dgm:t>
    </dgm:pt>
    <dgm:pt modelId="{42887F38-85C8-4A4C-AF77-D3D70ABD8D37}">
      <dgm:prSet/>
      <dgm:spPr/>
      <dgm:t>
        <a:bodyPr/>
        <a:lstStyle/>
        <a:p>
          <a:r>
            <a:rPr lang="en-US"/>
            <a:t>Relate determinants to Health Status</a:t>
          </a:r>
        </a:p>
      </dgm:t>
    </dgm:pt>
    <dgm:pt modelId="{19C8455B-791B-4BD5-BEC8-30B2C57F321C}" type="parTrans" cxnId="{68DA1B21-1B91-4134-B024-5D5FEF13D787}">
      <dgm:prSet/>
      <dgm:spPr/>
      <dgm:t>
        <a:bodyPr/>
        <a:lstStyle/>
        <a:p>
          <a:endParaRPr lang="en-US"/>
        </a:p>
      </dgm:t>
    </dgm:pt>
    <dgm:pt modelId="{23CC6B57-B9A7-481B-B521-0E61CE7D5398}" type="sibTrans" cxnId="{68DA1B21-1B91-4134-B024-5D5FEF13D787}">
      <dgm:prSet/>
      <dgm:spPr/>
      <dgm:t>
        <a:bodyPr/>
        <a:lstStyle/>
        <a:p>
          <a:endParaRPr lang="en-US"/>
        </a:p>
      </dgm:t>
    </dgm:pt>
    <dgm:pt modelId="{E02EDC95-FC5E-4148-A9D4-48A3EF4C8737}">
      <dgm:prSet/>
      <dgm:spPr/>
      <dgm:t>
        <a:bodyPr/>
        <a:lstStyle/>
        <a:p>
          <a:r>
            <a:rPr lang="en-US" dirty="0"/>
            <a:t>Example</a:t>
          </a:r>
        </a:p>
      </dgm:t>
    </dgm:pt>
    <dgm:pt modelId="{61714653-CCC3-4C7C-887D-3AE5452E5E91}" type="parTrans" cxnId="{D741D065-CCC8-46A6-9ACA-F2B4DC79BC89}">
      <dgm:prSet/>
      <dgm:spPr/>
      <dgm:t>
        <a:bodyPr/>
        <a:lstStyle/>
        <a:p>
          <a:endParaRPr lang="en-US"/>
        </a:p>
      </dgm:t>
    </dgm:pt>
    <dgm:pt modelId="{810BF586-CEB8-4460-9958-1CF1206EDA90}" type="sibTrans" cxnId="{D741D065-CCC8-46A6-9ACA-F2B4DC79BC89}">
      <dgm:prSet/>
      <dgm:spPr/>
      <dgm:t>
        <a:bodyPr/>
        <a:lstStyle/>
        <a:p>
          <a:endParaRPr lang="en-US"/>
        </a:p>
      </dgm:t>
    </dgm:pt>
    <dgm:pt modelId="{41741BBE-4E28-4DA0-AA1D-E7F7B7095267}">
      <dgm:prSet/>
      <dgm:spPr/>
      <dgm:t>
        <a:bodyPr/>
        <a:lstStyle/>
        <a:p>
          <a:r>
            <a:rPr lang="en-US"/>
            <a:t>Be able to describe (glossary of terms) in detail each determinant</a:t>
          </a:r>
        </a:p>
      </dgm:t>
    </dgm:pt>
    <dgm:pt modelId="{5970AD8E-BD2B-4B06-8548-C413CD9A8C94}" type="parTrans" cxnId="{73ABB5DF-EA28-4BFC-88C6-CF0A45848B23}">
      <dgm:prSet/>
      <dgm:spPr/>
      <dgm:t>
        <a:bodyPr/>
        <a:lstStyle/>
        <a:p>
          <a:endParaRPr lang="en-US"/>
        </a:p>
      </dgm:t>
    </dgm:pt>
    <dgm:pt modelId="{ABFC6634-F329-4E00-AEE5-379AFCA43643}" type="sibTrans" cxnId="{73ABB5DF-EA28-4BFC-88C6-CF0A45848B23}">
      <dgm:prSet/>
      <dgm:spPr/>
      <dgm:t>
        <a:bodyPr/>
        <a:lstStyle/>
        <a:p>
          <a:endParaRPr lang="en-US"/>
        </a:p>
      </dgm:t>
    </dgm:pt>
    <dgm:pt modelId="{20E090A6-DDD4-44E2-AAB0-1037BB8825B5}">
      <dgm:prSet/>
      <dgm:spPr/>
      <dgm:t>
        <a:bodyPr/>
        <a:lstStyle/>
        <a:p>
          <a:r>
            <a:rPr lang="en-US"/>
            <a:t>Provide a detailed example on how it can positively and negatively affect health status of and individual and a community</a:t>
          </a:r>
        </a:p>
      </dgm:t>
    </dgm:pt>
    <dgm:pt modelId="{7950F1B7-4107-4924-8BBD-6D1FEFD8E8CD}" type="parTrans" cxnId="{1AA9EA7F-5734-4D06-97B1-679F9CF4091E}">
      <dgm:prSet/>
      <dgm:spPr/>
      <dgm:t>
        <a:bodyPr/>
        <a:lstStyle/>
        <a:p>
          <a:endParaRPr lang="en-US"/>
        </a:p>
      </dgm:t>
    </dgm:pt>
    <dgm:pt modelId="{980F4D29-B7C2-4E9B-872B-87678829043F}" type="sibTrans" cxnId="{1AA9EA7F-5734-4D06-97B1-679F9CF4091E}">
      <dgm:prSet/>
      <dgm:spPr/>
      <dgm:t>
        <a:bodyPr/>
        <a:lstStyle/>
        <a:p>
          <a:endParaRPr lang="en-US"/>
        </a:p>
      </dgm:t>
    </dgm:pt>
    <dgm:pt modelId="{661ADB3A-F4DA-4E0C-8D8D-7DBD078CEA71}" type="pres">
      <dgm:prSet presAssocID="{6EF38CA8-E8BB-42B1-9433-927BCC19FDE9}" presName="Name0" presStyleCnt="0">
        <dgm:presLayoutVars>
          <dgm:dir/>
          <dgm:animLvl val="lvl"/>
          <dgm:resizeHandles val="exact"/>
        </dgm:presLayoutVars>
      </dgm:prSet>
      <dgm:spPr/>
    </dgm:pt>
    <dgm:pt modelId="{CA71E8F1-7F96-4503-AB5C-145D7BCDD642}" type="pres">
      <dgm:prSet presAssocID="{B8439261-5729-4ED2-80AD-53419F1887A3}" presName="linNode" presStyleCnt="0"/>
      <dgm:spPr/>
    </dgm:pt>
    <dgm:pt modelId="{5DF9F01A-67D4-4611-91BB-AE543FEEAA89}" type="pres">
      <dgm:prSet presAssocID="{B8439261-5729-4ED2-80AD-53419F1887A3}" presName="parentText" presStyleLbl="alignNode1" presStyleIdx="0" presStyleCnt="3">
        <dgm:presLayoutVars>
          <dgm:chMax val="1"/>
          <dgm:bulletEnabled/>
        </dgm:presLayoutVars>
      </dgm:prSet>
      <dgm:spPr/>
    </dgm:pt>
    <dgm:pt modelId="{26B0CDBD-5D41-4B8E-9292-00C7159C8CF6}" type="pres">
      <dgm:prSet presAssocID="{B8439261-5729-4ED2-80AD-53419F1887A3}" presName="descendantText" presStyleLbl="alignAccFollowNode1" presStyleIdx="0" presStyleCnt="3">
        <dgm:presLayoutVars>
          <dgm:bulletEnabled/>
        </dgm:presLayoutVars>
      </dgm:prSet>
      <dgm:spPr/>
    </dgm:pt>
    <dgm:pt modelId="{D8706A13-9124-450B-B230-0E1BA87B7A13}" type="pres">
      <dgm:prSet presAssocID="{261FD9D1-6355-422A-B021-7FC39E69832E}" presName="sp" presStyleCnt="0"/>
      <dgm:spPr/>
    </dgm:pt>
    <dgm:pt modelId="{C56F84BF-D0D2-4D54-AF96-4A8B2A908146}" type="pres">
      <dgm:prSet presAssocID="{BD9BA409-852F-4A34-9555-4F0F1A8075DD}" presName="linNode" presStyleCnt="0"/>
      <dgm:spPr/>
    </dgm:pt>
    <dgm:pt modelId="{67F5F4B3-D63A-4E3C-BD9F-5DAFED2D8BFD}" type="pres">
      <dgm:prSet presAssocID="{BD9BA409-852F-4A34-9555-4F0F1A8075DD}" presName="parentText" presStyleLbl="alignNode1" presStyleIdx="1" presStyleCnt="3">
        <dgm:presLayoutVars>
          <dgm:chMax val="1"/>
          <dgm:bulletEnabled/>
        </dgm:presLayoutVars>
      </dgm:prSet>
      <dgm:spPr/>
    </dgm:pt>
    <dgm:pt modelId="{E22648DA-289A-4C1F-BBDC-5C369522A956}" type="pres">
      <dgm:prSet presAssocID="{BD9BA409-852F-4A34-9555-4F0F1A8075DD}" presName="descendantText" presStyleLbl="alignAccFollowNode1" presStyleIdx="1" presStyleCnt="3">
        <dgm:presLayoutVars>
          <dgm:bulletEnabled/>
        </dgm:presLayoutVars>
      </dgm:prSet>
      <dgm:spPr/>
    </dgm:pt>
    <dgm:pt modelId="{F32CF7DA-3CDE-4566-BC75-247BDEFB28A2}" type="pres">
      <dgm:prSet presAssocID="{3444CD3D-016D-4005-A790-F0658293E8E3}" presName="sp" presStyleCnt="0"/>
      <dgm:spPr/>
    </dgm:pt>
    <dgm:pt modelId="{FA749FC9-492B-4BBE-B86B-EBAA600B44E1}" type="pres">
      <dgm:prSet presAssocID="{E02EDC95-FC5E-4148-A9D4-48A3EF4C8737}" presName="linNode" presStyleCnt="0"/>
      <dgm:spPr/>
    </dgm:pt>
    <dgm:pt modelId="{3C2F34D1-7D33-4FB3-8EB3-30E0314EC5DB}" type="pres">
      <dgm:prSet presAssocID="{E02EDC95-FC5E-4148-A9D4-48A3EF4C8737}" presName="parentText" presStyleLbl="alignNode1" presStyleIdx="2" presStyleCnt="3">
        <dgm:presLayoutVars>
          <dgm:chMax val="1"/>
          <dgm:bulletEnabled/>
        </dgm:presLayoutVars>
      </dgm:prSet>
      <dgm:spPr/>
    </dgm:pt>
    <dgm:pt modelId="{15356BFD-636E-4FD4-99C1-0DCC4F0C8BF2}" type="pres">
      <dgm:prSet presAssocID="{E02EDC95-FC5E-4148-A9D4-48A3EF4C8737}" presName="descendantText" presStyleLbl="alignAccFollowNode1" presStyleIdx="2" presStyleCnt="3">
        <dgm:presLayoutVars>
          <dgm:bulletEnabled/>
        </dgm:presLayoutVars>
      </dgm:prSet>
      <dgm:spPr/>
    </dgm:pt>
  </dgm:ptLst>
  <dgm:cxnLst>
    <dgm:cxn modelId="{D7484307-69F5-4796-8F24-52C21A94016A}" type="presOf" srcId="{41741BBE-4E28-4DA0-AA1D-E7F7B7095267}" destId="{15356BFD-636E-4FD4-99C1-0DCC4F0C8BF2}" srcOrd="0" destOrd="0" presId="urn:microsoft.com/office/officeart/2016/7/layout/VerticalSolidActionList"/>
    <dgm:cxn modelId="{5917A31A-483D-4650-9FDE-77777C9412DE}" type="presOf" srcId="{20E090A6-DDD4-44E2-AAB0-1037BB8825B5}" destId="{15356BFD-636E-4FD4-99C1-0DCC4F0C8BF2}" srcOrd="0" destOrd="1" presId="urn:microsoft.com/office/officeart/2016/7/layout/VerticalSolidActionList"/>
    <dgm:cxn modelId="{68DA1B21-1B91-4134-B024-5D5FEF13D787}" srcId="{BD9BA409-852F-4A34-9555-4F0F1A8075DD}" destId="{42887F38-85C8-4A4C-AF77-D3D70ABD8D37}" srcOrd="0" destOrd="0" parTransId="{19C8455B-791B-4BD5-BEC8-30B2C57F321C}" sibTransId="{23CC6B57-B9A7-481B-B521-0E61CE7D5398}"/>
    <dgm:cxn modelId="{3F8F4121-691B-4777-B7F2-0C89C998335B}" srcId="{B8439261-5729-4ED2-80AD-53419F1887A3}" destId="{32B4E476-A0DC-4AA1-9D00-071B650428C2}" srcOrd="0" destOrd="0" parTransId="{D42EAF0D-C20B-499A-965B-C7DF804D5FAB}" sibTransId="{EAA4E5CE-2DED-43EC-805C-5BEF6699CFD1}"/>
    <dgm:cxn modelId="{3C8CE22A-6B65-48B3-B799-3E7677BD1C83}" type="presOf" srcId="{BD9BA409-852F-4A34-9555-4F0F1A8075DD}" destId="{67F5F4B3-D63A-4E3C-BD9F-5DAFED2D8BFD}" srcOrd="0" destOrd="0" presId="urn:microsoft.com/office/officeart/2016/7/layout/VerticalSolidActionList"/>
    <dgm:cxn modelId="{AA8D3031-8BFB-4E4F-B9E7-09478EE246B5}" type="presOf" srcId="{42887F38-85C8-4A4C-AF77-D3D70ABD8D37}" destId="{E22648DA-289A-4C1F-BBDC-5C369522A956}" srcOrd="0" destOrd="0" presId="urn:microsoft.com/office/officeart/2016/7/layout/VerticalSolidActionList"/>
    <dgm:cxn modelId="{D741D065-CCC8-46A6-9ACA-F2B4DC79BC89}" srcId="{6EF38CA8-E8BB-42B1-9433-927BCC19FDE9}" destId="{E02EDC95-FC5E-4148-A9D4-48A3EF4C8737}" srcOrd="2" destOrd="0" parTransId="{61714653-CCC3-4C7C-887D-3AE5452E5E91}" sibTransId="{810BF586-CEB8-4460-9958-1CF1206EDA90}"/>
    <dgm:cxn modelId="{1AA9EA7F-5734-4D06-97B1-679F9CF4091E}" srcId="{41741BBE-4E28-4DA0-AA1D-E7F7B7095267}" destId="{20E090A6-DDD4-44E2-AAB0-1037BB8825B5}" srcOrd="0" destOrd="0" parTransId="{7950F1B7-4107-4924-8BBD-6D1FEFD8E8CD}" sibTransId="{980F4D29-B7C2-4E9B-872B-87678829043F}"/>
    <dgm:cxn modelId="{A637D885-A67E-4F8A-A047-C410230065E3}" type="presOf" srcId="{6EF38CA8-E8BB-42B1-9433-927BCC19FDE9}" destId="{661ADB3A-F4DA-4E0C-8D8D-7DBD078CEA71}" srcOrd="0" destOrd="0" presId="urn:microsoft.com/office/officeart/2016/7/layout/VerticalSolidActionList"/>
    <dgm:cxn modelId="{EAC7DF9B-D1E7-4D55-B3F2-483AA93601B5}" type="presOf" srcId="{E02EDC95-FC5E-4148-A9D4-48A3EF4C8737}" destId="{3C2F34D1-7D33-4FB3-8EB3-30E0314EC5DB}" srcOrd="0" destOrd="0" presId="urn:microsoft.com/office/officeart/2016/7/layout/VerticalSolidActionList"/>
    <dgm:cxn modelId="{529CE59C-E206-4D7D-96DA-D6B09E6BD9FE}" srcId="{6EF38CA8-E8BB-42B1-9433-927BCC19FDE9}" destId="{BD9BA409-852F-4A34-9555-4F0F1A8075DD}" srcOrd="1" destOrd="0" parTransId="{2DE881C5-C97F-4F90-837C-C9A3F69F0B83}" sibTransId="{3444CD3D-016D-4005-A790-F0658293E8E3}"/>
    <dgm:cxn modelId="{72DD29A3-48F2-449F-91A1-3C42E0549637}" type="presOf" srcId="{32B4E476-A0DC-4AA1-9D00-071B650428C2}" destId="{26B0CDBD-5D41-4B8E-9292-00C7159C8CF6}" srcOrd="0" destOrd="0" presId="urn:microsoft.com/office/officeart/2016/7/layout/VerticalSolidActionList"/>
    <dgm:cxn modelId="{9DD651A9-D50E-4DD8-8507-8D09EE6D77AB}" srcId="{6EF38CA8-E8BB-42B1-9433-927BCC19FDE9}" destId="{B8439261-5729-4ED2-80AD-53419F1887A3}" srcOrd="0" destOrd="0" parTransId="{69F77F00-0FDE-4BBA-AB05-3F94908E398A}" sibTransId="{261FD9D1-6355-422A-B021-7FC39E69832E}"/>
    <dgm:cxn modelId="{F093DCD9-B65A-4D98-A826-AF1A8E7D3DFF}" type="presOf" srcId="{B8439261-5729-4ED2-80AD-53419F1887A3}" destId="{5DF9F01A-67D4-4611-91BB-AE543FEEAA89}" srcOrd="0" destOrd="0" presId="urn:microsoft.com/office/officeart/2016/7/layout/VerticalSolidActionList"/>
    <dgm:cxn modelId="{73ABB5DF-EA28-4BFC-88C6-CF0A45848B23}" srcId="{E02EDC95-FC5E-4148-A9D4-48A3EF4C8737}" destId="{41741BBE-4E28-4DA0-AA1D-E7F7B7095267}" srcOrd="0" destOrd="0" parTransId="{5970AD8E-BD2B-4B06-8548-C413CD9A8C94}" sibTransId="{ABFC6634-F329-4E00-AEE5-379AFCA43643}"/>
    <dgm:cxn modelId="{4FF45A99-72C3-40FE-B245-A98F4E8E7BF6}" type="presParOf" srcId="{661ADB3A-F4DA-4E0C-8D8D-7DBD078CEA71}" destId="{CA71E8F1-7F96-4503-AB5C-145D7BCDD642}" srcOrd="0" destOrd="0" presId="urn:microsoft.com/office/officeart/2016/7/layout/VerticalSolidActionList"/>
    <dgm:cxn modelId="{601D117D-1875-472C-957B-DDA096C062F4}" type="presParOf" srcId="{CA71E8F1-7F96-4503-AB5C-145D7BCDD642}" destId="{5DF9F01A-67D4-4611-91BB-AE543FEEAA89}" srcOrd="0" destOrd="0" presId="urn:microsoft.com/office/officeart/2016/7/layout/VerticalSolidActionList"/>
    <dgm:cxn modelId="{0FE64031-4142-421A-8732-AA2D2C124F24}" type="presParOf" srcId="{CA71E8F1-7F96-4503-AB5C-145D7BCDD642}" destId="{26B0CDBD-5D41-4B8E-9292-00C7159C8CF6}" srcOrd="1" destOrd="0" presId="urn:microsoft.com/office/officeart/2016/7/layout/VerticalSolidActionList"/>
    <dgm:cxn modelId="{684CD88D-459B-4933-80D4-F38966151C6D}" type="presParOf" srcId="{661ADB3A-F4DA-4E0C-8D8D-7DBD078CEA71}" destId="{D8706A13-9124-450B-B230-0E1BA87B7A13}" srcOrd="1" destOrd="0" presId="urn:microsoft.com/office/officeart/2016/7/layout/VerticalSolidActionList"/>
    <dgm:cxn modelId="{855E39CB-DC1C-4508-8A54-B5B6A7C7CF3D}" type="presParOf" srcId="{661ADB3A-F4DA-4E0C-8D8D-7DBD078CEA71}" destId="{C56F84BF-D0D2-4D54-AF96-4A8B2A908146}" srcOrd="2" destOrd="0" presId="urn:microsoft.com/office/officeart/2016/7/layout/VerticalSolidActionList"/>
    <dgm:cxn modelId="{6DCB9EC1-D7D0-4D04-A2D7-3CADC402C71C}" type="presParOf" srcId="{C56F84BF-D0D2-4D54-AF96-4A8B2A908146}" destId="{67F5F4B3-D63A-4E3C-BD9F-5DAFED2D8BFD}" srcOrd="0" destOrd="0" presId="urn:microsoft.com/office/officeart/2016/7/layout/VerticalSolidActionList"/>
    <dgm:cxn modelId="{45E89DAB-F283-4F75-9EA6-6270236BE6DD}" type="presParOf" srcId="{C56F84BF-D0D2-4D54-AF96-4A8B2A908146}" destId="{E22648DA-289A-4C1F-BBDC-5C369522A956}" srcOrd="1" destOrd="0" presId="urn:microsoft.com/office/officeart/2016/7/layout/VerticalSolidActionList"/>
    <dgm:cxn modelId="{A9731DD5-1EB0-44A8-940F-71358E548540}" type="presParOf" srcId="{661ADB3A-F4DA-4E0C-8D8D-7DBD078CEA71}" destId="{F32CF7DA-3CDE-4566-BC75-247BDEFB28A2}" srcOrd="3" destOrd="0" presId="urn:microsoft.com/office/officeart/2016/7/layout/VerticalSolidActionList"/>
    <dgm:cxn modelId="{40D05FAF-9935-4DFF-BA8E-3C35D1B21912}" type="presParOf" srcId="{661ADB3A-F4DA-4E0C-8D8D-7DBD078CEA71}" destId="{FA749FC9-492B-4BBE-B86B-EBAA600B44E1}" srcOrd="4" destOrd="0" presId="urn:microsoft.com/office/officeart/2016/7/layout/VerticalSolidActionList"/>
    <dgm:cxn modelId="{7A8B0895-EB5A-44B7-A2B2-A18B8BD93FEA}" type="presParOf" srcId="{FA749FC9-492B-4BBE-B86B-EBAA600B44E1}" destId="{3C2F34D1-7D33-4FB3-8EB3-30E0314EC5DB}" srcOrd="0" destOrd="0" presId="urn:microsoft.com/office/officeart/2016/7/layout/VerticalSolidActionList"/>
    <dgm:cxn modelId="{67316753-9E1C-4539-A641-B5AB06E82C40}" type="presParOf" srcId="{FA749FC9-492B-4BBE-B86B-EBAA600B44E1}" destId="{15356BFD-636E-4FD4-99C1-0DCC4F0C8BF2}" srcOrd="1" destOrd="0" presId="urn:microsoft.com/office/officeart/2016/7/layout/VerticalSolid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8F5317D7-2BA2-4734-90CD-DC7ACB2B9599}" type="doc">
      <dgm:prSet loTypeId="urn:microsoft.com/office/officeart/2005/8/layout/cycle5" loCatId="cycle" qsTypeId="urn:microsoft.com/office/officeart/2005/8/quickstyle/simple1" qsCatId="simple" csTypeId="urn:microsoft.com/office/officeart/2005/8/colors/accent1_2" csCatId="accent1" phldr="1"/>
      <dgm:spPr/>
      <dgm:t>
        <a:bodyPr/>
        <a:lstStyle/>
        <a:p>
          <a:endParaRPr lang="en-AU"/>
        </a:p>
      </dgm:t>
    </dgm:pt>
    <dgm:pt modelId="{B90A0A38-36D2-4468-BA8C-D4364A57DBFA}">
      <dgm:prSet phldrT="[Text]"/>
      <dgm:spPr/>
      <dgm:t>
        <a:bodyPr/>
        <a:lstStyle/>
        <a:p>
          <a:r>
            <a:rPr lang="en-US" dirty="0"/>
            <a:t>Stressor or unhappiness</a:t>
          </a:r>
          <a:endParaRPr lang="en-AU" dirty="0"/>
        </a:p>
      </dgm:t>
    </dgm:pt>
    <dgm:pt modelId="{B79EAF3D-7695-4552-B4C0-EBD3AC2285C3}" type="parTrans" cxnId="{4C3E7EDC-4BC4-4820-BF28-BDDC1AC09E0F}">
      <dgm:prSet/>
      <dgm:spPr/>
      <dgm:t>
        <a:bodyPr/>
        <a:lstStyle/>
        <a:p>
          <a:endParaRPr lang="en-AU"/>
        </a:p>
      </dgm:t>
    </dgm:pt>
    <dgm:pt modelId="{72016365-EF33-42C6-80AC-E6BA04D493E6}" type="sibTrans" cxnId="{4C3E7EDC-4BC4-4820-BF28-BDDC1AC09E0F}">
      <dgm:prSet/>
      <dgm:spPr/>
      <dgm:t>
        <a:bodyPr/>
        <a:lstStyle/>
        <a:p>
          <a:endParaRPr lang="en-AU"/>
        </a:p>
      </dgm:t>
    </dgm:pt>
    <dgm:pt modelId="{CFC411CC-D6BA-49E0-9F04-F721B47EFE5C}">
      <dgm:prSet phldrT="[Text]"/>
      <dgm:spPr/>
      <dgm:t>
        <a:bodyPr/>
        <a:lstStyle/>
        <a:p>
          <a:r>
            <a:rPr lang="en-US" dirty="0"/>
            <a:t>Drug/Alcohol use</a:t>
          </a:r>
          <a:endParaRPr lang="en-AU" dirty="0"/>
        </a:p>
      </dgm:t>
    </dgm:pt>
    <dgm:pt modelId="{DEEC467A-6209-4DC0-9C0D-3032E9CB0FE4}" type="parTrans" cxnId="{DEE256F5-02D0-41D3-9675-AAAB96E38084}">
      <dgm:prSet/>
      <dgm:spPr/>
      <dgm:t>
        <a:bodyPr/>
        <a:lstStyle/>
        <a:p>
          <a:endParaRPr lang="en-AU"/>
        </a:p>
      </dgm:t>
    </dgm:pt>
    <dgm:pt modelId="{6D644544-178E-418C-8D64-8F932C04C4D6}" type="sibTrans" cxnId="{DEE256F5-02D0-41D3-9675-AAAB96E38084}">
      <dgm:prSet/>
      <dgm:spPr/>
      <dgm:t>
        <a:bodyPr/>
        <a:lstStyle/>
        <a:p>
          <a:endParaRPr lang="en-AU"/>
        </a:p>
      </dgm:t>
    </dgm:pt>
    <dgm:pt modelId="{8A8CD0E1-5F81-4CD5-966C-D16EB05E98B0}">
      <dgm:prSet phldrT="[Text]"/>
      <dgm:spPr/>
      <dgm:t>
        <a:bodyPr/>
        <a:lstStyle/>
        <a:p>
          <a:r>
            <a:rPr lang="en-US" dirty="0"/>
            <a:t>High or feeling better</a:t>
          </a:r>
          <a:endParaRPr lang="en-AU" dirty="0"/>
        </a:p>
      </dgm:t>
    </dgm:pt>
    <dgm:pt modelId="{471F600C-7327-489E-A533-2CB059F5F62C}" type="parTrans" cxnId="{7AB9154B-14E1-452F-BAF0-2CB43D2F48C5}">
      <dgm:prSet/>
      <dgm:spPr/>
      <dgm:t>
        <a:bodyPr/>
        <a:lstStyle/>
        <a:p>
          <a:endParaRPr lang="en-AU"/>
        </a:p>
      </dgm:t>
    </dgm:pt>
    <dgm:pt modelId="{31E76B69-0786-4A91-9CAE-16E1636FC60B}" type="sibTrans" cxnId="{7AB9154B-14E1-452F-BAF0-2CB43D2F48C5}">
      <dgm:prSet/>
      <dgm:spPr/>
      <dgm:t>
        <a:bodyPr/>
        <a:lstStyle/>
        <a:p>
          <a:endParaRPr lang="en-AU"/>
        </a:p>
      </dgm:t>
    </dgm:pt>
    <dgm:pt modelId="{34A778CD-501A-4D25-98AE-C2E12DE307A0}">
      <dgm:prSet phldrT="[Text]"/>
      <dgm:spPr/>
      <dgm:t>
        <a:bodyPr/>
        <a:lstStyle/>
        <a:p>
          <a:r>
            <a:rPr lang="en-US" dirty="0"/>
            <a:t>Can’t afford drug</a:t>
          </a:r>
          <a:endParaRPr lang="en-AU" dirty="0"/>
        </a:p>
      </dgm:t>
    </dgm:pt>
    <dgm:pt modelId="{DD444AEA-62FF-4B34-9211-6558140CBCDE}" type="parTrans" cxnId="{E089FF3C-A5D5-42A4-8E23-EC4D8B8E6646}">
      <dgm:prSet/>
      <dgm:spPr/>
      <dgm:t>
        <a:bodyPr/>
        <a:lstStyle/>
        <a:p>
          <a:endParaRPr lang="en-AU"/>
        </a:p>
      </dgm:t>
    </dgm:pt>
    <dgm:pt modelId="{672327A1-1D35-4135-8081-3FDA12D97025}" type="sibTrans" cxnId="{E089FF3C-A5D5-42A4-8E23-EC4D8B8E6646}">
      <dgm:prSet/>
      <dgm:spPr/>
      <dgm:t>
        <a:bodyPr/>
        <a:lstStyle/>
        <a:p>
          <a:endParaRPr lang="en-AU"/>
        </a:p>
      </dgm:t>
    </dgm:pt>
    <dgm:pt modelId="{181EFF49-3B82-41DA-A1EC-732CC74108E9}" type="pres">
      <dgm:prSet presAssocID="{8F5317D7-2BA2-4734-90CD-DC7ACB2B9599}" presName="cycle" presStyleCnt="0">
        <dgm:presLayoutVars>
          <dgm:dir/>
          <dgm:resizeHandles val="exact"/>
        </dgm:presLayoutVars>
      </dgm:prSet>
      <dgm:spPr/>
    </dgm:pt>
    <dgm:pt modelId="{D7D8D414-3C96-4A2E-9401-7C046F7D3474}" type="pres">
      <dgm:prSet presAssocID="{B90A0A38-36D2-4468-BA8C-D4364A57DBFA}" presName="node" presStyleLbl="node1" presStyleIdx="0" presStyleCnt="4">
        <dgm:presLayoutVars>
          <dgm:bulletEnabled val="1"/>
        </dgm:presLayoutVars>
      </dgm:prSet>
      <dgm:spPr/>
    </dgm:pt>
    <dgm:pt modelId="{0EBD91F9-924A-49A0-ADC0-5AEEC0E520FA}" type="pres">
      <dgm:prSet presAssocID="{B90A0A38-36D2-4468-BA8C-D4364A57DBFA}" presName="spNode" presStyleCnt="0"/>
      <dgm:spPr/>
    </dgm:pt>
    <dgm:pt modelId="{766D7857-3231-4AD0-8BC7-F13918B8145B}" type="pres">
      <dgm:prSet presAssocID="{72016365-EF33-42C6-80AC-E6BA04D493E6}" presName="sibTrans" presStyleLbl="sibTrans1D1" presStyleIdx="0" presStyleCnt="4"/>
      <dgm:spPr/>
    </dgm:pt>
    <dgm:pt modelId="{C84B4E8A-159A-4D9D-9AF0-F86600BA2E82}" type="pres">
      <dgm:prSet presAssocID="{CFC411CC-D6BA-49E0-9F04-F721B47EFE5C}" presName="node" presStyleLbl="node1" presStyleIdx="1" presStyleCnt="4">
        <dgm:presLayoutVars>
          <dgm:bulletEnabled val="1"/>
        </dgm:presLayoutVars>
      </dgm:prSet>
      <dgm:spPr/>
    </dgm:pt>
    <dgm:pt modelId="{5D9D4465-04F2-4247-9D1E-BD5A697920DB}" type="pres">
      <dgm:prSet presAssocID="{CFC411CC-D6BA-49E0-9F04-F721B47EFE5C}" presName="spNode" presStyleCnt="0"/>
      <dgm:spPr/>
    </dgm:pt>
    <dgm:pt modelId="{70AAC718-6303-462E-85F7-A7E611E97B9C}" type="pres">
      <dgm:prSet presAssocID="{6D644544-178E-418C-8D64-8F932C04C4D6}" presName="sibTrans" presStyleLbl="sibTrans1D1" presStyleIdx="1" presStyleCnt="4"/>
      <dgm:spPr/>
    </dgm:pt>
    <dgm:pt modelId="{06E40252-924D-4721-871F-D801D4C2914A}" type="pres">
      <dgm:prSet presAssocID="{8A8CD0E1-5F81-4CD5-966C-D16EB05E98B0}" presName="node" presStyleLbl="node1" presStyleIdx="2" presStyleCnt="4">
        <dgm:presLayoutVars>
          <dgm:bulletEnabled val="1"/>
        </dgm:presLayoutVars>
      </dgm:prSet>
      <dgm:spPr/>
    </dgm:pt>
    <dgm:pt modelId="{193F1869-AEC2-46A5-BBAF-1585662788CA}" type="pres">
      <dgm:prSet presAssocID="{8A8CD0E1-5F81-4CD5-966C-D16EB05E98B0}" presName="spNode" presStyleCnt="0"/>
      <dgm:spPr/>
    </dgm:pt>
    <dgm:pt modelId="{CD733CC4-BDC6-491A-99FA-F96B40993D82}" type="pres">
      <dgm:prSet presAssocID="{31E76B69-0786-4A91-9CAE-16E1636FC60B}" presName="sibTrans" presStyleLbl="sibTrans1D1" presStyleIdx="2" presStyleCnt="4"/>
      <dgm:spPr/>
    </dgm:pt>
    <dgm:pt modelId="{E89F1A09-7CE7-4498-B3D7-F93586C8FFB9}" type="pres">
      <dgm:prSet presAssocID="{34A778CD-501A-4D25-98AE-C2E12DE307A0}" presName="node" presStyleLbl="node1" presStyleIdx="3" presStyleCnt="4">
        <dgm:presLayoutVars>
          <dgm:bulletEnabled val="1"/>
        </dgm:presLayoutVars>
      </dgm:prSet>
      <dgm:spPr/>
    </dgm:pt>
    <dgm:pt modelId="{A8F05AAB-BC89-4029-AEA4-A5179930B37B}" type="pres">
      <dgm:prSet presAssocID="{34A778CD-501A-4D25-98AE-C2E12DE307A0}" presName="spNode" presStyleCnt="0"/>
      <dgm:spPr/>
    </dgm:pt>
    <dgm:pt modelId="{CED7DAE7-3473-4718-8BAC-AB0B66F0C78F}" type="pres">
      <dgm:prSet presAssocID="{672327A1-1D35-4135-8081-3FDA12D97025}" presName="sibTrans" presStyleLbl="sibTrans1D1" presStyleIdx="3" presStyleCnt="4"/>
      <dgm:spPr/>
    </dgm:pt>
  </dgm:ptLst>
  <dgm:cxnLst>
    <dgm:cxn modelId="{382AA32A-3441-4C9A-98B0-E11582B3A916}" type="presOf" srcId="{6D644544-178E-418C-8D64-8F932C04C4D6}" destId="{70AAC718-6303-462E-85F7-A7E611E97B9C}" srcOrd="0" destOrd="0" presId="urn:microsoft.com/office/officeart/2005/8/layout/cycle5"/>
    <dgm:cxn modelId="{E089FF3C-A5D5-42A4-8E23-EC4D8B8E6646}" srcId="{8F5317D7-2BA2-4734-90CD-DC7ACB2B9599}" destId="{34A778CD-501A-4D25-98AE-C2E12DE307A0}" srcOrd="3" destOrd="0" parTransId="{DD444AEA-62FF-4B34-9211-6558140CBCDE}" sibTransId="{672327A1-1D35-4135-8081-3FDA12D97025}"/>
    <dgm:cxn modelId="{B0AD613F-CC91-472D-9FD8-502E26B8D0D5}" type="presOf" srcId="{B90A0A38-36D2-4468-BA8C-D4364A57DBFA}" destId="{D7D8D414-3C96-4A2E-9401-7C046F7D3474}" srcOrd="0" destOrd="0" presId="urn:microsoft.com/office/officeart/2005/8/layout/cycle5"/>
    <dgm:cxn modelId="{7AB9154B-14E1-452F-BAF0-2CB43D2F48C5}" srcId="{8F5317D7-2BA2-4734-90CD-DC7ACB2B9599}" destId="{8A8CD0E1-5F81-4CD5-966C-D16EB05E98B0}" srcOrd="2" destOrd="0" parTransId="{471F600C-7327-489E-A533-2CB059F5F62C}" sibTransId="{31E76B69-0786-4A91-9CAE-16E1636FC60B}"/>
    <dgm:cxn modelId="{17F7BF54-2BFD-4597-BD7B-60E9A5D07EAF}" type="presOf" srcId="{72016365-EF33-42C6-80AC-E6BA04D493E6}" destId="{766D7857-3231-4AD0-8BC7-F13918B8145B}" srcOrd="0" destOrd="0" presId="urn:microsoft.com/office/officeart/2005/8/layout/cycle5"/>
    <dgm:cxn modelId="{5AFD48AB-0838-4C46-9379-C0032AD20129}" type="presOf" srcId="{34A778CD-501A-4D25-98AE-C2E12DE307A0}" destId="{E89F1A09-7CE7-4498-B3D7-F93586C8FFB9}" srcOrd="0" destOrd="0" presId="urn:microsoft.com/office/officeart/2005/8/layout/cycle5"/>
    <dgm:cxn modelId="{0E23A0D1-93ED-4B89-B821-055036FF2089}" type="presOf" srcId="{8F5317D7-2BA2-4734-90CD-DC7ACB2B9599}" destId="{181EFF49-3B82-41DA-A1EC-732CC74108E9}" srcOrd="0" destOrd="0" presId="urn:microsoft.com/office/officeart/2005/8/layout/cycle5"/>
    <dgm:cxn modelId="{899087D9-E8A8-423F-B99C-B6125C918BFC}" type="presOf" srcId="{CFC411CC-D6BA-49E0-9F04-F721B47EFE5C}" destId="{C84B4E8A-159A-4D9D-9AF0-F86600BA2E82}" srcOrd="0" destOrd="0" presId="urn:microsoft.com/office/officeart/2005/8/layout/cycle5"/>
    <dgm:cxn modelId="{4C3E7EDC-4BC4-4820-BF28-BDDC1AC09E0F}" srcId="{8F5317D7-2BA2-4734-90CD-DC7ACB2B9599}" destId="{B90A0A38-36D2-4468-BA8C-D4364A57DBFA}" srcOrd="0" destOrd="0" parTransId="{B79EAF3D-7695-4552-B4C0-EBD3AC2285C3}" sibTransId="{72016365-EF33-42C6-80AC-E6BA04D493E6}"/>
    <dgm:cxn modelId="{B92302E4-66EA-4461-ADD5-E03666ED6234}" type="presOf" srcId="{672327A1-1D35-4135-8081-3FDA12D97025}" destId="{CED7DAE7-3473-4718-8BAC-AB0B66F0C78F}" srcOrd="0" destOrd="0" presId="urn:microsoft.com/office/officeart/2005/8/layout/cycle5"/>
    <dgm:cxn modelId="{DEE256F5-02D0-41D3-9675-AAAB96E38084}" srcId="{8F5317D7-2BA2-4734-90CD-DC7ACB2B9599}" destId="{CFC411CC-D6BA-49E0-9F04-F721B47EFE5C}" srcOrd="1" destOrd="0" parTransId="{DEEC467A-6209-4DC0-9C0D-3032E9CB0FE4}" sibTransId="{6D644544-178E-418C-8D64-8F932C04C4D6}"/>
    <dgm:cxn modelId="{04E3F0F8-56EE-4D36-AE0E-ABC763867DA3}" type="presOf" srcId="{8A8CD0E1-5F81-4CD5-966C-D16EB05E98B0}" destId="{06E40252-924D-4721-871F-D801D4C2914A}" srcOrd="0" destOrd="0" presId="urn:microsoft.com/office/officeart/2005/8/layout/cycle5"/>
    <dgm:cxn modelId="{8154D8FF-6047-4F1A-8E12-0FF9FDD592F3}" type="presOf" srcId="{31E76B69-0786-4A91-9CAE-16E1636FC60B}" destId="{CD733CC4-BDC6-491A-99FA-F96B40993D82}" srcOrd="0" destOrd="0" presId="urn:microsoft.com/office/officeart/2005/8/layout/cycle5"/>
    <dgm:cxn modelId="{BB988844-A415-42ED-BC0E-FECDE52CF001}" type="presParOf" srcId="{181EFF49-3B82-41DA-A1EC-732CC74108E9}" destId="{D7D8D414-3C96-4A2E-9401-7C046F7D3474}" srcOrd="0" destOrd="0" presId="urn:microsoft.com/office/officeart/2005/8/layout/cycle5"/>
    <dgm:cxn modelId="{32A62E90-C4BB-437A-9B28-03F652D58B51}" type="presParOf" srcId="{181EFF49-3B82-41DA-A1EC-732CC74108E9}" destId="{0EBD91F9-924A-49A0-ADC0-5AEEC0E520FA}" srcOrd="1" destOrd="0" presId="urn:microsoft.com/office/officeart/2005/8/layout/cycle5"/>
    <dgm:cxn modelId="{07A58E9B-D712-4876-9F17-3118C35A0D95}" type="presParOf" srcId="{181EFF49-3B82-41DA-A1EC-732CC74108E9}" destId="{766D7857-3231-4AD0-8BC7-F13918B8145B}" srcOrd="2" destOrd="0" presId="urn:microsoft.com/office/officeart/2005/8/layout/cycle5"/>
    <dgm:cxn modelId="{B0D75856-DFBC-4BA4-9B15-6235A756EBC1}" type="presParOf" srcId="{181EFF49-3B82-41DA-A1EC-732CC74108E9}" destId="{C84B4E8A-159A-4D9D-9AF0-F86600BA2E82}" srcOrd="3" destOrd="0" presId="urn:microsoft.com/office/officeart/2005/8/layout/cycle5"/>
    <dgm:cxn modelId="{A71B18EE-F9F0-4432-9619-4D54D3FF88F2}" type="presParOf" srcId="{181EFF49-3B82-41DA-A1EC-732CC74108E9}" destId="{5D9D4465-04F2-4247-9D1E-BD5A697920DB}" srcOrd="4" destOrd="0" presId="urn:microsoft.com/office/officeart/2005/8/layout/cycle5"/>
    <dgm:cxn modelId="{F436D0B2-12E6-43BB-A028-0D7D088CA7EC}" type="presParOf" srcId="{181EFF49-3B82-41DA-A1EC-732CC74108E9}" destId="{70AAC718-6303-462E-85F7-A7E611E97B9C}" srcOrd="5" destOrd="0" presId="urn:microsoft.com/office/officeart/2005/8/layout/cycle5"/>
    <dgm:cxn modelId="{0A4390BA-8777-4321-B63E-ECDCE0104D3F}" type="presParOf" srcId="{181EFF49-3B82-41DA-A1EC-732CC74108E9}" destId="{06E40252-924D-4721-871F-D801D4C2914A}" srcOrd="6" destOrd="0" presId="urn:microsoft.com/office/officeart/2005/8/layout/cycle5"/>
    <dgm:cxn modelId="{3F50E453-499B-4C9E-806C-B1B315A5D91D}" type="presParOf" srcId="{181EFF49-3B82-41DA-A1EC-732CC74108E9}" destId="{193F1869-AEC2-46A5-BBAF-1585662788CA}" srcOrd="7" destOrd="0" presId="urn:microsoft.com/office/officeart/2005/8/layout/cycle5"/>
    <dgm:cxn modelId="{C6885494-007C-4FA4-8499-83B3967A3D36}" type="presParOf" srcId="{181EFF49-3B82-41DA-A1EC-732CC74108E9}" destId="{CD733CC4-BDC6-491A-99FA-F96B40993D82}" srcOrd="8" destOrd="0" presId="urn:microsoft.com/office/officeart/2005/8/layout/cycle5"/>
    <dgm:cxn modelId="{017F60E1-0DE5-4EFC-9462-7921CA91DE88}" type="presParOf" srcId="{181EFF49-3B82-41DA-A1EC-732CC74108E9}" destId="{E89F1A09-7CE7-4498-B3D7-F93586C8FFB9}" srcOrd="9" destOrd="0" presId="urn:microsoft.com/office/officeart/2005/8/layout/cycle5"/>
    <dgm:cxn modelId="{2F358A06-C726-423D-A07A-D476343CF25F}" type="presParOf" srcId="{181EFF49-3B82-41DA-A1EC-732CC74108E9}" destId="{A8F05AAB-BC89-4029-AEA4-A5179930B37B}" srcOrd="10" destOrd="0" presId="urn:microsoft.com/office/officeart/2005/8/layout/cycle5"/>
    <dgm:cxn modelId="{4C9E68F9-E53B-429B-9667-0AB0760F9834}" type="presParOf" srcId="{181EFF49-3B82-41DA-A1EC-732CC74108E9}" destId="{CED7DAE7-3473-4718-8BAC-AB0B66F0C78F}" srcOrd="11"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F2446BD8-93D0-4CC5-A1B2-40EC5F18F6DD}" type="doc">
      <dgm:prSet loTypeId="urn:microsoft.com/office/officeart/2005/8/layout/process4" loCatId="process" qsTypeId="urn:microsoft.com/office/officeart/2005/8/quickstyle/simple1" qsCatId="simple" csTypeId="urn:microsoft.com/office/officeart/2005/8/colors/colorful2" csCatId="colorful"/>
      <dgm:spPr/>
      <dgm:t>
        <a:bodyPr/>
        <a:lstStyle/>
        <a:p>
          <a:endParaRPr lang="en-US"/>
        </a:p>
      </dgm:t>
    </dgm:pt>
    <dgm:pt modelId="{DA7B9AB3-F42D-4981-8DA2-BB3D829D0320}">
      <dgm:prSet/>
      <dgm:spPr/>
      <dgm:t>
        <a:bodyPr/>
        <a:lstStyle/>
        <a:p>
          <a:r>
            <a:rPr lang="en-US"/>
            <a:t>Can be individual or a group (populations – E.g. Your suburb/state/country)</a:t>
          </a:r>
        </a:p>
      </dgm:t>
    </dgm:pt>
    <dgm:pt modelId="{7723D02A-587A-42B0-99F8-05A9AEFCF1E2}" type="parTrans" cxnId="{051459CD-729F-409F-A3D5-1AD44A578775}">
      <dgm:prSet/>
      <dgm:spPr/>
      <dgm:t>
        <a:bodyPr/>
        <a:lstStyle/>
        <a:p>
          <a:endParaRPr lang="en-US"/>
        </a:p>
      </dgm:t>
    </dgm:pt>
    <dgm:pt modelId="{566A353B-7E58-48F0-A43D-695F59B1ACA3}" type="sibTrans" cxnId="{051459CD-729F-409F-A3D5-1AD44A578775}">
      <dgm:prSet/>
      <dgm:spPr/>
      <dgm:t>
        <a:bodyPr/>
        <a:lstStyle/>
        <a:p>
          <a:endParaRPr lang="en-US"/>
        </a:p>
      </dgm:t>
    </dgm:pt>
    <dgm:pt modelId="{78F92227-54B7-4E3F-AA2E-2252B9F04DB8}">
      <dgm:prSet/>
      <dgm:spPr/>
      <dgm:t>
        <a:bodyPr/>
        <a:lstStyle/>
        <a:p>
          <a:r>
            <a:rPr lang="en-US"/>
            <a:t>What terms are used to measure this?</a:t>
          </a:r>
        </a:p>
      </dgm:t>
    </dgm:pt>
    <dgm:pt modelId="{0CC9A06D-C459-46E1-B3B0-2B975FD39FD5}" type="parTrans" cxnId="{84BDB0A9-0495-4C6E-9AC4-26902ABE480F}">
      <dgm:prSet/>
      <dgm:spPr/>
      <dgm:t>
        <a:bodyPr/>
        <a:lstStyle/>
        <a:p>
          <a:endParaRPr lang="en-US"/>
        </a:p>
      </dgm:t>
    </dgm:pt>
    <dgm:pt modelId="{EA0EC2AA-EFB6-4581-879D-A3BA2DF9AE88}" type="sibTrans" cxnId="{84BDB0A9-0495-4C6E-9AC4-26902ABE480F}">
      <dgm:prSet/>
      <dgm:spPr/>
      <dgm:t>
        <a:bodyPr/>
        <a:lstStyle/>
        <a:p>
          <a:endParaRPr lang="en-US"/>
        </a:p>
      </dgm:t>
    </dgm:pt>
    <dgm:pt modelId="{48D42FA2-EEDB-4719-82F9-1131D9BF1F4C}">
      <dgm:prSet/>
      <dgm:spPr/>
      <dgm:t>
        <a:bodyPr/>
        <a:lstStyle/>
        <a:p>
          <a:r>
            <a:rPr lang="en-US"/>
            <a:t>Quality of life</a:t>
          </a:r>
        </a:p>
      </dgm:t>
    </dgm:pt>
    <dgm:pt modelId="{8752DFCE-0B3D-4E91-AA50-039F788769F6}" type="parTrans" cxnId="{4DC05810-BC38-4DAC-BE60-73EA3DBB02F8}">
      <dgm:prSet/>
      <dgm:spPr/>
      <dgm:t>
        <a:bodyPr/>
        <a:lstStyle/>
        <a:p>
          <a:endParaRPr lang="en-US"/>
        </a:p>
      </dgm:t>
    </dgm:pt>
    <dgm:pt modelId="{F7CF8272-B0D6-490C-AC7B-8FB07345AFC7}" type="sibTrans" cxnId="{4DC05810-BC38-4DAC-BE60-73EA3DBB02F8}">
      <dgm:prSet/>
      <dgm:spPr/>
      <dgm:t>
        <a:bodyPr/>
        <a:lstStyle/>
        <a:p>
          <a:endParaRPr lang="en-US"/>
        </a:p>
      </dgm:t>
    </dgm:pt>
    <dgm:pt modelId="{9B6D2BCC-4FAD-4951-9215-E7143B712F63}">
      <dgm:prSet/>
      <dgm:spPr/>
      <dgm:t>
        <a:bodyPr/>
        <a:lstStyle/>
        <a:p>
          <a:r>
            <a:rPr lang="en-US"/>
            <a:t>Living with a disease (Morbidity)</a:t>
          </a:r>
        </a:p>
      </dgm:t>
    </dgm:pt>
    <dgm:pt modelId="{5B98947D-C929-44BA-88F9-A5E93E53189E}" type="parTrans" cxnId="{CC301B32-F598-4CE8-8FD0-F0819F8AC6E9}">
      <dgm:prSet/>
      <dgm:spPr/>
      <dgm:t>
        <a:bodyPr/>
        <a:lstStyle/>
        <a:p>
          <a:endParaRPr lang="en-US"/>
        </a:p>
      </dgm:t>
    </dgm:pt>
    <dgm:pt modelId="{1B81FF38-C2A7-4423-BCB4-5A6817AE4A11}" type="sibTrans" cxnId="{CC301B32-F598-4CE8-8FD0-F0819F8AC6E9}">
      <dgm:prSet/>
      <dgm:spPr/>
      <dgm:t>
        <a:bodyPr/>
        <a:lstStyle/>
        <a:p>
          <a:endParaRPr lang="en-US"/>
        </a:p>
      </dgm:t>
    </dgm:pt>
    <dgm:pt modelId="{F7CFFAF7-D6DF-409C-A69E-E319B62A876A}">
      <dgm:prSet/>
      <dgm:spPr/>
      <dgm:t>
        <a:bodyPr/>
        <a:lstStyle/>
        <a:p>
          <a:r>
            <a:rPr lang="en-US"/>
            <a:t>Life expectancy </a:t>
          </a:r>
        </a:p>
      </dgm:t>
    </dgm:pt>
    <dgm:pt modelId="{C6CF004D-5443-48B1-ACF6-EAC736175E01}" type="parTrans" cxnId="{F46FCED7-DE43-4060-A3F1-08B12D131D60}">
      <dgm:prSet/>
      <dgm:spPr/>
      <dgm:t>
        <a:bodyPr/>
        <a:lstStyle/>
        <a:p>
          <a:endParaRPr lang="en-US"/>
        </a:p>
      </dgm:t>
    </dgm:pt>
    <dgm:pt modelId="{9E76FBE6-A74F-4D71-A876-4FC5115B66A7}" type="sibTrans" cxnId="{F46FCED7-DE43-4060-A3F1-08B12D131D60}">
      <dgm:prSet/>
      <dgm:spPr/>
      <dgm:t>
        <a:bodyPr/>
        <a:lstStyle/>
        <a:p>
          <a:endParaRPr lang="en-US"/>
        </a:p>
      </dgm:t>
    </dgm:pt>
    <dgm:pt modelId="{2F186466-52CD-42AC-8951-8D3F9C6C485F}" type="pres">
      <dgm:prSet presAssocID="{F2446BD8-93D0-4CC5-A1B2-40EC5F18F6DD}" presName="Name0" presStyleCnt="0">
        <dgm:presLayoutVars>
          <dgm:dir/>
          <dgm:animLvl val="lvl"/>
          <dgm:resizeHandles val="exact"/>
        </dgm:presLayoutVars>
      </dgm:prSet>
      <dgm:spPr/>
    </dgm:pt>
    <dgm:pt modelId="{ABC82055-0C33-46CE-81C9-53381521A424}" type="pres">
      <dgm:prSet presAssocID="{78F92227-54B7-4E3F-AA2E-2252B9F04DB8}" presName="boxAndChildren" presStyleCnt="0"/>
      <dgm:spPr/>
    </dgm:pt>
    <dgm:pt modelId="{FA1680BD-171C-4FC5-B54F-0B3AA1F8BC9C}" type="pres">
      <dgm:prSet presAssocID="{78F92227-54B7-4E3F-AA2E-2252B9F04DB8}" presName="parentTextBox" presStyleLbl="node1" presStyleIdx="0" presStyleCnt="2"/>
      <dgm:spPr/>
    </dgm:pt>
    <dgm:pt modelId="{4E6C6B09-B74E-42F0-8A30-A748827AD205}" type="pres">
      <dgm:prSet presAssocID="{78F92227-54B7-4E3F-AA2E-2252B9F04DB8}" presName="entireBox" presStyleLbl="node1" presStyleIdx="0" presStyleCnt="2"/>
      <dgm:spPr/>
    </dgm:pt>
    <dgm:pt modelId="{B7E0814B-64F3-4A7F-B260-F7BF547CF0B8}" type="pres">
      <dgm:prSet presAssocID="{78F92227-54B7-4E3F-AA2E-2252B9F04DB8}" presName="descendantBox" presStyleCnt="0"/>
      <dgm:spPr/>
    </dgm:pt>
    <dgm:pt modelId="{19ED49D1-C116-4D87-B00E-878B7BAEB9EC}" type="pres">
      <dgm:prSet presAssocID="{48D42FA2-EEDB-4719-82F9-1131D9BF1F4C}" presName="childTextBox" presStyleLbl="fgAccFollowNode1" presStyleIdx="0" presStyleCnt="3">
        <dgm:presLayoutVars>
          <dgm:bulletEnabled val="1"/>
        </dgm:presLayoutVars>
      </dgm:prSet>
      <dgm:spPr/>
    </dgm:pt>
    <dgm:pt modelId="{BA17C6CF-717B-41DB-BFA6-AE6D277E0D7E}" type="pres">
      <dgm:prSet presAssocID="{9B6D2BCC-4FAD-4951-9215-E7143B712F63}" presName="childTextBox" presStyleLbl="fgAccFollowNode1" presStyleIdx="1" presStyleCnt="3">
        <dgm:presLayoutVars>
          <dgm:bulletEnabled val="1"/>
        </dgm:presLayoutVars>
      </dgm:prSet>
      <dgm:spPr/>
    </dgm:pt>
    <dgm:pt modelId="{3982F2B2-D8BF-4DA4-BF88-B375C7217B4A}" type="pres">
      <dgm:prSet presAssocID="{F7CFFAF7-D6DF-409C-A69E-E319B62A876A}" presName="childTextBox" presStyleLbl="fgAccFollowNode1" presStyleIdx="2" presStyleCnt="3">
        <dgm:presLayoutVars>
          <dgm:bulletEnabled val="1"/>
        </dgm:presLayoutVars>
      </dgm:prSet>
      <dgm:spPr/>
    </dgm:pt>
    <dgm:pt modelId="{89644BAC-BF90-4E1D-A44C-42AD8449D2F6}" type="pres">
      <dgm:prSet presAssocID="{566A353B-7E58-48F0-A43D-695F59B1ACA3}" presName="sp" presStyleCnt="0"/>
      <dgm:spPr/>
    </dgm:pt>
    <dgm:pt modelId="{668CE851-EA7A-4D2F-AE50-272D4A22CA73}" type="pres">
      <dgm:prSet presAssocID="{DA7B9AB3-F42D-4981-8DA2-BB3D829D0320}" presName="arrowAndChildren" presStyleCnt="0"/>
      <dgm:spPr/>
    </dgm:pt>
    <dgm:pt modelId="{4E8B653D-03F0-4A7A-90AA-0B86A0095848}" type="pres">
      <dgm:prSet presAssocID="{DA7B9AB3-F42D-4981-8DA2-BB3D829D0320}" presName="parentTextArrow" presStyleLbl="node1" presStyleIdx="1" presStyleCnt="2"/>
      <dgm:spPr/>
    </dgm:pt>
  </dgm:ptLst>
  <dgm:cxnLst>
    <dgm:cxn modelId="{4DC05810-BC38-4DAC-BE60-73EA3DBB02F8}" srcId="{78F92227-54B7-4E3F-AA2E-2252B9F04DB8}" destId="{48D42FA2-EEDB-4719-82F9-1131D9BF1F4C}" srcOrd="0" destOrd="0" parTransId="{8752DFCE-0B3D-4E91-AA50-039F788769F6}" sibTransId="{F7CF8272-B0D6-490C-AC7B-8FB07345AFC7}"/>
    <dgm:cxn modelId="{CC301B32-F598-4CE8-8FD0-F0819F8AC6E9}" srcId="{78F92227-54B7-4E3F-AA2E-2252B9F04DB8}" destId="{9B6D2BCC-4FAD-4951-9215-E7143B712F63}" srcOrd="1" destOrd="0" parTransId="{5B98947D-C929-44BA-88F9-A5E93E53189E}" sibTransId="{1B81FF38-C2A7-4423-BCB4-5A6817AE4A11}"/>
    <dgm:cxn modelId="{282F7D33-DB24-46FA-9392-DA24901D8B7A}" type="presOf" srcId="{48D42FA2-EEDB-4719-82F9-1131D9BF1F4C}" destId="{19ED49D1-C116-4D87-B00E-878B7BAEB9EC}" srcOrd="0" destOrd="0" presId="urn:microsoft.com/office/officeart/2005/8/layout/process4"/>
    <dgm:cxn modelId="{3FC04E54-4FDF-4143-8CFA-1D22265C8895}" type="presOf" srcId="{78F92227-54B7-4E3F-AA2E-2252B9F04DB8}" destId="{4E6C6B09-B74E-42F0-8A30-A748827AD205}" srcOrd="1" destOrd="0" presId="urn:microsoft.com/office/officeart/2005/8/layout/process4"/>
    <dgm:cxn modelId="{4CFF0D8A-C58F-44CA-90A0-895FF4F78BB9}" type="presOf" srcId="{F7CFFAF7-D6DF-409C-A69E-E319B62A876A}" destId="{3982F2B2-D8BF-4DA4-BF88-B375C7217B4A}" srcOrd="0" destOrd="0" presId="urn:microsoft.com/office/officeart/2005/8/layout/process4"/>
    <dgm:cxn modelId="{46A4048F-DC7B-4A51-A750-5A67430228A4}" type="presOf" srcId="{78F92227-54B7-4E3F-AA2E-2252B9F04DB8}" destId="{FA1680BD-171C-4FC5-B54F-0B3AA1F8BC9C}" srcOrd="0" destOrd="0" presId="urn:microsoft.com/office/officeart/2005/8/layout/process4"/>
    <dgm:cxn modelId="{3B417A90-9510-49D7-A53B-9AD553821D25}" type="presOf" srcId="{9B6D2BCC-4FAD-4951-9215-E7143B712F63}" destId="{BA17C6CF-717B-41DB-BFA6-AE6D277E0D7E}" srcOrd="0" destOrd="0" presId="urn:microsoft.com/office/officeart/2005/8/layout/process4"/>
    <dgm:cxn modelId="{84BDB0A9-0495-4C6E-9AC4-26902ABE480F}" srcId="{F2446BD8-93D0-4CC5-A1B2-40EC5F18F6DD}" destId="{78F92227-54B7-4E3F-AA2E-2252B9F04DB8}" srcOrd="1" destOrd="0" parTransId="{0CC9A06D-C459-46E1-B3B0-2B975FD39FD5}" sibTransId="{EA0EC2AA-EFB6-4581-879D-A3BA2DF9AE88}"/>
    <dgm:cxn modelId="{B7B2BABA-6B82-4D12-9A56-5FDE296E4584}" type="presOf" srcId="{F2446BD8-93D0-4CC5-A1B2-40EC5F18F6DD}" destId="{2F186466-52CD-42AC-8951-8D3F9C6C485F}" srcOrd="0" destOrd="0" presId="urn:microsoft.com/office/officeart/2005/8/layout/process4"/>
    <dgm:cxn modelId="{051459CD-729F-409F-A3D5-1AD44A578775}" srcId="{F2446BD8-93D0-4CC5-A1B2-40EC5F18F6DD}" destId="{DA7B9AB3-F42D-4981-8DA2-BB3D829D0320}" srcOrd="0" destOrd="0" parTransId="{7723D02A-587A-42B0-99F8-05A9AEFCF1E2}" sibTransId="{566A353B-7E58-48F0-A43D-695F59B1ACA3}"/>
    <dgm:cxn modelId="{F46FCED7-DE43-4060-A3F1-08B12D131D60}" srcId="{78F92227-54B7-4E3F-AA2E-2252B9F04DB8}" destId="{F7CFFAF7-D6DF-409C-A69E-E319B62A876A}" srcOrd="2" destOrd="0" parTransId="{C6CF004D-5443-48B1-ACF6-EAC736175E01}" sibTransId="{9E76FBE6-A74F-4D71-A876-4FC5115B66A7}"/>
    <dgm:cxn modelId="{F7E756FC-61FE-4EF0-A72E-3D701DE2BAF1}" type="presOf" srcId="{DA7B9AB3-F42D-4981-8DA2-BB3D829D0320}" destId="{4E8B653D-03F0-4A7A-90AA-0B86A0095848}" srcOrd="0" destOrd="0" presId="urn:microsoft.com/office/officeart/2005/8/layout/process4"/>
    <dgm:cxn modelId="{2FEE24C0-651B-4727-A8E2-3DC0C4654C8D}" type="presParOf" srcId="{2F186466-52CD-42AC-8951-8D3F9C6C485F}" destId="{ABC82055-0C33-46CE-81C9-53381521A424}" srcOrd="0" destOrd="0" presId="urn:microsoft.com/office/officeart/2005/8/layout/process4"/>
    <dgm:cxn modelId="{93D7A2A3-8B19-4CCD-8AD5-F9E3CFE16487}" type="presParOf" srcId="{ABC82055-0C33-46CE-81C9-53381521A424}" destId="{FA1680BD-171C-4FC5-B54F-0B3AA1F8BC9C}" srcOrd="0" destOrd="0" presId="urn:microsoft.com/office/officeart/2005/8/layout/process4"/>
    <dgm:cxn modelId="{6635391D-C6C8-4039-9E1B-987F01D8B53E}" type="presParOf" srcId="{ABC82055-0C33-46CE-81C9-53381521A424}" destId="{4E6C6B09-B74E-42F0-8A30-A748827AD205}" srcOrd="1" destOrd="0" presId="urn:microsoft.com/office/officeart/2005/8/layout/process4"/>
    <dgm:cxn modelId="{DF3F64DF-A093-4CF6-A1C2-E6FBD701AB75}" type="presParOf" srcId="{ABC82055-0C33-46CE-81C9-53381521A424}" destId="{B7E0814B-64F3-4A7F-B260-F7BF547CF0B8}" srcOrd="2" destOrd="0" presId="urn:microsoft.com/office/officeart/2005/8/layout/process4"/>
    <dgm:cxn modelId="{DBE63412-8A6E-45E5-8AEA-EFDABCD45734}" type="presParOf" srcId="{B7E0814B-64F3-4A7F-B260-F7BF547CF0B8}" destId="{19ED49D1-C116-4D87-B00E-878B7BAEB9EC}" srcOrd="0" destOrd="0" presId="urn:microsoft.com/office/officeart/2005/8/layout/process4"/>
    <dgm:cxn modelId="{F3EA0C24-5159-44BF-A0D8-F4A1ABC57DAD}" type="presParOf" srcId="{B7E0814B-64F3-4A7F-B260-F7BF547CF0B8}" destId="{BA17C6CF-717B-41DB-BFA6-AE6D277E0D7E}" srcOrd="1" destOrd="0" presId="urn:microsoft.com/office/officeart/2005/8/layout/process4"/>
    <dgm:cxn modelId="{97A66A84-D01C-47AB-9953-C33453F84B8B}" type="presParOf" srcId="{B7E0814B-64F3-4A7F-B260-F7BF547CF0B8}" destId="{3982F2B2-D8BF-4DA4-BF88-B375C7217B4A}" srcOrd="2" destOrd="0" presId="urn:microsoft.com/office/officeart/2005/8/layout/process4"/>
    <dgm:cxn modelId="{14C996F4-0230-478B-BA64-7D930DDC6508}" type="presParOf" srcId="{2F186466-52CD-42AC-8951-8D3F9C6C485F}" destId="{89644BAC-BF90-4E1D-A44C-42AD8449D2F6}" srcOrd="1" destOrd="0" presId="urn:microsoft.com/office/officeart/2005/8/layout/process4"/>
    <dgm:cxn modelId="{D88957D0-79ED-4D9B-A9FB-42075711EFD1}" type="presParOf" srcId="{2F186466-52CD-42AC-8951-8D3F9C6C485F}" destId="{668CE851-EA7A-4D2F-AE50-272D4A22CA73}" srcOrd="2" destOrd="0" presId="urn:microsoft.com/office/officeart/2005/8/layout/process4"/>
    <dgm:cxn modelId="{362E6DBC-873A-48C3-860F-59CDA97DEFA9}" type="presParOf" srcId="{668CE851-EA7A-4D2F-AE50-272D4A22CA73}" destId="{4E8B653D-03F0-4A7A-90AA-0B86A0095848}"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F2446BD8-93D0-4CC5-A1B2-40EC5F18F6DD}" type="doc">
      <dgm:prSet loTypeId="urn:microsoft.com/office/officeart/2005/8/layout/process4" loCatId="process" qsTypeId="urn:microsoft.com/office/officeart/2005/8/quickstyle/simple1" qsCatId="simple" csTypeId="urn:microsoft.com/office/officeart/2005/8/colors/colorful2" csCatId="colorful"/>
      <dgm:spPr/>
      <dgm:t>
        <a:bodyPr/>
        <a:lstStyle/>
        <a:p>
          <a:endParaRPr lang="en-US"/>
        </a:p>
      </dgm:t>
    </dgm:pt>
    <dgm:pt modelId="{DA7B9AB3-F42D-4981-8DA2-BB3D829D0320}">
      <dgm:prSet/>
      <dgm:spPr/>
      <dgm:t>
        <a:bodyPr/>
        <a:lstStyle/>
        <a:p>
          <a:r>
            <a:rPr lang="en-US"/>
            <a:t>Can be individual or a group (populations – E.g. Your suburb/state/country)</a:t>
          </a:r>
        </a:p>
      </dgm:t>
    </dgm:pt>
    <dgm:pt modelId="{7723D02A-587A-42B0-99F8-05A9AEFCF1E2}" type="parTrans" cxnId="{051459CD-729F-409F-A3D5-1AD44A578775}">
      <dgm:prSet/>
      <dgm:spPr/>
      <dgm:t>
        <a:bodyPr/>
        <a:lstStyle/>
        <a:p>
          <a:endParaRPr lang="en-US"/>
        </a:p>
      </dgm:t>
    </dgm:pt>
    <dgm:pt modelId="{566A353B-7E58-48F0-A43D-695F59B1ACA3}" type="sibTrans" cxnId="{051459CD-729F-409F-A3D5-1AD44A578775}">
      <dgm:prSet/>
      <dgm:spPr/>
      <dgm:t>
        <a:bodyPr/>
        <a:lstStyle/>
        <a:p>
          <a:endParaRPr lang="en-US"/>
        </a:p>
      </dgm:t>
    </dgm:pt>
    <dgm:pt modelId="{78F92227-54B7-4E3F-AA2E-2252B9F04DB8}">
      <dgm:prSet/>
      <dgm:spPr/>
      <dgm:t>
        <a:bodyPr/>
        <a:lstStyle/>
        <a:p>
          <a:r>
            <a:rPr lang="en-US"/>
            <a:t>What terms are used to measure this?</a:t>
          </a:r>
        </a:p>
      </dgm:t>
    </dgm:pt>
    <dgm:pt modelId="{0CC9A06D-C459-46E1-B3B0-2B975FD39FD5}" type="parTrans" cxnId="{84BDB0A9-0495-4C6E-9AC4-26902ABE480F}">
      <dgm:prSet/>
      <dgm:spPr/>
      <dgm:t>
        <a:bodyPr/>
        <a:lstStyle/>
        <a:p>
          <a:endParaRPr lang="en-US"/>
        </a:p>
      </dgm:t>
    </dgm:pt>
    <dgm:pt modelId="{EA0EC2AA-EFB6-4581-879D-A3BA2DF9AE88}" type="sibTrans" cxnId="{84BDB0A9-0495-4C6E-9AC4-26902ABE480F}">
      <dgm:prSet/>
      <dgm:spPr/>
      <dgm:t>
        <a:bodyPr/>
        <a:lstStyle/>
        <a:p>
          <a:endParaRPr lang="en-US"/>
        </a:p>
      </dgm:t>
    </dgm:pt>
    <dgm:pt modelId="{48D42FA2-EEDB-4719-82F9-1131D9BF1F4C}">
      <dgm:prSet/>
      <dgm:spPr/>
      <dgm:t>
        <a:bodyPr/>
        <a:lstStyle/>
        <a:p>
          <a:r>
            <a:rPr lang="en-US"/>
            <a:t>Quality of life</a:t>
          </a:r>
        </a:p>
      </dgm:t>
    </dgm:pt>
    <dgm:pt modelId="{8752DFCE-0B3D-4E91-AA50-039F788769F6}" type="parTrans" cxnId="{4DC05810-BC38-4DAC-BE60-73EA3DBB02F8}">
      <dgm:prSet/>
      <dgm:spPr/>
      <dgm:t>
        <a:bodyPr/>
        <a:lstStyle/>
        <a:p>
          <a:endParaRPr lang="en-US"/>
        </a:p>
      </dgm:t>
    </dgm:pt>
    <dgm:pt modelId="{F7CF8272-B0D6-490C-AC7B-8FB07345AFC7}" type="sibTrans" cxnId="{4DC05810-BC38-4DAC-BE60-73EA3DBB02F8}">
      <dgm:prSet/>
      <dgm:spPr/>
      <dgm:t>
        <a:bodyPr/>
        <a:lstStyle/>
        <a:p>
          <a:endParaRPr lang="en-US"/>
        </a:p>
      </dgm:t>
    </dgm:pt>
    <dgm:pt modelId="{9B6D2BCC-4FAD-4951-9215-E7143B712F63}">
      <dgm:prSet/>
      <dgm:spPr/>
      <dgm:t>
        <a:bodyPr/>
        <a:lstStyle/>
        <a:p>
          <a:r>
            <a:rPr lang="en-US"/>
            <a:t>Living with a disease (Morbidity)</a:t>
          </a:r>
        </a:p>
      </dgm:t>
    </dgm:pt>
    <dgm:pt modelId="{5B98947D-C929-44BA-88F9-A5E93E53189E}" type="parTrans" cxnId="{CC301B32-F598-4CE8-8FD0-F0819F8AC6E9}">
      <dgm:prSet/>
      <dgm:spPr/>
      <dgm:t>
        <a:bodyPr/>
        <a:lstStyle/>
        <a:p>
          <a:endParaRPr lang="en-US"/>
        </a:p>
      </dgm:t>
    </dgm:pt>
    <dgm:pt modelId="{1B81FF38-C2A7-4423-BCB4-5A6817AE4A11}" type="sibTrans" cxnId="{CC301B32-F598-4CE8-8FD0-F0819F8AC6E9}">
      <dgm:prSet/>
      <dgm:spPr/>
      <dgm:t>
        <a:bodyPr/>
        <a:lstStyle/>
        <a:p>
          <a:endParaRPr lang="en-US"/>
        </a:p>
      </dgm:t>
    </dgm:pt>
    <dgm:pt modelId="{F7CFFAF7-D6DF-409C-A69E-E319B62A876A}">
      <dgm:prSet/>
      <dgm:spPr/>
      <dgm:t>
        <a:bodyPr/>
        <a:lstStyle/>
        <a:p>
          <a:r>
            <a:rPr lang="en-US"/>
            <a:t>Life expectancy </a:t>
          </a:r>
        </a:p>
      </dgm:t>
    </dgm:pt>
    <dgm:pt modelId="{C6CF004D-5443-48B1-ACF6-EAC736175E01}" type="parTrans" cxnId="{F46FCED7-DE43-4060-A3F1-08B12D131D60}">
      <dgm:prSet/>
      <dgm:spPr/>
      <dgm:t>
        <a:bodyPr/>
        <a:lstStyle/>
        <a:p>
          <a:endParaRPr lang="en-US"/>
        </a:p>
      </dgm:t>
    </dgm:pt>
    <dgm:pt modelId="{9E76FBE6-A74F-4D71-A876-4FC5115B66A7}" type="sibTrans" cxnId="{F46FCED7-DE43-4060-A3F1-08B12D131D60}">
      <dgm:prSet/>
      <dgm:spPr/>
      <dgm:t>
        <a:bodyPr/>
        <a:lstStyle/>
        <a:p>
          <a:endParaRPr lang="en-US"/>
        </a:p>
      </dgm:t>
    </dgm:pt>
    <dgm:pt modelId="{2F186466-52CD-42AC-8951-8D3F9C6C485F}" type="pres">
      <dgm:prSet presAssocID="{F2446BD8-93D0-4CC5-A1B2-40EC5F18F6DD}" presName="Name0" presStyleCnt="0">
        <dgm:presLayoutVars>
          <dgm:dir/>
          <dgm:animLvl val="lvl"/>
          <dgm:resizeHandles val="exact"/>
        </dgm:presLayoutVars>
      </dgm:prSet>
      <dgm:spPr/>
    </dgm:pt>
    <dgm:pt modelId="{ABC82055-0C33-46CE-81C9-53381521A424}" type="pres">
      <dgm:prSet presAssocID="{78F92227-54B7-4E3F-AA2E-2252B9F04DB8}" presName="boxAndChildren" presStyleCnt="0"/>
      <dgm:spPr/>
    </dgm:pt>
    <dgm:pt modelId="{FA1680BD-171C-4FC5-B54F-0B3AA1F8BC9C}" type="pres">
      <dgm:prSet presAssocID="{78F92227-54B7-4E3F-AA2E-2252B9F04DB8}" presName="parentTextBox" presStyleLbl="node1" presStyleIdx="0" presStyleCnt="2"/>
      <dgm:spPr/>
    </dgm:pt>
    <dgm:pt modelId="{4E6C6B09-B74E-42F0-8A30-A748827AD205}" type="pres">
      <dgm:prSet presAssocID="{78F92227-54B7-4E3F-AA2E-2252B9F04DB8}" presName="entireBox" presStyleLbl="node1" presStyleIdx="0" presStyleCnt="2"/>
      <dgm:spPr/>
    </dgm:pt>
    <dgm:pt modelId="{B7E0814B-64F3-4A7F-B260-F7BF547CF0B8}" type="pres">
      <dgm:prSet presAssocID="{78F92227-54B7-4E3F-AA2E-2252B9F04DB8}" presName="descendantBox" presStyleCnt="0"/>
      <dgm:spPr/>
    </dgm:pt>
    <dgm:pt modelId="{19ED49D1-C116-4D87-B00E-878B7BAEB9EC}" type="pres">
      <dgm:prSet presAssocID="{48D42FA2-EEDB-4719-82F9-1131D9BF1F4C}" presName="childTextBox" presStyleLbl="fgAccFollowNode1" presStyleIdx="0" presStyleCnt="3">
        <dgm:presLayoutVars>
          <dgm:bulletEnabled val="1"/>
        </dgm:presLayoutVars>
      </dgm:prSet>
      <dgm:spPr/>
    </dgm:pt>
    <dgm:pt modelId="{BA17C6CF-717B-41DB-BFA6-AE6D277E0D7E}" type="pres">
      <dgm:prSet presAssocID="{9B6D2BCC-4FAD-4951-9215-E7143B712F63}" presName="childTextBox" presStyleLbl="fgAccFollowNode1" presStyleIdx="1" presStyleCnt="3">
        <dgm:presLayoutVars>
          <dgm:bulletEnabled val="1"/>
        </dgm:presLayoutVars>
      </dgm:prSet>
      <dgm:spPr/>
    </dgm:pt>
    <dgm:pt modelId="{3982F2B2-D8BF-4DA4-BF88-B375C7217B4A}" type="pres">
      <dgm:prSet presAssocID="{F7CFFAF7-D6DF-409C-A69E-E319B62A876A}" presName="childTextBox" presStyleLbl="fgAccFollowNode1" presStyleIdx="2" presStyleCnt="3">
        <dgm:presLayoutVars>
          <dgm:bulletEnabled val="1"/>
        </dgm:presLayoutVars>
      </dgm:prSet>
      <dgm:spPr/>
    </dgm:pt>
    <dgm:pt modelId="{89644BAC-BF90-4E1D-A44C-42AD8449D2F6}" type="pres">
      <dgm:prSet presAssocID="{566A353B-7E58-48F0-A43D-695F59B1ACA3}" presName="sp" presStyleCnt="0"/>
      <dgm:spPr/>
    </dgm:pt>
    <dgm:pt modelId="{668CE851-EA7A-4D2F-AE50-272D4A22CA73}" type="pres">
      <dgm:prSet presAssocID="{DA7B9AB3-F42D-4981-8DA2-BB3D829D0320}" presName="arrowAndChildren" presStyleCnt="0"/>
      <dgm:spPr/>
    </dgm:pt>
    <dgm:pt modelId="{4E8B653D-03F0-4A7A-90AA-0B86A0095848}" type="pres">
      <dgm:prSet presAssocID="{DA7B9AB3-F42D-4981-8DA2-BB3D829D0320}" presName="parentTextArrow" presStyleLbl="node1" presStyleIdx="1" presStyleCnt="2"/>
      <dgm:spPr/>
    </dgm:pt>
  </dgm:ptLst>
  <dgm:cxnLst>
    <dgm:cxn modelId="{4DC05810-BC38-4DAC-BE60-73EA3DBB02F8}" srcId="{78F92227-54B7-4E3F-AA2E-2252B9F04DB8}" destId="{48D42FA2-EEDB-4719-82F9-1131D9BF1F4C}" srcOrd="0" destOrd="0" parTransId="{8752DFCE-0B3D-4E91-AA50-039F788769F6}" sibTransId="{F7CF8272-B0D6-490C-AC7B-8FB07345AFC7}"/>
    <dgm:cxn modelId="{CC301B32-F598-4CE8-8FD0-F0819F8AC6E9}" srcId="{78F92227-54B7-4E3F-AA2E-2252B9F04DB8}" destId="{9B6D2BCC-4FAD-4951-9215-E7143B712F63}" srcOrd="1" destOrd="0" parTransId="{5B98947D-C929-44BA-88F9-A5E93E53189E}" sibTransId="{1B81FF38-C2A7-4423-BCB4-5A6817AE4A11}"/>
    <dgm:cxn modelId="{282F7D33-DB24-46FA-9392-DA24901D8B7A}" type="presOf" srcId="{48D42FA2-EEDB-4719-82F9-1131D9BF1F4C}" destId="{19ED49D1-C116-4D87-B00E-878B7BAEB9EC}" srcOrd="0" destOrd="0" presId="urn:microsoft.com/office/officeart/2005/8/layout/process4"/>
    <dgm:cxn modelId="{3FC04E54-4FDF-4143-8CFA-1D22265C8895}" type="presOf" srcId="{78F92227-54B7-4E3F-AA2E-2252B9F04DB8}" destId="{4E6C6B09-B74E-42F0-8A30-A748827AD205}" srcOrd="1" destOrd="0" presId="urn:microsoft.com/office/officeart/2005/8/layout/process4"/>
    <dgm:cxn modelId="{4CFF0D8A-C58F-44CA-90A0-895FF4F78BB9}" type="presOf" srcId="{F7CFFAF7-D6DF-409C-A69E-E319B62A876A}" destId="{3982F2B2-D8BF-4DA4-BF88-B375C7217B4A}" srcOrd="0" destOrd="0" presId="urn:microsoft.com/office/officeart/2005/8/layout/process4"/>
    <dgm:cxn modelId="{46A4048F-DC7B-4A51-A750-5A67430228A4}" type="presOf" srcId="{78F92227-54B7-4E3F-AA2E-2252B9F04DB8}" destId="{FA1680BD-171C-4FC5-B54F-0B3AA1F8BC9C}" srcOrd="0" destOrd="0" presId="urn:microsoft.com/office/officeart/2005/8/layout/process4"/>
    <dgm:cxn modelId="{3B417A90-9510-49D7-A53B-9AD553821D25}" type="presOf" srcId="{9B6D2BCC-4FAD-4951-9215-E7143B712F63}" destId="{BA17C6CF-717B-41DB-BFA6-AE6D277E0D7E}" srcOrd="0" destOrd="0" presId="urn:microsoft.com/office/officeart/2005/8/layout/process4"/>
    <dgm:cxn modelId="{84BDB0A9-0495-4C6E-9AC4-26902ABE480F}" srcId="{F2446BD8-93D0-4CC5-A1B2-40EC5F18F6DD}" destId="{78F92227-54B7-4E3F-AA2E-2252B9F04DB8}" srcOrd="1" destOrd="0" parTransId="{0CC9A06D-C459-46E1-B3B0-2B975FD39FD5}" sibTransId="{EA0EC2AA-EFB6-4581-879D-A3BA2DF9AE88}"/>
    <dgm:cxn modelId="{B7B2BABA-6B82-4D12-9A56-5FDE296E4584}" type="presOf" srcId="{F2446BD8-93D0-4CC5-A1B2-40EC5F18F6DD}" destId="{2F186466-52CD-42AC-8951-8D3F9C6C485F}" srcOrd="0" destOrd="0" presId="urn:microsoft.com/office/officeart/2005/8/layout/process4"/>
    <dgm:cxn modelId="{051459CD-729F-409F-A3D5-1AD44A578775}" srcId="{F2446BD8-93D0-4CC5-A1B2-40EC5F18F6DD}" destId="{DA7B9AB3-F42D-4981-8DA2-BB3D829D0320}" srcOrd="0" destOrd="0" parTransId="{7723D02A-587A-42B0-99F8-05A9AEFCF1E2}" sibTransId="{566A353B-7E58-48F0-A43D-695F59B1ACA3}"/>
    <dgm:cxn modelId="{F46FCED7-DE43-4060-A3F1-08B12D131D60}" srcId="{78F92227-54B7-4E3F-AA2E-2252B9F04DB8}" destId="{F7CFFAF7-D6DF-409C-A69E-E319B62A876A}" srcOrd="2" destOrd="0" parTransId="{C6CF004D-5443-48B1-ACF6-EAC736175E01}" sibTransId="{9E76FBE6-A74F-4D71-A876-4FC5115B66A7}"/>
    <dgm:cxn modelId="{F7E756FC-61FE-4EF0-A72E-3D701DE2BAF1}" type="presOf" srcId="{DA7B9AB3-F42D-4981-8DA2-BB3D829D0320}" destId="{4E8B653D-03F0-4A7A-90AA-0B86A0095848}" srcOrd="0" destOrd="0" presId="urn:microsoft.com/office/officeart/2005/8/layout/process4"/>
    <dgm:cxn modelId="{2FEE24C0-651B-4727-A8E2-3DC0C4654C8D}" type="presParOf" srcId="{2F186466-52CD-42AC-8951-8D3F9C6C485F}" destId="{ABC82055-0C33-46CE-81C9-53381521A424}" srcOrd="0" destOrd="0" presId="urn:microsoft.com/office/officeart/2005/8/layout/process4"/>
    <dgm:cxn modelId="{93D7A2A3-8B19-4CCD-8AD5-F9E3CFE16487}" type="presParOf" srcId="{ABC82055-0C33-46CE-81C9-53381521A424}" destId="{FA1680BD-171C-4FC5-B54F-0B3AA1F8BC9C}" srcOrd="0" destOrd="0" presId="urn:microsoft.com/office/officeart/2005/8/layout/process4"/>
    <dgm:cxn modelId="{6635391D-C6C8-4039-9E1B-987F01D8B53E}" type="presParOf" srcId="{ABC82055-0C33-46CE-81C9-53381521A424}" destId="{4E6C6B09-B74E-42F0-8A30-A748827AD205}" srcOrd="1" destOrd="0" presId="urn:microsoft.com/office/officeart/2005/8/layout/process4"/>
    <dgm:cxn modelId="{DF3F64DF-A093-4CF6-A1C2-E6FBD701AB75}" type="presParOf" srcId="{ABC82055-0C33-46CE-81C9-53381521A424}" destId="{B7E0814B-64F3-4A7F-B260-F7BF547CF0B8}" srcOrd="2" destOrd="0" presId="urn:microsoft.com/office/officeart/2005/8/layout/process4"/>
    <dgm:cxn modelId="{DBE63412-8A6E-45E5-8AEA-EFDABCD45734}" type="presParOf" srcId="{B7E0814B-64F3-4A7F-B260-F7BF547CF0B8}" destId="{19ED49D1-C116-4D87-B00E-878B7BAEB9EC}" srcOrd="0" destOrd="0" presId="urn:microsoft.com/office/officeart/2005/8/layout/process4"/>
    <dgm:cxn modelId="{F3EA0C24-5159-44BF-A0D8-F4A1ABC57DAD}" type="presParOf" srcId="{B7E0814B-64F3-4A7F-B260-F7BF547CF0B8}" destId="{BA17C6CF-717B-41DB-BFA6-AE6D277E0D7E}" srcOrd="1" destOrd="0" presId="urn:microsoft.com/office/officeart/2005/8/layout/process4"/>
    <dgm:cxn modelId="{97A66A84-D01C-47AB-9953-C33453F84B8B}" type="presParOf" srcId="{B7E0814B-64F3-4A7F-B260-F7BF547CF0B8}" destId="{3982F2B2-D8BF-4DA4-BF88-B375C7217B4A}" srcOrd="2" destOrd="0" presId="urn:microsoft.com/office/officeart/2005/8/layout/process4"/>
    <dgm:cxn modelId="{14C996F4-0230-478B-BA64-7D930DDC6508}" type="presParOf" srcId="{2F186466-52CD-42AC-8951-8D3F9C6C485F}" destId="{89644BAC-BF90-4E1D-A44C-42AD8449D2F6}" srcOrd="1" destOrd="0" presId="urn:microsoft.com/office/officeart/2005/8/layout/process4"/>
    <dgm:cxn modelId="{D88957D0-79ED-4D9B-A9FB-42075711EFD1}" type="presParOf" srcId="{2F186466-52CD-42AC-8951-8D3F9C6C485F}" destId="{668CE851-EA7A-4D2F-AE50-272D4A22CA73}" srcOrd="2" destOrd="0" presId="urn:microsoft.com/office/officeart/2005/8/layout/process4"/>
    <dgm:cxn modelId="{362E6DBC-873A-48C3-860F-59CDA97DEFA9}" type="presParOf" srcId="{668CE851-EA7A-4D2F-AE50-272D4A22CA73}" destId="{4E8B653D-03F0-4A7A-90AA-0B86A0095848}"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6EF38CA8-E8BB-42B1-9433-927BCC19FDE9}" type="doc">
      <dgm:prSet loTypeId="urn:microsoft.com/office/officeart/2016/7/layout/VerticalSolidActionList" loCatId="List" qsTypeId="urn:microsoft.com/office/officeart/2005/8/quickstyle/simple1" qsCatId="simple" csTypeId="urn:microsoft.com/office/officeart/2005/8/colors/colorful1" csCatId="colorful" phldr="1"/>
      <dgm:spPr/>
      <dgm:t>
        <a:bodyPr/>
        <a:lstStyle/>
        <a:p>
          <a:endParaRPr lang="en-US"/>
        </a:p>
      </dgm:t>
    </dgm:pt>
    <dgm:pt modelId="{B8439261-5729-4ED2-80AD-53419F1887A3}">
      <dgm:prSet/>
      <dgm:spPr/>
      <dgm:t>
        <a:bodyPr/>
        <a:lstStyle/>
        <a:p>
          <a:r>
            <a:rPr lang="en-US"/>
            <a:t>Outline</a:t>
          </a:r>
        </a:p>
      </dgm:t>
    </dgm:pt>
    <dgm:pt modelId="{69F77F00-0FDE-4BBA-AB05-3F94908E398A}" type="parTrans" cxnId="{9DD651A9-D50E-4DD8-8507-8D09EE6D77AB}">
      <dgm:prSet/>
      <dgm:spPr/>
      <dgm:t>
        <a:bodyPr/>
        <a:lstStyle/>
        <a:p>
          <a:endParaRPr lang="en-US"/>
        </a:p>
      </dgm:t>
    </dgm:pt>
    <dgm:pt modelId="{261FD9D1-6355-422A-B021-7FC39E69832E}" type="sibTrans" cxnId="{9DD651A9-D50E-4DD8-8507-8D09EE6D77AB}">
      <dgm:prSet/>
      <dgm:spPr/>
      <dgm:t>
        <a:bodyPr/>
        <a:lstStyle/>
        <a:p>
          <a:endParaRPr lang="en-US"/>
        </a:p>
      </dgm:t>
    </dgm:pt>
    <dgm:pt modelId="{32B4E476-A0DC-4AA1-9D00-071B650428C2}">
      <dgm:prSet/>
      <dgm:spPr/>
      <dgm:t>
        <a:bodyPr/>
        <a:lstStyle/>
        <a:p>
          <a:r>
            <a:rPr lang="en-US"/>
            <a:t>Outline each determinant</a:t>
          </a:r>
        </a:p>
      </dgm:t>
    </dgm:pt>
    <dgm:pt modelId="{D42EAF0D-C20B-499A-965B-C7DF804D5FAB}" type="parTrans" cxnId="{3F8F4121-691B-4777-B7F2-0C89C998335B}">
      <dgm:prSet/>
      <dgm:spPr/>
      <dgm:t>
        <a:bodyPr/>
        <a:lstStyle/>
        <a:p>
          <a:endParaRPr lang="en-US"/>
        </a:p>
      </dgm:t>
    </dgm:pt>
    <dgm:pt modelId="{EAA4E5CE-2DED-43EC-805C-5BEF6699CFD1}" type="sibTrans" cxnId="{3F8F4121-691B-4777-B7F2-0C89C998335B}">
      <dgm:prSet/>
      <dgm:spPr/>
      <dgm:t>
        <a:bodyPr/>
        <a:lstStyle/>
        <a:p>
          <a:endParaRPr lang="en-US"/>
        </a:p>
      </dgm:t>
    </dgm:pt>
    <dgm:pt modelId="{BD9BA409-852F-4A34-9555-4F0F1A8075DD}">
      <dgm:prSet/>
      <dgm:spPr/>
      <dgm:t>
        <a:bodyPr/>
        <a:lstStyle/>
        <a:p>
          <a:r>
            <a:rPr lang="en-US"/>
            <a:t>Relate</a:t>
          </a:r>
        </a:p>
      </dgm:t>
    </dgm:pt>
    <dgm:pt modelId="{2DE881C5-C97F-4F90-837C-C9A3F69F0B83}" type="parTrans" cxnId="{529CE59C-E206-4D7D-96DA-D6B09E6BD9FE}">
      <dgm:prSet/>
      <dgm:spPr/>
      <dgm:t>
        <a:bodyPr/>
        <a:lstStyle/>
        <a:p>
          <a:endParaRPr lang="en-US"/>
        </a:p>
      </dgm:t>
    </dgm:pt>
    <dgm:pt modelId="{3444CD3D-016D-4005-A790-F0658293E8E3}" type="sibTrans" cxnId="{529CE59C-E206-4D7D-96DA-D6B09E6BD9FE}">
      <dgm:prSet/>
      <dgm:spPr/>
      <dgm:t>
        <a:bodyPr/>
        <a:lstStyle/>
        <a:p>
          <a:endParaRPr lang="en-US"/>
        </a:p>
      </dgm:t>
    </dgm:pt>
    <dgm:pt modelId="{42887F38-85C8-4A4C-AF77-D3D70ABD8D37}">
      <dgm:prSet/>
      <dgm:spPr/>
      <dgm:t>
        <a:bodyPr/>
        <a:lstStyle/>
        <a:p>
          <a:r>
            <a:rPr lang="en-US"/>
            <a:t>Relate determinants to Health Status</a:t>
          </a:r>
        </a:p>
      </dgm:t>
    </dgm:pt>
    <dgm:pt modelId="{19C8455B-791B-4BD5-BEC8-30B2C57F321C}" type="parTrans" cxnId="{68DA1B21-1B91-4134-B024-5D5FEF13D787}">
      <dgm:prSet/>
      <dgm:spPr/>
      <dgm:t>
        <a:bodyPr/>
        <a:lstStyle/>
        <a:p>
          <a:endParaRPr lang="en-US"/>
        </a:p>
      </dgm:t>
    </dgm:pt>
    <dgm:pt modelId="{23CC6B57-B9A7-481B-B521-0E61CE7D5398}" type="sibTrans" cxnId="{68DA1B21-1B91-4134-B024-5D5FEF13D787}">
      <dgm:prSet/>
      <dgm:spPr/>
      <dgm:t>
        <a:bodyPr/>
        <a:lstStyle/>
        <a:p>
          <a:endParaRPr lang="en-US"/>
        </a:p>
      </dgm:t>
    </dgm:pt>
    <dgm:pt modelId="{E02EDC95-FC5E-4148-A9D4-48A3EF4C8737}">
      <dgm:prSet/>
      <dgm:spPr/>
      <dgm:t>
        <a:bodyPr/>
        <a:lstStyle/>
        <a:p>
          <a:r>
            <a:rPr lang="en-US" dirty="0"/>
            <a:t>Example</a:t>
          </a:r>
        </a:p>
      </dgm:t>
    </dgm:pt>
    <dgm:pt modelId="{61714653-CCC3-4C7C-887D-3AE5452E5E91}" type="parTrans" cxnId="{D741D065-CCC8-46A6-9ACA-F2B4DC79BC89}">
      <dgm:prSet/>
      <dgm:spPr/>
      <dgm:t>
        <a:bodyPr/>
        <a:lstStyle/>
        <a:p>
          <a:endParaRPr lang="en-US"/>
        </a:p>
      </dgm:t>
    </dgm:pt>
    <dgm:pt modelId="{810BF586-CEB8-4460-9958-1CF1206EDA90}" type="sibTrans" cxnId="{D741D065-CCC8-46A6-9ACA-F2B4DC79BC89}">
      <dgm:prSet/>
      <dgm:spPr/>
      <dgm:t>
        <a:bodyPr/>
        <a:lstStyle/>
        <a:p>
          <a:endParaRPr lang="en-US"/>
        </a:p>
      </dgm:t>
    </dgm:pt>
    <dgm:pt modelId="{41741BBE-4E28-4DA0-AA1D-E7F7B7095267}">
      <dgm:prSet/>
      <dgm:spPr/>
      <dgm:t>
        <a:bodyPr/>
        <a:lstStyle/>
        <a:p>
          <a:r>
            <a:rPr lang="en-US"/>
            <a:t>Be able to describe (glossary of terms) in detail each determinant</a:t>
          </a:r>
        </a:p>
      </dgm:t>
    </dgm:pt>
    <dgm:pt modelId="{5970AD8E-BD2B-4B06-8548-C413CD9A8C94}" type="parTrans" cxnId="{73ABB5DF-EA28-4BFC-88C6-CF0A45848B23}">
      <dgm:prSet/>
      <dgm:spPr/>
      <dgm:t>
        <a:bodyPr/>
        <a:lstStyle/>
        <a:p>
          <a:endParaRPr lang="en-US"/>
        </a:p>
      </dgm:t>
    </dgm:pt>
    <dgm:pt modelId="{ABFC6634-F329-4E00-AEE5-379AFCA43643}" type="sibTrans" cxnId="{73ABB5DF-EA28-4BFC-88C6-CF0A45848B23}">
      <dgm:prSet/>
      <dgm:spPr/>
      <dgm:t>
        <a:bodyPr/>
        <a:lstStyle/>
        <a:p>
          <a:endParaRPr lang="en-US"/>
        </a:p>
      </dgm:t>
    </dgm:pt>
    <dgm:pt modelId="{20E090A6-DDD4-44E2-AAB0-1037BB8825B5}">
      <dgm:prSet/>
      <dgm:spPr/>
      <dgm:t>
        <a:bodyPr/>
        <a:lstStyle/>
        <a:p>
          <a:r>
            <a:rPr lang="en-US"/>
            <a:t>Provide a detailed example on how it can positively and negatively affect health status of and individual and a community</a:t>
          </a:r>
        </a:p>
      </dgm:t>
    </dgm:pt>
    <dgm:pt modelId="{7950F1B7-4107-4924-8BBD-6D1FEFD8E8CD}" type="parTrans" cxnId="{1AA9EA7F-5734-4D06-97B1-679F9CF4091E}">
      <dgm:prSet/>
      <dgm:spPr/>
      <dgm:t>
        <a:bodyPr/>
        <a:lstStyle/>
        <a:p>
          <a:endParaRPr lang="en-US"/>
        </a:p>
      </dgm:t>
    </dgm:pt>
    <dgm:pt modelId="{980F4D29-B7C2-4E9B-872B-87678829043F}" type="sibTrans" cxnId="{1AA9EA7F-5734-4D06-97B1-679F9CF4091E}">
      <dgm:prSet/>
      <dgm:spPr/>
      <dgm:t>
        <a:bodyPr/>
        <a:lstStyle/>
        <a:p>
          <a:endParaRPr lang="en-US"/>
        </a:p>
      </dgm:t>
    </dgm:pt>
    <dgm:pt modelId="{661ADB3A-F4DA-4E0C-8D8D-7DBD078CEA71}" type="pres">
      <dgm:prSet presAssocID="{6EF38CA8-E8BB-42B1-9433-927BCC19FDE9}" presName="Name0" presStyleCnt="0">
        <dgm:presLayoutVars>
          <dgm:dir/>
          <dgm:animLvl val="lvl"/>
          <dgm:resizeHandles val="exact"/>
        </dgm:presLayoutVars>
      </dgm:prSet>
      <dgm:spPr/>
    </dgm:pt>
    <dgm:pt modelId="{CA71E8F1-7F96-4503-AB5C-145D7BCDD642}" type="pres">
      <dgm:prSet presAssocID="{B8439261-5729-4ED2-80AD-53419F1887A3}" presName="linNode" presStyleCnt="0"/>
      <dgm:spPr/>
    </dgm:pt>
    <dgm:pt modelId="{5DF9F01A-67D4-4611-91BB-AE543FEEAA89}" type="pres">
      <dgm:prSet presAssocID="{B8439261-5729-4ED2-80AD-53419F1887A3}" presName="parentText" presStyleLbl="alignNode1" presStyleIdx="0" presStyleCnt="3">
        <dgm:presLayoutVars>
          <dgm:chMax val="1"/>
          <dgm:bulletEnabled/>
        </dgm:presLayoutVars>
      </dgm:prSet>
      <dgm:spPr/>
    </dgm:pt>
    <dgm:pt modelId="{26B0CDBD-5D41-4B8E-9292-00C7159C8CF6}" type="pres">
      <dgm:prSet presAssocID="{B8439261-5729-4ED2-80AD-53419F1887A3}" presName="descendantText" presStyleLbl="alignAccFollowNode1" presStyleIdx="0" presStyleCnt="3">
        <dgm:presLayoutVars>
          <dgm:bulletEnabled/>
        </dgm:presLayoutVars>
      </dgm:prSet>
      <dgm:spPr/>
    </dgm:pt>
    <dgm:pt modelId="{D8706A13-9124-450B-B230-0E1BA87B7A13}" type="pres">
      <dgm:prSet presAssocID="{261FD9D1-6355-422A-B021-7FC39E69832E}" presName="sp" presStyleCnt="0"/>
      <dgm:spPr/>
    </dgm:pt>
    <dgm:pt modelId="{C56F84BF-D0D2-4D54-AF96-4A8B2A908146}" type="pres">
      <dgm:prSet presAssocID="{BD9BA409-852F-4A34-9555-4F0F1A8075DD}" presName="linNode" presStyleCnt="0"/>
      <dgm:spPr/>
    </dgm:pt>
    <dgm:pt modelId="{67F5F4B3-D63A-4E3C-BD9F-5DAFED2D8BFD}" type="pres">
      <dgm:prSet presAssocID="{BD9BA409-852F-4A34-9555-4F0F1A8075DD}" presName="parentText" presStyleLbl="alignNode1" presStyleIdx="1" presStyleCnt="3">
        <dgm:presLayoutVars>
          <dgm:chMax val="1"/>
          <dgm:bulletEnabled/>
        </dgm:presLayoutVars>
      </dgm:prSet>
      <dgm:spPr/>
    </dgm:pt>
    <dgm:pt modelId="{E22648DA-289A-4C1F-BBDC-5C369522A956}" type="pres">
      <dgm:prSet presAssocID="{BD9BA409-852F-4A34-9555-4F0F1A8075DD}" presName="descendantText" presStyleLbl="alignAccFollowNode1" presStyleIdx="1" presStyleCnt="3">
        <dgm:presLayoutVars>
          <dgm:bulletEnabled/>
        </dgm:presLayoutVars>
      </dgm:prSet>
      <dgm:spPr/>
    </dgm:pt>
    <dgm:pt modelId="{F32CF7DA-3CDE-4566-BC75-247BDEFB28A2}" type="pres">
      <dgm:prSet presAssocID="{3444CD3D-016D-4005-A790-F0658293E8E3}" presName="sp" presStyleCnt="0"/>
      <dgm:spPr/>
    </dgm:pt>
    <dgm:pt modelId="{FA749FC9-492B-4BBE-B86B-EBAA600B44E1}" type="pres">
      <dgm:prSet presAssocID="{E02EDC95-FC5E-4148-A9D4-48A3EF4C8737}" presName="linNode" presStyleCnt="0"/>
      <dgm:spPr/>
    </dgm:pt>
    <dgm:pt modelId="{3C2F34D1-7D33-4FB3-8EB3-30E0314EC5DB}" type="pres">
      <dgm:prSet presAssocID="{E02EDC95-FC5E-4148-A9D4-48A3EF4C8737}" presName="parentText" presStyleLbl="alignNode1" presStyleIdx="2" presStyleCnt="3">
        <dgm:presLayoutVars>
          <dgm:chMax val="1"/>
          <dgm:bulletEnabled/>
        </dgm:presLayoutVars>
      </dgm:prSet>
      <dgm:spPr/>
    </dgm:pt>
    <dgm:pt modelId="{15356BFD-636E-4FD4-99C1-0DCC4F0C8BF2}" type="pres">
      <dgm:prSet presAssocID="{E02EDC95-FC5E-4148-A9D4-48A3EF4C8737}" presName="descendantText" presStyleLbl="alignAccFollowNode1" presStyleIdx="2" presStyleCnt="3">
        <dgm:presLayoutVars>
          <dgm:bulletEnabled/>
        </dgm:presLayoutVars>
      </dgm:prSet>
      <dgm:spPr/>
    </dgm:pt>
  </dgm:ptLst>
  <dgm:cxnLst>
    <dgm:cxn modelId="{D7484307-69F5-4796-8F24-52C21A94016A}" type="presOf" srcId="{41741BBE-4E28-4DA0-AA1D-E7F7B7095267}" destId="{15356BFD-636E-4FD4-99C1-0DCC4F0C8BF2}" srcOrd="0" destOrd="0" presId="urn:microsoft.com/office/officeart/2016/7/layout/VerticalSolidActionList"/>
    <dgm:cxn modelId="{5917A31A-483D-4650-9FDE-77777C9412DE}" type="presOf" srcId="{20E090A6-DDD4-44E2-AAB0-1037BB8825B5}" destId="{15356BFD-636E-4FD4-99C1-0DCC4F0C8BF2}" srcOrd="0" destOrd="1" presId="urn:microsoft.com/office/officeart/2016/7/layout/VerticalSolidActionList"/>
    <dgm:cxn modelId="{68DA1B21-1B91-4134-B024-5D5FEF13D787}" srcId="{BD9BA409-852F-4A34-9555-4F0F1A8075DD}" destId="{42887F38-85C8-4A4C-AF77-D3D70ABD8D37}" srcOrd="0" destOrd="0" parTransId="{19C8455B-791B-4BD5-BEC8-30B2C57F321C}" sibTransId="{23CC6B57-B9A7-481B-B521-0E61CE7D5398}"/>
    <dgm:cxn modelId="{3F8F4121-691B-4777-B7F2-0C89C998335B}" srcId="{B8439261-5729-4ED2-80AD-53419F1887A3}" destId="{32B4E476-A0DC-4AA1-9D00-071B650428C2}" srcOrd="0" destOrd="0" parTransId="{D42EAF0D-C20B-499A-965B-C7DF804D5FAB}" sibTransId="{EAA4E5CE-2DED-43EC-805C-5BEF6699CFD1}"/>
    <dgm:cxn modelId="{3C8CE22A-6B65-48B3-B799-3E7677BD1C83}" type="presOf" srcId="{BD9BA409-852F-4A34-9555-4F0F1A8075DD}" destId="{67F5F4B3-D63A-4E3C-BD9F-5DAFED2D8BFD}" srcOrd="0" destOrd="0" presId="urn:microsoft.com/office/officeart/2016/7/layout/VerticalSolidActionList"/>
    <dgm:cxn modelId="{AA8D3031-8BFB-4E4F-B9E7-09478EE246B5}" type="presOf" srcId="{42887F38-85C8-4A4C-AF77-D3D70ABD8D37}" destId="{E22648DA-289A-4C1F-BBDC-5C369522A956}" srcOrd="0" destOrd="0" presId="urn:microsoft.com/office/officeart/2016/7/layout/VerticalSolidActionList"/>
    <dgm:cxn modelId="{D741D065-CCC8-46A6-9ACA-F2B4DC79BC89}" srcId="{6EF38CA8-E8BB-42B1-9433-927BCC19FDE9}" destId="{E02EDC95-FC5E-4148-A9D4-48A3EF4C8737}" srcOrd="2" destOrd="0" parTransId="{61714653-CCC3-4C7C-887D-3AE5452E5E91}" sibTransId="{810BF586-CEB8-4460-9958-1CF1206EDA90}"/>
    <dgm:cxn modelId="{1AA9EA7F-5734-4D06-97B1-679F9CF4091E}" srcId="{41741BBE-4E28-4DA0-AA1D-E7F7B7095267}" destId="{20E090A6-DDD4-44E2-AAB0-1037BB8825B5}" srcOrd="0" destOrd="0" parTransId="{7950F1B7-4107-4924-8BBD-6D1FEFD8E8CD}" sibTransId="{980F4D29-B7C2-4E9B-872B-87678829043F}"/>
    <dgm:cxn modelId="{A637D885-A67E-4F8A-A047-C410230065E3}" type="presOf" srcId="{6EF38CA8-E8BB-42B1-9433-927BCC19FDE9}" destId="{661ADB3A-F4DA-4E0C-8D8D-7DBD078CEA71}" srcOrd="0" destOrd="0" presId="urn:microsoft.com/office/officeart/2016/7/layout/VerticalSolidActionList"/>
    <dgm:cxn modelId="{EAC7DF9B-D1E7-4D55-B3F2-483AA93601B5}" type="presOf" srcId="{E02EDC95-FC5E-4148-A9D4-48A3EF4C8737}" destId="{3C2F34D1-7D33-4FB3-8EB3-30E0314EC5DB}" srcOrd="0" destOrd="0" presId="urn:microsoft.com/office/officeart/2016/7/layout/VerticalSolidActionList"/>
    <dgm:cxn modelId="{529CE59C-E206-4D7D-96DA-D6B09E6BD9FE}" srcId="{6EF38CA8-E8BB-42B1-9433-927BCC19FDE9}" destId="{BD9BA409-852F-4A34-9555-4F0F1A8075DD}" srcOrd="1" destOrd="0" parTransId="{2DE881C5-C97F-4F90-837C-C9A3F69F0B83}" sibTransId="{3444CD3D-016D-4005-A790-F0658293E8E3}"/>
    <dgm:cxn modelId="{72DD29A3-48F2-449F-91A1-3C42E0549637}" type="presOf" srcId="{32B4E476-A0DC-4AA1-9D00-071B650428C2}" destId="{26B0CDBD-5D41-4B8E-9292-00C7159C8CF6}" srcOrd="0" destOrd="0" presId="urn:microsoft.com/office/officeart/2016/7/layout/VerticalSolidActionList"/>
    <dgm:cxn modelId="{9DD651A9-D50E-4DD8-8507-8D09EE6D77AB}" srcId="{6EF38CA8-E8BB-42B1-9433-927BCC19FDE9}" destId="{B8439261-5729-4ED2-80AD-53419F1887A3}" srcOrd="0" destOrd="0" parTransId="{69F77F00-0FDE-4BBA-AB05-3F94908E398A}" sibTransId="{261FD9D1-6355-422A-B021-7FC39E69832E}"/>
    <dgm:cxn modelId="{F093DCD9-B65A-4D98-A826-AF1A8E7D3DFF}" type="presOf" srcId="{B8439261-5729-4ED2-80AD-53419F1887A3}" destId="{5DF9F01A-67D4-4611-91BB-AE543FEEAA89}" srcOrd="0" destOrd="0" presId="urn:microsoft.com/office/officeart/2016/7/layout/VerticalSolidActionList"/>
    <dgm:cxn modelId="{73ABB5DF-EA28-4BFC-88C6-CF0A45848B23}" srcId="{E02EDC95-FC5E-4148-A9D4-48A3EF4C8737}" destId="{41741BBE-4E28-4DA0-AA1D-E7F7B7095267}" srcOrd="0" destOrd="0" parTransId="{5970AD8E-BD2B-4B06-8548-C413CD9A8C94}" sibTransId="{ABFC6634-F329-4E00-AEE5-379AFCA43643}"/>
    <dgm:cxn modelId="{4FF45A99-72C3-40FE-B245-A98F4E8E7BF6}" type="presParOf" srcId="{661ADB3A-F4DA-4E0C-8D8D-7DBD078CEA71}" destId="{CA71E8F1-7F96-4503-AB5C-145D7BCDD642}" srcOrd="0" destOrd="0" presId="urn:microsoft.com/office/officeart/2016/7/layout/VerticalSolidActionList"/>
    <dgm:cxn modelId="{601D117D-1875-472C-957B-DDA096C062F4}" type="presParOf" srcId="{CA71E8F1-7F96-4503-AB5C-145D7BCDD642}" destId="{5DF9F01A-67D4-4611-91BB-AE543FEEAA89}" srcOrd="0" destOrd="0" presId="urn:microsoft.com/office/officeart/2016/7/layout/VerticalSolidActionList"/>
    <dgm:cxn modelId="{0FE64031-4142-421A-8732-AA2D2C124F24}" type="presParOf" srcId="{CA71E8F1-7F96-4503-AB5C-145D7BCDD642}" destId="{26B0CDBD-5D41-4B8E-9292-00C7159C8CF6}" srcOrd="1" destOrd="0" presId="urn:microsoft.com/office/officeart/2016/7/layout/VerticalSolidActionList"/>
    <dgm:cxn modelId="{684CD88D-459B-4933-80D4-F38966151C6D}" type="presParOf" srcId="{661ADB3A-F4DA-4E0C-8D8D-7DBD078CEA71}" destId="{D8706A13-9124-450B-B230-0E1BA87B7A13}" srcOrd="1" destOrd="0" presId="urn:microsoft.com/office/officeart/2016/7/layout/VerticalSolidActionList"/>
    <dgm:cxn modelId="{855E39CB-DC1C-4508-8A54-B5B6A7C7CF3D}" type="presParOf" srcId="{661ADB3A-F4DA-4E0C-8D8D-7DBD078CEA71}" destId="{C56F84BF-D0D2-4D54-AF96-4A8B2A908146}" srcOrd="2" destOrd="0" presId="urn:microsoft.com/office/officeart/2016/7/layout/VerticalSolidActionList"/>
    <dgm:cxn modelId="{6DCB9EC1-D7D0-4D04-A2D7-3CADC402C71C}" type="presParOf" srcId="{C56F84BF-D0D2-4D54-AF96-4A8B2A908146}" destId="{67F5F4B3-D63A-4E3C-BD9F-5DAFED2D8BFD}" srcOrd="0" destOrd="0" presId="urn:microsoft.com/office/officeart/2016/7/layout/VerticalSolidActionList"/>
    <dgm:cxn modelId="{45E89DAB-F283-4F75-9EA6-6270236BE6DD}" type="presParOf" srcId="{C56F84BF-D0D2-4D54-AF96-4A8B2A908146}" destId="{E22648DA-289A-4C1F-BBDC-5C369522A956}" srcOrd="1" destOrd="0" presId="urn:microsoft.com/office/officeart/2016/7/layout/VerticalSolidActionList"/>
    <dgm:cxn modelId="{A9731DD5-1EB0-44A8-940F-71358E548540}" type="presParOf" srcId="{661ADB3A-F4DA-4E0C-8D8D-7DBD078CEA71}" destId="{F32CF7DA-3CDE-4566-BC75-247BDEFB28A2}" srcOrd="3" destOrd="0" presId="urn:microsoft.com/office/officeart/2016/7/layout/VerticalSolidActionList"/>
    <dgm:cxn modelId="{40D05FAF-9935-4DFF-BA8E-3C35D1B21912}" type="presParOf" srcId="{661ADB3A-F4DA-4E0C-8D8D-7DBD078CEA71}" destId="{FA749FC9-492B-4BBE-B86B-EBAA600B44E1}" srcOrd="4" destOrd="0" presId="urn:microsoft.com/office/officeart/2016/7/layout/VerticalSolidActionList"/>
    <dgm:cxn modelId="{7A8B0895-EB5A-44B7-A2B2-A18B8BD93FEA}" type="presParOf" srcId="{FA749FC9-492B-4BBE-B86B-EBAA600B44E1}" destId="{3C2F34D1-7D33-4FB3-8EB3-30E0314EC5DB}" srcOrd="0" destOrd="0" presId="urn:microsoft.com/office/officeart/2016/7/layout/VerticalSolidActionList"/>
    <dgm:cxn modelId="{67316753-9E1C-4539-A641-B5AB06E82C40}" type="presParOf" srcId="{FA749FC9-492B-4BBE-B86B-EBAA600B44E1}" destId="{15356BFD-636E-4FD4-99C1-0DCC4F0C8BF2}" srcOrd="1" destOrd="0" presId="urn:microsoft.com/office/officeart/2016/7/layout/VerticalSolid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F2446BD8-93D0-4CC5-A1B2-40EC5F18F6DD}" type="doc">
      <dgm:prSet loTypeId="urn:microsoft.com/office/officeart/2005/8/layout/process4" loCatId="process" qsTypeId="urn:microsoft.com/office/officeart/2005/8/quickstyle/simple1" qsCatId="simple" csTypeId="urn:microsoft.com/office/officeart/2005/8/colors/colorful2" csCatId="colorful"/>
      <dgm:spPr/>
      <dgm:t>
        <a:bodyPr/>
        <a:lstStyle/>
        <a:p>
          <a:endParaRPr lang="en-US"/>
        </a:p>
      </dgm:t>
    </dgm:pt>
    <dgm:pt modelId="{DA7B9AB3-F42D-4981-8DA2-BB3D829D0320}">
      <dgm:prSet/>
      <dgm:spPr/>
      <dgm:t>
        <a:bodyPr/>
        <a:lstStyle/>
        <a:p>
          <a:r>
            <a:rPr lang="en-US"/>
            <a:t>Can be individual or a group (populations – E.g. Your suburb/state/country)</a:t>
          </a:r>
        </a:p>
      </dgm:t>
    </dgm:pt>
    <dgm:pt modelId="{7723D02A-587A-42B0-99F8-05A9AEFCF1E2}" type="parTrans" cxnId="{051459CD-729F-409F-A3D5-1AD44A578775}">
      <dgm:prSet/>
      <dgm:spPr/>
      <dgm:t>
        <a:bodyPr/>
        <a:lstStyle/>
        <a:p>
          <a:endParaRPr lang="en-US"/>
        </a:p>
      </dgm:t>
    </dgm:pt>
    <dgm:pt modelId="{566A353B-7E58-48F0-A43D-695F59B1ACA3}" type="sibTrans" cxnId="{051459CD-729F-409F-A3D5-1AD44A578775}">
      <dgm:prSet/>
      <dgm:spPr/>
      <dgm:t>
        <a:bodyPr/>
        <a:lstStyle/>
        <a:p>
          <a:endParaRPr lang="en-US"/>
        </a:p>
      </dgm:t>
    </dgm:pt>
    <dgm:pt modelId="{78F92227-54B7-4E3F-AA2E-2252B9F04DB8}">
      <dgm:prSet/>
      <dgm:spPr/>
      <dgm:t>
        <a:bodyPr/>
        <a:lstStyle/>
        <a:p>
          <a:r>
            <a:rPr lang="en-US"/>
            <a:t>What terms are used to measure this?</a:t>
          </a:r>
        </a:p>
      </dgm:t>
    </dgm:pt>
    <dgm:pt modelId="{0CC9A06D-C459-46E1-B3B0-2B975FD39FD5}" type="parTrans" cxnId="{84BDB0A9-0495-4C6E-9AC4-26902ABE480F}">
      <dgm:prSet/>
      <dgm:spPr/>
      <dgm:t>
        <a:bodyPr/>
        <a:lstStyle/>
        <a:p>
          <a:endParaRPr lang="en-US"/>
        </a:p>
      </dgm:t>
    </dgm:pt>
    <dgm:pt modelId="{EA0EC2AA-EFB6-4581-879D-A3BA2DF9AE88}" type="sibTrans" cxnId="{84BDB0A9-0495-4C6E-9AC4-26902ABE480F}">
      <dgm:prSet/>
      <dgm:spPr/>
      <dgm:t>
        <a:bodyPr/>
        <a:lstStyle/>
        <a:p>
          <a:endParaRPr lang="en-US"/>
        </a:p>
      </dgm:t>
    </dgm:pt>
    <dgm:pt modelId="{48D42FA2-EEDB-4719-82F9-1131D9BF1F4C}">
      <dgm:prSet/>
      <dgm:spPr/>
      <dgm:t>
        <a:bodyPr/>
        <a:lstStyle/>
        <a:p>
          <a:r>
            <a:rPr lang="en-US"/>
            <a:t>Quality of life</a:t>
          </a:r>
        </a:p>
      </dgm:t>
    </dgm:pt>
    <dgm:pt modelId="{8752DFCE-0B3D-4E91-AA50-039F788769F6}" type="parTrans" cxnId="{4DC05810-BC38-4DAC-BE60-73EA3DBB02F8}">
      <dgm:prSet/>
      <dgm:spPr/>
      <dgm:t>
        <a:bodyPr/>
        <a:lstStyle/>
        <a:p>
          <a:endParaRPr lang="en-US"/>
        </a:p>
      </dgm:t>
    </dgm:pt>
    <dgm:pt modelId="{F7CF8272-B0D6-490C-AC7B-8FB07345AFC7}" type="sibTrans" cxnId="{4DC05810-BC38-4DAC-BE60-73EA3DBB02F8}">
      <dgm:prSet/>
      <dgm:spPr/>
      <dgm:t>
        <a:bodyPr/>
        <a:lstStyle/>
        <a:p>
          <a:endParaRPr lang="en-US"/>
        </a:p>
      </dgm:t>
    </dgm:pt>
    <dgm:pt modelId="{9B6D2BCC-4FAD-4951-9215-E7143B712F63}">
      <dgm:prSet/>
      <dgm:spPr/>
      <dgm:t>
        <a:bodyPr/>
        <a:lstStyle/>
        <a:p>
          <a:r>
            <a:rPr lang="en-US"/>
            <a:t>Living with a disease (Morbidity)</a:t>
          </a:r>
        </a:p>
      </dgm:t>
    </dgm:pt>
    <dgm:pt modelId="{5B98947D-C929-44BA-88F9-A5E93E53189E}" type="parTrans" cxnId="{CC301B32-F598-4CE8-8FD0-F0819F8AC6E9}">
      <dgm:prSet/>
      <dgm:spPr/>
      <dgm:t>
        <a:bodyPr/>
        <a:lstStyle/>
        <a:p>
          <a:endParaRPr lang="en-US"/>
        </a:p>
      </dgm:t>
    </dgm:pt>
    <dgm:pt modelId="{1B81FF38-C2A7-4423-BCB4-5A6817AE4A11}" type="sibTrans" cxnId="{CC301B32-F598-4CE8-8FD0-F0819F8AC6E9}">
      <dgm:prSet/>
      <dgm:spPr/>
      <dgm:t>
        <a:bodyPr/>
        <a:lstStyle/>
        <a:p>
          <a:endParaRPr lang="en-US"/>
        </a:p>
      </dgm:t>
    </dgm:pt>
    <dgm:pt modelId="{F7CFFAF7-D6DF-409C-A69E-E319B62A876A}">
      <dgm:prSet/>
      <dgm:spPr/>
      <dgm:t>
        <a:bodyPr/>
        <a:lstStyle/>
        <a:p>
          <a:r>
            <a:rPr lang="en-US"/>
            <a:t>Life expectancy </a:t>
          </a:r>
        </a:p>
      </dgm:t>
    </dgm:pt>
    <dgm:pt modelId="{C6CF004D-5443-48B1-ACF6-EAC736175E01}" type="parTrans" cxnId="{F46FCED7-DE43-4060-A3F1-08B12D131D60}">
      <dgm:prSet/>
      <dgm:spPr/>
      <dgm:t>
        <a:bodyPr/>
        <a:lstStyle/>
        <a:p>
          <a:endParaRPr lang="en-US"/>
        </a:p>
      </dgm:t>
    </dgm:pt>
    <dgm:pt modelId="{9E76FBE6-A74F-4D71-A876-4FC5115B66A7}" type="sibTrans" cxnId="{F46FCED7-DE43-4060-A3F1-08B12D131D60}">
      <dgm:prSet/>
      <dgm:spPr/>
      <dgm:t>
        <a:bodyPr/>
        <a:lstStyle/>
        <a:p>
          <a:endParaRPr lang="en-US"/>
        </a:p>
      </dgm:t>
    </dgm:pt>
    <dgm:pt modelId="{2F186466-52CD-42AC-8951-8D3F9C6C485F}" type="pres">
      <dgm:prSet presAssocID="{F2446BD8-93D0-4CC5-A1B2-40EC5F18F6DD}" presName="Name0" presStyleCnt="0">
        <dgm:presLayoutVars>
          <dgm:dir/>
          <dgm:animLvl val="lvl"/>
          <dgm:resizeHandles val="exact"/>
        </dgm:presLayoutVars>
      </dgm:prSet>
      <dgm:spPr/>
    </dgm:pt>
    <dgm:pt modelId="{ABC82055-0C33-46CE-81C9-53381521A424}" type="pres">
      <dgm:prSet presAssocID="{78F92227-54B7-4E3F-AA2E-2252B9F04DB8}" presName="boxAndChildren" presStyleCnt="0"/>
      <dgm:spPr/>
    </dgm:pt>
    <dgm:pt modelId="{FA1680BD-171C-4FC5-B54F-0B3AA1F8BC9C}" type="pres">
      <dgm:prSet presAssocID="{78F92227-54B7-4E3F-AA2E-2252B9F04DB8}" presName="parentTextBox" presStyleLbl="node1" presStyleIdx="0" presStyleCnt="2"/>
      <dgm:spPr/>
    </dgm:pt>
    <dgm:pt modelId="{4E6C6B09-B74E-42F0-8A30-A748827AD205}" type="pres">
      <dgm:prSet presAssocID="{78F92227-54B7-4E3F-AA2E-2252B9F04DB8}" presName="entireBox" presStyleLbl="node1" presStyleIdx="0" presStyleCnt="2"/>
      <dgm:spPr/>
    </dgm:pt>
    <dgm:pt modelId="{B7E0814B-64F3-4A7F-B260-F7BF547CF0B8}" type="pres">
      <dgm:prSet presAssocID="{78F92227-54B7-4E3F-AA2E-2252B9F04DB8}" presName="descendantBox" presStyleCnt="0"/>
      <dgm:spPr/>
    </dgm:pt>
    <dgm:pt modelId="{19ED49D1-C116-4D87-B00E-878B7BAEB9EC}" type="pres">
      <dgm:prSet presAssocID="{48D42FA2-EEDB-4719-82F9-1131D9BF1F4C}" presName="childTextBox" presStyleLbl="fgAccFollowNode1" presStyleIdx="0" presStyleCnt="3">
        <dgm:presLayoutVars>
          <dgm:bulletEnabled val="1"/>
        </dgm:presLayoutVars>
      </dgm:prSet>
      <dgm:spPr/>
    </dgm:pt>
    <dgm:pt modelId="{BA17C6CF-717B-41DB-BFA6-AE6D277E0D7E}" type="pres">
      <dgm:prSet presAssocID="{9B6D2BCC-4FAD-4951-9215-E7143B712F63}" presName="childTextBox" presStyleLbl="fgAccFollowNode1" presStyleIdx="1" presStyleCnt="3">
        <dgm:presLayoutVars>
          <dgm:bulletEnabled val="1"/>
        </dgm:presLayoutVars>
      </dgm:prSet>
      <dgm:spPr/>
    </dgm:pt>
    <dgm:pt modelId="{3982F2B2-D8BF-4DA4-BF88-B375C7217B4A}" type="pres">
      <dgm:prSet presAssocID="{F7CFFAF7-D6DF-409C-A69E-E319B62A876A}" presName="childTextBox" presStyleLbl="fgAccFollowNode1" presStyleIdx="2" presStyleCnt="3">
        <dgm:presLayoutVars>
          <dgm:bulletEnabled val="1"/>
        </dgm:presLayoutVars>
      </dgm:prSet>
      <dgm:spPr/>
    </dgm:pt>
    <dgm:pt modelId="{89644BAC-BF90-4E1D-A44C-42AD8449D2F6}" type="pres">
      <dgm:prSet presAssocID="{566A353B-7E58-48F0-A43D-695F59B1ACA3}" presName="sp" presStyleCnt="0"/>
      <dgm:spPr/>
    </dgm:pt>
    <dgm:pt modelId="{668CE851-EA7A-4D2F-AE50-272D4A22CA73}" type="pres">
      <dgm:prSet presAssocID="{DA7B9AB3-F42D-4981-8DA2-BB3D829D0320}" presName="arrowAndChildren" presStyleCnt="0"/>
      <dgm:spPr/>
    </dgm:pt>
    <dgm:pt modelId="{4E8B653D-03F0-4A7A-90AA-0B86A0095848}" type="pres">
      <dgm:prSet presAssocID="{DA7B9AB3-F42D-4981-8DA2-BB3D829D0320}" presName="parentTextArrow" presStyleLbl="node1" presStyleIdx="1" presStyleCnt="2"/>
      <dgm:spPr/>
    </dgm:pt>
  </dgm:ptLst>
  <dgm:cxnLst>
    <dgm:cxn modelId="{4DC05810-BC38-4DAC-BE60-73EA3DBB02F8}" srcId="{78F92227-54B7-4E3F-AA2E-2252B9F04DB8}" destId="{48D42FA2-EEDB-4719-82F9-1131D9BF1F4C}" srcOrd="0" destOrd="0" parTransId="{8752DFCE-0B3D-4E91-AA50-039F788769F6}" sibTransId="{F7CF8272-B0D6-490C-AC7B-8FB07345AFC7}"/>
    <dgm:cxn modelId="{CC301B32-F598-4CE8-8FD0-F0819F8AC6E9}" srcId="{78F92227-54B7-4E3F-AA2E-2252B9F04DB8}" destId="{9B6D2BCC-4FAD-4951-9215-E7143B712F63}" srcOrd="1" destOrd="0" parTransId="{5B98947D-C929-44BA-88F9-A5E93E53189E}" sibTransId="{1B81FF38-C2A7-4423-BCB4-5A6817AE4A11}"/>
    <dgm:cxn modelId="{282F7D33-DB24-46FA-9392-DA24901D8B7A}" type="presOf" srcId="{48D42FA2-EEDB-4719-82F9-1131D9BF1F4C}" destId="{19ED49D1-C116-4D87-B00E-878B7BAEB9EC}" srcOrd="0" destOrd="0" presId="urn:microsoft.com/office/officeart/2005/8/layout/process4"/>
    <dgm:cxn modelId="{3FC04E54-4FDF-4143-8CFA-1D22265C8895}" type="presOf" srcId="{78F92227-54B7-4E3F-AA2E-2252B9F04DB8}" destId="{4E6C6B09-B74E-42F0-8A30-A748827AD205}" srcOrd="1" destOrd="0" presId="urn:microsoft.com/office/officeart/2005/8/layout/process4"/>
    <dgm:cxn modelId="{4CFF0D8A-C58F-44CA-90A0-895FF4F78BB9}" type="presOf" srcId="{F7CFFAF7-D6DF-409C-A69E-E319B62A876A}" destId="{3982F2B2-D8BF-4DA4-BF88-B375C7217B4A}" srcOrd="0" destOrd="0" presId="urn:microsoft.com/office/officeart/2005/8/layout/process4"/>
    <dgm:cxn modelId="{46A4048F-DC7B-4A51-A750-5A67430228A4}" type="presOf" srcId="{78F92227-54B7-4E3F-AA2E-2252B9F04DB8}" destId="{FA1680BD-171C-4FC5-B54F-0B3AA1F8BC9C}" srcOrd="0" destOrd="0" presId="urn:microsoft.com/office/officeart/2005/8/layout/process4"/>
    <dgm:cxn modelId="{3B417A90-9510-49D7-A53B-9AD553821D25}" type="presOf" srcId="{9B6D2BCC-4FAD-4951-9215-E7143B712F63}" destId="{BA17C6CF-717B-41DB-BFA6-AE6D277E0D7E}" srcOrd="0" destOrd="0" presId="urn:microsoft.com/office/officeart/2005/8/layout/process4"/>
    <dgm:cxn modelId="{84BDB0A9-0495-4C6E-9AC4-26902ABE480F}" srcId="{F2446BD8-93D0-4CC5-A1B2-40EC5F18F6DD}" destId="{78F92227-54B7-4E3F-AA2E-2252B9F04DB8}" srcOrd="1" destOrd="0" parTransId="{0CC9A06D-C459-46E1-B3B0-2B975FD39FD5}" sibTransId="{EA0EC2AA-EFB6-4581-879D-A3BA2DF9AE88}"/>
    <dgm:cxn modelId="{B7B2BABA-6B82-4D12-9A56-5FDE296E4584}" type="presOf" srcId="{F2446BD8-93D0-4CC5-A1B2-40EC5F18F6DD}" destId="{2F186466-52CD-42AC-8951-8D3F9C6C485F}" srcOrd="0" destOrd="0" presId="urn:microsoft.com/office/officeart/2005/8/layout/process4"/>
    <dgm:cxn modelId="{051459CD-729F-409F-A3D5-1AD44A578775}" srcId="{F2446BD8-93D0-4CC5-A1B2-40EC5F18F6DD}" destId="{DA7B9AB3-F42D-4981-8DA2-BB3D829D0320}" srcOrd="0" destOrd="0" parTransId="{7723D02A-587A-42B0-99F8-05A9AEFCF1E2}" sibTransId="{566A353B-7E58-48F0-A43D-695F59B1ACA3}"/>
    <dgm:cxn modelId="{F46FCED7-DE43-4060-A3F1-08B12D131D60}" srcId="{78F92227-54B7-4E3F-AA2E-2252B9F04DB8}" destId="{F7CFFAF7-D6DF-409C-A69E-E319B62A876A}" srcOrd="2" destOrd="0" parTransId="{C6CF004D-5443-48B1-ACF6-EAC736175E01}" sibTransId="{9E76FBE6-A74F-4D71-A876-4FC5115B66A7}"/>
    <dgm:cxn modelId="{F7E756FC-61FE-4EF0-A72E-3D701DE2BAF1}" type="presOf" srcId="{DA7B9AB3-F42D-4981-8DA2-BB3D829D0320}" destId="{4E8B653D-03F0-4A7A-90AA-0B86A0095848}" srcOrd="0" destOrd="0" presId="urn:microsoft.com/office/officeart/2005/8/layout/process4"/>
    <dgm:cxn modelId="{2FEE24C0-651B-4727-A8E2-3DC0C4654C8D}" type="presParOf" srcId="{2F186466-52CD-42AC-8951-8D3F9C6C485F}" destId="{ABC82055-0C33-46CE-81C9-53381521A424}" srcOrd="0" destOrd="0" presId="urn:microsoft.com/office/officeart/2005/8/layout/process4"/>
    <dgm:cxn modelId="{93D7A2A3-8B19-4CCD-8AD5-F9E3CFE16487}" type="presParOf" srcId="{ABC82055-0C33-46CE-81C9-53381521A424}" destId="{FA1680BD-171C-4FC5-B54F-0B3AA1F8BC9C}" srcOrd="0" destOrd="0" presId="urn:microsoft.com/office/officeart/2005/8/layout/process4"/>
    <dgm:cxn modelId="{6635391D-C6C8-4039-9E1B-987F01D8B53E}" type="presParOf" srcId="{ABC82055-0C33-46CE-81C9-53381521A424}" destId="{4E6C6B09-B74E-42F0-8A30-A748827AD205}" srcOrd="1" destOrd="0" presId="urn:microsoft.com/office/officeart/2005/8/layout/process4"/>
    <dgm:cxn modelId="{DF3F64DF-A093-4CF6-A1C2-E6FBD701AB75}" type="presParOf" srcId="{ABC82055-0C33-46CE-81C9-53381521A424}" destId="{B7E0814B-64F3-4A7F-B260-F7BF547CF0B8}" srcOrd="2" destOrd="0" presId="urn:microsoft.com/office/officeart/2005/8/layout/process4"/>
    <dgm:cxn modelId="{DBE63412-8A6E-45E5-8AEA-EFDABCD45734}" type="presParOf" srcId="{B7E0814B-64F3-4A7F-B260-F7BF547CF0B8}" destId="{19ED49D1-C116-4D87-B00E-878B7BAEB9EC}" srcOrd="0" destOrd="0" presId="urn:microsoft.com/office/officeart/2005/8/layout/process4"/>
    <dgm:cxn modelId="{F3EA0C24-5159-44BF-A0D8-F4A1ABC57DAD}" type="presParOf" srcId="{B7E0814B-64F3-4A7F-B260-F7BF547CF0B8}" destId="{BA17C6CF-717B-41DB-BFA6-AE6D277E0D7E}" srcOrd="1" destOrd="0" presId="urn:microsoft.com/office/officeart/2005/8/layout/process4"/>
    <dgm:cxn modelId="{97A66A84-D01C-47AB-9953-C33453F84B8B}" type="presParOf" srcId="{B7E0814B-64F3-4A7F-B260-F7BF547CF0B8}" destId="{3982F2B2-D8BF-4DA4-BF88-B375C7217B4A}" srcOrd="2" destOrd="0" presId="urn:microsoft.com/office/officeart/2005/8/layout/process4"/>
    <dgm:cxn modelId="{14C996F4-0230-478B-BA64-7D930DDC6508}" type="presParOf" srcId="{2F186466-52CD-42AC-8951-8D3F9C6C485F}" destId="{89644BAC-BF90-4E1D-A44C-42AD8449D2F6}" srcOrd="1" destOrd="0" presId="urn:microsoft.com/office/officeart/2005/8/layout/process4"/>
    <dgm:cxn modelId="{D88957D0-79ED-4D9B-A9FB-42075711EFD1}" type="presParOf" srcId="{2F186466-52CD-42AC-8951-8D3F9C6C485F}" destId="{668CE851-EA7A-4D2F-AE50-272D4A22CA73}" srcOrd="2" destOrd="0" presId="urn:microsoft.com/office/officeart/2005/8/layout/process4"/>
    <dgm:cxn modelId="{362E6DBC-873A-48C3-860F-59CDA97DEFA9}" type="presParOf" srcId="{668CE851-EA7A-4D2F-AE50-272D4A22CA73}" destId="{4E8B653D-03F0-4A7A-90AA-0B86A0095848}"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6EF38CA8-E8BB-42B1-9433-927BCC19FDE9}" type="doc">
      <dgm:prSet loTypeId="urn:microsoft.com/office/officeart/2016/7/layout/VerticalSolidActionList" loCatId="List" qsTypeId="urn:microsoft.com/office/officeart/2005/8/quickstyle/simple1" qsCatId="simple" csTypeId="urn:microsoft.com/office/officeart/2005/8/colors/colorful1" csCatId="colorful" phldr="1"/>
      <dgm:spPr/>
      <dgm:t>
        <a:bodyPr/>
        <a:lstStyle/>
        <a:p>
          <a:endParaRPr lang="en-US"/>
        </a:p>
      </dgm:t>
    </dgm:pt>
    <dgm:pt modelId="{B8439261-5729-4ED2-80AD-53419F1887A3}">
      <dgm:prSet/>
      <dgm:spPr/>
      <dgm:t>
        <a:bodyPr/>
        <a:lstStyle/>
        <a:p>
          <a:r>
            <a:rPr lang="en-US"/>
            <a:t>Outline</a:t>
          </a:r>
        </a:p>
      </dgm:t>
    </dgm:pt>
    <dgm:pt modelId="{69F77F00-0FDE-4BBA-AB05-3F94908E398A}" type="parTrans" cxnId="{9DD651A9-D50E-4DD8-8507-8D09EE6D77AB}">
      <dgm:prSet/>
      <dgm:spPr/>
      <dgm:t>
        <a:bodyPr/>
        <a:lstStyle/>
        <a:p>
          <a:endParaRPr lang="en-US"/>
        </a:p>
      </dgm:t>
    </dgm:pt>
    <dgm:pt modelId="{261FD9D1-6355-422A-B021-7FC39E69832E}" type="sibTrans" cxnId="{9DD651A9-D50E-4DD8-8507-8D09EE6D77AB}">
      <dgm:prSet/>
      <dgm:spPr/>
      <dgm:t>
        <a:bodyPr/>
        <a:lstStyle/>
        <a:p>
          <a:endParaRPr lang="en-US"/>
        </a:p>
      </dgm:t>
    </dgm:pt>
    <dgm:pt modelId="{32B4E476-A0DC-4AA1-9D00-071B650428C2}">
      <dgm:prSet/>
      <dgm:spPr/>
      <dgm:t>
        <a:bodyPr/>
        <a:lstStyle/>
        <a:p>
          <a:r>
            <a:rPr lang="en-US"/>
            <a:t>Outline each determinant</a:t>
          </a:r>
        </a:p>
      </dgm:t>
    </dgm:pt>
    <dgm:pt modelId="{D42EAF0D-C20B-499A-965B-C7DF804D5FAB}" type="parTrans" cxnId="{3F8F4121-691B-4777-B7F2-0C89C998335B}">
      <dgm:prSet/>
      <dgm:spPr/>
      <dgm:t>
        <a:bodyPr/>
        <a:lstStyle/>
        <a:p>
          <a:endParaRPr lang="en-US"/>
        </a:p>
      </dgm:t>
    </dgm:pt>
    <dgm:pt modelId="{EAA4E5CE-2DED-43EC-805C-5BEF6699CFD1}" type="sibTrans" cxnId="{3F8F4121-691B-4777-B7F2-0C89C998335B}">
      <dgm:prSet/>
      <dgm:spPr/>
      <dgm:t>
        <a:bodyPr/>
        <a:lstStyle/>
        <a:p>
          <a:endParaRPr lang="en-US"/>
        </a:p>
      </dgm:t>
    </dgm:pt>
    <dgm:pt modelId="{BD9BA409-852F-4A34-9555-4F0F1A8075DD}">
      <dgm:prSet/>
      <dgm:spPr/>
      <dgm:t>
        <a:bodyPr/>
        <a:lstStyle/>
        <a:p>
          <a:r>
            <a:rPr lang="en-US"/>
            <a:t>Relate</a:t>
          </a:r>
        </a:p>
      </dgm:t>
    </dgm:pt>
    <dgm:pt modelId="{2DE881C5-C97F-4F90-837C-C9A3F69F0B83}" type="parTrans" cxnId="{529CE59C-E206-4D7D-96DA-D6B09E6BD9FE}">
      <dgm:prSet/>
      <dgm:spPr/>
      <dgm:t>
        <a:bodyPr/>
        <a:lstStyle/>
        <a:p>
          <a:endParaRPr lang="en-US"/>
        </a:p>
      </dgm:t>
    </dgm:pt>
    <dgm:pt modelId="{3444CD3D-016D-4005-A790-F0658293E8E3}" type="sibTrans" cxnId="{529CE59C-E206-4D7D-96DA-D6B09E6BD9FE}">
      <dgm:prSet/>
      <dgm:spPr/>
      <dgm:t>
        <a:bodyPr/>
        <a:lstStyle/>
        <a:p>
          <a:endParaRPr lang="en-US"/>
        </a:p>
      </dgm:t>
    </dgm:pt>
    <dgm:pt modelId="{42887F38-85C8-4A4C-AF77-D3D70ABD8D37}">
      <dgm:prSet/>
      <dgm:spPr/>
      <dgm:t>
        <a:bodyPr/>
        <a:lstStyle/>
        <a:p>
          <a:r>
            <a:rPr lang="en-US"/>
            <a:t>Relate determinants to Health Status</a:t>
          </a:r>
        </a:p>
      </dgm:t>
    </dgm:pt>
    <dgm:pt modelId="{19C8455B-791B-4BD5-BEC8-30B2C57F321C}" type="parTrans" cxnId="{68DA1B21-1B91-4134-B024-5D5FEF13D787}">
      <dgm:prSet/>
      <dgm:spPr/>
      <dgm:t>
        <a:bodyPr/>
        <a:lstStyle/>
        <a:p>
          <a:endParaRPr lang="en-US"/>
        </a:p>
      </dgm:t>
    </dgm:pt>
    <dgm:pt modelId="{23CC6B57-B9A7-481B-B521-0E61CE7D5398}" type="sibTrans" cxnId="{68DA1B21-1B91-4134-B024-5D5FEF13D787}">
      <dgm:prSet/>
      <dgm:spPr/>
      <dgm:t>
        <a:bodyPr/>
        <a:lstStyle/>
        <a:p>
          <a:endParaRPr lang="en-US"/>
        </a:p>
      </dgm:t>
    </dgm:pt>
    <dgm:pt modelId="{E02EDC95-FC5E-4148-A9D4-48A3EF4C8737}">
      <dgm:prSet/>
      <dgm:spPr/>
      <dgm:t>
        <a:bodyPr/>
        <a:lstStyle/>
        <a:p>
          <a:r>
            <a:rPr lang="en-US" dirty="0"/>
            <a:t>Example</a:t>
          </a:r>
        </a:p>
      </dgm:t>
    </dgm:pt>
    <dgm:pt modelId="{61714653-CCC3-4C7C-887D-3AE5452E5E91}" type="parTrans" cxnId="{D741D065-CCC8-46A6-9ACA-F2B4DC79BC89}">
      <dgm:prSet/>
      <dgm:spPr/>
      <dgm:t>
        <a:bodyPr/>
        <a:lstStyle/>
        <a:p>
          <a:endParaRPr lang="en-US"/>
        </a:p>
      </dgm:t>
    </dgm:pt>
    <dgm:pt modelId="{810BF586-CEB8-4460-9958-1CF1206EDA90}" type="sibTrans" cxnId="{D741D065-CCC8-46A6-9ACA-F2B4DC79BC89}">
      <dgm:prSet/>
      <dgm:spPr/>
      <dgm:t>
        <a:bodyPr/>
        <a:lstStyle/>
        <a:p>
          <a:endParaRPr lang="en-US"/>
        </a:p>
      </dgm:t>
    </dgm:pt>
    <dgm:pt modelId="{41741BBE-4E28-4DA0-AA1D-E7F7B7095267}">
      <dgm:prSet/>
      <dgm:spPr/>
      <dgm:t>
        <a:bodyPr/>
        <a:lstStyle/>
        <a:p>
          <a:r>
            <a:rPr lang="en-US"/>
            <a:t>Be able to describe (glossary of terms) in detail each determinant</a:t>
          </a:r>
        </a:p>
      </dgm:t>
    </dgm:pt>
    <dgm:pt modelId="{5970AD8E-BD2B-4B06-8548-C413CD9A8C94}" type="parTrans" cxnId="{73ABB5DF-EA28-4BFC-88C6-CF0A45848B23}">
      <dgm:prSet/>
      <dgm:spPr/>
      <dgm:t>
        <a:bodyPr/>
        <a:lstStyle/>
        <a:p>
          <a:endParaRPr lang="en-US"/>
        </a:p>
      </dgm:t>
    </dgm:pt>
    <dgm:pt modelId="{ABFC6634-F329-4E00-AEE5-379AFCA43643}" type="sibTrans" cxnId="{73ABB5DF-EA28-4BFC-88C6-CF0A45848B23}">
      <dgm:prSet/>
      <dgm:spPr/>
      <dgm:t>
        <a:bodyPr/>
        <a:lstStyle/>
        <a:p>
          <a:endParaRPr lang="en-US"/>
        </a:p>
      </dgm:t>
    </dgm:pt>
    <dgm:pt modelId="{20E090A6-DDD4-44E2-AAB0-1037BB8825B5}">
      <dgm:prSet/>
      <dgm:spPr/>
      <dgm:t>
        <a:bodyPr/>
        <a:lstStyle/>
        <a:p>
          <a:r>
            <a:rPr lang="en-US"/>
            <a:t>Provide a detailed example on how it can positively and negatively affect health status of and individual and a community</a:t>
          </a:r>
        </a:p>
      </dgm:t>
    </dgm:pt>
    <dgm:pt modelId="{7950F1B7-4107-4924-8BBD-6D1FEFD8E8CD}" type="parTrans" cxnId="{1AA9EA7F-5734-4D06-97B1-679F9CF4091E}">
      <dgm:prSet/>
      <dgm:spPr/>
      <dgm:t>
        <a:bodyPr/>
        <a:lstStyle/>
        <a:p>
          <a:endParaRPr lang="en-US"/>
        </a:p>
      </dgm:t>
    </dgm:pt>
    <dgm:pt modelId="{980F4D29-B7C2-4E9B-872B-87678829043F}" type="sibTrans" cxnId="{1AA9EA7F-5734-4D06-97B1-679F9CF4091E}">
      <dgm:prSet/>
      <dgm:spPr/>
      <dgm:t>
        <a:bodyPr/>
        <a:lstStyle/>
        <a:p>
          <a:endParaRPr lang="en-US"/>
        </a:p>
      </dgm:t>
    </dgm:pt>
    <dgm:pt modelId="{661ADB3A-F4DA-4E0C-8D8D-7DBD078CEA71}" type="pres">
      <dgm:prSet presAssocID="{6EF38CA8-E8BB-42B1-9433-927BCC19FDE9}" presName="Name0" presStyleCnt="0">
        <dgm:presLayoutVars>
          <dgm:dir/>
          <dgm:animLvl val="lvl"/>
          <dgm:resizeHandles val="exact"/>
        </dgm:presLayoutVars>
      </dgm:prSet>
      <dgm:spPr/>
    </dgm:pt>
    <dgm:pt modelId="{CA71E8F1-7F96-4503-AB5C-145D7BCDD642}" type="pres">
      <dgm:prSet presAssocID="{B8439261-5729-4ED2-80AD-53419F1887A3}" presName="linNode" presStyleCnt="0"/>
      <dgm:spPr/>
    </dgm:pt>
    <dgm:pt modelId="{5DF9F01A-67D4-4611-91BB-AE543FEEAA89}" type="pres">
      <dgm:prSet presAssocID="{B8439261-5729-4ED2-80AD-53419F1887A3}" presName="parentText" presStyleLbl="alignNode1" presStyleIdx="0" presStyleCnt="3">
        <dgm:presLayoutVars>
          <dgm:chMax val="1"/>
          <dgm:bulletEnabled/>
        </dgm:presLayoutVars>
      </dgm:prSet>
      <dgm:spPr/>
    </dgm:pt>
    <dgm:pt modelId="{26B0CDBD-5D41-4B8E-9292-00C7159C8CF6}" type="pres">
      <dgm:prSet presAssocID="{B8439261-5729-4ED2-80AD-53419F1887A3}" presName="descendantText" presStyleLbl="alignAccFollowNode1" presStyleIdx="0" presStyleCnt="3">
        <dgm:presLayoutVars>
          <dgm:bulletEnabled/>
        </dgm:presLayoutVars>
      </dgm:prSet>
      <dgm:spPr/>
    </dgm:pt>
    <dgm:pt modelId="{D8706A13-9124-450B-B230-0E1BA87B7A13}" type="pres">
      <dgm:prSet presAssocID="{261FD9D1-6355-422A-B021-7FC39E69832E}" presName="sp" presStyleCnt="0"/>
      <dgm:spPr/>
    </dgm:pt>
    <dgm:pt modelId="{C56F84BF-D0D2-4D54-AF96-4A8B2A908146}" type="pres">
      <dgm:prSet presAssocID="{BD9BA409-852F-4A34-9555-4F0F1A8075DD}" presName="linNode" presStyleCnt="0"/>
      <dgm:spPr/>
    </dgm:pt>
    <dgm:pt modelId="{67F5F4B3-D63A-4E3C-BD9F-5DAFED2D8BFD}" type="pres">
      <dgm:prSet presAssocID="{BD9BA409-852F-4A34-9555-4F0F1A8075DD}" presName="parentText" presStyleLbl="alignNode1" presStyleIdx="1" presStyleCnt="3">
        <dgm:presLayoutVars>
          <dgm:chMax val="1"/>
          <dgm:bulletEnabled/>
        </dgm:presLayoutVars>
      </dgm:prSet>
      <dgm:spPr/>
    </dgm:pt>
    <dgm:pt modelId="{E22648DA-289A-4C1F-BBDC-5C369522A956}" type="pres">
      <dgm:prSet presAssocID="{BD9BA409-852F-4A34-9555-4F0F1A8075DD}" presName="descendantText" presStyleLbl="alignAccFollowNode1" presStyleIdx="1" presStyleCnt="3">
        <dgm:presLayoutVars>
          <dgm:bulletEnabled/>
        </dgm:presLayoutVars>
      </dgm:prSet>
      <dgm:spPr/>
    </dgm:pt>
    <dgm:pt modelId="{F32CF7DA-3CDE-4566-BC75-247BDEFB28A2}" type="pres">
      <dgm:prSet presAssocID="{3444CD3D-016D-4005-A790-F0658293E8E3}" presName="sp" presStyleCnt="0"/>
      <dgm:spPr/>
    </dgm:pt>
    <dgm:pt modelId="{FA749FC9-492B-4BBE-B86B-EBAA600B44E1}" type="pres">
      <dgm:prSet presAssocID="{E02EDC95-FC5E-4148-A9D4-48A3EF4C8737}" presName="linNode" presStyleCnt="0"/>
      <dgm:spPr/>
    </dgm:pt>
    <dgm:pt modelId="{3C2F34D1-7D33-4FB3-8EB3-30E0314EC5DB}" type="pres">
      <dgm:prSet presAssocID="{E02EDC95-FC5E-4148-A9D4-48A3EF4C8737}" presName="parentText" presStyleLbl="alignNode1" presStyleIdx="2" presStyleCnt="3">
        <dgm:presLayoutVars>
          <dgm:chMax val="1"/>
          <dgm:bulletEnabled/>
        </dgm:presLayoutVars>
      </dgm:prSet>
      <dgm:spPr/>
    </dgm:pt>
    <dgm:pt modelId="{15356BFD-636E-4FD4-99C1-0DCC4F0C8BF2}" type="pres">
      <dgm:prSet presAssocID="{E02EDC95-FC5E-4148-A9D4-48A3EF4C8737}" presName="descendantText" presStyleLbl="alignAccFollowNode1" presStyleIdx="2" presStyleCnt="3">
        <dgm:presLayoutVars>
          <dgm:bulletEnabled/>
        </dgm:presLayoutVars>
      </dgm:prSet>
      <dgm:spPr/>
    </dgm:pt>
  </dgm:ptLst>
  <dgm:cxnLst>
    <dgm:cxn modelId="{D7484307-69F5-4796-8F24-52C21A94016A}" type="presOf" srcId="{41741BBE-4E28-4DA0-AA1D-E7F7B7095267}" destId="{15356BFD-636E-4FD4-99C1-0DCC4F0C8BF2}" srcOrd="0" destOrd="0" presId="urn:microsoft.com/office/officeart/2016/7/layout/VerticalSolidActionList"/>
    <dgm:cxn modelId="{5917A31A-483D-4650-9FDE-77777C9412DE}" type="presOf" srcId="{20E090A6-DDD4-44E2-AAB0-1037BB8825B5}" destId="{15356BFD-636E-4FD4-99C1-0DCC4F0C8BF2}" srcOrd="0" destOrd="1" presId="urn:microsoft.com/office/officeart/2016/7/layout/VerticalSolidActionList"/>
    <dgm:cxn modelId="{68DA1B21-1B91-4134-B024-5D5FEF13D787}" srcId="{BD9BA409-852F-4A34-9555-4F0F1A8075DD}" destId="{42887F38-85C8-4A4C-AF77-D3D70ABD8D37}" srcOrd="0" destOrd="0" parTransId="{19C8455B-791B-4BD5-BEC8-30B2C57F321C}" sibTransId="{23CC6B57-B9A7-481B-B521-0E61CE7D5398}"/>
    <dgm:cxn modelId="{3F8F4121-691B-4777-B7F2-0C89C998335B}" srcId="{B8439261-5729-4ED2-80AD-53419F1887A3}" destId="{32B4E476-A0DC-4AA1-9D00-071B650428C2}" srcOrd="0" destOrd="0" parTransId="{D42EAF0D-C20B-499A-965B-C7DF804D5FAB}" sibTransId="{EAA4E5CE-2DED-43EC-805C-5BEF6699CFD1}"/>
    <dgm:cxn modelId="{3C8CE22A-6B65-48B3-B799-3E7677BD1C83}" type="presOf" srcId="{BD9BA409-852F-4A34-9555-4F0F1A8075DD}" destId="{67F5F4B3-D63A-4E3C-BD9F-5DAFED2D8BFD}" srcOrd="0" destOrd="0" presId="urn:microsoft.com/office/officeart/2016/7/layout/VerticalSolidActionList"/>
    <dgm:cxn modelId="{AA8D3031-8BFB-4E4F-B9E7-09478EE246B5}" type="presOf" srcId="{42887F38-85C8-4A4C-AF77-D3D70ABD8D37}" destId="{E22648DA-289A-4C1F-BBDC-5C369522A956}" srcOrd="0" destOrd="0" presId="urn:microsoft.com/office/officeart/2016/7/layout/VerticalSolidActionList"/>
    <dgm:cxn modelId="{D741D065-CCC8-46A6-9ACA-F2B4DC79BC89}" srcId="{6EF38CA8-E8BB-42B1-9433-927BCC19FDE9}" destId="{E02EDC95-FC5E-4148-A9D4-48A3EF4C8737}" srcOrd="2" destOrd="0" parTransId="{61714653-CCC3-4C7C-887D-3AE5452E5E91}" sibTransId="{810BF586-CEB8-4460-9958-1CF1206EDA90}"/>
    <dgm:cxn modelId="{1AA9EA7F-5734-4D06-97B1-679F9CF4091E}" srcId="{41741BBE-4E28-4DA0-AA1D-E7F7B7095267}" destId="{20E090A6-DDD4-44E2-AAB0-1037BB8825B5}" srcOrd="0" destOrd="0" parTransId="{7950F1B7-4107-4924-8BBD-6D1FEFD8E8CD}" sibTransId="{980F4D29-B7C2-4E9B-872B-87678829043F}"/>
    <dgm:cxn modelId="{A637D885-A67E-4F8A-A047-C410230065E3}" type="presOf" srcId="{6EF38CA8-E8BB-42B1-9433-927BCC19FDE9}" destId="{661ADB3A-F4DA-4E0C-8D8D-7DBD078CEA71}" srcOrd="0" destOrd="0" presId="urn:microsoft.com/office/officeart/2016/7/layout/VerticalSolidActionList"/>
    <dgm:cxn modelId="{EAC7DF9B-D1E7-4D55-B3F2-483AA93601B5}" type="presOf" srcId="{E02EDC95-FC5E-4148-A9D4-48A3EF4C8737}" destId="{3C2F34D1-7D33-4FB3-8EB3-30E0314EC5DB}" srcOrd="0" destOrd="0" presId="urn:microsoft.com/office/officeart/2016/7/layout/VerticalSolidActionList"/>
    <dgm:cxn modelId="{529CE59C-E206-4D7D-96DA-D6B09E6BD9FE}" srcId="{6EF38CA8-E8BB-42B1-9433-927BCC19FDE9}" destId="{BD9BA409-852F-4A34-9555-4F0F1A8075DD}" srcOrd="1" destOrd="0" parTransId="{2DE881C5-C97F-4F90-837C-C9A3F69F0B83}" sibTransId="{3444CD3D-016D-4005-A790-F0658293E8E3}"/>
    <dgm:cxn modelId="{72DD29A3-48F2-449F-91A1-3C42E0549637}" type="presOf" srcId="{32B4E476-A0DC-4AA1-9D00-071B650428C2}" destId="{26B0CDBD-5D41-4B8E-9292-00C7159C8CF6}" srcOrd="0" destOrd="0" presId="urn:microsoft.com/office/officeart/2016/7/layout/VerticalSolidActionList"/>
    <dgm:cxn modelId="{9DD651A9-D50E-4DD8-8507-8D09EE6D77AB}" srcId="{6EF38CA8-E8BB-42B1-9433-927BCC19FDE9}" destId="{B8439261-5729-4ED2-80AD-53419F1887A3}" srcOrd="0" destOrd="0" parTransId="{69F77F00-0FDE-4BBA-AB05-3F94908E398A}" sibTransId="{261FD9D1-6355-422A-B021-7FC39E69832E}"/>
    <dgm:cxn modelId="{F093DCD9-B65A-4D98-A826-AF1A8E7D3DFF}" type="presOf" srcId="{B8439261-5729-4ED2-80AD-53419F1887A3}" destId="{5DF9F01A-67D4-4611-91BB-AE543FEEAA89}" srcOrd="0" destOrd="0" presId="urn:microsoft.com/office/officeart/2016/7/layout/VerticalSolidActionList"/>
    <dgm:cxn modelId="{73ABB5DF-EA28-4BFC-88C6-CF0A45848B23}" srcId="{E02EDC95-FC5E-4148-A9D4-48A3EF4C8737}" destId="{41741BBE-4E28-4DA0-AA1D-E7F7B7095267}" srcOrd="0" destOrd="0" parTransId="{5970AD8E-BD2B-4B06-8548-C413CD9A8C94}" sibTransId="{ABFC6634-F329-4E00-AEE5-379AFCA43643}"/>
    <dgm:cxn modelId="{4FF45A99-72C3-40FE-B245-A98F4E8E7BF6}" type="presParOf" srcId="{661ADB3A-F4DA-4E0C-8D8D-7DBD078CEA71}" destId="{CA71E8F1-7F96-4503-AB5C-145D7BCDD642}" srcOrd="0" destOrd="0" presId="urn:microsoft.com/office/officeart/2016/7/layout/VerticalSolidActionList"/>
    <dgm:cxn modelId="{601D117D-1875-472C-957B-DDA096C062F4}" type="presParOf" srcId="{CA71E8F1-7F96-4503-AB5C-145D7BCDD642}" destId="{5DF9F01A-67D4-4611-91BB-AE543FEEAA89}" srcOrd="0" destOrd="0" presId="urn:microsoft.com/office/officeart/2016/7/layout/VerticalSolidActionList"/>
    <dgm:cxn modelId="{0FE64031-4142-421A-8732-AA2D2C124F24}" type="presParOf" srcId="{CA71E8F1-7F96-4503-AB5C-145D7BCDD642}" destId="{26B0CDBD-5D41-4B8E-9292-00C7159C8CF6}" srcOrd="1" destOrd="0" presId="urn:microsoft.com/office/officeart/2016/7/layout/VerticalSolidActionList"/>
    <dgm:cxn modelId="{684CD88D-459B-4933-80D4-F38966151C6D}" type="presParOf" srcId="{661ADB3A-F4DA-4E0C-8D8D-7DBD078CEA71}" destId="{D8706A13-9124-450B-B230-0E1BA87B7A13}" srcOrd="1" destOrd="0" presId="urn:microsoft.com/office/officeart/2016/7/layout/VerticalSolidActionList"/>
    <dgm:cxn modelId="{855E39CB-DC1C-4508-8A54-B5B6A7C7CF3D}" type="presParOf" srcId="{661ADB3A-F4DA-4E0C-8D8D-7DBD078CEA71}" destId="{C56F84BF-D0D2-4D54-AF96-4A8B2A908146}" srcOrd="2" destOrd="0" presId="urn:microsoft.com/office/officeart/2016/7/layout/VerticalSolidActionList"/>
    <dgm:cxn modelId="{6DCB9EC1-D7D0-4D04-A2D7-3CADC402C71C}" type="presParOf" srcId="{C56F84BF-D0D2-4D54-AF96-4A8B2A908146}" destId="{67F5F4B3-D63A-4E3C-BD9F-5DAFED2D8BFD}" srcOrd="0" destOrd="0" presId="urn:microsoft.com/office/officeart/2016/7/layout/VerticalSolidActionList"/>
    <dgm:cxn modelId="{45E89DAB-F283-4F75-9EA6-6270236BE6DD}" type="presParOf" srcId="{C56F84BF-D0D2-4D54-AF96-4A8B2A908146}" destId="{E22648DA-289A-4C1F-BBDC-5C369522A956}" srcOrd="1" destOrd="0" presId="urn:microsoft.com/office/officeart/2016/7/layout/VerticalSolidActionList"/>
    <dgm:cxn modelId="{A9731DD5-1EB0-44A8-940F-71358E548540}" type="presParOf" srcId="{661ADB3A-F4DA-4E0C-8D8D-7DBD078CEA71}" destId="{F32CF7DA-3CDE-4566-BC75-247BDEFB28A2}" srcOrd="3" destOrd="0" presId="urn:microsoft.com/office/officeart/2016/7/layout/VerticalSolidActionList"/>
    <dgm:cxn modelId="{40D05FAF-9935-4DFF-BA8E-3C35D1B21912}" type="presParOf" srcId="{661ADB3A-F4DA-4E0C-8D8D-7DBD078CEA71}" destId="{FA749FC9-492B-4BBE-B86B-EBAA600B44E1}" srcOrd="4" destOrd="0" presId="urn:microsoft.com/office/officeart/2016/7/layout/VerticalSolidActionList"/>
    <dgm:cxn modelId="{7A8B0895-EB5A-44B7-A2B2-A18B8BD93FEA}" type="presParOf" srcId="{FA749FC9-492B-4BBE-B86B-EBAA600B44E1}" destId="{3C2F34D1-7D33-4FB3-8EB3-30E0314EC5DB}" srcOrd="0" destOrd="0" presId="urn:microsoft.com/office/officeart/2016/7/layout/VerticalSolidActionList"/>
    <dgm:cxn modelId="{67316753-9E1C-4539-A641-B5AB06E82C40}" type="presParOf" srcId="{FA749FC9-492B-4BBE-B86B-EBAA600B44E1}" destId="{15356BFD-636E-4FD4-99C1-0DCC4F0C8BF2}" srcOrd="1" destOrd="0" presId="urn:microsoft.com/office/officeart/2016/7/layout/VerticalSolid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142932D8-8FF2-4B96-A405-4BE44386839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AB994A06-C30A-487C-B980-C8874616BABD}">
      <dgm:prSet/>
      <dgm:spPr/>
      <dgm:t>
        <a:bodyPr/>
        <a:lstStyle/>
        <a:p>
          <a:r>
            <a:rPr lang="en-AU">
              <a:hlinkClick xmlns:r="http://schemas.openxmlformats.org/officeDocument/2006/relationships" r:id="rId1"/>
            </a:rPr>
            <a:t>Premature and low birth weight - https://www.youtube.com/watch?v=8dDOnjxW3Sg </a:t>
          </a:r>
          <a:endParaRPr lang="en-US"/>
        </a:p>
      </dgm:t>
    </dgm:pt>
    <dgm:pt modelId="{321E52F9-EF51-424A-B59C-B14281E4A943}" type="parTrans" cxnId="{D2F349E8-1282-434C-8CD1-C3095DC399DE}">
      <dgm:prSet/>
      <dgm:spPr/>
      <dgm:t>
        <a:bodyPr/>
        <a:lstStyle/>
        <a:p>
          <a:endParaRPr lang="en-US"/>
        </a:p>
      </dgm:t>
    </dgm:pt>
    <dgm:pt modelId="{AD5BB886-B272-458B-81C7-F027DE5E92A6}" type="sibTrans" cxnId="{D2F349E8-1282-434C-8CD1-C3095DC399DE}">
      <dgm:prSet/>
      <dgm:spPr/>
      <dgm:t>
        <a:bodyPr/>
        <a:lstStyle/>
        <a:p>
          <a:endParaRPr lang="en-US"/>
        </a:p>
      </dgm:t>
    </dgm:pt>
    <dgm:pt modelId="{9B8A2992-F2CD-40C6-8A36-B13689D97608}">
      <dgm:prSet/>
      <dgm:spPr/>
      <dgm:t>
        <a:bodyPr/>
        <a:lstStyle/>
        <a:p>
          <a:r>
            <a:rPr lang="en-AU">
              <a:hlinkClick xmlns:r="http://schemas.openxmlformats.org/officeDocument/2006/relationships" r:id="rId2"/>
            </a:rPr>
            <a:t>http://www.perthnow.com.au/news/western-australia/near6kg-baby-born-in-perth-on-australia-day-a-huge-bundle-of-joy-for-tassell-family/news-story/a433513db4d40a9f3f113748f1bffc07</a:t>
          </a:r>
          <a:endParaRPr lang="en-US"/>
        </a:p>
      </dgm:t>
    </dgm:pt>
    <dgm:pt modelId="{8A3EF475-6954-4D36-BFD6-4D5E2B05B02B}" type="parTrans" cxnId="{C0EEB5A9-D3FC-4457-8704-62ADB61DE680}">
      <dgm:prSet/>
      <dgm:spPr/>
      <dgm:t>
        <a:bodyPr/>
        <a:lstStyle/>
        <a:p>
          <a:endParaRPr lang="en-US"/>
        </a:p>
      </dgm:t>
    </dgm:pt>
    <dgm:pt modelId="{B0C671B4-F182-43EA-B796-75CC5B512F0E}" type="sibTrans" cxnId="{C0EEB5A9-D3FC-4457-8704-62ADB61DE680}">
      <dgm:prSet/>
      <dgm:spPr/>
      <dgm:t>
        <a:bodyPr/>
        <a:lstStyle/>
        <a:p>
          <a:endParaRPr lang="en-US"/>
        </a:p>
      </dgm:t>
    </dgm:pt>
    <dgm:pt modelId="{E8D2D6B6-B37F-4EA9-A89D-DAD02CE43E8A}">
      <dgm:prSet/>
      <dgm:spPr/>
      <dgm:t>
        <a:bodyPr/>
        <a:lstStyle/>
        <a:p>
          <a:r>
            <a:rPr lang="en-US">
              <a:hlinkClick xmlns:r="http://schemas.openxmlformats.org/officeDocument/2006/relationships" r:id="rId3"/>
            </a:rPr>
            <a:t>http://www.babycentre.co.uk/a1033196/low-birth-weight-in-babies</a:t>
          </a:r>
          <a:endParaRPr lang="en-US"/>
        </a:p>
      </dgm:t>
    </dgm:pt>
    <dgm:pt modelId="{C65A1A93-F0BC-468C-8B60-D43D90A0AEE1}" type="parTrans" cxnId="{DEDA017F-59EA-4D74-B680-1409A911B661}">
      <dgm:prSet/>
      <dgm:spPr/>
      <dgm:t>
        <a:bodyPr/>
        <a:lstStyle/>
        <a:p>
          <a:endParaRPr lang="en-US"/>
        </a:p>
      </dgm:t>
    </dgm:pt>
    <dgm:pt modelId="{4448AD80-3B90-4F54-AA26-F15CBAEE3C3E}" type="sibTrans" cxnId="{DEDA017F-59EA-4D74-B680-1409A911B661}">
      <dgm:prSet/>
      <dgm:spPr/>
      <dgm:t>
        <a:bodyPr/>
        <a:lstStyle/>
        <a:p>
          <a:endParaRPr lang="en-US"/>
        </a:p>
      </dgm:t>
    </dgm:pt>
    <dgm:pt modelId="{7E2A4240-6CDE-447E-A6B7-8AC5597659DC}" type="pres">
      <dgm:prSet presAssocID="{142932D8-8FF2-4B96-A405-4BE44386839F}" presName="root" presStyleCnt="0">
        <dgm:presLayoutVars>
          <dgm:dir/>
          <dgm:resizeHandles val="exact"/>
        </dgm:presLayoutVars>
      </dgm:prSet>
      <dgm:spPr/>
    </dgm:pt>
    <dgm:pt modelId="{0C6E5079-1A90-45D6-B466-79FE43300BB7}" type="pres">
      <dgm:prSet presAssocID="{AB994A06-C30A-487C-B980-C8874616BABD}" presName="compNode" presStyleCnt="0"/>
      <dgm:spPr/>
    </dgm:pt>
    <dgm:pt modelId="{2971DD75-103A-41D6-A4A5-FA60D4ED708F}" type="pres">
      <dgm:prSet presAssocID="{AB994A06-C30A-487C-B980-C8874616BABD}" presName="bgRect" presStyleLbl="bgShp" presStyleIdx="0" presStyleCnt="3"/>
      <dgm:spPr/>
    </dgm:pt>
    <dgm:pt modelId="{B8D46B75-8DE4-4E4B-89B4-EDBD00080B93}" type="pres">
      <dgm:prSet presAssocID="{AB994A06-C30A-487C-B980-C8874616BABD}" presName="iconRect" presStyleLbl="node1" presStyleIdx="0" presStyleCnt="3"/>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Crib"/>
        </a:ext>
      </dgm:extLst>
    </dgm:pt>
    <dgm:pt modelId="{206AA5C4-CE0C-4679-B686-D0F21777E010}" type="pres">
      <dgm:prSet presAssocID="{AB994A06-C30A-487C-B980-C8874616BABD}" presName="spaceRect" presStyleCnt="0"/>
      <dgm:spPr/>
    </dgm:pt>
    <dgm:pt modelId="{7373B9D7-CBB3-4263-B735-54F01D8FCAF6}" type="pres">
      <dgm:prSet presAssocID="{AB994A06-C30A-487C-B980-C8874616BABD}" presName="parTx" presStyleLbl="revTx" presStyleIdx="0" presStyleCnt="3">
        <dgm:presLayoutVars>
          <dgm:chMax val="0"/>
          <dgm:chPref val="0"/>
        </dgm:presLayoutVars>
      </dgm:prSet>
      <dgm:spPr/>
    </dgm:pt>
    <dgm:pt modelId="{65E9B933-DC49-42B9-A115-21D30B7DAE20}" type="pres">
      <dgm:prSet presAssocID="{AD5BB886-B272-458B-81C7-F027DE5E92A6}" presName="sibTrans" presStyleCnt="0"/>
      <dgm:spPr/>
    </dgm:pt>
    <dgm:pt modelId="{0498EE9C-3750-45C2-A0CE-DD0FE25CC51C}" type="pres">
      <dgm:prSet presAssocID="{9B8A2992-F2CD-40C6-8A36-B13689D97608}" presName="compNode" presStyleCnt="0"/>
      <dgm:spPr/>
    </dgm:pt>
    <dgm:pt modelId="{6A8F102C-8058-45DF-91E1-8CD6188D759E}" type="pres">
      <dgm:prSet presAssocID="{9B8A2992-F2CD-40C6-8A36-B13689D97608}" presName="bgRect" presStyleLbl="bgShp" presStyleIdx="1" presStyleCnt="3"/>
      <dgm:spPr/>
    </dgm:pt>
    <dgm:pt modelId="{357AE5C6-573A-4E4F-BB52-9FAF39D1F092}" type="pres">
      <dgm:prSet presAssocID="{9B8A2992-F2CD-40C6-8A36-B13689D97608}" presName="iconRect" presStyleLbl="node1" presStyleIdx="1" presStyleCnt="3"/>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Marker"/>
        </a:ext>
      </dgm:extLst>
    </dgm:pt>
    <dgm:pt modelId="{33B37ABB-3098-48F9-88B5-4E330CEE36EE}" type="pres">
      <dgm:prSet presAssocID="{9B8A2992-F2CD-40C6-8A36-B13689D97608}" presName="spaceRect" presStyleCnt="0"/>
      <dgm:spPr/>
    </dgm:pt>
    <dgm:pt modelId="{2F8B34F4-D259-4505-8258-4A6729236302}" type="pres">
      <dgm:prSet presAssocID="{9B8A2992-F2CD-40C6-8A36-B13689D97608}" presName="parTx" presStyleLbl="revTx" presStyleIdx="1" presStyleCnt="3">
        <dgm:presLayoutVars>
          <dgm:chMax val="0"/>
          <dgm:chPref val="0"/>
        </dgm:presLayoutVars>
      </dgm:prSet>
      <dgm:spPr/>
    </dgm:pt>
    <dgm:pt modelId="{9F4958E8-6D09-4C16-8C38-AC046A79F441}" type="pres">
      <dgm:prSet presAssocID="{B0C671B4-F182-43EA-B796-75CC5B512F0E}" presName="sibTrans" presStyleCnt="0"/>
      <dgm:spPr/>
    </dgm:pt>
    <dgm:pt modelId="{FE88C6A7-7FD1-4EB0-A25D-502AA47788B4}" type="pres">
      <dgm:prSet presAssocID="{E8D2D6B6-B37F-4EA9-A89D-DAD02CE43E8A}" presName="compNode" presStyleCnt="0"/>
      <dgm:spPr/>
    </dgm:pt>
    <dgm:pt modelId="{5513B748-687A-4812-84E4-A9DFCA1A8CCA}" type="pres">
      <dgm:prSet presAssocID="{E8D2D6B6-B37F-4EA9-A89D-DAD02CE43E8A}" presName="bgRect" presStyleLbl="bgShp" presStyleIdx="2" presStyleCnt="3"/>
      <dgm:spPr/>
    </dgm:pt>
    <dgm:pt modelId="{D725A7EE-4994-4E62-91CD-8B8C05658A76}" type="pres">
      <dgm:prSet presAssocID="{E8D2D6B6-B37F-4EA9-A89D-DAD02CE43E8A}" presName="iconRect" presStyleLbl="node1" presStyleIdx="2" presStyleCnt="3"/>
      <dgm:spPr>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dgm:spPr>
      <dgm:extLst>
        <a:ext uri="{E40237B7-FDA0-4F09-8148-C483321AD2D9}">
          <dgm14:cNvPr xmlns:dgm14="http://schemas.microsoft.com/office/drawing/2010/diagram" id="0" name="" descr="Map with pin"/>
        </a:ext>
      </dgm:extLst>
    </dgm:pt>
    <dgm:pt modelId="{D7FC02A6-0650-4E17-9319-05578F5F2CA4}" type="pres">
      <dgm:prSet presAssocID="{E8D2D6B6-B37F-4EA9-A89D-DAD02CE43E8A}" presName="spaceRect" presStyleCnt="0"/>
      <dgm:spPr/>
    </dgm:pt>
    <dgm:pt modelId="{7D8CE4F8-961A-4582-B946-05E8C01D299E}" type="pres">
      <dgm:prSet presAssocID="{E8D2D6B6-B37F-4EA9-A89D-DAD02CE43E8A}" presName="parTx" presStyleLbl="revTx" presStyleIdx="2" presStyleCnt="3">
        <dgm:presLayoutVars>
          <dgm:chMax val="0"/>
          <dgm:chPref val="0"/>
        </dgm:presLayoutVars>
      </dgm:prSet>
      <dgm:spPr/>
    </dgm:pt>
  </dgm:ptLst>
  <dgm:cxnLst>
    <dgm:cxn modelId="{18EF5304-092B-401A-9704-1D34E32D26ED}" type="presOf" srcId="{AB994A06-C30A-487C-B980-C8874616BABD}" destId="{7373B9D7-CBB3-4263-B735-54F01D8FCAF6}" srcOrd="0" destOrd="0" presId="urn:microsoft.com/office/officeart/2018/2/layout/IconVerticalSolidList"/>
    <dgm:cxn modelId="{FF10B42F-FC08-45D8-B4FF-B933345BB85F}" type="presOf" srcId="{9B8A2992-F2CD-40C6-8A36-B13689D97608}" destId="{2F8B34F4-D259-4505-8258-4A6729236302}" srcOrd="0" destOrd="0" presId="urn:microsoft.com/office/officeart/2018/2/layout/IconVerticalSolidList"/>
    <dgm:cxn modelId="{DEDA017F-59EA-4D74-B680-1409A911B661}" srcId="{142932D8-8FF2-4B96-A405-4BE44386839F}" destId="{E8D2D6B6-B37F-4EA9-A89D-DAD02CE43E8A}" srcOrd="2" destOrd="0" parTransId="{C65A1A93-F0BC-468C-8B60-D43D90A0AEE1}" sibTransId="{4448AD80-3B90-4F54-AA26-F15CBAEE3C3E}"/>
    <dgm:cxn modelId="{C0EEB5A9-D3FC-4457-8704-62ADB61DE680}" srcId="{142932D8-8FF2-4B96-A405-4BE44386839F}" destId="{9B8A2992-F2CD-40C6-8A36-B13689D97608}" srcOrd="1" destOrd="0" parTransId="{8A3EF475-6954-4D36-BFD6-4D5E2B05B02B}" sibTransId="{B0C671B4-F182-43EA-B796-75CC5B512F0E}"/>
    <dgm:cxn modelId="{EB4485AF-E8A1-471A-92C3-3B21F5FDE32A}" type="presOf" srcId="{142932D8-8FF2-4B96-A405-4BE44386839F}" destId="{7E2A4240-6CDE-447E-A6B7-8AC5597659DC}" srcOrd="0" destOrd="0" presId="urn:microsoft.com/office/officeart/2018/2/layout/IconVerticalSolidList"/>
    <dgm:cxn modelId="{D2F349E8-1282-434C-8CD1-C3095DC399DE}" srcId="{142932D8-8FF2-4B96-A405-4BE44386839F}" destId="{AB994A06-C30A-487C-B980-C8874616BABD}" srcOrd="0" destOrd="0" parTransId="{321E52F9-EF51-424A-B59C-B14281E4A943}" sibTransId="{AD5BB886-B272-458B-81C7-F027DE5E92A6}"/>
    <dgm:cxn modelId="{A3EA7CFB-55AF-499D-A11B-FE2CC4698F31}" type="presOf" srcId="{E8D2D6B6-B37F-4EA9-A89D-DAD02CE43E8A}" destId="{7D8CE4F8-961A-4582-B946-05E8C01D299E}" srcOrd="0" destOrd="0" presId="urn:microsoft.com/office/officeart/2018/2/layout/IconVerticalSolidList"/>
    <dgm:cxn modelId="{B0CC89ED-F3A2-4819-BF54-858BD03788E7}" type="presParOf" srcId="{7E2A4240-6CDE-447E-A6B7-8AC5597659DC}" destId="{0C6E5079-1A90-45D6-B466-79FE43300BB7}" srcOrd="0" destOrd="0" presId="urn:microsoft.com/office/officeart/2018/2/layout/IconVerticalSolidList"/>
    <dgm:cxn modelId="{7937F2E1-780A-46CD-A6F3-0677F5D0E0CF}" type="presParOf" srcId="{0C6E5079-1A90-45D6-B466-79FE43300BB7}" destId="{2971DD75-103A-41D6-A4A5-FA60D4ED708F}" srcOrd="0" destOrd="0" presId="urn:microsoft.com/office/officeart/2018/2/layout/IconVerticalSolidList"/>
    <dgm:cxn modelId="{36ADFE87-9F58-4E00-B221-821C085E1FF6}" type="presParOf" srcId="{0C6E5079-1A90-45D6-B466-79FE43300BB7}" destId="{B8D46B75-8DE4-4E4B-89B4-EDBD00080B93}" srcOrd="1" destOrd="0" presId="urn:microsoft.com/office/officeart/2018/2/layout/IconVerticalSolidList"/>
    <dgm:cxn modelId="{0DC9CDD2-18B2-4545-A033-FC9E58047012}" type="presParOf" srcId="{0C6E5079-1A90-45D6-B466-79FE43300BB7}" destId="{206AA5C4-CE0C-4679-B686-D0F21777E010}" srcOrd="2" destOrd="0" presId="urn:microsoft.com/office/officeart/2018/2/layout/IconVerticalSolidList"/>
    <dgm:cxn modelId="{AEB5D616-7BC2-44FC-8B5B-48C0949A9690}" type="presParOf" srcId="{0C6E5079-1A90-45D6-B466-79FE43300BB7}" destId="{7373B9D7-CBB3-4263-B735-54F01D8FCAF6}" srcOrd="3" destOrd="0" presId="urn:microsoft.com/office/officeart/2018/2/layout/IconVerticalSolidList"/>
    <dgm:cxn modelId="{519BCE7A-C7EA-4F62-BF99-D58BA561AAF5}" type="presParOf" srcId="{7E2A4240-6CDE-447E-A6B7-8AC5597659DC}" destId="{65E9B933-DC49-42B9-A115-21D30B7DAE20}" srcOrd="1" destOrd="0" presId="urn:microsoft.com/office/officeart/2018/2/layout/IconVerticalSolidList"/>
    <dgm:cxn modelId="{24EA670B-0E36-497C-B6BB-CE4022821D83}" type="presParOf" srcId="{7E2A4240-6CDE-447E-A6B7-8AC5597659DC}" destId="{0498EE9C-3750-45C2-A0CE-DD0FE25CC51C}" srcOrd="2" destOrd="0" presId="urn:microsoft.com/office/officeart/2018/2/layout/IconVerticalSolidList"/>
    <dgm:cxn modelId="{751C31F0-475C-4E5F-937D-712EB70296F0}" type="presParOf" srcId="{0498EE9C-3750-45C2-A0CE-DD0FE25CC51C}" destId="{6A8F102C-8058-45DF-91E1-8CD6188D759E}" srcOrd="0" destOrd="0" presId="urn:microsoft.com/office/officeart/2018/2/layout/IconVerticalSolidList"/>
    <dgm:cxn modelId="{C183612F-395C-4D93-AC04-8E055D9B4163}" type="presParOf" srcId="{0498EE9C-3750-45C2-A0CE-DD0FE25CC51C}" destId="{357AE5C6-573A-4E4F-BB52-9FAF39D1F092}" srcOrd="1" destOrd="0" presId="urn:microsoft.com/office/officeart/2018/2/layout/IconVerticalSolidList"/>
    <dgm:cxn modelId="{5C4E5236-9440-49D5-9186-2640A53A42AA}" type="presParOf" srcId="{0498EE9C-3750-45C2-A0CE-DD0FE25CC51C}" destId="{33B37ABB-3098-48F9-88B5-4E330CEE36EE}" srcOrd="2" destOrd="0" presId="urn:microsoft.com/office/officeart/2018/2/layout/IconVerticalSolidList"/>
    <dgm:cxn modelId="{6E0D9F00-1780-4567-A45A-228EBA775082}" type="presParOf" srcId="{0498EE9C-3750-45C2-A0CE-DD0FE25CC51C}" destId="{2F8B34F4-D259-4505-8258-4A6729236302}" srcOrd="3" destOrd="0" presId="urn:microsoft.com/office/officeart/2018/2/layout/IconVerticalSolidList"/>
    <dgm:cxn modelId="{18515D8F-2181-41A6-98CB-94F81D80AD0C}" type="presParOf" srcId="{7E2A4240-6CDE-447E-A6B7-8AC5597659DC}" destId="{9F4958E8-6D09-4C16-8C38-AC046A79F441}" srcOrd="3" destOrd="0" presId="urn:microsoft.com/office/officeart/2018/2/layout/IconVerticalSolidList"/>
    <dgm:cxn modelId="{A59E0826-D3AA-4ED0-97AF-19A01CFEE302}" type="presParOf" srcId="{7E2A4240-6CDE-447E-A6B7-8AC5597659DC}" destId="{FE88C6A7-7FD1-4EB0-A25D-502AA47788B4}" srcOrd="4" destOrd="0" presId="urn:microsoft.com/office/officeart/2018/2/layout/IconVerticalSolidList"/>
    <dgm:cxn modelId="{35D522CC-9AF8-4C7F-8790-6F3B7A135EA1}" type="presParOf" srcId="{FE88C6A7-7FD1-4EB0-A25D-502AA47788B4}" destId="{5513B748-687A-4812-84E4-A9DFCA1A8CCA}" srcOrd="0" destOrd="0" presId="urn:microsoft.com/office/officeart/2018/2/layout/IconVerticalSolidList"/>
    <dgm:cxn modelId="{0F920C4E-F456-4274-B355-EFF81C21E356}" type="presParOf" srcId="{FE88C6A7-7FD1-4EB0-A25D-502AA47788B4}" destId="{D725A7EE-4994-4E62-91CD-8B8C05658A76}" srcOrd="1" destOrd="0" presId="urn:microsoft.com/office/officeart/2018/2/layout/IconVerticalSolidList"/>
    <dgm:cxn modelId="{C8686932-CA99-44F8-932C-5E1DF0FE6709}" type="presParOf" srcId="{FE88C6A7-7FD1-4EB0-A25D-502AA47788B4}" destId="{D7FC02A6-0650-4E17-9319-05578F5F2CA4}" srcOrd="2" destOrd="0" presId="urn:microsoft.com/office/officeart/2018/2/layout/IconVerticalSolidList"/>
    <dgm:cxn modelId="{37494FD6-9AA4-4019-860D-77B6AD81A8F8}" type="presParOf" srcId="{FE88C6A7-7FD1-4EB0-A25D-502AA47788B4}" destId="{7D8CE4F8-961A-4582-B946-05E8C01D299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EC34F058-B4B0-416D-BA64-6D8286107967}"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07C7ADB-5B11-4ABD-88A3-169F5AA47DE6}">
      <dgm:prSet custT="1"/>
      <dgm:spPr/>
      <dgm:t>
        <a:bodyPr/>
        <a:lstStyle/>
        <a:p>
          <a:r>
            <a:rPr lang="en-US" sz="1800" dirty="0"/>
            <a:t>Identify the top 4 determinants of health you see as your weakest. (not familiar with, cant link to poor or positive health, not sure what they are </a:t>
          </a:r>
          <a:r>
            <a:rPr lang="en-US" sz="1800" dirty="0" err="1"/>
            <a:t>ect</a:t>
          </a:r>
          <a:r>
            <a:rPr lang="en-US" sz="1800" dirty="0"/>
            <a:t>)</a:t>
          </a:r>
        </a:p>
      </dgm:t>
    </dgm:pt>
    <dgm:pt modelId="{66BA3AD9-8EC5-4572-B827-210A2EF6FF0E}" type="parTrans" cxnId="{0AEE7534-07DC-4482-B2B0-074B8BA80923}">
      <dgm:prSet/>
      <dgm:spPr/>
      <dgm:t>
        <a:bodyPr/>
        <a:lstStyle/>
        <a:p>
          <a:endParaRPr lang="en-US"/>
        </a:p>
      </dgm:t>
    </dgm:pt>
    <dgm:pt modelId="{569B10A9-1F50-4020-80AE-1CEB0B508449}" type="sibTrans" cxnId="{0AEE7534-07DC-4482-B2B0-074B8BA80923}">
      <dgm:prSet/>
      <dgm:spPr/>
      <dgm:t>
        <a:bodyPr/>
        <a:lstStyle/>
        <a:p>
          <a:endParaRPr lang="en-US"/>
        </a:p>
      </dgm:t>
    </dgm:pt>
    <dgm:pt modelId="{926CB4A6-1B56-44E7-9BD7-884DAB1E31D2}">
      <dgm:prSet/>
      <dgm:spPr/>
      <dgm:t>
        <a:bodyPr/>
        <a:lstStyle/>
        <a:p>
          <a:r>
            <a:rPr lang="en-US"/>
            <a:t>Research those 4 and then share with a partner what your found about that determinant and it’s relation to health.</a:t>
          </a:r>
        </a:p>
      </dgm:t>
    </dgm:pt>
    <dgm:pt modelId="{8B94BEE4-C3EF-42F7-B54A-26A3EC460913}" type="parTrans" cxnId="{6DFBE2CF-2B9E-4D49-802B-B67E7E9CCCC1}">
      <dgm:prSet/>
      <dgm:spPr/>
      <dgm:t>
        <a:bodyPr/>
        <a:lstStyle/>
        <a:p>
          <a:endParaRPr lang="en-US"/>
        </a:p>
      </dgm:t>
    </dgm:pt>
    <dgm:pt modelId="{D8BB3E78-22A3-484A-9FC3-753C2D4A8F1C}" type="sibTrans" cxnId="{6DFBE2CF-2B9E-4D49-802B-B67E7E9CCCC1}">
      <dgm:prSet/>
      <dgm:spPr/>
      <dgm:t>
        <a:bodyPr/>
        <a:lstStyle/>
        <a:p>
          <a:endParaRPr lang="en-US"/>
        </a:p>
      </dgm:t>
    </dgm:pt>
    <dgm:pt modelId="{E7FB0266-C6D6-4930-8EB2-10F22B5F85BD}" type="pres">
      <dgm:prSet presAssocID="{EC34F058-B4B0-416D-BA64-6D8286107967}" presName="root" presStyleCnt="0">
        <dgm:presLayoutVars>
          <dgm:dir/>
          <dgm:resizeHandles val="exact"/>
        </dgm:presLayoutVars>
      </dgm:prSet>
      <dgm:spPr/>
    </dgm:pt>
    <dgm:pt modelId="{CC2389B4-26D2-463F-89E8-C122C062413D}" type="pres">
      <dgm:prSet presAssocID="{907C7ADB-5B11-4ABD-88A3-169F5AA47DE6}" presName="compNode" presStyleCnt="0"/>
      <dgm:spPr/>
    </dgm:pt>
    <dgm:pt modelId="{E7C999C5-771D-432E-AF7D-BB6D42C9ECED}" type="pres">
      <dgm:prSet presAssocID="{907C7ADB-5B11-4ABD-88A3-169F5AA47DE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keleton"/>
        </a:ext>
      </dgm:extLst>
    </dgm:pt>
    <dgm:pt modelId="{975A3522-56B7-411B-981D-74206B293534}" type="pres">
      <dgm:prSet presAssocID="{907C7ADB-5B11-4ABD-88A3-169F5AA47DE6}" presName="spaceRect" presStyleCnt="0"/>
      <dgm:spPr/>
    </dgm:pt>
    <dgm:pt modelId="{1D0877AB-7314-4ADE-B0C5-1655CD5AED01}" type="pres">
      <dgm:prSet presAssocID="{907C7ADB-5B11-4ABD-88A3-169F5AA47DE6}" presName="textRect" presStyleLbl="revTx" presStyleIdx="0" presStyleCnt="2">
        <dgm:presLayoutVars>
          <dgm:chMax val="1"/>
          <dgm:chPref val="1"/>
        </dgm:presLayoutVars>
      </dgm:prSet>
      <dgm:spPr/>
    </dgm:pt>
    <dgm:pt modelId="{60033068-7A49-4A3A-B9AD-99B4D6669903}" type="pres">
      <dgm:prSet presAssocID="{569B10A9-1F50-4020-80AE-1CEB0B508449}" presName="sibTrans" presStyleCnt="0"/>
      <dgm:spPr/>
    </dgm:pt>
    <dgm:pt modelId="{8939385A-F374-4704-9C53-DD4D796B8685}" type="pres">
      <dgm:prSet presAssocID="{926CB4A6-1B56-44E7-9BD7-884DAB1E31D2}" presName="compNode" presStyleCnt="0"/>
      <dgm:spPr/>
    </dgm:pt>
    <dgm:pt modelId="{B98D6D92-D7AE-4BF9-8301-090E8A8F716E}" type="pres">
      <dgm:prSet presAssocID="{926CB4A6-1B56-44E7-9BD7-884DAB1E31D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 Network"/>
        </a:ext>
      </dgm:extLst>
    </dgm:pt>
    <dgm:pt modelId="{E7104B7A-50D5-45C6-BE3B-7E2502B3201D}" type="pres">
      <dgm:prSet presAssocID="{926CB4A6-1B56-44E7-9BD7-884DAB1E31D2}" presName="spaceRect" presStyleCnt="0"/>
      <dgm:spPr/>
    </dgm:pt>
    <dgm:pt modelId="{EF5C91F5-B51C-4F01-8164-5A1FF83D4858}" type="pres">
      <dgm:prSet presAssocID="{926CB4A6-1B56-44E7-9BD7-884DAB1E31D2}" presName="textRect" presStyleLbl="revTx" presStyleIdx="1" presStyleCnt="2">
        <dgm:presLayoutVars>
          <dgm:chMax val="1"/>
          <dgm:chPref val="1"/>
        </dgm:presLayoutVars>
      </dgm:prSet>
      <dgm:spPr/>
    </dgm:pt>
  </dgm:ptLst>
  <dgm:cxnLst>
    <dgm:cxn modelId="{D8164625-390A-4A83-BAB8-63E693F851E5}" type="presOf" srcId="{EC34F058-B4B0-416D-BA64-6D8286107967}" destId="{E7FB0266-C6D6-4930-8EB2-10F22B5F85BD}" srcOrd="0" destOrd="0" presId="urn:microsoft.com/office/officeart/2018/2/layout/IconLabelList"/>
    <dgm:cxn modelId="{B5DC6627-C952-40AD-9512-735E0CC7FA53}" type="presOf" srcId="{926CB4A6-1B56-44E7-9BD7-884DAB1E31D2}" destId="{EF5C91F5-B51C-4F01-8164-5A1FF83D4858}" srcOrd="0" destOrd="0" presId="urn:microsoft.com/office/officeart/2018/2/layout/IconLabelList"/>
    <dgm:cxn modelId="{0AEE7534-07DC-4482-B2B0-074B8BA80923}" srcId="{EC34F058-B4B0-416D-BA64-6D8286107967}" destId="{907C7ADB-5B11-4ABD-88A3-169F5AA47DE6}" srcOrd="0" destOrd="0" parTransId="{66BA3AD9-8EC5-4572-B827-210A2EF6FF0E}" sibTransId="{569B10A9-1F50-4020-80AE-1CEB0B508449}"/>
    <dgm:cxn modelId="{6DFBE2CF-2B9E-4D49-802B-B67E7E9CCCC1}" srcId="{EC34F058-B4B0-416D-BA64-6D8286107967}" destId="{926CB4A6-1B56-44E7-9BD7-884DAB1E31D2}" srcOrd="1" destOrd="0" parTransId="{8B94BEE4-C3EF-42F7-B54A-26A3EC460913}" sibTransId="{D8BB3E78-22A3-484A-9FC3-753C2D4A8F1C}"/>
    <dgm:cxn modelId="{E83770F8-D89D-4E3C-A25C-FE44DE1D9100}" type="presOf" srcId="{907C7ADB-5B11-4ABD-88A3-169F5AA47DE6}" destId="{1D0877AB-7314-4ADE-B0C5-1655CD5AED01}" srcOrd="0" destOrd="0" presId="urn:microsoft.com/office/officeart/2018/2/layout/IconLabelList"/>
    <dgm:cxn modelId="{9846A981-3D58-4C46-A4D9-A58DCFEE3B39}" type="presParOf" srcId="{E7FB0266-C6D6-4930-8EB2-10F22B5F85BD}" destId="{CC2389B4-26D2-463F-89E8-C122C062413D}" srcOrd="0" destOrd="0" presId="urn:microsoft.com/office/officeart/2018/2/layout/IconLabelList"/>
    <dgm:cxn modelId="{EF84167D-DDBA-4CA4-9F06-D5F13C69F5FB}" type="presParOf" srcId="{CC2389B4-26D2-463F-89E8-C122C062413D}" destId="{E7C999C5-771D-432E-AF7D-BB6D42C9ECED}" srcOrd="0" destOrd="0" presId="urn:microsoft.com/office/officeart/2018/2/layout/IconLabelList"/>
    <dgm:cxn modelId="{521B2F98-7111-4164-B590-CC787C9D5CFD}" type="presParOf" srcId="{CC2389B4-26D2-463F-89E8-C122C062413D}" destId="{975A3522-56B7-411B-981D-74206B293534}" srcOrd="1" destOrd="0" presId="urn:microsoft.com/office/officeart/2018/2/layout/IconLabelList"/>
    <dgm:cxn modelId="{5E6EB18F-6419-4A3B-957D-1923D563ED34}" type="presParOf" srcId="{CC2389B4-26D2-463F-89E8-C122C062413D}" destId="{1D0877AB-7314-4ADE-B0C5-1655CD5AED01}" srcOrd="2" destOrd="0" presId="urn:microsoft.com/office/officeart/2018/2/layout/IconLabelList"/>
    <dgm:cxn modelId="{B4B1D3C9-2157-4B59-9711-E27EC6E57B76}" type="presParOf" srcId="{E7FB0266-C6D6-4930-8EB2-10F22B5F85BD}" destId="{60033068-7A49-4A3A-B9AD-99B4D6669903}" srcOrd="1" destOrd="0" presId="urn:microsoft.com/office/officeart/2018/2/layout/IconLabelList"/>
    <dgm:cxn modelId="{32FB485D-5761-4A85-A83D-85DD54A49B11}" type="presParOf" srcId="{E7FB0266-C6D6-4930-8EB2-10F22B5F85BD}" destId="{8939385A-F374-4704-9C53-DD4D796B8685}" srcOrd="2" destOrd="0" presId="urn:microsoft.com/office/officeart/2018/2/layout/IconLabelList"/>
    <dgm:cxn modelId="{FD0355BA-6B64-4A89-824D-CE2251B47559}" type="presParOf" srcId="{8939385A-F374-4704-9C53-DD4D796B8685}" destId="{B98D6D92-D7AE-4BF9-8301-090E8A8F716E}" srcOrd="0" destOrd="0" presId="urn:microsoft.com/office/officeart/2018/2/layout/IconLabelList"/>
    <dgm:cxn modelId="{4C87F874-42E7-4074-8E15-5E9D4CFC6E55}" type="presParOf" srcId="{8939385A-F374-4704-9C53-DD4D796B8685}" destId="{E7104B7A-50D5-45C6-BE3B-7E2502B3201D}" srcOrd="1" destOrd="0" presId="urn:microsoft.com/office/officeart/2018/2/layout/IconLabelList"/>
    <dgm:cxn modelId="{CBF3A407-D4DB-4411-8F47-65C8009E508A}" type="presParOf" srcId="{8939385A-F374-4704-9C53-DD4D796B8685}" destId="{EF5C91F5-B51C-4F01-8164-5A1FF83D4858}"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6EF38CA8-E8BB-42B1-9433-927BCC19FDE9}" type="doc">
      <dgm:prSet loTypeId="urn:microsoft.com/office/officeart/2016/7/layout/VerticalSolidActionList" loCatId="List" qsTypeId="urn:microsoft.com/office/officeart/2005/8/quickstyle/simple1" qsCatId="simple" csTypeId="urn:microsoft.com/office/officeart/2005/8/colors/colorful1" csCatId="colorful" phldr="1"/>
      <dgm:spPr/>
      <dgm:t>
        <a:bodyPr/>
        <a:lstStyle/>
        <a:p>
          <a:endParaRPr lang="en-US"/>
        </a:p>
      </dgm:t>
    </dgm:pt>
    <dgm:pt modelId="{B8439261-5729-4ED2-80AD-53419F1887A3}">
      <dgm:prSet/>
      <dgm:spPr/>
      <dgm:t>
        <a:bodyPr/>
        <a:lstStyle/>
        <a:p>
          <a:r>
            <a:rPr lang="en-US" dirty="0"/>
            <a:t>Writing</a:t>
          </a:r>
        </a:p>
      </dgm:t>
    </dgm:pt>
    <dgm:pt modelId="{69F77F00-0FDE-4BBA-AB05-3F94908E398A}" type="parTrans" cxnId="{9DD651A9-D50E-4DD8-8507-8D09EE6D77AB}">
      <dgm:prSet/>
      <dgm:spPr/>
      <dgm:t>
        <a:bodyPr/>
        <a:lstStyle/>
        <a:p>
          <a:endParaRPr lang="en-US"/>
        </a:p>
      </dgm:t>
    </dgm:pt>
    <dgm:pt modelId="{261FD9D1-6355-422A-B021-7FC39E69832E}" type="sibTrans" cxnId="{9DD651A9-D50E-4DD8-8507-8D09EE6D77AB}">
      <dgm:prSet/>
      <dgm:spPr/>
      <dgm:t>
        <a:bodyPr/>
        <a:lstStyle/>
        <a:p>
          <a:endParaRPr lang="en-US"/>
        </a:p>
      </dgm:t>
    </dgm:pt>
    <dgm:pt modelId="{32B4E476-A0DC-4AA1-9D00-071B650428C2}">
      <dgm:prSet/>
      <dgm:spPr/>
      <dgm:t>
        <a:bodyPr/>
        <a:lstStyle/>
        <a:p>
          <a:r>
            <a:rPr lang="en-US" dirty="0"/>
            <a:t>Structure essay and paragraphs correctly </a:t>
          </a:r>
        </a:p>
      </dgm:t>
    </dgm:pt>
    <dgm:pt modelId="{D42EAF0D-C20B-499A-965B-C7DF804D5FAB}" type="parTrans" cxnId="{3F8F4121-691B-4777-B7F2-0C89C998335B}">
      <dgm:prSet/>
      <dgm:spPr/>
      <dgm:t>
        <a:bodyPr/>
        <a:lstStyle/>
        <a:p>
          <a:endParaRPr lang="en-US"/>
        </a:p>
      </dgm:t>
    </dgm:pt>
    <dgm:pt modelId="{EAA4E5CE-2DED-43EC-805C-5BEF6699CFD1}" type="sibTrans" cxnId="{3F8F4121-691B-4777-B7F2-0C89C998335B}">
      <dgm:prSet/>
      <dgm:spPr/>
      <dgm:t>
        <a:bodyPr/>
        <a:lstStyle/>
        <a:p>
          <a:endParaRPr lang="en-US"/>
        </a:p>
      </dgm:t>
    </dgm:pt>
    <dgm:pt modelId="{BD9BA409-852F-4A34-9555-4F0F1A8075DD}">
      <dgm:prSet/>
      <dgm:spPr/>
      <dgm:t>
        <a:bodyPr/>
        <a:lstStyle/>
        <a:p>
          <a:r>
            <a:rPr lang="en-US" dirty="0"/>
            <a:t>Reference</a:t>
          </a:r>
        </a:p>
      </dgm:t>
    </dgm:pt>
    <dgm:pt modelId="{2DE881C5-C97F-4F90-837C-C9A3F69F0B83}" type="parTrans" cxnId="{529CE59C-E206-4D7D-96DA-D6B09E6BD9FE}">
      <dgm:prSet/>
      <dgm:spPr/>
      <dgm:t>
        <a:bodyPr/>
        <a:lstStyle/>
        <a:p>
          <a:endParaRPr lang="en-US"/>
        </a:p>
      </dgm:t>
    </dgm:pt>
    <dgm:pt modelId="{3444CD3D-016D-4005-A790-F0658293E8E3}" type="sibTrans" cxnId="{529CE59C-E206-4D7D-96DA-D6B09E6BD9FE}">
      <dgm:prSet/>
      <dgm:spPr/>
      <dgm:t>
        <a:bodyPr/>
        <a:lstStyle/>
        <a:p>
          <a:endParaRPr lang="en-US"/>
        </a:p>
      </dgm:t>
    </dgm:pt>
    <dgm:pt modelId="{42887F38-85C8-4A4C-AF77-D3D70ABD8D37}">
      <dgm:prSet/>
      <dgm:spPr/>
      <dgm:t>
        <a:bodyPr/>
        <a:lstStyle/>
        <a:p>
          <a:r>
            <a:rPr lang="en-US" dirty="0"/>
            <a:t>Understand and demonstrate intext and end text referencing</a:t>
          </a:r>
        </a:p>
      </dgm:t>
    </dgm:pt>
    <dgm:pt modelId="{19C8455B-791B-4BD5-BEC8-30B2C57F321C}" type="parTrans" cxnId="{68DA1B21-1B91-4134-B024-5D5FEF13D787}">
      <dgm:prSet/>
      <dgm:spPr/>
      <dgm:t>
        <a:bodyPr/>
        <a:lstStyle/>
        <a:p>
          <a:endParaRPr lang="en-US"/>
        </a:p>
      </dgm:t>
    </dgm:pt>
    <dgm:pt modelId="{23CC6B57-B9A7-481B-B521-0E61CE7D5398}" type="sibTrans" cxnId="{68DA1B21-1B91-4134-B024-5D5FEF13D787}">
      <dgm:prSet/>
      <dgm:spPr/>
      <dgm:t>
        <a:bodyPr/>
        <a:lstStyle/>
        <a:p>
          <a:endParaRPr lang="en-US"/>
        </a:p>
      </dgm:t>
    </dgm:pt>
    <dgm:pt modelId="{E02EDC95-FC5E-4148-A9D4-48A3EF4C8737}">
      <dgm:prSet/>
      <dgm:spPr/>
      <dgm:t>
        <a:bodyPr/>
        <a:lstStyle/>
        <a:p>
          <a:r>
            <a:rPr lang="en-US" dirty="0"/>
            <a:t>Identify examples</a:t>
          </a:r>
        </a:p>
      </dgm:t>
    </dgm:pt>
    <dgm:pt modelId="{61714653-CCC3-4C7C-887D-3AE5452E5E91}" type="parTrans" cxnId="{D741D065-CCC8-46A6-9ACA-F2B4DC79BC89}">
      <dgm:prSet/>
      <dgm:spPr/>
      <dgm:t>
        <a:bodyPr/>
        <a:lstStyle/>
        <a:p>
          <a:endParaRPr lang="en-US"/>
        </a:p>
      </dgm:t>
    </dgm:pt>
    <dgm:pt modelId="{810BF586-CEB8-4460-9958-1CF1206EDA90}" type="sibTrans" cxnId="{D741D065-CCC8-46A6-9ACA-F2B4DC79BC89}">
      <dgm:prSet/>
      <dgm:spPr/>
      <dgm:t>
        <a:bodyPr/>
        <a:lstStyle/>
        <a:p>
          <a:endParaRPr lang="en-US"/>
        </a:p>
      </dgm:t>
    </dgm:pt>
    <dgm:pt modelId="{41741BBE-4E28-4DA0-AA1D-E7F7B7095267}">
      <dgm:prSet/>
      <dgm:spPr/>
      <dgm:t>
        <a:bodyPr/>
        <a:lstStyle/>
        <a:p>
          <a:r>
            <a:rPr lang="en-US" dirty="0"/>
            <a:t>Record relevant examples from Erin </a:t>
          </a:r>
          <a:r>
            <a:rPr lang="en-US" dirty="0" err="1"/>
            <a:t>Brockovic</a:t>
          </a:r>
          <a:r>
            <a:rPr lang="en-US" dirty="0"/>
            <a:t> that demonstrate positive/negative impacts of determinants of health</a:t>
          </a:r>
        </a:p>
      </dgm:t>
    </dgm:pt>
    <dgm:pt modelId="{5970AD8E-BD2B-4B06-8548-C413CD9A8C94}" type="parTrans" cxnId="{73ABB5DF-EA28-4BFC-88C6-CF0A45848B23}">
      <dgm:prSet/>
      <dgm:spPr/>
      <dgm:t>
        <a:bodyPr/>
        <a:lstStyle/>
        <a:p>
          <a:endParaRPr lang="en-US"/>
        </a:p>
      </dgm:t>
    </dgm:pt>
    <dgm:pt modelId="{ABFC6634-F329-4E00-AEE5-379AFCA43643}" type="sibTrans" cxnId="{73ABB5DF-EA28-4BFC-88C6-CF0A45848B23}">
      <dgm:prSet/>
      <dgm:spPr/>
      <dgm:t>
        <a:bodyPr/>
        <a:lstStyle/>
        <a:p>
          <a:endParaRPr lang="en-US"/>
        </a:p>
      </dgm:t>
    </dgm:pt>
    <dgm:pt modelId="{2BE3DACC-2492-4522-8C5A-AB4B534FA121}">
      <dgm:prSet/>
      <dgm:spPr/>
      <dgm:t>
        <a:bodyPr/>
        <a:lstStyle/>
        <a:p>
          <a:r>
            <a:rPr lang="en-US" dirty="0"/>
            <a:t>Write a practice essay using health science language</a:t>
          </a:r>
        </a:p>
      </dgm:t>
    </dgm:pt>
    <dgm:pt modelId="{2893B3B2-23A6-4298-BF83-CA231060489C}" type="parTrans" cxnId="{6C4B0039-5EF8-43D6-88BD-28FBB08EE719}">
      <dgm:prSet/>
      <dgm:spPr/>
    </dgm:pt>
    <dgm:pt modelId="{87563B3D-F868-46D9-845F-340FEAA4707E}" type="sibTrans" cxnId="{6C4B0039-5EF8-43D6-88BD-28FBB08EE719}">
      <dgm:prSet/>
      <dgm:spPr/>
    </dgm:pt>
    <dgm:pt modelId="{661ADB3A-F4DA-4E0C-8D8D-7DBD078CEA71}" type="pres">
      <dgm:prSet presAssocID="{6EF38CA8-E8BB-42B1-9433-927BCC19FDE9}" presName="Name0" presStyleCnt="0">
        <dgm:presLayoutVars>
          <dgm:dir/>
          <dgm:animLvl val="lvl"/>
          <dgm:resizeHandles val="exact"/>
        </dgm:presLayoutVars>
      </dgm:prSet>
      <dgm:spPr/>
    </dgm:pt>
    <dgm:pt modelId="{CA71E8F1-7F96-4503-AB5C-145D7BCDD642}" type="pres">
      <dgm:prSet presAssocID="{B8439261-5729-4ED2-80AD-53419F1887A3}" presName="linNode" presStyleCnt="0"/>
      <dgm:spPr/>
    </dgm:pt>
    <dgm:pt modelId="{5DF9F01A-67D4-4611-91BB-AE543FEEAA89}" type="pres">
      <dgm:prSet presAssocID="{B8439261-5729-4ED2-80AD-53419F1887A3}" presName="parentText" presStyleLbl="alignNode1" presStyleIdx="0" presStyleCnt="3">
        <dgm:presLayoutVars>
          <dgm:chMax val="1"/>
          <dgm:bulletEnabled/>
        </dgm:presLayoutVars>
      </dgm:prSet>
      <dgm:spPr/>
    </dgm:pt>
    <dgm:pt modelId="{26B0CDBD-5D41-4B8E-9292-00C7159C8CF6}" type="pres">
      <dgm:prSet presAssocID="{B8439261-5729-4ED2-80AD-53419F1887A3}" presName="descendantText" presStyleLbl="alignAccFollowNode1" presStyleIdx="0" presStyleCnt="3">
        <dgm:presLayoutVars>
          <dgm:bulletEnabled/>
        </dgm:presLayoutVars>
      </dgm:prSet>
      <dgm:spPr/>
    </dgm:pt>
    <dgm:pt modelId="{D8706A13-9124-450B-B230-0E1BA87B7A13}" type="pres">
      <dgm:prSet presAssocID="{261FD9D1-6355-422A-B021-7FC39E69832E}" presName="sp" presStyleCnt="0"/>
      <dgm:spPr/>
    </dgm:pt>
    <dgm:pt modelId="{C56F84BF-D0D2-4D54-AF96-4A8B2A908146}" type="pres">
      <dgm:prSet presAssocID="{BD9BA409-852F-4A34-9555-4F0F1A8075DD}" presName="linNode" presStyleCnt="0"/>
      <dgm:spPr/>
    </dgm:pt>
    <dgm:pt modelId="{67F5F4B3-D63A-4E3C-BD9F-5DAFED2D8BFD}" type="pres">
      <dgm:prSet presAssocID="{BD9BA409-852F-4A34-9555-4F0F1A8075DD}" presName="parentText" presStyleLbl="alignNode1" presStyleIdx="1" presStyleCnt="3">
        <dgm:presLayoutVars>
          <dgm:chMax val="1"/>
          <dgm:bulletEnabled/>
        </dgm:presLayoutVars>
      </dgm:prSet>
      <dgm:spPr/>
    </dgm:pt>
    <dgm:pt modelId="{E22648DA-289A-4C1F-BBDC-5C369522A956}" type="pres">
      <dgm:prSet presAssocID="{BD9BA409-852F-4A34-9555-4F0F1A8075DD}" presName="descendantText" presStyleLbl="alignAccFollowNode1" presStyleIdx="1" presStyleCnt="3">
        <dgm:presLayoutVars>
          <dgm:bulletEnabled/>
        </dgm:presLayoutVars>
      </dgm:prSet>
      <dgm:spPr/>
    </dgm:pt>
    <dgm:pt modelId="{F32CF7DA-3CDE-4566-BC75-247BDEFB28A2}" type="pres">
      <dgm:prSet presAssocID="{3444CD3D-016D-4005-A790-F0658293E8E3}" presName="sp" presStyleCnt="0"/>
      <dgm:spPr/>
    </dgm:pt>
    <dgm:pt modelId="{FA749FC9-492B-4BBE-B86B-EBAA600B44E1}" type="pres">
      <dgm:prSet presAssocID="{E02EDC95-FC5E-4148-A9D4-48A3EF4C8737}" presName="linNode" presStyleCnt="0"/>
      <dgm:spPr/>
    </dgm:pt>
    <dgm:pt modelId="{3C2F34D1-7D33-4FB3-8EB3-30E0314EC5DB}" type="pres">
      <dgm:prSet presAssocID="{E02EDC95-FC5E-4148-A9D4-48A3EF4C8737}" presName="parentText" presStyleLbl="alignNode1" presStyleIdx="2" presStyleCnt="3">
        <dgm:presLayoutVars>
          <dgm:chMax val="1"/>
          <dgm:bulletEnabled/>
        </dgm:presLayoutVars>
      </dgm:prSet>
      <dgm:spPr/>
    </dgm:pt>
    <dgm:pt modelId="{15356BFD-636E-4FD4-99C1-0DCC4F0C8BF2}" type="pres">
      <dgm:prSet presAssocID="{E02EDC95-FC5E-4148-A9D4-48A3EF4C8737}" presName="descendantText" presStyleLbl="alignAccFollowNode1" presStyleIdx="2" presStyleCnt="3">
        <dgm:presLayoutVars>
          <dgm:bulletEnabled/>
        </dgm:presLayoutVars>
      </dgm:prSet>
      <dgm:spPr/>
    </dgm:pt>
  </dgm:ptLst>
  <dgm:cxnLst>
    <dgm:cxn modelId="{D7484307-69F5-4796-8F24-52C21A94016A}" type="presOf" srcId="{41741BBE-4E28-4DA0-AA1D-E7F7B7095267}" destId="{15356BFD-636E-4FD4-99C1-0DCC4F0C8BF2}" srcOrd="0" destOrd="0" presId="urn:microsoft.com/office/officeart/2016/7/layout/VerticalSolidActionList"/>
    <dgm:cxn modelId="{68DA1B21-1B91-4134-B024-5D5FEF13D787}" srcId="{BD9BA409-852F-4A34-9555-4F0F1A8075DD}" destId="{42887F38-85C8-4A4C-AF77-D3D70ABD8D37}" srcOrd="0" destOrd="0" parTransId="{19C8455B-791B-4BD5-BEC8-30B2C57F321C}" sibTransId="{23CC6B57-B9A7-481B-B521-0E61CE7D5398}"/>
    <dgm:cxn modelId="{3F8F4121-691B-4777-B7F2-0C89C998335B}" srcId="{B8439261-5729-4ED2-80AD-53419F1887A3}" destId="{32B4E476-A0DC-4AA1-9D00-071B650428C2}" srcOrd="0" destOrd="0" parTransId="{D42EAF0D-C20B-499A-965B-C7DF804D5FAB}" sibTransId="{EAA4E5CE-2DED-43EC-805C-5BEF6699CFD1}"/>
    <dgm:cxn modelId="{3C8CE22A-6B65-48B3-B799-3E7677BD1C83}" type="presOf" srcId="{BD9BA409-852F-4A34-9555-4F0F1A8075DD}" destId="{67F5F4B3-D63A-4E3C-BD9F-5DAFED2D8BFD}" srcOrd="0" destOrd="0" presId="urn:microsoft.com/office/officeart/2016/7/layout/VerticalSolidActionList"/>
    <dgm:cxn modelId="{AA8D3031-8BFB-4E4F-B9E7-09478EE246B5}" type="presOf" srcId="{42887F38-85C8-4A4C-AF77-D3D70ABD8D37}" destId="{E22648DA-289A-4C1F-BBDC-5C369522A956}" srcOrd="0" destOrd="0" presId="urn:microsoft.com/office/officeart/2016/7/layout/VerticalSolidActionList"/>
    <dgm:cxn modelId="{6C4B0039-5EF8-43D6-88BD-28FBB08EE719}" srcId="{B8439261-5729-4ED2-80AD-53419F1887A3}" destId="{2BE3DACC-2492-4522-8C5A-AB4B534FA121}" srcOrd="1" destOrd="0" parTransId="{2893B3B2-23A6-4298-BF83-CA231060489C}" sibTransId="{87563B3D-F868-46D9-845F-340FEAA4707E}"/>
    <dgm:cxn modelId="{D741D065-CCC8-46A6-9ACA-F2B4DC79BC89}" srcId="{6EF38CA8-E8BB-42B1-9433-927BCC19FDE9}" destId="{E02EDC95-FC5E-4148-A9D4-48A3EF4C8737}" srcOrd="2" destOrd="0" parTransId="{61714653-CCC3-4C7C-887D-3AE5452E5E91}" sibTransId="{810BF586-CEB8-4460-9958-1CF1206EDA90}"/>
    <dgm:cxn modelId="{A637D885-A67E-4F8A-A047-C410230065E3}" type="presOf" srcId="{6EF38CA8-E8BB-42B1-9433-927BCC19FDE9}" destId="{661ADB3A-F4DA-4E0C-8D8D-7DBD078CEA71}" srcOrd="0" destOrd="0" presId="urn:microsoft.com/office/officeart/2016/7/layout/VerticalSolidActionList"/>
    <dgm:cxn modelId="{EAC7DF9B-D1E7-4D55-B3F2-483AA93601B5}" type="presOf" srcId="{E02EDC95-FC5E-4148-A9D4-48A3EF4C8737}" destId="{3C2F34D1-7D33-4FB3-8EB3-30E0314EC5DB}" srcOrd="0" destOrd="0" presId="urn:microsoft.com/office/officeart/2016/7/layout/VerticalSolidActionList"/>
    <dgm:cxn modelId="{529CE59C-E206-4D7D-96DA-D6B09E6BD9FE}" srcId="{6EF38CA8-E8BB-42B1-9433-927BCC19FDE9}" destId="{BD9BA409-852F-4A34-9555-4F0F1A8075DD}" srcOrd="1" destOrd="0" parTransId="{2DE881C5-C97F-4F90-837C-C9A3F69F0B83}" sibTransId="{3444CD3D-016D-4005-A790-F0658293E8E3}"/>
    <dgm:cxn modelId="{72DD29A3-48F2-449F-91A1-3C42E0549637}" type="presOf" srcId="{32B4E476-A0DC-4AA1-9D00-071B650428C2}" destId="{26B0CDBD-5D41-4B8E-9292-00C7159C8CF6}" srcOrd="0" destOrd="0" presId="urn:microsoft.com/office/officeart/2016/7/layout/VerticalSolidActionList"/>
    <dgm:cxn modelId="{9DD651A9-D50E-4DD8-8507-8D09EE6D77AB}" srcId="{6EF38CA8-E8BB-42B1-9433-927BCC19FDE9}" destId="{B8439261-5729-4ED2-80AD-53419F1887A3}" srcOrd="0" destOrd="0" parTransId="{69F77F00-0FDE-4BBA-AB05-3F94908E398A}" sibTransId="{261FD9D1-6355-422A-B021-7FC39E69832E}"/>
    <dgm:cxn modelId="{F093DCD9-B65A-4D98-A826-AF1A8E7D3DFF}" type="presOf" srcId="{B8439261-5729-4ED2-80AD-53419F1887A3}" destId="{5DF9F01A-67D4-4611-91BB-AE543FEEAA89}" srcOrd="0" destOrd="0" presId="urn:microsoft.com/office/officeart/2016/7/layout/VerticalSolidActionList"/>
    <dgm:cxn modelId="{B8C686DF-41A7-46CF-83C7-14B6FD20F4A9}" type="presOf" srcId="{2BE3DACC-2492-4522-8C5A-AB4B534FA121}" destId="{26B0CDBD-5D41-4B8E-9292-00C7159C8CF6}" srcOrd="0" destOrd="1" presId="urn:microsoft.com/office/officeart/2016/7/layout/VerticalSolidActionList"/>
    <dgm:cxn modelId="{73ABB5DF-EA28-4BFC-88C6-CF0A45848B23}" srcId="{E02EDC95-FC5E-4148-A9D4-48A3EF4C8737}" destId="{41741BBE-4E28-4DA0-AA1D-E7F7B7095267}" srcOrd="0" destOrd="0" parTransId="{5970AD8E-BD2B-4B06-8548-C413CD9A8C94}" sibTransId="{ABFC6634-F329-4E00-AEE5-379AFCA43643}"/>
    <dgm:cxn modelId="{4FF45A99-72C3-40FE-B245-A98F4E8E7BF6}" type="presParOf" srcId="{661ADB3A-F4DA-4E0C-8D8D-7DBD078CEA71}" destId="{CA71E8F1-7F96-4503-AB5C-145D7BCDD642}" srcOrd="0" destOrd="0" presId="urn:microsoft.com/office/officeart/2016/7/layout/VerticalSolidActionList"/>
    <dgm:cxn modelId="{601D117D-1875-472C-957B-DDA096C062F4}" type="presParOf" srcId="{CA71E8F1-7F96-4503-AB5C-145D7BCDD642}" destId="{5DF9F01A-67D4-4611-91BB-AE543FEEAA89}" srcOrd="0" destOrd="0" presId="urn:microsoft.com/office/officeart/2016/7/layout/VerticalSolidActionList"/>
    <dgm:cxn modelId="{0FE64031-4142-421A-8732-AA2D2C124F24}" type="presParOf" srcId="{CA71E8F1-7F96-4503-AB5C-145D7BCDD642}" destId="{26B0CDBD-5D41-4B8E-9292-00C7159C8CF6}" srcOrd="1" destOrd="0" presId="urn:microsoft.com/office/officeart/2016/7/layout/VerticalSolidActionList"/>
    <dgm:cxn modelId="{684CD88D-459B-4933-80D4-F38966151C6D}" type="presParOf" srcId="{661ADB3A-F4DA-4E0C-8D8D-7DBD078CEA71}" destId="{D8706A13-9124-450B-B230-0E1BA87B7A13}" srcOrd="1" destOrd="0" presId="urn:microsoft.com/office/officeart/2016/7/layout/VerticalSolidActionList"/>
    <dgm:cxn modelId="{855E39CB-DC1C-4508-8A54-B5B6A7C7CF3D}" type="presParOf" srcId="{661ADB3A-F4DA-4E0C-8D8D-7DBD078CEA71}" destId="{C56F84BF-D0D2-4D54-AF96-4A8B2A908146}" srcOrd="2" destOrd="0" presId="urn:microsoft.com/office/officeart/2016/7/layout/VerticalSolidActionList"/>
    <dgm:cxn modelId="{6DCB9EC1-D7D0-4D04-A2D7-3CADC402C71C}" type="presParOf" srcId="{C56F84BF-D0D2-4D54-AF96-4A8B2A908146}" destId="{67F5F4B3-D63A-4E3C-BD9F-5DAFED2D8BFD}" srcOrd="0" destOrd="0" presId="urn:microsoft.com/office/officeart/2016/7/layout/VerticalSolidActionList"/>
    <dgm:cxn modelId="{45E89DAB-F283-4F75-9EA6-6270236BE6DD}" type="presParOf" srcId="{C56F84BF-D0D2-4D54-AF96-4A8B2A908146}" destId="{E22648DA-289A-4C1F-BBDC-5C369522A956}" srcOrd="1" destOrd="0" presId="urn:microsoft.com/office/officeart/2016/7/layout/VerticalSolidActionList"/>
    <dgm:cxn modelId="{A9731DD5-1EB0-44A8-940F-71358E548540}" type="presParOf" srcId="{661ADB3A-F4DA-4E0C-8D8D-7DBD078CEA71}" destId="{F32CF7DA-3CDE-4566-BC75-247BDEFB28A2}" srcOrd="3" destOrd="0" presId="urn:microsoft.com/office/officeart/2016/7/layout/VerticalSolidActionList"/>
    <dgm:cxn modelId="{40D05FAF-9935-4DFF-BA8E-3C35D1B21912}" type="presParOf" srcId="{661ADB3A-F4DA-4E0C-8D8D-7DBD078CEA71}" destId="{FA749FC9-492B-4BBE-B86B-EBAA600B44E1}" srcOrd="4" destOrd="0" presId="urn:microsoft.com/office/officeart/2016/7/layout/VerticalSolidActionList"/>
    <dgm:cxn modelId="{7A8B0895-EB5A-44B7-A2B2-A18B8BD93FEA}" type="presParOf" srcId="{FA749FC9-492B-4BBE-B86B-EBAA600B44E1}" destId="{3C2F34D1-7D33-4FB3-8EB3-30E0314EC5DB}" srcOrd="0" destOrd="0" presId="urn:microsoft.com/office/officeart/2016/7/layout/VerticalSolidActionList"/>
    <dgm:cxn modelId="{67316753-9E1C-4539-A641-B5AB06E82C40}" type="presParOf" srcId="{FA749FC9-492B-4BBE-B86B-EBAA600B44E1}" destId="{15356BFD-636E-4FD4-99C1-0DCC4F0C8BF2}" srcOrd="1" destOrd="0" presId="urn:microsoft.com/office/officeart/2016/7/layout/VerticalSolid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6EF38CA8-E8BB-42B1-9433-927BCC19FDE9}" type="doc">
      <dgm:prSet loTypeId="urn:microsoft.com/office/officeart/2016/7/layout/VerticalSolidActionList" loCatId="List" qsTypeId="urn:microsoft.com/office/officeart/2005/8/quickstyle/simple1" qsCatId="simple" csTypeId="urn:microsoft.com/office/officeart/2005/8/colors/colorful1" csCatId="colorful" phldr="1"/>
      <dgm:spPr/>
      <dgm:t>
        <a:bodyPr/>
        <a:lstStyle/>
        <a:p>
          <a:endParaRPr lang="en-US"/>
        </a:p>
      </dgm:t>
    </dgm:pt>
    <dgm:pt modelId="{B8439261-5729-4ED2-80AD-53419F1887A3}">
      <dgm:prSet/>
      <dgm:spPr/>
      <dgm:t>
        <a:bodyPr/>
        <a:lstStyle/>
        <a:p>
          <a:r>
            <a:rPr lang="en-US" dirty="0"/>
            <a:t>Writing</a:t>
          </a:r>
        </a:p>
      </dgm:t>
    </dgm:pt>
    <dgm:pt modelId="{69F77F00-0FDE-4BBA-AB05-3F94908E398A}" type="parTrans" cxnId="{9DD651A9-D50E-4DD8-8507-8D09EE6D77AB}">
      <dgm:prSet/>
      <dgm:spPr/>
      <dgm:t>
        <a:bodyPr/>
        <a:lstStyle/>
        <a:p>
          <a:endParaRPr lang="en-US"/>
        </a:p>
      </dgm:t>
    </dgm:pt>
    <dgm:pt modelId="{261FD9D1-6355-422A-B021-7FC39E69832E}" type="sibTrans" cxnId="{9DD651A9-D50E-4DD8-8507-8D09EE6D77AB}">
      <dgm:prSet/>
      <dgm:spPr/>
      <dgm:t>
        <a:bodyPr/>
        <a:lstStyle/>
        <a:p>
          <a:endParaRPr lang="en-US"/>
        </a:p>
      </dgm:t>
    </dgm:pt>
    <dgm:pt modelId="{32B4E476-A0DC-4AA1-9D00-071B650428C2}">
      <dgm:prSet/>
      <dgm:spPr/>
      <dgm:t>
        <a:bodyPr/>
        <a:lstStyle/>
        <a:p>
          <a:r>
            <a:rPr lang="en-US" dirty="0"/>
            <a:t>Structure essay and paragraphs correctly </a:t>
          </a:r>
        </a:p>
      </dgm:t>
    </dgm:pt>
    <dgm:pt modelId="{D42EAF0D-C20B-499A-965B-C7DF804D5FAB}" type="parTrans" cxnId="{3F8F4121-691B-4777-B7F2-0C89C998335B}">
      <dgm:prSet/>
      <dgm:spPr/>
      <dgm:t>
        <a:bodyPr/>
        <a:lstStyle/>
        <a:p>
          <a:endParaRPr lang="en-US"/>
        </a:p>
      </dgm:t>
    </dgm:pt>
    <dgm:pt modelId="{EAA4E5CE-2DED-43EC-805C-5BEF6699CFD1}" type="sibTrans" cxnId="{3F8F4121-691B-4777-B7F2-0C89C998335B}">
      <dgm:prSet/>
      <dgm:spPr/>
      <dgm:t>
        <a:bodyPr/>
        <a:lstStyle/>
        <a:p>
          <a:endParaRPr lang="en-US"/>
        </a:p>
      </dgm:t>
    </dgm:pt>
    <dgm:pt modelId="{BD9BA409-852F-4A34-9555-4F0F1A8075DD}">
      <dgm:prSet/>
      <dgm:spPr/>
      <dgm:t>
        <a:bodyPr/>
        <a:lstStyle/>
        <a:p>
          <a:r>
            <a:rPr lang="en-US" dirty="0"/>
            <a:t>Reference</a:t>
          </a:r>
        </a:p>
      </dgm:t>
    </dgm:pt>
    <dgm:pt modelId="{2DE881C5-C97F-4F90-837C-C9A3F69F0B83}" type="parTrans" cxnId="{529CE59C-E206-4D7D-96DA-D6B09E6BD9FE}">
      <dgm:prSet/>
      <dgm:spPr/>
      <dgm:t>
        <a:bodyPr/>
        <a:lstStyle/>
        <a:p>
          <a:endParaRPr lang="en-US"/>
        </a:p>
      </dgm:t>
    </dgm:pt>
    <dgm:pt modelId="{3444CD3D-016D-4005-A790-F0658293E8E3}" type="sibTrans" cxnId="{529CE59C-E206-4D7D-96DA-D6B09E6BD9FE}">
      <dgm:prSet/>
      <dgm:spPr/>
      <dgm:t>
        <a:bodyPr/>
        <a:lstStyle/>
        <a:p>
          <a:endParaRPr lang="en-US"/>
        </a:p>
      </dgm:t>
    </dgm:pt>
    <dgm:pt modelId="{42887F38-85C8-4A4C-AF77-D3D70ABD8D37}">
      <dgm:prSet/>
      <dgm:spPr/>
      <dgm:t>
        <a:bodyPr/>
        <a:lstStyle/>
        <a:p>
          <a:r>
            <a:rPr lang="en-US" dirty="0"/>
            <a:t>Understand and demonstrate intext and end text referencing</a:t>
          </a:r>
        </a:p>
      </dgm:t>
    </dgm:pt>
    <dgm:pt modelId="{19C8455B-791B-4BD5-BEC8-30B2C57F321C}" type="parTrans" cxnId="{68DA1B21-1B91-4134-B024-5D5FEF13D787}">
      <dgm:prSet/>
      <dgm:spPr/>
      <dgm:t>
        <a:bodyPr/>
        <a:lstStyle/>
        <a:p>
          <a:endParaRPr lang="en-US"/>
        </a:p>
      </dgm:t>
    </dgm:pt>
    <dgm:pt modelId="{23CC6B57-B9A7-481B-B521-0E61CE7D5398}" type="sibTrans" cxnId="{68DA1B21-1B91-4134-B024-5D5FEF13D787}">
      <dgm:prSet/>
      <dgm:spPr/>
      <dgm:t>
        <a:bodyPr/>
        <a:lstStyle/>
        <a:p>
          <a:endParaRPr lang="en-US"/>
        </a:p>
      </dgm:t>
    </dgm:pt>
    <dgm:pt modelId="{E02EDC95-FC5E-4148-A9D4-48A3EF4C8737}">
      <dgm:prSet/>
      <dgm:spPr/>
      <dgm:t>
        <a:bodyPr/>
        <a:lstStyle/>
        <a:p>
          <a:r>
            <a:rPr lang="en-US" dirty="0"/>
            <a:t>Identify examples</a:t>
          </a:r>
        </a:p>
      </dgm:t>
    </dgm:pt>
    <dgm:pt modelId="{61714653-CCC3-4C7C-887D-3AE5452E5E91}" type="parTrans" cxnId="{D741D065-CCC8-46A6-9ACA-F2B4DC79BC89}">
      <dgm:prSet/>
      <dgm:spPr/>
      <dgm:t>
        <a:bodyPr/>
        <a:lstStyle/>
        <a:p>
          <a:endParaRPr lang="en-US"/>
        </a:p>
      </dgm:t>
    </dgm:pt>
    <dgm:pt modelId="{810BF586-CEB8-4460-9958-1CF1206EDA90}" type="sibTrans" cxnId="{D741D065-CCC8-46A6-9ACA-F2B4DC79BC89}">
      <dgm:prSet/>
      <dgm:spPr/>
      <dgm:t>
        <a:bodyPr/>
        <a:lstStyle/>
        <a:p>
          <a:endParaRPr lang="en-US"/>
        </a:p>
      </dgm:t>
    </dgm:pt>
    <dgm:pt modelId="{41741BBE-4E28-4DA0-AA1D-E7F7B7095267}">
      <dgm:prSet/>
      <dgm:spPr/>
      <dgm:t>
        <a:bodyPr/>
        <a:lstStyle/>
        <a:p>
          <a:r>
            <a:rPr lang="en-US" dirty="0"/>
            <a:t>Record relevant examples from Erin </a:t>
          </a:r>
          <a:r>
            <a:rPr lang="en-US" dirty="0" err="1"/>
            <a:t>Brockovic</a:t>
          </a:r>
          <a:r>
            <a:rPr lang="en-US" dirty="0"/>
            <a:t> that demonstrate positive/negative impacts of determinants of health</a:t>
          </a:r>
        </a:p>
      </dgm:t>
    </dgm:pt>
    <dgm:pt modelId="{5970AD8E-BD2B-4B06-8548-C413CD9A8C94}" type="parTrans" cxnId="{73ABB5DF-EA28-4BFC-88C6-CF0A45848B23}">
      <dgm:prSet/>
      <dgm:spPr/>
      <dgm:t>
        <a:bodyPr/>
        <a:lstStyle/>
        <a:p>
          <a:endParaRPr lang="en-US"/>
        </a:p>
      </dgm:t>
    </dgm:pt>
    <dgm:pt modelId="{ABFC6634-F329-4E00-AEE5-379AFCA43643}" type="sibTrans" cxnId="{73ABB5DF-EA28-4BFC-88C6-CF0A45848B23}">
      <dgm:prSet/>
      <dgm:spPr/>
      <dgm:t>
        <a:bodyPr/>
        <a:lstStyle/>
        <a:p>
          <a:endParaRPr lang="en-US"/>
        </a:p>
      </dgm:t>
    </dgm:pt>
    <dgm:pt modelId="{2BE3DACC-2492-4522-8C5A-AB4B534FA121}">
      <dgm:prSet/>
      <dgm:spPr/>
      <dgm:t>
        <a:bodyPr/>
        <a:lstStyle/>
        <a:p>
          <a:r>
            <a:rPr lang="en-US" dirty="0"/>
            <a:t>Write a practice essay using health science language</a:t>
          </a:r>
        </a:p>
      </dgm:t>
    </dgm:pt>
    <dgm:pt modelId="{2893B3B2-23A6-4298-BF83-CA231060489C}" type="parTrans" cxnId="{6C4B0039-5EF8-43D6-88BD-28FBB08EE719}">
      <dgm:prSet/>
      <dgm:spPr/>
    </dgm:pt>
    <dgm:pt modelId="{87563B3D-F868-46D9-845F-340FEAA4707E}" type="sibTrans" cxnId="{6C4B0039-5EF8-43D6-88BD-28FBB08EE719}">
      <dgm:prSet/>
      <dgm:spPr/>
    </dgm:pt>
    <dgm:pt modelId="{661ADB3A-F4DA-4E0C-8D8D-7DBD078CEA71}" type="pres">
      <dgm:prSet presAssocID="{6EF38CA8-E8BB-42B1-9433-927BCC19FDE9}" presName="Name0" presStyleCnt="0">
        <dgm:presLayoutVars>
          <dgm:dir/>
          <dgm:animLvl val="lvl"/>
          <dgm:resizeHandles val="exact"/>
        </dgm:presLayoutVars>
      </dgm:prSet>
      <dgm:spPr/>
    </dgm:pt>
    <dgm:pt modelId="{CA71E8F1-7F96-4503-AB5C-145D7BCDD642}" type="pres">
      <dgm:prSet presAssocID="{B8439261-5729-4ED2-80AD-53419F1887A3}" presName="linNode" presStyleCnt="0"/>
      <dgm:spPr/>
    </dgm:pt>
    <dgm:pt modelId="{5DF9F01A-67D4-4611-91BB-AE543FEEAA89}" type="pres">
      <dgm:prSet presAssocID="{B8439261-5729-4ED2-80AD-53419F1887A3}" presName="parentText" presStyleLbl="alignNode1" presStyleIdx="0" presStyleCnt="3">
        <dgm:presLayoutVars>
          <dgm:chMax val="1"/>
          <dgm:bulletEnabled/>
        </dgm:presLayoutVars>
      </dgm:prSet>
      <dgm:spPr/>
    </dgm:pt>
    <dgm:pt modelId="{26B0CDBD-5D41-4B8E-9292-00C7159C8CF6}" type="pres">
      <dgm:prSet presAssocID="{B8439261-5729-4ED2-80AD-53419F1887A3}" presName="descendantText" presStyleLbl="alignAccFollowNode1" presStyleIdx="0" presStyleCnt="3">
        <dgm:presLayoutVars>
          <dgm:bulletEnabled/>
        </dgm:presLayoutVars>
      </dgm:prSet>
      <dgm:spPr/>
    </dgm:pt>
    <dgm:pt modelId="{D8706A13-9124-450B-B230-0E1BA87B7A13}" type="pres">
      <dgm:prSet presAssocID="{261FD9D1-6355-422A-B021-7FC39E69832E}" presName="sp" presStyleCnt="0"/>
      <dgm:spPr/>
    </dgm:pt>
    <dgm:pt modelId="{C56F84BF-D0D2-4D54-AF96-4A8B2A908146}" type="pres">
      <dgm:prSet presAssocID="{BD9BA409-852F-4A34-9555-4F0F1A8075DD}" presName="linNode" presStyleCnt="0"/>
      <dgm:spPr/>
    </dgm:pt>
    <dgm:pt modelId="{67F5F4B3-D63A-4E3C-BD9F-5DAFED2D8BFD}" type="pres">
      <dgm:prSet presAssocID="{BD9BA409-852F-4A34-9555-4F0F1A8075DD}" presName="parentText" presStyleLbl="alignNode1" presStyleIdx="1" presStyleCnt="3">
        <dgm:presLayoutVars>
          <dgm:chMax val="1"/>
          <dgm:bulletEnabled/>
        </dgm:presLayoutVars>
      </dgm:prSet>
      <dgm:spPr/>
    </dgm:pt>
    <dgm:pt modelId="{E22648DA-289A-4C1F-BBDC-5C369522A956}" type="pres">
      <dgm:prSet presAssocID="{BD9BA409-852F-4A34-9555-4F0F1A8075DD}" presName="descendantText" presStyleLbl="alignAccFollowNode1" presStyleIdx="1" presStyleCnt="3">
        <dgm:presLayoutVars>
          <dgm:bulletEnabled/>
        </dgm:presLayoutVars>
      </dgm:prSet>
      <dgm:spPr/>
    </dgm:pt>
    <dgm:pt modelId="{F32CF7DA-3CDE-4566-BC75-247BDEFB28A2}" type="pres">
      <dgm:prSet presAssocID="{3444CD3D-016D-4005-A790-F0658293E8E3}" presName="sp" presStyleCnt="0"/>
      <dgm:spPr/>
    </dgm:pt>
    <dgm:pt modelId="{FA749FC9-492B-4BBE-B86B-EBAA600B44E1}" type="pres">
      <dgm:prSet presAssocID="{E02EDC95-FC5E-4148-A9D4-48A3EF4C8737}" presName="linNode" presStyleCnt="0"/>
      <dgm:spPr/>
    </dgm:pt>
    <dgm:pt modelId="{3C2F34D1-7D33-4FB3-8EB3-30E0314EC5DB}" type="pres">
      <dgm:prSet presAssocID="{E02EDC95-FC5E-4148-A9D4-48A3EF4C8737}" presName="parentText" presStyleLbl="alignNode1" presStyleIdx="2" presStyleCnt="3">
        <dgm:presLayoutVars>
          <dgm:chMax val="1"/>
          <dgm:bulletEnabled/>
        </dgm:presLayoutVars>
      </dgm:prSet>
      <dgm:spPr/>
    </dgm:pt>
    <dgm:pt modelId="{15356BFD-636E-4FD4-99C1-0DCC4F0C8BF2}" type="pres">
      <dgm:prSet presAssocID="{E02EDC95-FC5E-4148-A9D4-48A3EF4C8737}" presName="descendantText" presStyleLbl="alignAccFollowNode1" presStyleIdx="2" presStyleCnt="3">
        <dgm:presLayoutVars>
          <dgm:bulletEnabled/>
        </dgm:presLayoutVars>
      </dgm:prSet>
      <dgm:spPr/>
    </dgm:pt>
  </dgm:ptLst>
  <dgm:cxnLst>
    <dgm:cxn modelId="{D7484307-69F5-4796-8F24-52C21A94016A}" type="presOf" srcId="{41741BBE-4E28-4DA0-AA1D-E7F7B7095267}" destId="{15356BFD-636E-4FD4-99C1-0DCC4F0C8BF2}" srcOrd="0" destOrd="0" presId="urn:microsoft.com/office/officeart/2016/7/layout/VerticalSolidActionList"/>
    <dgm:cxn modelId="{68DA1B21-1B91-4134-B024-5D5FEF13D787}" srcId="{BD9BA409-852F-4A34-9555-4F0F1A8075DD}" destId="{42887F38-85C8-4A4C-AF77-D3D70ABD8D37}" srcOrd="0" destOrd="0" parTransId="{19C8455B-791B-4BD5-BEC8-30B2C57F321C}" sibTransId="{23CC6B57-B9A7-481B-B521-0E61CE7D5398}"/>
    <dgm:cxn modelId="{3F8F4121-691B-4777-B7F2-0C89C998335B}" srcId="{B8439261-5729-4ED2-80AD-53419F1887A3}" destId="{32B4E476-A0DC-4AA1-9D00-071B650428C2}" srcOrd="0" destOrd="0" parTransId="{D42EAF0D-C20B-499A-965B-C7DF804D5FAB}" sibTransId="{EAA4E5CE-2DED-43EC-805C-5BEF6699CFD1}"/>
    <dgm:cxn modelId="{3C8CE22A-6B65-48B3-B799-3E7677BD1C83}" type="presOf" srcId="{BD9BA409-852F-4A34-9555-4F0F1A8075DD}" destId="{67F5F4B3-D63A-4E3C-BD9F-5DAFED2D8BFD}" srcOrd="0" destOrd="0" presId="urn:microsoft.com/office/officeart/2016/7/layout/VerticalSolidActionList"/>
    <dgm:cxn modelId="{AA8D3031-8BFB-4E4F-B9E7-09478EE246B5}" type="presOf" srcId="{42887F38-85C8-4A4C-AF77-D3D70ABD8D37}" destId="{E22648DA-289A-4C1F-BBDC-5C369522A956}" srcOrd="0" destOrd="0" presId="urn:microsoft.com/office/officeart/2016/7/layout/VerticalSolidActionList"/>
    <dgm:cxn modelId="{6C4B0039-5EF8-43D6-88BD-28FBB08EE719}" srcId="{B8439261-5729-4ED2-80AD-53419F1887A3}" destId="{2BE3DACC-2492-4522-8C5A-AB4B534FA121}" srcOrd="1" destOrd="0" parTransId="{2893B3B2-23A6-4298-BF83-CA231060489C}" sibTransId="{87563B3D-F868-46D9-845F-340FEAA4707E}"/>
    <dgm:cxn modelId="{D741D065-CCC8-46A6-9ACA-F2B4DC79BC89}" srcId="{6EF38CA8-E8BB-42B1-9433-927BCC19FDE9}" destId="{E02EDC95-FC5E-4148-A9D4-48A3EF4C8737}" srcOrd="2" destOrd="0" parTransId="{61714653-CCC3-4C7C-887D-3AE5452E5E91}" sibTransId="{810BF586-CEB8-4460-9958-1CF1206EDA90}"/>
    <dgm:cxn modelId="{A637D885-A67E-4F8A-A047-C410230065E3}" type="presOf" srcId="{6EF38CA8-E8BB-42B1-9433-927BCC19FDE9}" destId="{661ADB3A-F4DA-4E0C-8D8D-7DBD078CEA71}" srcOrd="0" destOrd="0" presId="urn:microsoft.com/office/officeart/2016/7/layout/VerticalSolidActionList"/>
    <dgm:cxn modelId="{EAC7DF9B-D1E7-4D55-B3F2-483AA93601B5}" type="presOf" srcId="{E02EDC95-FC5E-4148-A9D4-48A3EF4C8737}" destId="{3C2F34D1-7D33-4FB3-8EB3-30E0314EC5DB}" srcOrd="0" destOrd="0" presId="urn:microsoft.com/office/officeart/2016/7/layout/VerticalSolidActionList"/>
    <dgm:cxn modelId="{529CE59C-E206-4D7D-96DA-D6B09E6BD9FE}" srcId="{6EF38CA8-E8BB-42B1-9433-927BCC19FDE9}" destId="{BD9BA409-852F-4A34-9555-4F0F1A8075DD}" srcOrd="1" destOrd="0" parTransId="{2DE881C5-C97F-4F90-837C-C9A3F69F0B83}" sibTransId="{3444CD3D-016D-4005-A790-F0658293E8E3}"/>
    <dgm:cxn modelId="{72DD29A3-48F2-449F-91A1-3C42E0549637}" type="presOf" srcId="{32B4E476-A0DC-4AA1-9D00-071B650428C2}" destId="{26B0CDBD-5D41-4B8E-9292-00C7159C8CF6}" srcOrd="0" destOrd="0" presId="urn:microsoft.com/office/officeart/2016/7/layout/VerticalSolidActionList"/>
    <dgm:cxn modelId="{9DD651A9-D50E-4DD8-8507-8D09EE6D77AB}" srcId="{6EF38CA8-E8BB-42B1-9433-927BCC19FDE9}" destId="{B8439261-5729-4ED2-80AD-53419F1887A3}" srcOrd="0" destOrd="0" parTransId="{69F77F00-0FDE-4BBA-AB05-3F94908E398A}" sibTransId="{261FD9D1-6355-422A-B021-7FC39E69832E}"/>
    <dgm:cxn modelId="{F093DCD9-B65A-4D98-A826-AF1A8E7D3DFF}" type="presOf" srcId="{B8439261-5729-4ED2-80AD-53419F1887A3}" destId="{5DF9F01A-67D4-4611-91BB-AE543FEEAA89}" srcOrd="0" destOrd="0" presId="urn:microsoft.com/office/officeart/2016/7/layout/VerticalSolidActionList"/>
    <dgm:cxn modelId="{B8C686DF-41A7-46CF-83C7-14B6FD20F4A9}" type="presOf" srcId="{2BE3DACC-2492-4522-8C5A-AB4B534FA121}" destId="{26B0CDBD-5D41-4B8E-9292-00C7159C8CF6}" srcOrd="0" destOrd="1" presId="urn:microsoft.com/office/officeart/2016/7/layout/VerticalSolidActionList"/>
    <dgm:cxn modelId="{73ABB5DF-EA28-4BFC-88C6-CF0A45848B23}" srcId="{E02EDC95-FC5E-4148-A9D4-48A3EF4C8737}" destId="{41741BBE-4E28-4DA0-AA1D-E7F7B7095267}" srcOrd="0" destOrd="0" parTransId="{5970AD8E-BD2B-4B06-8548-C413CD9A8C94}" sibTransId="{ABFC6634-F329-4E00-AEE5-379AFCA43643}"/>
    <dgm:cxn modelId="{4FF45A99-72C3-40FE-B245-A98F4E8E7BF6}" type="presParOf" srcId="{661ADB3A-F4DA-4E0C-8D8D-7DBD078CEA71}" destId="{CA71E8F1-7F96-4503-AB5C-145D7BCDD642}" srcOrd="0" destOrd="0" presId="urn:microsoft.com/office/officeart/2016/7/layout/VerticalSolidActionList"/>
    <dgm:cxn modelId="{601D117D-1875-472C-957B-DDA096C062F4}" type="presParOf" srcId="{CA71E8F1-7F96-4503-AB5C-145D7BCDD642}" destId="{5DF9F01A-67D4-4611-91BB-AE543FEEAA89}" srcOrd="0" destOrd="0" presId="urn:microsoft.com/office/officeart/2016/7/layout/VerticalSolidActionList"/>
    <dgm:cxn modelId="{0FE64031-4142-421A-8732-AA2D2C124F24}" type="presParOf" srcId="{CA71E8F1-7F96-4503-AB5C-145D7BCDD642}" destId="{26B0CDBD-5D41-4B8E-9292-00C7159C8CF6}" srcOrd="1" destOrd="0" presId="urn:microsoft.com/office/officeart/2016/7/layout/VerticalSolidActionList"/>
    <dgm:cxn modelId="{684CD88D-459B-4933-80D4-F38966151C6D}" type="presParOf" srcId="{661ADB3A-F4DA-4E0C-8D8D-7DBD078CEA71}" destId="{D8706A13-9124-450B-B230-0E1BA87B7A13}" srcOrd="1" destOrd="0" presId="urn:microsoft.com/office/officeart/2016/7/layout/VerticalSolidActionList"/>
    <dgm:cxn modelId="{855E39CB-DC1C-4508-8A54-B5B6A7C7CF3D}" type="presParOf" srcId="{661ADB3A-F4DA-4E0C-8D8D-7DBD078CEA71}" destId="{C56F84BF-D0D2-4D54-AF96-4A8B2A908146}" srcOrd="2" destOrd="0" presId="urn:microsoft.com/office/officeart/2016/7/layout/VerticalSolidActionList"/>
    <dgm:cxn modelId="{6DCB9EC1-D7D0-4D04-A2D7-3CADC402C71C}" type="presParOf" srcId="{C56F84BF-D0D2-4D54-AF96-4A8B2A908146}" destId="{67F5F4B3-D63A-4E3C-BD9F-5DAFED2D8BFD}" srcOrd="0" destOrd="0" presId="urn:microsoft.com/office/officeart/2016/7/layout/VerticalSolidActionList"/>
    <dgm:cxn modelId="{45E89DAB-F283-4F75-9EA6-6270236BE6DD}" type="presParOf" srcId="{C56F84BF-D0D2-4D54-AF96-4A8B2A908146}" destId="{E22648DA-289A-4C1F-BBDC-5C369522A956}" srcOrd="1" destOrd="0" presId="urn:microsoft.com/office/officeart/2016/7/layout/VerticalSolidActionList"/>
    <dgm:cxn modelId="{A9731DD5-1EB0-44A8-940F-71358E548540}" type="presParOf" srcId="{661ADB3A-F4DA-4E0C-8D8D-7DBD078CEA71}" destId="{F32CF7DA-3CDE-4566-BC75-247BDEFB28A2}" srcOrd="3" destOrd="0" presId="urn:microsoft.com/office/officeart/2016/7/layout/VerticalSolidActionList"/>
    <dgm:cxn modelId="{40D05FAF-9935-4DFF-BA8E-3C35D1B21912}" type="presParOf" srcId="{661ADB3A-F4DA-4E0C-8D8D-7DBD078CEA71}" destId="{FA749FC9-492B-4BBE-B86B-EBAA600B44E1}" srcOrd="4" destOrd="0" presId="urn:microsoft.com/office/officeart/2016/7/layout/VerticalSolidActionList"/>
    <dgm:cxn modelId="{7A8B0895-EB5A-44B7-A2B2-A18B8BD93FEA}" type="presParOf" srcId="{FA749FC9-492B-4BBE-B86B-EBAA600B44E1}" destId="{3C2F34D1-7D33-4FB3-8EB3-30E0314EC5DB}" srcOrd="0" destOrd="0" presId="urn:microsoft.com/office/officeart/2016/7/layout/VerticalSolidActionList"/>
    <dgm:cxn modelId="{67316753-9E1C-4539-A641-B5AB06E82C40}" type="presParOf" srcId="{FA749FC9-492B-4BBE-B86B-EBAA600B44E1}" destId="{15356BFD-636E-4FD4-99C1-0DCC4F0C8BF2}" srcOrd="1" destOrd="0" presId="urn:microsoft.com/office/officeart/2016/7/layout/VerticalSolid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6EF38CA8-E8BB-42B1-9433-927BCC19FDE9}" type="doc">
      <dgm:prSet loTypeId="urn:microsoft.com/office/officeart/2016/7/layout/VerticalSolidActionList" loCatId="List" qsTypeId="urn:microsoft.com/office/officeart/2005/8/quickstyle/simple1" qsCatId="simple" csTypeId="urn:microsoft.com/office/officeart/2005/8/colors/colorful1" csCatId="colorful" phldr="1"/>
      <dgm:spPr/>
      <dgm:t>
        <a:bodyPr/>
        <a:lstStyle/>
        <a:p>
          <a:endParaRPr lang="en-US"/>
        </a:p>
      </dgm:t>
    </dgm:pt>
    <dgm:pt modelId="{B8439261-5729-4ED2-80AD-53419F1887A3}">
      <dgm:prSet/>
      <dgm:spPr/>
      <dgm:t>
        <a:bodyPr/>
        <a:lstStyle/>
        <a:p>
          <a:r>
            <a:rPr lang="en-US" dirty="0"/>
            <a:t>Define</a:t>
          </a:r>
        </a:p>
      </dgm:t>
    </dgm:pt>
    <dgm:pt modelId="{69F77F00-0FDE-4BBA-AB05-3F94908E398A}" type="parTrans" cxnId="{9DD651A9-D50E-4DD8-8507-8D09EE6D77AB}">
      <dgm:prSet/>
      <dgm:spPr/>
      <dgm:t>
        <a:bodyPr/>
        <a:lstStyle/>
        <a:p>
          <a:endParaRPr lang="en-US"/>
        </a:p>
      </dgm:t>
    </dgm:pt>
    <dgm:pt modelId="{261FD9D1-6355-422A-B021-7FC39E69832E}" type="sibTrans" cxnId="{9DD651A9-D50E-4DD8-8507-8D09EE6D77AB}">
      <dgm:prSet/>
      <dgm:spPr/>
      <dgm:t>
        <a:bodyPr/>
        <a:lstStyle/>
        <a:p>
          <a:endParaRPr lang="en-US"/>
        </a:p>
      </dgm:t>
    </dgm:pt>
    <dgm:pt modelId="{32B4E476-A0DC-4AA1-9D00-071B650428C2}">
      <dgm:prSet/>
      <dgm:spPr/>
      <dgm:t>
        <a:bodyPr/>
        <a:lstStyle/>
        <a:p>
          <a:r>
            <a:rPr lang="en-US" dirty="0"/>
            <a:t>Health promotion</a:t>
          </a:r>
        </a:p>
      </dgm:t>
    </dgm:pt>
    <dgm:pt modelId="{D42EAF0D-C20B-499A-965B-C7DF804D5FAB}" type="parTrans" cxnId="{3F8F4121-691B-4777-B7F2-0C89C998335B}">
      <dgm:prSet/>
      <dgm:spPr/>
      <dgm:t>
        <a:bodyPr/>
        <a:lstStyle/>
        <a:p>
          <a:endParaRPr lang="en-US"/>
        </a:p>
      </dgm:t>
    </dgm:pt>
    <dgm:pt modelId="{EAA4E5CE-2DED-43EC-805C-5BEF6699CFD1}" type="sibTrans" cxnId="{3F8F4121-691B-4777-B7F2-0C89C998335B}">
      <dgm:prSet/>
      <dgm:spPr/>
      <dgm:t>
        <a:bodyPr/>
        <a:lstStyle/>
        <a:p>
          <a:endParaRPr lang="en-US"/>
        </a:p>
      </dgm:t>
    </dgm:pt>
    <dgm:pt modelId="{BD9BA409-852F-4A34-9555-4F0F1A8075DD}">
      <dgm:prSet/>
      <dgm:spPr/>
      <dgm:t>
        <a:bodyPr/>
        <a:lstStyle/>
        <a:p>
          <a:r>
            <a:rPr lang="en-US" dirty="0"/>
            <a:t>Describe</a:t>
          </a:r>
        </a:p>
      </dgm:t>
    </dgm:pt>
    <dgm:pt modelId="{2DE881C5-C97F-4F90-837C-C9A3F69F0B83}" type="parTrans" cxnId="{529CE59C-E206-4D7D-96DA-D6B09E6BD9FE}">
      <dgm:prSet/>
      <dgm:spPr/>
      <dgm:t>
        <a:bodyPr/>
        <a:lstStyle/>
        <a:p>
          <a:endParaRPr lang="en-US"/>
        </a:p>
      </dgm:t>
    </dgm:pt>
    <dgm:pt modelId="{3444CD3D-016D-4005-A790-F0658293E8E3}" type="sibTrans" cxnId="{529CE59C-E206-4D7D-96DA-D6B09E6BD9FE}">
      <dgm:prSet/>
      <dgm:spPr/>
      <dgm:t>
        <a:bodyPr/>
        <a:lstStyle/>
        <a:p>
          <a:endParaRPr lang="en-US"/>
        </a:p>
      </dgm:t>
    </dgm:pt>
    <dgm:pt modelId="{42887F38-85C8-4A4C-AF77-D3D70ABD8D37}">
      <dgm:prSet/>
      <dgm:spPr/>
      <dgm:t>
        <a:bodyPr/>
        <a:lstStyle/>
        <a:p>
          <a:r>
            <a:rPr lang="en-US" dirty="0"/>
            <a:t>The purpose of the Ottawa Charter</a:t>
          </a:r>
        </a:p>
        <a:p>
          <a:r>
            <a:rPr lang="en-US" dirty="0"/>
            <a:t>Describe in detail and identify a range of examples for each action area of the Ottawa Charter</a:t>
          </a:r>
        </a:p>
      </dgm:t>
    </dgm:pt>
    <dgm:pt modelId="{19C8455B-791B-4BD5-BEC8-30B2C57F321C}" type="parTrans" cxnId="{68DA1B21-1B91-4134-B024-5D5FEF13D787}">
      <dgm:prSet/>
      <dgm:spPr/>
      <dgm:t>
        <a:bodyPr/>
        <a:lstStyle/>
        <a:p>
          <a:endParaRPr lang="en-US"/>
        </a:p>
      </dgm:t>
    </dgm:pt>
    <dgm:pt modelId="{23CC6B57-B9A7-481B-B521-0E61CE7D5398}" type="sibTrans" cxnId="{68DA1B21-1B91-4134-B024-5D5FEF13D787}">
      <dgm:prSet/>
      <dgm:spPr/>
      <dgm:t>
        <a:bodyPr/>
        <a:lstStyle/>
        <a:p>
          <a:endParaRPr lang="en-US"/>
        </a:p>
      </dgm:t>
    </dgm:pt>
    <dgm:pt modelId="{E02EDC95-FC5E-4148-A9D4-48A3EF4C8737}">
      <dgm:prSet/>
      <dgm:spPr/>
      <dgm:t>
        <a:bodyPr/>
        <a:lstStyle/>
        <a:p>
          <a:r>
            <a:rPr lang="en-US" dirty="0"/>
            <a:t>Recreate and explain</a:t>
          </a:r>
        </a:p>
      </dgm:t>
    </dgm:pt>
    <dgm:pt modelId="{61714653-CCC3-4C7C-887D-3AE5452E5E91}" type="parTrans" cxnId="{D741D065-CCC8-46A6-9ACA-F2B4DC79BC89}">
      <dgm:prSet/>
      <dgm:spPr/>
      <dgm:t>
        <a:bodyPr/>
        <a:lstStyle/>
        <a:p>
          <a:endParaRPr lang="en-US"/>
        </a:p>
      </dgm:t>
    </dgm:pt>
    <dgm:pt modelId="{810BF586-CEB8-4460-9958-1CF1206EDA90}" type="sibTrans" cxnId="{D741D065-CCC8-46A6-9ACA-F2B4DC79BC89}">
      <dgm:prSet/>
      <dgm:spPr/>
      <dgm:t>
        <a:bodyPr/>
        <a:lstStyle/>
        <a:p>
          <a:endParaRPr lang="en-US"/>
        </a:p>
      </dgm:t>
    </dgm:pt>
    <dgm:pt modelId="{E905EC08-97B3-4FCF-9630-E71862C65A49}">
      <dgm:prSet/>
      <dgm:spPr/>
      <dgm:t>
        <a:bodyPr/>
        <a:lstStyle/>
        <a:p>
          <a:r>
            <a:rPr lang="en-US" dirty="0"/>
            <a:t>Explain</a:t>
          </a:r>
        </a:p>
      </dgm:t>
    </dgm:pt>
    <dgm:pt modelId="{7BB70D03-BE5D-4542-A2E8-9C500F8DDD1E}" type="parTrans" cxnId="{51042927-BF39-43AB-84D4-B5521DA9A8EE}">
      <dgm:prSet/>
      <dgm:spPr/>
    </dgm:pt>
    <dgm:pt modelId="{633C9C5F-55F2-445A-8792-0C934994F7B9}" type="sibTrans" cxnId="{51042927-BF39-43AB-84D4-B5521DA9A8EE}">
      <dgm:prSet/>
      <dgm:spPr/>
    </dgm:pt>
    <dgm:pt modelId="{476A396E-F8BA-47CE-B0AC-C48F462EA4E3}">
      <dgm:prSet/>
      <dgm:spPr/>
      <dgm:t>
        <a:bodyPr/>
        <a:lstStyle/>
        <a:p>
          <a:r>
            <a:rPr lang="en-US"/>
            <a:t>Be able to recreate the framework for health promotion and explain each main feature. Use examples to support your explanation</a:t>
          </a:r>
          <a:endParaRPr lang="en-US" dirty="0"/>
        </a:p>
      </dgm:t>
    </dgm:pt>
    <dgm:pt modelId="{1B2D3005-DA51-433D-B31B-95A62E0B6343}" type="parTrans" cxnId="{3DFC8459-1A43-4C8B-97F8-A3765E096A97}">
      <dgm:prSet/>
      <dgm:spPr/>
    </dgm:pt>
    <dgm:pt modelId="{252D32E8-7901-4177-A4E9-7634CA424647}" type="sibTrans" cxnId="{3DFC8459-1A43-4C8B-97F8-A3765E096A97}">
      <dgm:prSet/>
      <dgm:spPr/>
    </dgm:pt>
    <dgm:pt modelId="{9D242F71-6C36-4780-9B1B-D194DE7ABA59}">
      <dgm:prSet/>
      <dgm:spPr/>
      <dgm:t>
        <a:bodyPr/>
        <a:lstStyle/>
        <a:p>
          <a:r>
            <a:rPr lang="en-US" dirty="0"/>
            <a:t>Prevention is better than the cure. Relate to costs to individual, communities and countries</a:t>
          </a:r>
        </a:p>
      </dgm:t>
    </dgm:pt>
    <dgm:pt modelId="{1BC0195F-0A7A-408A-A15F-056A8A013EB3}" type="parTrans" cxnId="{D5FBF346-6D54-4386-A3A7-5558C5D8F085}">
      <dgm:prSet/>
      <dgm:spPr/>
    </dgm:pt>
    <dgm:pt modelId="{22473099-664A-4C22-9CD2-7B01312C0EB6}" type="sibTrans" cxnId="{D5FBF346-6D54-4386-A3A7-5558C5D8F085}">
      <dgm:prSet/>
      <dgm:spPr/>
    </dgm:pt>
    <dgm:pt modelId="{661ADB3A-F4DA-4E0C-8D8D-7DBD078CEA71}" type="pres">
      <dgm:prSet presAssocID="{6EF38CA8-E8BB-42B1-9433-927BCC19FDE9}" presName="Name0" presStyleCnt="0">
        <dgm:presLayoutVars>
          <dgm:dir/>
          <dgm:animLvl val="lvl"/>
          <dgm:resizeHandles val="exact"/>
        </dgm:presLayoutVars>
      </dgm:prSet>
      <dgm:spPr/>
    </dgm:pt>
    <dgm:pt modelId="{CA71E8F1-7F96-4503-AB5C-145D7BCDD642}" type="pres">
      <dgm:prSet presAssocID="{B8439261-5729-4ED2-80AD-53419F1887A3}" presName="linNode" presStyleCnt="0"/>
      <dgm:spPr/>
    </dgm:pt>
    <dgm:pt modelId="{5DF9F01A-67D4-4611-91BB-AE543FEEAA89}" type="pres">
      <dgm:prSet presAssocID="{B8439261-5729-4ED2-80AD-53419F1887A3}" presName="parentText" presStyleLbl="alignNode1" presStyleIdx="0" presStyleCnt="4">
        <dgm:presLayoutVars>
          <dgm:chMax val="1"/>
          <dgm:bulletEnabled/>
        </dgm:presLayoutVars>
      </dgm:prSet>
      <dgm:spPr/>
    </dgm:pt>
    <dgm:pt modelId="{26B0CDBD-5D41-4B8E-9292-00C7159C8CF6}" type="pres">
      <dgm:prSet presAssocID="{B8439261-5729-4ED2-80AD-53419F1887A3}" presName="descendantText" presStyleLbl="alignAccFollowNode1" presStyleIdx="0" presStyleCnt="4">
        <dgm:presLayoutVars>
          <dgm:bulletEnabled/>
        </dgm:presLayoutVars>
      </dgm:prSet>
      <dgm:spPr/>
    </dgm:pt>
    <dgm:pt modelId="{D8706A13-9124-450B-B230-0E1BA87B7A13}" type="pres">
      <dgm:prSet presAssocID="{261FD9D1-6355-422A-B021-7FC39E69832E}" presName="sp" presStyleCnt="0"/>
      <dgm:spPr/>
    </dgm:pt>
    <dgm:pt modelId="{C56F84BF-D0D2-4D54-AF96-4A8B2A908146}" type="pres">
      <dgm:prSet presAssocID="{BD9BA409-852F-4A34-9555-4F0F1A8075DD}" presName="linNode" presStyleCnt="0"/>
      <dgm:spPr/>
    </dgm:pt>
    <dgm:pt modelId="{67F5F4B3-D63A-4E3C-BD9F-5DAFED2D8BFD}" type="pres">
      <dgm:prSet presAssocID="{BD9BA409-852F-4A34-9555-4F0F1A8075DD}" presName="parentText" presStyleLbl="alignNode1" presStyleIdx="1" presStyleCnt="4">
        <dgm:presLayoutVars>
          <dgm:chMax val="1"/>
          <dgm:bulletEnabled/>
        </dgm:presLayoutVars>
      </dgm:prSet>
      <dgm:spPr/>
    </dgm:pt>
    <dgm:pt modelId="{E22648DA-289A-4C1F-BBDC-5C369522A956}" type="pres">
      <dgm:prSet presAssocID="{BD9BA409-852F-4A34-9555-4F0F1A8075DD}" presName="descendantText" presStyleLbl="alignAccFollowNode1" presStyleIdx="1" presStyleCnt="4">
        <dgm:presLayoutVars>
          <dgm:bulletEnabled/>
        </dgm:presLayoutVars>
      </dgm:prSet>
      <dgm:spPr/>
    </dgm:pt>
    <dgm:pt modelId="{F32CF7DA-3CDE-4566-BC75-247BDEFB28A2}" type="pres">
      <dgm:prSet presAssocID="{3444CD3D-016D-4005-A790-F0658293E8E3}" presName="sp" presStyleCnt="0"/>
      <dgm:spPr/>
    </dgm:pt>
    <dgm:pt modelId="{FA749FC9-492B-4BBE-B86B-EBAA600B44E1}" type="pres">
      <dgm:prSet presAssocID="{E02EDC95-FC5E-4148-A9D4-48A3EF4C8737}" presName="linNode" presStyleCnt="0"/>
      <dgm:spPr/>
    </dgm:pt>
    <dgm:pt modelId="{3C2F34D1-7D33-4FB3-8EB3-30E0314EC5DB}" type="pres">
      <dgm:prSet presAssocID="{E02EDC95-FC5E-4148-A9D4-48A3EF4C8737}" presName="parentText" presStyleLbl="alignNode1" presStyleIdx="2" presStyleCnt="4">
        <dgm:presLayoutVars>
          <dgm:chMax val="1"/>
          <dgm:bulletEnabled/>
        </dgm:presLayoutVars>
      </dgm:prSet>
      <dgm:spPr/>
    </dgm:pt>
    <dgm:pt modelId="{15356BFD-636E-4FD4-99C1-0DCC4F0C8BF2}" type="pres">
      <dgm:prSet presAssocID="{E02EDC95-FC5E-4148-A9D4-48A3EF4C8737}" presName="descendantText" presStyleLbl="alignAccFollowNode1" presStyleIdx="2" presStyleCnt="4">
        <dgm:presLayoutVars>
          <dgm:bulletEnabled/>
        </dgm:presLayoutVars>
      </dgm:prSet>
      <dgm:spPr/>
    </dgm:pt>
    <dgm:pt modelId="{F6DFDC2F-DA87-41AC-94DA-FE1E8E37CA1A}" type="pres">
      <dgm:prSet presAssocID="{810BF586-CEB8-4460-9958-1CF1206EDA90}" presName="sp" presStyleCnt="0"/>
      <dgm:spPr/>
    </dgm:pt>
    <dgm:pt modelId="{69CC8AAE-E214-489E-92E8-034C4543CCAF}" type="pres">
      <dgm:prSet presAssocID="{E905EC08-97B3-4FCF-9630-E71862C65A49}" presName="linNode" presStyleCnt="0"/>
      <dgm:spPr/>
    </dgm:pt>
    <dgm:pt modelId="{F84403D9-CCD3-46FB-98A2-6F61D40B98E0}" type="pres">
      <dgm:prSet presAssocID="{E905EC08-97B3-4FCF-9630-E71862C65A49}" presName="parentText" presStyleLbl="alignNode1" presStyleIdx="3" presStyleCnt="4">
        <dgm:presLayoutVars>
          <dgm:chMax val="1"/>
          <dgm:bulletEnabled/>
        </dgm:presLayoutVars>
      </dgm:prSet>
      <dgm:spPr/>
    </dgm:pt>
    <dgm:pt modelId="{59EDE866-98FB-41DE-9551-305F9C56BCCB}" type="pres">
      <dgm:prSet presAssocID="{E905EC08-97B3-4FCF-9630-E71862C65A49}" presName="descendantText" presStyleLbl="alignAccFollowNode1" presStyleIdx="3" presStyleCnt="4">
        <dgm:presLayoutVars>
          <dgm:bulletEnabled/>
        </dgm:presLayoutVars>
      </dgm:prSet>
      <dgm:spPr/>
    </dgm:pt>
  </dgm:ptLst>
  <dgm:cxnLst>
    <dgm:cxn modelId="{68DA1B21-1B91-4134-B024-5D5FEF13D787}" srcId="{BD9BA409-852F-4A34-9555-4F0F1A8075DD}" destId="{42887F38-85C8-4A4C-AF77-D3D70ABD8D37}" srcOrd="0" destOrd="0" parTransId="{19C8455B-791B-4BD5-BEC8-30B2C57F321C}" sibTransId="{23CC6B57-B9A7-481B-B521-0E61CE7D5398}"/>
    <dgm:cxn modelId="{3F8F4121-691B-4777-B7F2-0C89C998335B}" srcId="{B8439261-5729-4ED2-80AD-53419F1887A3}" destId="{32B4E476-A0DC-4AA1-9D00-071B650428C2}" srcOrd="0" destOrd="0" parTransId="{D42EAF0D-C20B-499A-965B-C7DF804D5FAB}" sibTransId="{EAA4E5CE-2DED-43EC-805C-5BEF6699CFD1}"/>
    <dgm:cxn modelId="{51042927-BF39-43AB-84D4-B5521DA9A8EE}" srcId="{6EF38CA8-E8BB-42B1-9433-927BCC19FDE9}" destId="{E905EC08-97B3-4FCF-9630-E71862C65A49}" srcOrd="3" destOrd="0" parTransId="{7BB70D03-BE5D-4542-A2E8-9C500F8DDD1E}" sibTransId="{633C9C5F-55F2-445A-8792-0C934994F7B9}"/>
    <dgm:cxn modelId="{3C8CE22A-6B65-48B3-B799-3E7677BD1C83}" type="presOf" srcId="{BD9BA409-852F-4A34-9555-4F0F1A8075DD}" destId="{67F5F4B3-D63A-4E3C-BD9F-5DAFED2D8BFD}" srcOrd="0" destOrd="0" presId="urn:microsoft.com/office/officeart/2016/7/layout/VerticalSolidActionList"/>
    <dgm:cxn modelId="{AA8D3031-8BFB-4E4F-B9E7-09478EE246B5}" type="presOf" srcId="{42887F38-85C8-4A4C-AF77-D3D70ABD8D37}" destId="{E22648DA-289A-4C1F-BBDC-5C369522A956}" srcOrd="0" destOrd="0" presId="urn:microsoft.com/office/officeart/2016/7/layout/VerticalSolidActionList"/>
    <dgm:cxn modelId="{D741D065-CCC8-46A6-9ACA-F2B4DC79BC89}" srcId="{6EF38CA8-E8BB-42B1-9433-927BCC19FDE9}" destId="{E02EDC95-FC5E-4148-A9D4-48A3EF4C8737}" srcOrd="2" destOrd="0" parTransId="{61714653-CCC3-4C7C-887D-3AE5452E5E91}" sibTransId="{810BF586-CEB8-4460-9958-1CF1206EDA90}"/>
    <dgm:cxn modelId="{D5FBF346-6D54-4386-A3A7-5558C5D8F085}" srcId="{E905EC08-97B3-4FCF-9630-E71862C65A49}" destId="{9D242F71-6C36-4780-9B1B-D194DE7ABA59}" srcOrd="0" destOrd="0" parTransId="{1BC0195F-0A7A-408A-A15F-056A8A013EB3}" sibTransId="{22473099-664A-4C22-9CD2-7B01312C0EB6}"/>
    <dgm:cxn modelId="{D6568F56-4075-41A4-98D3-2B23A99912DC}" type="presOf" srcId="{476A396E-F8BA-47CE-B0AC-C48F462EA4E3}" destId="{15356BFD-636E-4FD4-99C1-0DCC4F0C8BF2}" srcOrd="0" destOrd="0" presId="urn:microsoft.com/office/officeart/2016/7/layout/VerticalSolidActionList"/>
    <dgm:cxn modelId="{3DFC8459-1A43-4C8B-97F8-A3765E096A97}" srcId="{E02EDC95-FC5E-4148-A9D4-48A3EF4C8737}" destId="{476A396E-F8BA-47CE-B0AC-C48F462EA4E3}" srcOrd="0" destOrd="0" parTransId="{1B2D3005-DA51-433D-B31B-95A62E0B6343}" sibTransId="{252D32E8-7901-4177-A4E9-7634CA424647}"/>
    <dgm:cxn modelId="{A637D885-A67E-4F8A-A047-C410230065E3}" type="presOf" srcId="{6EF38CA8-E8BB-42B1-9433-927BCC19FDE9}" destId="{661ADB3A-F4DA-4E0C-8D8D-7DBD078CEA71}" srcOrd="0" destOrd="0" presId="urn:microsoft.com/office/officeart/2016/7/layout/VerticalSolidActionList"/>
    <dgm:cxn modelId="{EAC7DF9B-D1E7-4D55-B3F2-483AA93601B5}" type="presOf" srcId="{E02EDC95-FC5E-4148-A9D4-48A3EF4C8737}" destId="{3C2F34D1-7D33-4FB3-8EB3-30E0314EC5DB}" srcOrd="0" destOrd="0" presId="urn:microsoft.com/office/officeart/2016/7/layout/VerticalSolidActionList"/>
    <dgm:cxn modelId="{529CE59C-E206-4D7D-96DA-D6B09E6BD9FE}" srcId="{6EF38CA8-E8BB-42B1-9433-927BCC19FDE9}" destId="{BD9BA409-852F-4A34-9555-4F0F1A8075DD}" srcOrd="1" destOrd="0" parTransId="{2DE881C5-C97F-4F90-837C-C9A3F69F0B83}" sibTransId="{3444CD3D-016D-4005-A790-F0658293E8E3}"/>
    <dgm:cxn modelId="{72DD29A3-48F2-449F-91A1-3C42E0549637}" type="presOf" srcId="{32B4E476-A0DC-4AA1-9D00-071B650428C2}" destId="{26B0CDBD-5D41-4B8E-9292-00C7159C8CF6}" srcOrd="0" destOrd="0" presId="urn:microsoft.com/office/officeart/2016/7/layout/VerticalSolidActionList"/>
    <dgm:cxn modelId="{9DD651A9-D50E-4DD8-8507-8D09EE6D77AB}" srcId="{6EF38CA8-E8BB-42B1-9433-927BCC19FDE9}" destId="{B8439261-5729-4ED2-80AD-53419F1887A3}" srcOrd="0" destOrd="0" parTransId="{69F77F00-0FDE-4BBA-AB05-3F94908E398A}" sibTransId="{261FD9D1-6355-422A-B021-7FC39E69832E}"/>
    <dgm:cxn modelId="{1781FFAC-610B-43DA-93F4-C8A99010BACA}" type="presOf" srcId="{E905EC08-97B3-4FCF-9630-E71862C65A49}" destId="{F84403D9-CCD3-46FB-98A2-6F61D40B98E0}" srcOrd="0" destOrd="0" presId="urn:microsoft.com/office/officeart/2016/7/layout/VerticalSolidActionList"/>
    <dgm:cxn modelId="{F093DCD9-B65A-4D98-A826-AF1A8E7D3DFF}" type="presOf" srcId="{B8439261-5729-4ED2-80AD-53419F1887A3}" destId="{5DF9F01A-67D4-4611-91BB-AE543FEEAA89}" srcOrd="0" destOrd="0" presId="urn:microsoft.com/office/officeart/2016/7/layout/VerticalSolidActionList"/>
    <dgm:cxn modelId="{4CD3F4E6-4B49-44ED-9243-938C6B9C70DF}" type="presOf" srcId="{9D242F71-6C36-4780-9B1B-D194DE7ABA59}" destId="{59EDE866-98FB-41DE-9551-305F9C56BCCB}" srcOrd="0" destOrd="0" presId="urn:microsoft.com/office/officeart/2016/7/layout/VerticalSolidActionList"/>
    <dgm:cxn modelId="{4FF45A99-72C3-40FE-B245-A98F4E8E7BF6}" type="presParOf" srcId="{661ADB3A-F4DA-4E0C-8D8D-7DBD078CEA71}" destId="{CA71E8F1-7F96-4503-AB5C-145D7BCDD642}" srcOrd="0" destOrd="0" presId="urn:microsoft.com/office/officeart/2016/7/layout/VerticalSolidActionList"/>
    <dgm:cxn modelId="{601D117D-1875-472C-957B-DDA096C062F4}" type="presParOf" srcId="{CA71E8F1-7F96-4503-AB5C-145D7BCDD642}" destId="{5DF9F01A-67D4-4611-91BB-AE543FEEAA89}" srcOrd="0" destOrd="0" presId="urn:microsoft.com/office/officeart/2016/7/layout/VerticalSolidActionList"/>
    <dgm:cxn modelId="{0FE64031-4142-421A-8732-AA2D2C124F24}" type="presParOf" srcId="{CA71E8F1-7F96-4503-AB5C-145D7BCDD642}" destId="{26B0CDBD-5D41-4B8E-9292-00C7159C8CF6}" srcOrd="1" destOrd="0" presId="urn:microsoft.com/office/officeart/2016/7/layout/VerticalSolidActionList"/>
    <dgm:cxn modelId="{684CD88D-459B-4933-80D4-F38966151C6D}" type="presParOf" srcId="{661ADB3A-F4DA-4E0C-8D8D-7DBD078CEA71}" destId="{D8706A13-9124-450B-B230-0E1BA87B7A13}" srcOrd="1" destOrd="0" presId="urn:microsoft.com/office/officeart/2016/7/layout/VerticalSolidActionList"/>
    <dgm:cxn modelId="{855E39CB-DC1C-4508-8A54-B5B6A7C7CF3D}" type="presParOf" srcId="{661ADB3A-F4DA-4E0C-8D8D-7DBD078CEA71}" destId="{C56F84BF-D0D2-4D54-AF96-4A8B2A908146}" srcOrd="2" destOrd="0" presId="urn:microsoft.com/office/officeart/2016/7/layout/VerticalSolidActionList"/>
    <dgm:cxn modelId="{6DCB9EC1-D7D0-4D04-A2D7-3CADC402C71C}" type="presParOf" srcId="{C56F84BF-D0D2-4D54-AF96-4A8B2A908146}" destId="{67F5F4B3-D63A-4E3C-BD9F-5DAFED2D8BFD}" srcOrd="0" destOrd="0" presId="urn:microsoft.com/office/officeart/2016/7/layout/VerticalSolidActionList"/>
    <dgm:cxn modelId="{45E89DAB-F283-4F75-9EA6-6270236BE6DD}" type="presParOf" srcId="{C56F84BF-D0D2-4D54-AF96-4A8B2A908146}" destId="{E22648DA-289A-4C1F-BBDC-5C369522A956}" srcOrd="1" destOrd="0" presId="urn:microsoft.com/office/officeart/2016/7/layout/VerticalSolidActionList"/>
    <dgm:cxn modelId="{A9731DD5-1EB0-44A8-940F-71358E548540}" type="presParOf" srcId="{661ADB3A-F4DA-4E0C-8D8D-7DBD078CEA71}" destId="{F32CF7DA-3CDE-4566-BC75-247BDEFB28A2}" srcOrd="3" destOrd="0" presId="urn:microsoft.com/office/officeart/2016/7/layout/VerticalSolidActionList"/>
    <dgm:cxn modelId="{40D05FAF-9935-4DFF-BA8E-3C35D1B21912}" type="presParOf" srcId="{661ADB3A-F4DA-4E0C-8D8D-7DBD078CEA71}" destId="{FA749FC9-492B-4BBE-B86B-EBAA600B44E1}" srcOrd="4" destOrd="0" presId="urn:microsoft.com/office/officeart/2016/7/layout/VerticalSolidActionList"/>
    <dgm:cxn modelId="{7A8B0895-EB5A-44B7-A2B2-A18B8BD93FEA}" type="presParOf" srcId="{FA749FC9-492B-4BBE-B86B-EBAA600B44E1}" destId="{3C2F34D1-7D33-4FB3-8EB3-30E0314EC5DB}" srcOrd="0" destOrd="0" presId="urn:microsoft.com/office/officeart/2016/7/layout/VerticalSolidActionList"/>
    <dgm:cxn modelId="{67316753-9E1C-4539-A641-B5AB06E82C40}" type="presParOf" srcId="{FA749FC9-492B-4BBE-B86B-EBAA600B44E1}" destId="{15356BFD-636E-4FD4-99C1-0DCC4F0C8BF2}" srcOrd="1" destOrd="0" presId="urn:microsoft.com/office/officeart/2016/7/layout/VerticalSolidActionList"/>
    <dgm:cxn modelId="{28ABF75E-69C1-43AE-81D9-29C8E427F412}" type="presParOf" srcId="{661ADB3A-F4DA-4E0C-8D8D-7DBD078CEA71}" destId="{F6DFDC2F-DA87-41AC-94DA-FE1E8E37CA1A}" srcOrd="5" destOrd="0" presId="urn:microsoft.com/office/officeart/2016/7/layout/VerticalSolidActionList"/>
    <dgm:cxn modelId="{E23719DB-8FE2-4844-A4D1-DDAB37F9F113}" type="presParOf" srcId="{661ADB3A-F4DA-4E0C-8D8D-7DBD078CEA71}" destId="{69CC8AAE-E214-489E-92E8-034C4543CCAF}" srcOrd="6" destOrd="0" presId="urn:microsoft.com/office/officeart/2016/7/layout/VerticalSolidActionList"/>
    <dgm:cxn modelId="{7A5E71A5-47D8-4BF6-ABDE-AAE5CBCBD779}" type="presParOf" srcId="{69CC8AAE-E214-489E-92E8-034C4543CCAF}" destId="{F84403D9-CCD3-46FB-98A2-6F61D40B98E0}" srcOrd="0" destOrd="0" presId="urn:microsoft.com/office/officeart/2016/7/layout/VerticalSolidActionList"/>
    <dgm:cxn modelId="{AD5C07C0-2A87-4516-83C0-BCED206EC81D}" type="presParOf" srcId="{69CC8AAE-E214-489E-92E8-034C4543CCAF}" destId="{59EDE866-98FB-41DE-9551-305F9C56BCCB}" srcOrd="1" destOrd="0" presId="urn:microsoft.com/office/officeart/2016/7/layout/VerticalSolid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0C5FAA19-921D-42DF-8318-6A246C5A544F}" type="doc">
      <dgm:prSet loTypeId="urn:microsoft.com/office/officeart/2018/2/layout/IconLabelList" loCatId="icon" qsTypeId="urn:microsoft.com/office/officeart/2005/8/quickstyle/simple1" qsCatId="simple" csTypeId="urn:microsoft.com/office/officeart/2018/5/colors/Iconchunking_neutralbg_colorful2" csCatId="colorful" phldr="1"/>
      <dgm:spPr/>
      <dgm:t>
        <a:bodyPr/>
        <a:lstStyle/>
        <a:p>
          <a:endParaRPr lang="en-US"/>
        </a:p>
      </dgm:t>
    </dgm:pt>
    <dgm:pt modelId="{584754E4-E383-4B3A-8EE6-0A51A7F45E67}">
      <dgm:prSet/>
      <dgm:spPr/>
      <dgm:t>
        <a:bodyPr/>
        <a:lstStyle/>
        <a:p>
          <a:r>
            <a:rPr lang="en-US"/>
            <a:t>“Prevention is better than cure”</a:t>
          </a:r>
        </a:p>
      </dgm:t>
    </dgm:pt>
    <dgm:pt modelId="{66D61E1C-821B-4D67-BC95-9E724A0A97AA}" type="parTrans" cxnId="{02F91BDA-177F-4F59-B316-BF5EDF012FE0}">
      <dgm:prSet/>
      <dgm:spPr/>
      <dgm:t>
        <a:bodyPr/>
        <a:lstStyle/>
        <a:p>
          <a:endParaRPr lang="en-US"/>
        </a:p>
      </dgm:t>
    </dgm:pt>
    <dgm:pt modelId="{5CA1B460-2C06-45DD-B340-0BAB90306DE7}" type="sibTrans" cxnId="{02F91BDA-177F-4F59-B316-BF5EDF012FE0}">
      <dgm:prSet/>
      <dgm:spPr/>
      <dgm:t>
        <a:bodyPr/>
        <a:lstStyle/>
        <a:p>
          <a:endParaRPr lang="en-US"/>
        </a:p>
      </dgm:t>
    </dgm:pt>
    <dgm:pt modelId="{E01E169B-5F1D-4BE1-8CAF-653DEF24FA62}">
      <dgm:prSet/>
      <dgm:spPr/>
      <dgm:t>
        <a:bodyPr/>
        <a:lstStyle/>
        <a:p>
          <a:r>
            <a:rPr lang="en-US" dirty="0"/>
            <a:t>Explain this phrase with reference to HEALTH COSTS in Australia. Must be 3 short paragraphs following the essay structure</a:t>
          </a:r>
        </a:p>
      </dgm:t>
    </dgm:pt>
    <dgm:pt modelId="{DD4B3070-04E2-476C-B802-1D9B27AD6F08}" type="parTrans" cxnId="{7C709F1D-3A75-42A4-8547-7F93E8A3E336}">
      <dgm:prSet/>
      <dgm:spPr/>
      <dgm:t>
        <a:bodyPr/>
        <a:lstStyle/>
        <a:p>
          <a:endParaRPr lang="en-US"/>
        </a:p>
      </dgm:t>
    </dgm:pt>
    <dgm:pt modelId="{1090C60B-2710-48FE-9D03-D95979375022}" type="sibTrans" cxnId="{7C709F1D-3A75-42A4-8547-7F93E8A3E336}">
      <dgm:prSet/>
      <dgm:spPr/>
      <dgm:t>
        <a:bodyPr/>
        <a:lstStyle/>
        <a:p>
          <a:endParaRPr lang="en-US"/>
        </a:p>
      </dgm:t>
    </dgm:pt>
    <dgm:pt modelId="{C1A3BA8E-E60F-4CE5-B4E7-D822646B39A9}" type="pres">
      <dgm:prSet presAssocID="{0C5FAA19-921D-42DF-8318-6A246C5A544F}" presName="root" presStyleCnt="0">
        <dgm:presLayoutVars>
          <dgm:dir/>
          <dgm:resizeHandles val="exact"/>
        </dgm:presLayoutVars>
      </dgm:prSet>
      <dgm:spPr/>
    </dgm:pt>
    <dgm:pt modelId="{381493CF-98B0-4774-8EF6-FB299DA5098A}" type="pres">
      <dgm:prSet presAssocID="{584754E4-E383-4B3A-8EE6-0A51A7F45E67}" presName="compNode" presStyleCnt="0"/>
      <dgm:spPr/>
    </dgm:pt>
    <dgm:pt modelId="{1A58BBAC-3B20-484E-9FBE-AE7F8875F328}" type="pres">
      <dgm:prSet presAssocID="{584754E4-E383-4B3A-8EE6-0A51A7F45E67}"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tor"/>
        </a:ext>
      </dgm:extLst>
    </dgm:pt>
    <dgm:pt modelId="{BF328411-BEE8-4DA0-BE04-126EAFB19612}" type="pres">
      <dgm:prSet presAssocID="{584754E4-E383-4B3A-8EE6-0A51A7F45E67}" presName="spaceRect" presStyleCnt="0"/>
      <dgm:spPr/>
    </dgm:pt>
    <dgm:pt modelId="{01DB0C82-F27E-4697-AE68-D66383E64F00}" type="pres">
      <dgm:prSet presAssocID="{584754E4-E383-4B3A-8EE6-0A51A7F45E67}" presName="textRect" presStyleLbl="revTx" presStyleIdx="0" presStyleCnt="2">
        <dgm:presLayoutVars>
          <dgm:chMax val="1"/>
          <dgm:chPref val="1"/>
        </dgm:presLayoutVars>
      </dgm:prSet>
      <dgm:spPr/>
    </dgm:pt>
    <dgm:pt modelId="{94AA137E-E9C6-44EA-973E-8CB05425E853}" type="pres">
      <dgm:prSet presAssocID="{5CA1B460-2C06-45DD-B340-0BAB90306DE7}" presName="sibTrans" presStyleCnt="0"/>
      <dgm:spPr/>
    </dgm:pt>
    <dgm:pt modelId="{F101AF42-EA2A-4CAB-AE77-10ED70874159}" type="pres">
      <dgm:prSet presAssocID="{E01E169B-5F1D-4BE1-8CAF-653DEF24FA62}" presName="compNode" presStyleCnt="0"/>
      <dgm:spPr/>
    </dgm:pt>
    <dgm:pt modelId="{CA44FEEE-E143-4749-ACBD-CAE159A67E98}" type="pres">
      <dgm:prSet presAssocID="{E01E169B-5F1D-4BE1-8CAF-653DEF24FA6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s"/>
        </a:ext>
      </dgm:extLst>
    </dgm:pt>
    <dgm:pt modelId="{D7EB4ABE-9C2B-4C3F-8D6F-B9EFB20D5EE1}" type="pres">
      <dgm:prSet presAssocID="{E01E169B-5F1D-4BE1-8CAF-653DEF24FA62}" presName="spaceRect" presStyleCnt="0"/>
      <dgm:spPr/>
    </dgm:pt>
    <dgm:pt modelId="{4D9D035E-9D44-47C0-98B4-FC88EC1B1DA7}" type="pres">
      <dgm:prSet presAssocID="{E01E169B-5F1D-4BE1-8CAF-653DEF24FA62}" presName="textRect" presStyleLbl="revTx" presStyleIdx="1" presStyleCnt="2">
        <dgm:presLayoutVars>
          <dgm:chMax val="1"/>
          <dgm:chPref val="1"/>
        </dgm:presLayoutVars>
      </dgm:prSet>
      <dgm:spPr/>
    </dgm:pt>
  </dgm:ptLst>
  <dgm:cxnLst>
    <dgm:cxn modelId="{7C709F1D-3A75-42A4-8547-7F93E8A3E336}" srcId="{0C5FAA19-921D-42DF-8318-6A246C5A544F}" destId="{E01E169B-5F1D-4BE1-8CAF-653DEF24FA62}" srcOrd="1" destOrd="0" parTransId="{DD4B3070-04E2-476C-B802-1D9B27AD6F08}" sibTransId="{1090C60B-2710-48FE-9D03-D95979375022}"/>
    <dgm:cxn modelId="{80813E5E-3D22-4321-947B-F98F76B3026A}" type="presOf" srcId="{0C5FAA19-921D-42DF-8318-6A246C5A544F}" destId="{C1A3BA8E-E60F-4CE5-B4E7-D822646B39A9}" srcOrd="0" destOrd="0" presId="urn:microsoft.com/office/officeart/2018/2/layout/IconLabelList"/>
    <dgm:cxn modelId="{63D69BC3-A6B9-4CF0-8F9A-F7FC8304D018}" type="presOf" srcId="{584754E4-E383-4B3A-8EE6-0A51A7F45E67}" destId="{01DB0C82-F27E-4697-AE68-D66383E64F00}" srcOrd="0" destOrd="0" presId="urn:microsoft.com/office/officeart/2018/2/layout/IconLabelList"/>
    <dgm:cxn modelId="{607627D2-A357-44EA-B65F-05CA2D7A914B}" type="presOf" srcId="{E01E169B-5F1D-4BE1-8CAF-653DEF24FA62}" destId="{4D9D035E-9D44-47C0-98B4-FC88EC1B1DA7}" srcOrd="0" destOrd="0" presId="urn:microsoft.com/office/officeart/2018/2/layout/IconLabelList"/>
    <dgm:cxn modelId="{02F91BDA-177F-4F59-B316-BF5EDF012FE0}" srcId="{0C5FAA19-921D-42DF-8318-6A246C5A544F}" destId="{584754E4-E383-4B3A-8EE6-0A51A7F45E67}" srcOrd="0" destOrd="0" parTransId="{66D61E1C-821B-4D67-BC95-9E724A0A97AA}" sibTransId="{5CA1B460-2C06-45DD-B340-0BAB90306DE7}"/>
    <dgm:cxn modelId="{5EF943F5-E812-4701-A64A-A07F8D9CBBC8}" type="presParOf" srcId="{C1A3BA8E-E60F-4CE5-B4E7-D822646B39A9}" destId="{381493CF-98B0-4774-8EF6-FB299DA5098A}" srcOrd="0" destOrd="0" presId="urn:microsoft.com/office/officeart/2018/2/layout/IconLabelList"/>
    <dgm:cxn modelId="{53EF9DF0-AAD9-44B7-985C-DDA18D733101}" type="presParOf" srcId="{381493CF-98B0-4774-8EF6-FB299DA5098A}" destId="{1A58BBAC-3B20-484E-9FBE-AE7F8875F328}" srcOrd="0" destOrd="0" presId="urn:microsoft.com/office/officeart/2018/2/layout/IconLabelList"/>
    <dgm:cxn modelId="{3B9CE795-76D4-4DFC-AB82-32B2C4C9CAE8}" type="presParOf" srcId="{381493CF-98B0-4774-8EF6-FB299DA5098A}" destId="{BF328411-BEE8-4DA0-BE04-126EAFB19612}" srcOrd="1" destOrd="0" presId="urn:microsoft.com/office/officeart/2018/2/layout/IconLabelList"/>
    <dgm:cxn modelId="{AF757C66-67F2-443D-AB8C-439D6A0BC361}" type="presParOf" srcId="{381493CF-98B0-4774-8EF6-FB299DA5098A}" destId="{01DB0C82-F27E-4697-AE68-D66383E64F00}" srcOrd="2" destOrd="0" presId="urn:microsoft.com/office/officeart/2018/2/layout/IconLabelList"/>
    <dgm:cxn modelId="{C5137C5F-7E6E-4FA8-9914-0C00CB54683B}" type="presParOf" srcId="{C1A3BA8E-E60F-4CE5-B4E7-D822646B39A9}" destId="{94AA137E-E9C6-44EA-973E-8CB05425E853}" srcOrd="1" destOrd="0" presId="urn:microsoft.com/office/officeart/2018/2/layout/IconLabelList"/>
    <dgm:cxn modelId="{B26E4954-6096-4FB3-835E-23E436E9A679}" type="presParOf" srcId="{C1A3BA8E-E60F-4CE5-B4E7-D822646B39A9}" destId="{F101AF42-EA2A-4CAB-AE77-10ED70874159}" srcOrd="2" destOrd="0" presId="urn:microsoft.com/office/officeart/2018/2/layout/IconLabelList"/>
    <dgm:cxn modelId="{28603EF8-E5DD-442B-B394-31933B94868C}" type="presParOf" srcId="{F101AF42-EA2A-4CAB-AE77-10ED70874159}" destId="{CA44FEEE-E143-4749-ACBD-CAE159A67E98}" srcOrd="0" destOrd="0" presId="urn:microsoft.com/office/officeart/2018/2/layout/IconLabelList"/>
    <dgm:cxn modelId="{F365353D-CC64-4CB3-8684-9CDCE91CE50C}" type="presParOf" srcId="{F101AF42-EA2A-4CAB-AE77-10ED70874159}" destId="{D7EB4ABE-9C2B-4C3F-8D6F-B9EFB20D5EE1}" srcOrd="1" destOrd="0" presId="urn:microsoft.com/office/officeart/2018/2/layout/IconLabelList"/>
    <dgm:cxn modelId="{D023FA73-26DA-4DA3-949D-A2A83F058DFE}" type="presParOf" srcId="{F101AF42-EA2A-4CAB-AE77-10ED70874159}" destId="{4D9D035E-9D44-47C0-98B4-FC88EC1B1DA7}"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6EF38CA8-E8BB-42B1-9433-927BCC19FDE9}" type="doc">
      <dgm:prSet loTypeId="urn:microsoft.com/office/officeart/2016/7/layout/VerticalSolidActionList" loCatId="List" qsTypeId="urn:microsoft.com/office/officeart/2005/8/quickstyle/simple1" qsCatId="simple" csTypeId="urn:microsoft.com/office/officeart/2005/8/colors/colorful1" csCatId="colorful" phldr="1"/>
      <dgm:spPr/>
      <dgm:t>
        <a:bodyPr/>
        <a:lstStyle/>
        <a:p>
          <a:endParaRPr lang="en-US"/>
        </a:p>
      </dgm:t>
    </dgm:pt>
    <dgm:pt modelId="{B8439261-5729-4ED2-80AD-53419F1887A3}">
      <dgm:prSet/>
      <dgm:spPr/>
      <dgm:t>
        <a:bodyPr/>
        <a:lstStyle/>
        <a:p>
          <a:r>
            <a:rPr lang="en-US" dirty="0"/>
            <a:t>Plan</a:t>
          </a:r>
        </a:p>
      </dgm:t>
    </dgm:pt>
    <dgm:pt modelId="{69F77F00-0FDE-4BBA-AB05-3F94908E398A}" type="parTrans" cxnId="{9DD651A9-D50E-4DD8-8507-8D09EE6D77AB}">
      <dgm:prSet/>
      <dgm:spPr/>
      <dgm:t>
        <a:bodyPr/>
        <a:lstStyle/>
        <a:p>
          <a:endParaRPr lang="en-US"/>
        </a:p>
      </dgm:t>
    </dgm:pt>
    <dgm:pt modelId="{261FD9D1-6355-422A-B021-7FC39E69832E}" type="sibTrans" cxnId="{9DD651A9-D50E-4DD8-8507-8D09EE6D77AB}">
      <dgm:prSet/>
      <dgm:spPr/>
      <dgm:t>
        <a:bodyPr/>
        <a:lstStyle/>
        <a:p>
          <a:endParaRPr lang="en-US"/>
        </a:p>
      </dgm:t>
    </dgm:pt>
    <dgm:pt modelId="{32B4E476-A0DC-4AA1-9D00-071B650428C2}">
      <dgm:prSet/>
      <dgm:spPr/>
      <dgm:t>
        <a:bodyPr/>
        <a:lstStyle/>
        <a:p>
          <a:r>
            <a:rPr lang="en-US" dirty="0"/>
            <a:t>Be able to plan a health inquiry</a:t>
          </a:r>
        </a:p>
      </dgm:t>
    </dgm:pt>
    <dgm:pt modelId="{D42EAF0D-C20B-499A-965B-C7DF804D5FAB}" type="parTrans" cxnId="{3F8F4121-691B-4777-B7F2-0C89C998335B}">
      <dgm:prSet/>
      <dgm:spPr/>
      <dgm:t>
        <a:bodyPr/>
        <a:lstStyle/>
        <a:p>
          <a:endParaRPr lang="en-US"/>
        </a:p>
      </dgm:t>
    </dgm:pt>
    <dgm:pt modelId="{EAA4E5CE-2DED-43EC-805C-5BEF6699CFD1}" type="sibTrans" cxnId="{3F8F4121-691B-4777-B7F2-0C89C998335B}">
      <dgm:prSet/>
      <dgm:spPr/>
      <dgm:t>
        <a:bodyPr/>
        <a:lstStyle/>
        <a:p>
          <a:endParaRPr lang="en-US"/>
        </a:p>
      </dgm:t>
    </dgm:pt>
    <dgm:pt modelId="{BD9BA409-852F-4A34-9555-4F0F1A8075DD}">
      <dgm:prSet/>
      <dgm:spPr/>
      <dgm:t>
        <a:bodyPr/>
        <a:lstStyle/>
        <a:p>
          <a:r>
            <a:rPr lang="en-US" dirty="0"/>
            <a:t>Resources</a:t>
          </a:r>
        </a:p>
      </dgm:t>
    </dgm:pt>
    <dgm:pt modelId="{2DE881C5-C97F-4F90-837C-C9A3F69F0B83}" type="parTrans" cxnId="{529CE59C-E206-4D7D-96DA-D6B09E6BD9FE}">
      <dgm:prSet/>
      <dgm:spPr/>
      <dgm:t>
        <a:bodyPr/>
        <a:lstStyle/>
        <a:p>
          <a:endParaRPr lang="en-US"/>
        </a:p>
      </dgm:t>
    </dgm:pt>
    <dgm:pt modelId="{3444CD3D-016D-4005-A790-F0658293E8E3}" type="sibTrans" cxnId="{529CE59C-E206-4D7D-96DA-D6B09E6BD9FE}">
      <dgm:prSet/>
      <dgm:spPr/>
      <dgm:t>
        <a:bodyPr/>
        <a:lstStyle/>
        <a:p>
          <a:endParaRPr lang="en-US"/>
        </a:p>
      </dgm:t>
    </dgm:pt>
    <dgm:pt modelId="{42887F38-85C8-4A4C-AF77-D3D70ABD8D37}">
      <dgm:prSet/>
      <dgm:spPr/>
      <dgm:t>
        <a:bodyPr/>
        <a:lstStyle/>
        <a:p>
          <a:r>
            <a:rPr lang="en-US" dirty="0"/>
            <a:t>Identify credible and reliable sources of information</a:t>
          </a:r>
        </a:p>
      </dgm:t>
    </dgm:pt>
    <dgm:pt modelId="{19C8455B-791B-4BD5-BEC8-30B2C57F321C}" type="parTrans" cxnId="{68DA1B21-1B91-4134-B024-5D5FEF13D787}">
      <dgm:prSet/>
      <dgm:spPr/>
      <dgm:t>
        <a:bodyPr/>
        <a:lstStyle/>
        <a:p>
          <a:endParaRPr lang="en-US"/>
        </a:p>
      </dgm:t>
    </dgm:pt>
    <dgm:pt modelId="{23CC6B57-B9A7-481B-B521-0E61CE7D5398}" type="sibTrans" cxnId="{68DA1B21-1B91-4134-B024-5D5FEF13D787}">
      <dgm:prSet/>
      <dgm:spPr/>
      <dgm:t>
        <a:bodyPr/>
        <a:lstStyle/>
        <a:p>
          <a:endParaRPr lang="en-US"/>
        </a:p>
      </dgm:t>
    </dgm:pt>
    <dgm:pt modelId="{E02EDC95-FC5E-4148-A9D4-48A3EF4C8737}">
      <dgm:prSet/>
      <dgm:spPr/>
      <dgm:t>
        <a:bodyPr/>
        <a:lstStyle/>
        <a:p>
          <a:r>
            <a:rPr lang="en-US" dirty="0"/>
            <a:t>Interpretation</a:t>
          </a:r>
        </a:p>
      </dgm:t>
    </dgm:pt>
    <dgm:pt modelId="{61714653-CCC3-4C7C-887D-3AE5452E5E91}" type="parTrans" cxnId="{D741D065-CCC8-46A6-9ACA-F2B4DC79BC89}">
      <dgm:prSet/>
      <dgm:spPr/>
      <dgm:t>
        <a:bodyPr/>
        <a:lstStyle/>
        <a:p>
          <a:endParaRPr lang="en-US"/>
        </a:p>
      </dgm:t>
    </dgm:pt>
    <dgm:pt modelId="{810BF586-CEB8-4460-9958-1CF1206EDA90}" type="sibTrans" cxnId="{D741D065-CCC8-46A6-9ACA-F2B4DC79BC89}">
      <dgm:prSet/>
      <dgm:spPr/>
      <dgm:t>
        <a:bodyPr/>
        <a:lstStyle/>
        <a:p>
          <a:endParaRPr lang="en-US"/>
        </a:p>
      </dgm:t>
    </dgm:pt>
    <dgm:pt modelId="{E905EC08-97B3-4FCF-9630-E71862C65A49}">
      <dgm:prSet/>
      <dgm:spPr/>
      <dgm:t>
        <a:bodyPr/>
        <a:lstStyle/>
        <a:p>
          <a:r>
            <a:rPr lang="en-US" dirty="0"/>
            <a:t>Presenting</a:t>
          </a:r>
        </a:p>
      </dgm:t>
    </dgm:pt>
    <dgm:pt modelId="{7BB70D03-BE5D-4542-A2E8-9C500F8DDD1E}" type="parTrans" cxnId="{51042927-BF39-43AB-84D4-B5521DA9A8EE}">
      <dgm:prSet/>
      <dgm:spPr/>
    </dgm:pt>
    <dgm:pt modelId="{633C9C5F-55F2-445A-8792-0C934994F7B9}" type="sibTrans" cxnId="{51042927-BF39-43AB-84D4-B5521DA9A8EE}">
      <dgm:prSet/>
      <dgm:spPr/>
    </dgm:pt>
    <dgm:pt modelId="{476A396E-F8BA-47CE-B0AC-C48F462EA4E3}">
      <dgm:prSet/>
      <dgm:spPr/>
      <dgm:t>
        <a:bodyPr/>
        <a:lstStyle/>
        <a:p>
          <a:r>
            <a:rPr lang="en-US" dirty="0" err="1"/>
            <a:t>Summarising</a:t>
          </a:r>
          <a:r>
            <a:rPr lang="en-US" dirty="0"/>
            <a:t> information</a:t>
          </a:r>
        </a:p>
      </dgm:t>
    </dgm:pt>
    <dgm:pt modelId="{1B2D3005-DA51-433D-B31B-95A62E0B6343}" type="parTrans" cxnId="{3DFC8459-1A43-4C8B-97F8-A3765E096A97}">
      <dgm:prSet/>
      <dgm:spPr/>
    </dgm:pt>
    <dgm:pt modelId="{252D32E8-7901-4177-A4E9-7634CA424647}" type="sibTrans" cxnId="{3DFC8459-1A43-4C8B-97F8-A3765E096A97}">
      <dgm:prSet/>
      <dgm:spPr/>
    </dgm:pt>
    <dgm:pt modelId="{9D242F71-6C36-4780-9B1B-D194DE7ABA59}">
      <dgm:prSet/>
      <dgm:spPr/>
      <dgm:t>
        <a:bodyPr/>
        <a:lstStyle/>
        <a:p>
          <a:r>
            <a:rPr lang="en-US" dirty="0"/>
            <a:t>Ability to present information to specific audiences </a:t>
          </a:r>
        </a:p>
      </dgm:t>
    </dgm:pt>
    <dgm:pt modelId="{1BC0195F-0A7A-408A-A15F-056A8A013EB3}" type="parTrans" cxnId="{D5FBF346-6D54-4386-A3A7-5558C5D8F085}">
      <dgm:prSet/>
      <dgm:spPr/>
    </dgm:pt>
    <dgm:pt modelId="{22473099-664A-4C22-9CD2-7B01312C0EB6}" type="sibTrans" cxnId="{D5FBF346-6D54-4386-A3A7-5558C5D8F085}">
      <dgm:prSet/>
      <dgm:spPr/>
    </dgm:pt>
    <dgm:pt modelId="{9E31831A-6326-449D-B827-16B1ED67392D}">
      <dgm:prSet/>
      <dgm:spPr/>
      <dgm:t>
        <a:bodyPr/>
        <a:lstStyle/>
        <a:p>
          <a:r>
            <a:rPr lang="en-US" dirty="0"/>
            <a:t>Identify and describe the issue </a:t>
          </a:r>
        </a:p>
      </dgm:t>
    </dgm:pt>
    <dgm:pt modelId="{7B124EAA-2190-48AA-9B5F-6216B5D7751A}" type="parTrans" cxnId="{78F6FEFB-5F8C-44F0-96FA-B5EF8793CCF5}">
      <dgm:prSet/>
      <dgm:spPr/>
    </dgm:pt>
    <dgm:pt modelId="{7DA6EEC1-4290-4C48-85E5-B8FBA0009E31}" type="sibTrans" cxnId="{78F6FEFB-5F8C-44F0-96FA-B5EF8793CCF5}">
      <dgm:prSet/>
      <dgm:spPr/>
    </dgm:pt>
    <dgm:pt modelId="{2A12ABAF-A6A8-485F-B9CA-EA6FCE8195CC}">
      <dgm:prSet/>
      <dgm:spPr/>
      <dgm:t>
        <a:bodyPr/>
        <a:lstStyle/>
        <a:p>
          <a:r>
            <a:rPr lang="en-US" dirty="0"/>
            <a:t>Develop focus questions to research the topic</a:t>
          </a:r>
        </a:p>
      </dgm:t>
    </dgm:pt>
    <dgm:pt modelId="{039837EA-25DC-40BA-92D0-A50D6F734258}" type="parTrans" cxnId="{F4E0B004-52B9-453D-8F2A-192B5DCEAB37}">
      <dgm:prSet/>
      <dgm:spPr/>
    </dgm:pt>
    <dgm:pt modelId="{8F26EF80-3434-4672-A877-FCA3596E76E1}" type="sibTrans" cxnId="{F4E0B004-52B9-453D-8F2A-192B5DCEAB37}">
      <dgm:prSet/>
      <dgm:spPr/>
    </dgm:pt>
    <dgm:pt modelId="{44D75AE6-53A1-4C1F-B489-09DAD9502FC2}">
      <dgm:prSet/>
      <dgm:spPr/>
      <dgm:t>
        <a:bodyPr/>
        <a:lstStyle/>
        <a:p>
          <a:r>
            <a:rPr lang="en-US" dirty="0"/>
            <a:t>Identify a criteria for choosing resources</a:t>
          </a:r>
        </a:p>
      </dgm:t>
    </dgm:pt>
    <dgm:pt modelId="{F49BC0CB-540A-4B84-BE42-B719350E0273}" type="parTrans" cxnId="{9ED03DBA-39CC-4668-9CF3-EC4EBC1EFD41}">
      <dgm:prSet/>
      <dgm:spPr/>
    </dgm:pt>
    <dgm:pt modelId="{7A582CD5-A275-4010-B70C-B8CD87C5C8BE}" type="sibTrans" cxnId="{9ED03DBA-39CC-4668-9CF3-EC4EBC1EFD41}">
      <dgm:prSet/>
      <dgm:spPr/>
    </dgm:pt>
    <dgm:pt modelId="{513611C8-4B61-4EA1-8F11-89BB8537A35F}">
      <dgm:prSet/>
      <dgm:spPr/>
      <dgm:t>
        <a:bodyPr/>
        <a:lstStyle/>
        <a:p>
          <a:r>
            <a:rPr lang="en-US" dirty="0"/>
            <a:t>Identify trends in data</a:t>
          </a:r>
        </a:p>
      </dgm:t>
    </dgm:pt>
    <dgm:pt modelId="{A2F6E831-5224-4345-889A-1A5D5C0D560A}" type="parTrans" cxnId="{A05437FB-CDA4-4A3D-80DD-5AE48EAABAC7}">
      <dgm:prSet/>
      <dgm:spPr/>
    </dgm:pt>
    <dgm:pt modelId="{273F3E99-72FC-4CB9-A1F3-1B729747073E}" type="sibTrans" cxnId="{A05437FB-CDA4-4A3D-80DD-5AE48EAABAC7}">
      <dgm:prSet/>
      <dgm:spPr/>
    </dgm:pt>
    <dgm:pt modelId="{E93D1D59-9468-48CD-8782-0B58CC2404C9}">
      <dgm:prSet/>
      <dgm:spPr/>
      <dgm:t>
        <a:bodyPr/>
        <a:lstStyle/>
        <a:p>
          <a:r>
            <a:rPr lang="en-US" dirty="0"/>
            <a:t>Able to develop an argument or position</a:t>
          </a:r>
        </a:p>
      </dgm:t>
    </dgm:pt>
    <dgm:pt modelId="{1BA18AE3-34F0-403D-898B-1BA8FEB69D21}" type="parTrans" cxnId="{1C22B038-ABE3-40B1-813E-9DA53022A485}">
      <dgm:prSet/>
      <dgm:spPr/>
    </dgm:pt>
    <dgm:pt modelId="{22D20D0D-BC3C-4FE4-948C-5AD389B5CC91}" type="sibTrans" cxnId="{1C22B038-ABE3-40B1-813E-9DA53022A485}">
      <dgm:prSet/>
      <dgm:spPr/>
    </dgm:pt>
    <dgm:pt modelId="{87569D94-3F9D-48F5-946C-B9749119438D}">
      <dgm:prSet/>
      <dgm:spPr/>
      <dgm:t>
        <a:bodyPr/>
        <a:lstStyle/>
        <a:p>
          <a:r>
            <a:rPr lang="en-US" dirty="0"/>
            <a:t>Develop general conclusions </a:t>
          </a:r>
        </a:p>
      </dgm:t>
    </dgm:pt>
    <dgm:pt modelId="{747F72AA-ED5D-4426-A055-83CB3766B906}" type="parTrans" cxnId="{D1C01950-A7D0-4008-8280-3A9D92F42D93}">
      <dgm:prSet/>
      <dgm:spPr/>
    </dgm:pt>
    <dgm:pt modelId="{401797AA-7D54-4783-8DB6-7EE840F4A9B1}" type="sibTrans" cxnId="{D1C01950-A7D0-4008-8280-3A9D92F42D93}">
      <dgm:prSet/>
      <dgm:spPr/>
    </dgm:pt>
    <dgm:pt modelId="{661ADB3A-F4DA-4E0C-8D8D-7DBD078CEA71}" type="pres">
      <dgm:prSet presAssocID="{6EF38CA8-E8BB-42B1-9433-927BCC19FDE9}" presName="Name0" presStyleCnt="0">
        <dgm:presLayoutVars>
          <dgm:dir/>
          <dgm:animLvl val="lvl"/>
          <dgm:resizeHandles val="exact"/>
        </dgm:presLayoutVars>
      </dgm:prSet>
      <dgm:spPr/>
    </dgm:pt>
    <dgm:pt modelId="{CA71E8F1-7F96-4503-AB5C-145D7BCDD642}" type="pres">
      <dgm:prSet presAssocID="{B8439261-5729-4ED2-80AD-53419F1887A3}" presName="linNode" presStyleCnt="0"/>
      <dgm:spPr/>
    </dgm:pt>
    <dgm:pt modelId="{5DF9F01A-67D4-4611-91BB-AE543FEEAA89}" type="pres">
      <dgm:prSet presAssocID="{B8439261-5729-4ED2-80AD-53419F1887A3}" presName="parentText" presStyleLbl="alignNode1" presStyleIdx="0" presStyleCnt="4">
        <dgm:presLayoutVars>
          <dgm:chMax val="1"/>
          <dgm:bulletEnabled/>
        </dgm:presLayoutVars>
      </dgm:prSet>
      <dgm:spPr/>
    </dgm:pt>
    <dgm:pt modelId="{26B0CDBD-5D41-4B8E-9292-00C7159C8CF6}" type="pres">
      <dgm:prSet presAssocID="{B8439261-5729-4ED2-80AD-53419F1887A3}" presName="descendantText" presStyleLbl="alignAccFollowNode1" presStyleIdx="0" presStyleCnt="4" custLinFactNeighborX="-54636" custLinFactNeighborY="3926">
        <dgm:presLayoutVars>
          <dgm:bulletEnabled/>
        </dgm:presLayoutVars>
      </dgm:prSet>
      <dgm:spPr/>
    </dgm:pt>
    <dgm:pt modelId="{D8706A13-9124-450B-B230-0E1BA87B7A13}" type="pres">
      <dgm:prSet presAssocID="{261FD9D1-6355-422A-B021-7FC39E69832E}" presName="sp" presStyleCnt="0"/>
      <dgm:spPr/>
    </dgm:pt>
    <dgm:pt modelId="{C56F84BF-D0D2-4D54-AF96-4A8B2A908146}" type="pres">
      <dgm:prSet presAssocID="{BD9BA409-852F-4A34-9555-4F0F1A8075DD}" presName="linNode" presStyleCnt="0"/>
      <dgm:spPr/>
    </dgm:pt>
    <dgm:pt modelId="{67F5F4B3-D63A-4E3C-BD9F-5DAFED2D8BFD}" type="pres">
      <dgm:prSet presAssocID="{BD9BA409-852F-4A34-9555-4F0F1A8075DD}" presName="parentText" presStyleLbl="alignNode1" presStyleIdx="1" presStyleCnt="4">
        <dgm:presLayoutVars>
          <dgm:chMax val="1"/>
          <dgm:bulletEnabled/>
        </dgm:presLayoutVars>
      </dgm:prSet>
      <dgm:spPr/>
    </dgm:pt>
    <dgm:pt modelId="{E22648DA-289A-4C1F-BBDC-5C369522A956}" type="pres">
      <dgm:prSet presAssocID="{BD9BA409-852F-4A34-9555-4F0F1A8075DD}" presName="descendantText" presStyleLbl="alignAccFollowNode1" presStyleIdx="1" presStyleCnt="4">
        <dgm:presLayoutVars>
          <dgm:bulletEnabled/>
        </dgm:presLayoutVars>
      </dgm:prSet>
      <dgm:spPr/>
    </dgm:pt>
    <dgm:pt modelId="{F32CF7DA-3CDE-4566-BC75-247BDEFB28A2}" type="pres">
      <dgm:prSet presAssocID="{3444CD3D-016D-4005-A790-F0658293E8E3}" presName="sp" presStyleCnt="0"/>
      <dgm:spPr/>
    </dgm:pt>
    <dgm:pt modelId="{FA749FC9-492B-4BBE-B86B-EBAA600B44E1}" type="pres">
      <dgm:prSet presAssocID="{E02EDC95-FC5E-4148-A9D4-48A3EF4C8737}" presName="linNode" presStyleCnt="0"/>
      <dgm:spPr/>
    </dgm:pt>
    <dgm:pt modelId="{3C2F34D1-7D33-4FB3-8EB3-30E0314EC5DB}" type="pres">
      <dgm:prSet presAssocID="{E02EDC95-FC5E-4148-A9D4-48A3EF4C8737}" presName="parentText" presStyleLbl="alignNode1" presStyleIdx="2" presStyleCnt="4">
        <dgm:presLayoutVars>
          <dgm:chMax val="1"/>
          <dgm:bulletEnabled/>
        </dgm:presLayoutVars>
      </dgm:prSet>
      <dgm:spPr/>
    </dgm:pt>
    <dgm:pt modelId="{15356BFD-636E-4FD4-99C1-0DCC4F0C8BF2}" type="pres">
      <dgm:prSet presAssocID="{E02EDC95-FC5E-4148-A9D4-48A3EF4C8737}" presName="descendantText" presStyleLbl="alignAccFollowNode1" presStyleIdx="2" presStyleCnt="4">
        <dgm:presLayoutVars>
          <dgm:bulletEnabled/>
        </dgm:presLayoutVars>
      </dgm:prSet>
      <dgm:spPr/>
    </dgm:pt>
    <dgm:pt modelId="{F6DFDC2F-DA87-41AC-94DA-FE1E8E37CA1A}" type="pres">
      <dgm:prSet presAssocID="{810BF586-CEB8-4460-9958-1CF1206EDA90}" presName="sp" presStyleCnt="0"/>
      <dgm:spPr/>
    </dgm:pt>
    <dgm:pt modelId="{69CC8AAE-E214-489E-92E8-034C4543CCAF}" type="pres">
      <dgm:prSet presAssocID="{E905EC08-97B3-4FCF-9630-E71862C65A49}" presName="linNode" presStyleCnt="0"/>
      <dgm:spPr/>
    </dgm:pt>
    <dgm:pt modelId="{F84403D9-CCD3-46FB-98A2-6F61D40B98E0}" type="pres">
      <dgm:prSet presAssocID="{E905EC08-97B3-4FCF-9630-E71862C65A49}" presName="parentText" presStyleLbl="alignNode1" presStyleIdx="3" presStyleCnt="4">
        <dgm:presLayoutVars>
          <dgm:chMax val="1"/>
          <dgm:bulletEnabled/>
        </dgm:presLayoutVars>
      </dgm:prSet>
      <dgm:spPr/>
    </dgm:pt>
    <dgm:pt modelId="{59EDE866-98FB-41DE-9551-305F9C56BCCB}" type="pres">
      <dgm:prSet presAssocID="{E905EC08-97B3-4FCF-9630-E71862C65A49}" presName="descendantText" presStyleLbl="alignAccFollowNode1" presStyleIdx="3" presStyleCnt="4">
        <dgm:presLayoutVars>
          <dgm:bulletEnabled/>
        </dgm:presLayoutVars>
      </dgm:prSet>
      <dgm:spPr/>
    </dgm:pt>
  </dgm:ptLst>
  <dgm:cxnLst>
    <dgm:cxn modelId="{F4E0B004-52B9-453D-8F2A-192B5DCEAB37}" srcId="{B8439261-5729-4ED2-80AD-53419F1887A3}" destId="{2A12ABAF-A6A8-485F-B9CA-EA6FCE8195CC}" srcOrd="2" destOrd="0" parTransId="{039837EA-25DC-40BA-92D0-A50D6F734258}" sibTransId="{8F26EF80-3434-4672-A877-FCA3596E76E1}"/>
    <dgm:cxn modelId="{68DA1B21-1B91-4134-B024-5D5FEF13D787}" srcId="{BD9BA409-852F-4A34-9555-4F0F1A8075DD}" destId="{42887F38-85C8-4A4C-AF77-D3D70ABD8D37}" srcOrd="0" destOrd="0" parTransId="{19C8455B-791B-4BD5-BEC8-30B2C57F321C}" sibTransId="{23CC6B57-B9A7-481B-B521-0E61CE7D5398}"/>
    <dgm:cxn modelId="{3F8F4121-691B-4777-B7F2-0C89C998335B}" srcId="{B8439261-5729-4ED2-80AD-53419F1887A3}" destId="{32B4E476-A0DC-4AA1-9D00-071B650428C2}" srcOrd="0" destOrd="0" parTransId="{D42EAF0D-C20B-499A-965B-C7DF804D5FAB}" sibTransId="{EAA4E5CE-2DED-43EC-805C-5BEF6699CFD1}"/>
    <dgm:cxn modelId="{51042927-BF39-43AB-84D4-B5521DA9A8EE}" srcId="{6EF38CA8-E8BB-42B1-9433-927BCC19FDE9}" destId="{E905EC08-97B3-4FCF-9630-E71862C65A49}" srcOrd="3" destOrd="0" parTransId="{7BB70D03-BE5D-4542-A2E8-9C500F8DDD1E}" sibTransId="{633C9C5F-55F2-445A-8792-0C934994F7B9}"/>
    <dgm:cxn modelId="{3C8CE22A-6B65-48B3-B799-3E7677BD1C83}" type="presOf" srcId="{BD9BA409-852F-4A34-9555-4F0F1A8075DD}" destId="{67F5F4B3-D63A-4E3C-BD9F-5DAFED2D8BFD}" srcOrd="0" destOrd="0" presId="urn:microsoft.com/office/officeart/2016/7/layout/VerticalSolidActionList"/>
    <dgm:cxn modelId="{AA8D3031-8BFB-4E4F-B9E7-09478EE246B5}" type="presOf" srcId="{42887F38-85C8-4A4C-AF77-D3D70ABD8D37}" destId="{E22648DA-289A-4C1F-BBDC-5C369522A956}" srcOrd="0" destOrd="0" presId="urn:microsoft.com/office/officeart/2016/7/layout/VerticalSolidActionList"/>
    <dgm:cxn modelId="{432B0E33-DA08-461F-B283-A47A0CE00DEE}" type="presOf" srcId="{513611C8-4B61-4EA1-8F11-89BB8537A35F}" destId="{15356BFD-636E-4FD4-99C1-0DCC4F0C8BF2}" srcOrd="0" destOrd="1" presId="urn:microsoft.com/office/officeart/2016/7/layout/VerticalSolidActionList"/>
    <dgm:cxn modelId="{1C22B038-ABE3-40B1-813E-9DA53022A485}" srcId="{E02EDC95-FC5E-4148-A9D4-48A3EF4C8737}" destId="{E93D1D59-9468-48CD-8782-0B58CC2404C9}" srcOrd="2" destOrd="0" parTransId="{1BA18AE3-34F0-403D-898B-1BA8FEB69D21}" sibTransId="{22D20D0D-BC3C-4FE4-948C-5AD389B5CC91}"/>
    <dgm:cxn modelId="{D741D065-CCC8-46A6-9ACA-F2B4DC79BC89}" srcId="{6EF38CA8-E8BB-42B1-9433-927BCC19FDE9}" destId="{E02EDC95-FC5E-4148-A9D4-48A3EF4C8737}" srcOrd="2" destOrd="0" parTransId="{61714653-CCC3-4C7C-887D-3AE5452E5E91}" sibTransId="{810BF586-CEB8-4460-9958-1CF1206EDA90}"/>
    <dgm:cxn modelId="{ACF87766-920E-4356-9B53-56A4D6B43A22}" type="presOf" srcId="{44D75AE6-53A1-4C1F-B489-09DAD9502FC2}" destId="{E22648DA-289A-4C1F-BBDC-5C369522A956}" srcOrd="0" destOrd="1" presId="urn:microsoft.com/office/officeart/2016/7/layout/VerticalSolidActionList"/>
    <dgm:cxn modelId="{D5FBF346-6D54-4386-A3A7-5558C5D8F085}" srcId="{E905EC08-97B3-4FCF-9630-E71862C65A49}" destId="{9D242F71-6C36-4780-9B1B-D194DE7ABA59}" srcOrd="0" destOrd="0" parTransId="{1BC0195F-0A7A-408A-A15F-056A8A013EB3}" sibTransId="{22473099-664A-4C22-9CD2-7B01312C0EB6}"/>
    <dgm:cxn modelId="{D1C01950-A7D0-4008-8280-3A9D92F42D93}" srcId="{E02EDC95-FC5E-4148-A9D4-48A3EF4C8737}" destId="{87569D94-3F9D-48F5-946C-B9749119438D}" srcOrd="3" destOrd="0" parTransId="{747F72AA-ED5D-4426-A055-83CB3766B906}" sibTransId="{401797AA-7D54-4783-8DB6-7EE840F4A9B1}"/>
    <dgm:cxn modelId="{D6568F56-4075-41A4-98D3-2B23A99912DC}" type="presOf" srcId="{476A396E-F8BA-47CE-B0AC-C48F462EA4E3}" destId="{15356BFD-636E-4FD4-99C1-0DCC4F0C8BF2}" srcOrd="0" destOrd="0" presId="urn:microsoft.com/office/officeart/2016/7/layout/VerticalSolidActionList"/>
    <dgm:cxn modelId="{3DFC8459-1A43-4C8B-97F8-A3765E096A97}" srcId="{E02EDC95-FC5E-4148-A9D4-48A3EF4C8737}" destId="{476A396E-F8BA-47CE-B0AC-C48F462EA4E3}" srcOrd="0" destOrd="0" parTransId="{1B2D3005-DA51-433D-B31B-95A62E0B6343}" sibTransId="{252D32E8-7901-4177-A4E9-7634CA424647}"/>
    <dgm:cxn modelId="{A637D885-A67E-4F8A-A047-C410230065E3}" type="presOf" srcId="{6EF38CA8-E8BB-42B1-9433-927BCC19FDE9}" destId="{661ADB3A-F4DA-4E0C-8D8D-7DBD078CEA71}" srcOrd="0" destOrd="0" presId="urn:microsoft.com/office/officeart/2016/7/layout/VerticalSolidActionList"/>
    <dgm:cxn modelId="{4465C588-E00D-4AEE-8AA5-6B91B83E19A4}" type="presOf" srcId="{87569D94-3F9D-48F5-946C-B9749119438D}" destId="{15356BFD-636E-4FD4-99C1-0DCC4F0C8BF2}" srcOrd="0" destOrd="3" presId="urn:microsoft.com/office/officeart/2016/7/layout/VerticalSolidActionList"/>
    <dgm:cxn modelId="{4A99E596-C6F4-4B3F-ADF1-D69FF449888B}" type="presOf" srcId="{9E31831A-6326-449D-B827-16B1ED67392D}" destId="{26B0CDBD-5D41-4B8E-9292-00C7159C8CF6}" srcOrd="0" destOrd="1" presId="urn:microsoft.com/office/officeart/2016/7/layout/VerticalSolidActionList"/>
    <dgm:cxn modelId="{EAC7DF9B-D1E7-4D55-B3F2-483AA93601B5}" type="presOf" srcId="{E02EDC95-FC5E-4148-A9D4-48A3EF4C8737}" destId="{3C2F34D1-7D33-4FB3-8EB3-30E0314EC5DB}" srcOrd="0" destOrd="0" presId="urn:microsoft.com/office/officeart/2016/7/layout/VerticalSolidActionList"/>
    <dgm:cxn modelId="{529CE59C-E206-4D7D-96DA-D6B09E6BD9FE}" srcId="{6EF38CA8-E8BB-42B1-9433-927BCC19FDE9}" destId="{BD9BA409-852F-4A34-9555-4F0F1A8075DD}" srcOrd="1" destOrd="0" parTransId="{2DE881C5-C97F-4F90-837C-C9A3F69F0B83}" sibTransId="{3444CD3D-016D-4005-A790-F0658293E8E3}"/>
    <dgm:cxn modelId="{72DD29A3-48F2-449F-91A1-3C42E0549637}" type="presOf" srcId="{32B4E476-A0DC-4AA1-9D00-071B650428C2}" destId="{26B0CDBD-5D41-4B8E-9292-00C7159C8CF6}" srcOrd="0" destOrd="0" presId="urn:microsoft.com/office/officeart/2016/7/layout/VerticalSolidActionList"/>
    <dgm:cxn modelId="{9DD651A9-D50E-4DD8-8507-8D09EE6D77AB}" srcId="{6EF38CA8-E8BB-42B1-9433-927BCC19FDE9}" destId="{B8439261-5729-4ED2-80AD-53419F1887A3}" srcOrd="0" destOrd="0" parTransId="{69F77F00-0FDE-4BBA-AB05-3F94908E398A}" sibTransId="{261FD9D1-6355-422A-B021-7FC39E69832E}"/>
    <dgm:cxn modelId="{1781FFAC-610B-43DA-93F4-C8A99010BACA}" type="presOf" srcId="{E905EC08-97B3-4FCF-9630-E71862C65A49}" destId="{F84403D9-CCD3-46FB-98A2-6F61D40B98E0}" srcOrd="0" destOrd="0" presId="urn:microsoft.com/office/officeart/2016/7/layout/VerticalSolidActionList"/>
    <dgm:cxn modelId="{9ED03DBA-39CC-4668-9CF3-EC4EBC1EFD41}" srcId="{BD9BA409-852F-4A34-9555-4F0F1A8075DD}" destId="{44D75AE6-53A1-4C1F-B489-09DAD9502FC2}" srcOrd="1" destOrd="0" parTransId="{F49BC0CB-540A-4B84-BE42-B719350E0273}" sibTransId="{7A582CD5-A275-4010-B70C-B8CD87C5C8BE}"/>
    <dgm:cxn modelId="{0B6E2BC3-6812-4500-9F90-B887B776FF90}" type="presOf" srcId="{2A12ABAF-A6A8-485F-B9CA-EA6FCE8195CC}" destId="{26B0CDBD-5D41-4B8E-9292-00C7159C8CF6}" srcOrd="0" destOrd="2" presId="urn:microsoft.com/office/officeart/2016/7/layout/VerticalSolidActionList"/>
    <dgm:cxn modelId="{F093DCD9-B65A-4D98-A826-AF1A8E7D3DFF}" type="presOf" srcId="{B8439261-5729-4ED2-80AD-53419F1887A3}" destId="{5DF9F01A-67D4-4611-91BB-AE543FEEAA89}" srcOrd="0" destOrd="0" presId="urn:microsoft.com/office/officeart/2016/7/layout/VerticalSolidActionList"/>
    <dgm:cxn modelId="{4CD3F4E6-4B49-44ED-9243-938C6B9C70DF}" type="presOf" srcId="{9D242F71-6C36-4780-9B1B-D194DE7ABA59}" destId="{59EDE866-98FB-41DE-9551-305F9C56BCCB}" srcOrd="0" destOrd="0" presId="urn:microsoft.com/office/officeart/2016/7/layout/VerticalSolidActionList"/>
    <dgm:cxn modelId="{DC9569ED-C87C-4B52-977D-BA9AF45DB55B}" type="presOf" srcId="{E93D1D59-9468-48CD-8782-0B58CC2404C9}" destId="{15356BFD-636E-4FD4-99C1-0DCC4F0C8BF2}" srcOrd="0" destOrd="2" presId="urn:microsoft.com/office/officeart/2016/7/layout/VerticalSolidActionList"/>
    <dgm:cxn modelId="{A05437FB-CDA4-4A3D-80DD-5AE48EAABAC7}" srcId="{E02EDC95-FC5E-4148-A9D4-48A3EF4C8737}" destId="{513611C8-4B61-4EA1-8F11-89BB8537A35F}" srcOrd="1" destOrd="0" parTransId="{A2F6E831-5224-4345-889A-1A5D5C0D560A}" sibTransId="{273F3E99-72FC-4CB9-A1F3-1B729747073E}"/>
    <dgm:cxn modelId="{78F6FEFB-5F8C-44F0-96FA-B5EF8793CCF5}" srcId="{B8439261-5729-4ED2-80AD-53419F1887A3}" destId="{9E31831A-6326-449D-B827-16B1ED67392D}" srcOrd="1" destOrd="0" parTransId="{7B124EAA-2190-48AA-9B5F-6216B5D7751A}" sibTransId="{7DA6EEC1-4290-4C48-85E5-B8FBA0009E31}"/>
    <dgm:cxn modelId="{4FF45A99-72C3-40FE-B245-A98F4E8E7BF6}" type="presParOf" srcId="{661ADB3A-F4DA-4E0C-8D8D-7DBD078CEA71}" destId="{CA71E8F1-7F96-4503-AB5C-145D7BCDD642}" srcOrd="0" destOrd="0" presId="urn:microsoft.com/office/officeart/2016/7/layout/VerticalSolidActionList"/>
    <dgm:cxn modelId="{601D117D-1875-472C-957B-DDA096C062F4}" type="presParOf" srcId="{CA71E8F1-7F96-4503-AB5C-145D7BCDD642}" destId="{5DF9F01A-67D4-4611-91BB-AE543FEEAA89}" srcOrd="0" destOrd="0" presId="urn:microsoft.com/office/officeart/2016/7/layout/VerticalSolidActionList"/>
    <dgm:cxn modelId="{0FE64031-4142-421A-8732-AA2D2C124F24}" type="presParOf" srcId="{CA71E8F1-7F96-4503-AB5C-145D7BCDD642}" destId="{26B0CDBD-5D41-4B8E-9292-00C7159C8CF6}" srcOrd="1" destOrd="0" presId="urn:microsoft.com/office/officeart/2016/7/layout/VerticalSolidActionList"/>
    <dgm:cxn modelId="{684CD88D-459B-4933-80D4-F38966151C6D}" type="presParOf" srcId="{661ADB3A-F4DA-4E0C-8D8D-7DBD078CEA71}" destId="{D8706A13-9124-450B-B230-0E1BA87B7A13}" srcOrd="1" destOrd="0" presId="urn:microsoft.com/office/officeart/2016/7/layout/VerticalSolidActionList"/>
    <dgm:cxn modelId="{855E39CB-DC1C-4508-8A54-B5B6A7C7CF3D}" type="presParOf" srcId="{661ADB3A-F4DA-4E0C-8D8D-7DBD078CEA71}" destId="{C56F84BF-D0D2-4D54-AF96-4A8B2A908146}" srcOrd="2" destOrd="0" presId="urn:microsoft.com/office/officeart/2016/7/layout/VerticalSolidActionList"/>
    <dgm:cxn modelId="{6DCB9EC1-D7D0-4D04-A2D7-3CADC402C71C}" type="presParOf" srcId="{C56F84BF-D0D2-4D54-AF96-4A8B2A908146}" destId="{67F5F4B3-D63A-4E3C-BD9F-5DAFED2D8BFD}" srcOrd="0" destOrd="0" presId="urn:microsoft.com/office/officeart/2016/7/layout/VerticalSolidActionList"/>
    <dgm:cxn modelId="{45E89DAB-F283-4F75-9EA6-6270236BE6DD}" type="presParOf" srcId="{C56F84BF-D0D2-4D54-AF96-4A8B2A908146}" destId="{E22648DA-289A-4C1F-BBDC-5C369522A956}" srcOrd="1" destOrd="0" presId="urn:microsoft.com/office/officeart/2016/7/layout/VerticalSolidActionList"/>
    <dgm:cxn modelId="{A9731DD5-1EB0-44A8-940F-71358E548540}" type="presParOf" srcId="{661ADB3A-F4DA-4E0C-8D8D-7DBD078CEA71}" destId="{F32CF7DA-3CDE-4566-BC75-247BDEFB28A2}" srcOrd="3" destOrd="0" presId="urn:microsoft.com/office/officeart/2016/7/layout/VerticalSolidActionList"/>
    <dgm:cxn modelId="{40D05FAF-9935-4DFF-BA8E-3C35D1B21912}" type="presParOf" srcId="{661ADB3A-F4DA-4E0C-8D8D-7DBD078CEA71}" destId="{FA749FC9-492B-4BBE-B86B-EBAA600B44E1}" srcOrd="4" destOrd="0" presId="urn:microsoft.com/office/officeart/2016/7/layout/VerticalSolidActionList"/>
    <dgm:cxn modelId="{7A8B0895-EB5A-44B7-A2B2-A18B8BD93FEA}" type="presParOf" srcId="{FA749FC9-492B-4BBE-B86B-EBAA600B44E1}" destId="{3C2F34D1-7D33-4FB3-8EB3-30E0314EC5DB}" srcOrd="0" destOrd="0" presId="urn:microsoft.com/office/officeart/2016/7/layout/VerticalSolidActionList"/>
    <dgm:cxn modelId="{67316753-9E1C-4539-A641-B5AB06E82C40}" type="presParOf" srcId="{FA749FC9-492B-4BBE-B86B-EBAA600B44E1}" destId="{15356BFD-636E-4FD4-99C1-0DCC4F0C8BF2}" srcOrd="1" destOrd="0" presId="urn:microsoft.com/office/officeart/2016/7/layout/VerticalSolidActionList"/>
    <dgm:cxn modelId="{28ABF75E-69C1-43AE-81D9-29C8E427F412}" type="presParOf" srcId="{661ADB3A-F4DA-4E0C-8D8D-7DBD078CEA71}" destId="{F6DFDC2F-DA87-41AC-94DA-FE1E8E37CA1A}" srcOrd="5" destOrd="0" presId="urn:microsoft.com/office/officeart/2016/7/layout/VerticalSolidActionList"/>
    <dgm:cxn modelId="{E23719DB-8FE2-4844-A4D1-DDAB37F9F113}" type="presParOf" srcId="{661ADB3A-F4DA-4E0C-8D8D-7DBD078CEA71}" destId="{69CC8AAE-E214-489E-92E8-034C4543CCAF}" srcOrd="6" destOrd="0" presId="urn:microsoft.com/office/officeart/2016/7/layout/VerticalSolidActionList"/>
    <dgm:cxn modelId="{7A5E71A5-47D8-4BF6-ABDE-AAE5CBCBD779}" type="presParOf" srcId="{69CC8AAE-E214-489E-92E8-034C4543CCAF}" destId="{F84403D9-CCD3-46FB-98A2-6F61D40B98E0}" srcOrd="0" destOrd="0" presId="urn:microsoft.com/office/officeart/2016/7/layout/VerticalSolidActionList"/>
    <dgm:cxn modelId="{AD5C07C0-2A87-4516-83C0-BCED206EC81D}" type="presParOf" srcId="{69CC8AAE-E214-489E-92E8-034C4543CCAF}" destId="{59EDE866-98FB-41DE-9551-305F9C56BCCB}" srcOrd="1" destOrd="0" presId="urn:microsoft.com/office/officeart/2016/7/layout/VerticalSolid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8AADB2D5-A619-404D-B362-5E4006AD756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B3DC265F-1773-4144-82CA-E948BFE155E1}">
      <dgm:prSet/>
      <dgm:spPr/>
      <dgm:t>
        <a:bodyPr/>
        <a:lstStyle/>
        <a:p>
          <a:r>
            <a:rPr lang="en-US"/>
            <a:t>Brainstorm activity -15 mins</a:t>
          </a:r>
        </a:p>
      </dgm:t>
    </dgm:pt>
    <dgm:pt modelId="{59D101DD-9123-44C2-96E1-C474A0FE17B6}" type="parTrans" cxnId="{84CA05F4-14DC-43C3-8C35-A31ABF1A505C}">
      <dgm:prSet/>
      <dgm:spPr/>
      <dgm:t>
        <a:bodyPr/>
        <a:lstStyle/>
        <a:p>
          <a:endParaRPr lang="en-US"/>
        </a:p>
      </dgm:t>
    </dgm:pt>
    <dgm:pt modelId="{BEFB4428-ED34-4CC2-BACF-41E7370E4120}" type="sibTrans" cxnId="{84CA05F4-14DC-43C3-8C35-A31ABF1A505C}">
      <dgm:prSet/>
      <dgm:spPr/>
      <dgm:t>
        <a:bodyPr/>
        <a:lstStyle/>
        <a:p>
          <a:endParaRPr lang="en-US"/>
        </a:p>
      </dgm:t>
    </dgm:pt>
    <dgm:pt modelId="{BC38910D-6388-4C66-9311-68DD7F5D3AF8}">
      <dgm:prSet/>
      <dgm:spPr/>
      <dgm:t>
        <a:bodyPr/>
        <a:lstStyle/>
        <a:p>
          <a:r>
            <a:rPr lang="en-US"/>
            <a:t>2 judges and two teams</a:t>
          </a:r>
        </a:p>
      </dgm:t>
    </dgm:pt>
    <dgm:pt modelId="{D909BF17-40F0-4E26-8275-5E5BC4C19F82}" type="parTrans" cxnId="{C131683B-BDB9-4417-8B1B-99B1545B3B83}">
      <dgm:prSet/>
      <dgm:spPr/>
      <dgm:t>
        <a:bodyPr/>
        <a:lstStyle/>
        <a:p>
          <a:endParaRPr lang="en-US"/>
        </a:p>
      </dgm:t>
    </dgm:pt>
    <dgm:pt modelId="{2CE4EA8D-0DDA-4A50-AB75-89051CD360C6}" type="sibTrans" cxnId="{C131683B-BDB9-4417-8B1B-99B1545B3B83}">
      <dgm:prSet/>
      <dgm:spPr/>
      <dgm:t>
        <a:bodyPr/>
        <a:lstStyle/>
        <a:p>
          <a:endParaRPr lang="en-US"/>
        </a:p>
      </dgm:t>
    </dgm:pt>
    <dgm:pt modelId="{C8A5AE37-C9B8-4C63-89F6-7D9C1D34BE7E}">
      <dgm:prSet/>
      <dgm:spPr/>
      <dgm:t>
        <a:bodyPr/>
        <a:lstStyle/>
        <a:p>
          <a:r>
            <a:rPr lang="en-US" dirty="0"/>
            <a:t>Write the 3 most significant norms that negatively affect health that you can think of. Judges will decide which team wins</a:t>
          </a:r>
        </a:p>
      </dgm:t>
    </dgm:pt>
    <dgm:pt modelId="{D04FDE99-C670-413A-A58D-F2A094550418}" type="parTrans" cxnId="{D373CA03-AA83-4FAE-9200-3905A00CE040}">
      <dgm:prSet/>
      <dgm:spPr/>
      <dgm:t>
        <a:bodyPr/>
        <a:lstStyle/>
        <a:p>
          <a:endParaRPr lang="en-US"/>
        </a:p>
      </dgm:t>
    </dgm:pt>
    <dgm:pt modelId="{B9824BC1-CE83-4664-A494-9CDBF7187075}" type="sibTrans" cxnId="{D373CA03-AA83-4FAE-9200-3905A00CE040}">
      <dgm:prSet/>
      <dgm:spPr/>
      <dgm:t>
        <a:bodyPr/>
        <a:lstStyle/>
        <a:p>
          <a:endParaRPr lang="en-US"/>
        </a:p>
      </dgm:t>
    </dgm:pt>
    <dgm:pt modelId="{62DB1570-EE43-4F0B-9B39-ED65E989FE69}">
      <dgm:prSet/>
      <dgm:spPr/>
      <dgm:t>
        <a:bodyPr/>
        <a:lstStyle/>
        <a:p>
          <a:r>
            <a:rPr lang="en-US"/>
            <a:t>What are some behaviours/attitudes that are health related and would be considered to be social norms in Perth, Australia?</a:t>
          </a:r>
        </a:p>
      </dgm:t>
    </dgm:pt>
    <dgm:pt modelId="{43B135DB-7918-40C8-961C-68A0BDC0F31C}" type="parTrans" cxnId="{DBC813BF-0C06-4F35-BFC9-8FB81D4AA7FB}">
      <dgm:prSet/>
      <dgm:spPr/>
      <dgm:t>
        <a:bodyPr/>
        <a:lstStyle/>
        <a:p>
          <a:endParaRPr lang="en-US"/>
        </a:p>
      </dgm:t>
    </dgm:pt>
    <dgm:pt modelId="{F742EEC6-C603-43D3-908F-DFDF50042A4E}" type="sibTrans" cxnId="{DBC813BF-0C06-4F35-BFC9-8FB81D4AA7FB}">
      <dgm:prSet/>
      <dgm:spPr/>
      <dgm:t>
        <a:bodyPr/>
        <a:lstStyle/>
        <a:p>
          <a:endParaRPr lang="en-US"/>
        </a:p>
      </dgm:t>
    </dgm:pt>
    <dgm:pt modelId="{99FC9342-B61A-460F-87CE-87F39971BA1E}">
      <dgm:prSet/>
      <dgm:spPr/>
      <dgm:t>
        <a:bodyPr/>
        <a:lstStyle/>
        <a:p>
          <a:r>
            <a:rPr lang="en-US"/>
            <a:t>Norms –Chip dip </a:t>
          </a:r>
          <a:r>
            <a:rPr lang="en-US">
              <a:hlinkClick xmlns:r="http://schemas.openxmlformats.org/officeDocument/2006/relationships" r:id="rId1"/>
            </a:rPr>
            <a:t>https://www.youtube.com/watch?v=RfprRZQxWps&amp;list=PLE552BFEB82358248</a:t>
          </a:r>
          <a:endParaRPr lang="en-US"/>
        </a:p>
      </dgm:t>
    </dgm:pt>
    <dgm:pt modelId="{912A51D3-212F-498B-B162-563ED30C2576}" type="parTrans" cxnId="{034A0E8C-8598-425A-8543-C42F964B66B9}">
      <dgm:prSet/>
      <dgm:spPr/>
      <dgm:t>
        <a:bodyPr/>
        <a:lstStyle/>
        <a:p>
          <a:endParaRPr lang="en-US"/>
        </a:p>
      </dgm:t>
    </dgm:pt>
    <dgm:pt modelId="{3C9045FD-1955-4D4F-BF29-F8DDCA7A4699}" type="sibTrans" cxnId="{034A0E8C-8598-425A-8543-C42F964B66B9}">
      <dgm:prSet/>
      <dgm:spPr/>
      <dgm:t>
        <a:bodyPr/>
        <a:lstStyle/>
        <a:p>
          <a:endParaRPr lang="en-US"/>
        </a:p>
      </dgm:t>
    </dgm:pt>
    <dgm:pt modelId="{731B2046-F371-4297-A8DE-C91B7BAA6A6B}">
      <dgm:prSet/>
      <dgm:spPr/>
      <dgm:t>
        <a:bodyPr/>
        <a:lstStyle/>
        <a:p>
          <a:r>
            <a:rPr lang="en-US"/>
            <a:t>Culture – </a:t>
          </a:r>
        </a:p>
      </dgm:t>
    </dgm:pt>
    <dgm:pt modelId="{B413EB30-0711-48F9-A9D4-500A4707B7D5}" type="parTrans" cxnId="{A9B1B80F-6793-4D27-AA22-5C610B89DA93}">
      <dgm:prSet/>
      <dgm:spPr/>
      <dgm:t>
        <a:bodyPr/>
        <a:lstStyle/>
        <a:p>
          <a:endParaRPr lang="en-US"/>
        </a:p>
      </dgm:t>
    </dgm:pt>
    <dgm:pt modelId="{E87E75DC-023B-4002-BE52-3579B27C4F63}" type="sibTrans" cxnId="{A9B1B80F-6793-4D27-AA22-5C610B89DA93}">
      <dgm:prSet/>
      <dgm:spPr/>
      <dgm:t>
        <a:bodyPr/>
        <a:lstStyle/>
        <a:p>
          <a:endParaRPr lang="en-US"/>
        </a:p>
      </dgm:t>
    </dgm:pt>
    <dgm:pt modelId="{9FFE7C3E-912B-4A1D-8BA4-B5BF3F0C3AC1}">
      <dgm:prSet/>
      <dgm:spPr/>
      <dgm:t>
        <a:bodyPr/>
        <a:lstStyle/>
        <a:p>
          <a:r>
            <a:rPr lang="en-US">
              <a:hlinkClick xmlns:r="http://schemas.openxmlformats.org/officeDocument/2006/relationships" r:id="rId2"/>
            </a:rPr>
            <a:t>https://www.youtube.com/watch?v=BT0kzF4A-WQ</a:t>
          </a:r>
          <a:r>
            <a:rPr lang="en-US"/>
            <a:t> </a:t>
          </a:r>
        </a:p>
      </dgm:t>
    </dgm:pt>
    <dgm:pt modelId="{B1914981-1C42-41CA-8ABD-2B45FB86F32C}" type="parTrans" cxnId="{9487CCE1-7E72-4336-9C57-673FC846AB57}">
      <dgm:prSet/>
      <dgm:spPr/>
      <dgm:t>
        <a:bodyPr/>
        <a:lstStyle/>
        <a:p>
          <a:endParaRPr lang="en-US"/>
        </a:p>
      </dgm:t>
    </dgm:pt>
    <dgm:pt modelId="{5E8DE2F2-ECFE-4D71-8B65-E3D074C87EE7}" type="sibTrans" cxnId="{9487CCE1-7E72-4336-9C57-673FC846AB57}">
      <dgm:prSet/>
      <dgm:spPr/>
      <dgm:t>
        <a:bodyPr/>
        <a:lstStyle/>
        <a:p>
          <a:endParaRPr lang="en-US"/>
        </a:p>
      </dgm:t>
    </dgm:pt>
    <dgm:pt modelId="{FB5A1124-DC2F-4619-8CA7-29651C62F04A}" type="pres">
      <dgm:prSet presAssocID="{8AADB2D5-A619-404D-B362-5E4006AD756B}" presName="root" presStyleCnt="0">
        <dgm:presLayoutVars>
          <dgm:dir/>
          <dgm:resizeHandles val="exact"/>
        </dgm:presLayoutVars>
      </dgm:prSet>
      <dgm:spPr/>
    </dgm:pt>
    <dgm:pt modelId="{5539F975-7A8D-4B1E-A7A8-6B7C8588F63F}" type="pres">
      <dgm:prSet presAssocID="{B3DC265F-1773-4144-82CA-E948BFE155E1}" presName="compNode" presStyleCnt="0"/>
      <dgm:spPr/>
    </dgm:pt>
    <dgm:pt modelId="{3410C7EA-65EB-430F-8EC3-805A9DF2B2D9}" type="pres">
      <dgm:prSet presAssocID="{B3DC265F-1773-4144-82CA-E948BFE155E1}" presName="bgRect" presStyleLbl="bgShp" presStyleIdx="0" presStyleCnt="5"/>
      <dgm:spPr/>
    </dgm:pt>
    <dgm:pt modelId="{18CEFF41-8CEB-4D31-9739-AFC847A25082}" type="pres">
      <dgm:prSet presAssocID="{B3DC265F-1773-4144-82CA-E948BFE155E1}" presName="iconRect" presStyleLbl="node1" presStyleIdx="0"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2D372E0A-E254-4207-9184-BD3132205B93}" type="pres">
      <dgm:prSet presAssocID="{B3DC265F-1773-4144-82CA-E948BFE155E1}" presName="spaceRect" presStyleCnt="0"/>
      <dgm:spPr/>
    </dgm:pt>
    <dgm:pt modelId="{066BF4D8-9411-4807-85C1-52CB78B46DB8}" type="pres">
      <dgm:prSet presAssocID="{B3DC265F-1773-4144-82CA-E948BFE155E1}" presName="parTx" presStyleLbl="revTx" presStyleIdx="0" presStyleCnt="6">
        <dgm:presLayoutVars>
          <dgm:chMax val="0"/>
          <dgm:chPref val="0"/>
        </dgm:presLayoutVars>
      </dgm:prSet>
      <dgm:spPr/>
    </dgm:pt>
    <dgm:pt modelId="{BCD7849F-FFCF-4C10-8E1F-3DBB1820434B}" type="pres">
      <dgm:prSet presAssocID="{B3DC265F-1773-4144-82CA-E948BFE155E1}" presName="desTx" presStyleLbl="revTx" presStyleIdx="1" presStyleCnt="6">
        <dgm:presLayoutVars/>
      </dgm:prSet>
      <dgm:spPr/>
    </dgm:pt>
    <dgm:pt modelId="{642933E5-43FA-400C-B514-DA2792BBDA00}" type="pres">
      <dgm:prSet presAssocID="{BEFB4428-ED34-4CC2-BACF-41E7370E4120}" presName="sibTrans" presStyleCnt="0"/>
      <dgm:spPr/>
    </dgm:pt>
    <dgm:pt modelId="{8C52D617-352E-4840-BBA2-92AEAB86E4A7}" type="pres">
      <dgm:prSet presAssocID="{62DB1570-EE43-4F0B-9B39-ED65E989FE69}" presName="compNode" presStyleCnt="0"/>
      <dgm:spPr/>
    </dgm:pt>
    <dgm:pt modelId="{DADB3276-31B4-4F02-B896-8B68725EC730}" type="pres">
      <dgm:prSet presAssocID="{62DB1570-EE43-4F0B-9B39-ED65E989FE69}" presName="bgRect" presStyleLbl="bgShp" presStyleIdx="1" presStyleCnt="5"/>
      <dgm:spPr/>
    </dgm:pt>
    <dgm:pt modelId="{7E9C8F07-C1B0-41A9-A5F7-0EAA5BB4E815}" type="pres">
      <dgm:prSet presAssocID="{62DB1570-EE43-4F0B-9B39-ED65E989FE69}" presName="iconRect" presStyleLbl="node1" presStyleIdx="1"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Japanese Dolls"/>
        </a:ext>
      </dgm:extLst>
    </dgm:pt>
    <dgm:pt modelId="{3FCFE3B5-D579-4615-93C6-A1BF0C98DE9E}" type="pres">
      <dgm:prSet presAssocID="{62DB1570-EE43-4F0B-9B39-ED65E989FE69}" presName="spaceRect" presStyleCnt="0"/>
      <dgm:spPr/>
    </dgm:pt>
    <dgm:pt modelId="{A8699874-554D-4E55-AFCD-FFF85990C78E}" type="pres">
      <dgm:prSet presAssocID="{62DB1570-EE43-4F0B-9B39-ED65E989FE69}" presName="parTx" presStyleLbl="revTx" presStyleIdx="2" presStyleCnt="6">
        <dgm:presLayoutVars>
          <dgm:chMax val="0"/>
          <dgm:chPref val="0"/>
        </dgm:presLayoutVars>
      </dgm:prSet>
      <dgm:spPr/>
    </dgm:pt>
    <dgm:pt modelId="{69B7E646-C552-4A95-A313-D6B6A8B95125}" type="pres">
      <dgm:prSet presAssocID="{F742EEC6-C603-43D3-908F-DFDF50042A4E}" presName="sibTrans" presStyleCnt="0"/>
      <dgm:spPr/>
    </dgm:pt>
    <dgm:pt modelId="{FDF6AB32-74C9-4DB3-895F-8D34A49FAA72}" type="pres">
      <dgm:prSet presAssocID="{99FC9342-B61A-460F-87CE-87F39971BA1E}" presName="compNode" presStyleCnt="0"/>
      <dgm:spPr/>
    </dgm:pt>
    <dgm:pt modelId="{F1F4A3AB-74B8-4F10-9AAF-B35568373F65}" type="pres">
      <dgm:prSet presAssocID="{99FC9342-B61A-460F-87CE-87F39971BA1E}" presName="bgRect" presStyleLbl="bgShp" presStyleIdx="2" presStyleCnt="5"/>
      <dgm:spPr/>
    </dgm:pt>
    <dgm:pt modelId="{D2F78197-E671-4008-8BC8-EA93D55D9163}" type="pres">
      <dgm:prSet presAssocID="{99FC9342-B61A-460F-87CE-87F39971BA1E}" presName="iconRect" presStyleLbl="node1" presStyleIdx="2"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arker"/>
        </a:ext>
      </dgm:extLst>
    </dgm:pt>
    <dgm:pt modelId="{2C08F01C-D7D1-4B79-B402-5B745759416B}" type="pres">
      <dgm:prSet presAssocID="{99FC9342-B61A-460F-87CE-87F39971BA1E}" presName="spaceRect" presStyleCnt="0"/>
      <dgm:spPr/>
    </dgm:pt>
    <dgm:pt modelId="{4944F304-A040-4F26-AE2F-B20791C7BB35}" type="pres">
      <dgm:prSet presAssocID="{99FC9342-B61A-460F-87CE-87F39971BA1E}" presName="parTx" presStyleLbl="revTx" presStyleIdx="3" presStyleCnt="6">
        <dgm:presLayoutVars>
          <dgm:chMax val="0"/>
          <dgm:chPref val="0"/>
        </dgm:presLayoutVars>
      </dgm:prSet>
      <dgm:spPr/>
    </dgm:pt>
    <dgm:pt modelId="{16D80330-462C-4FB4-ABAF-A23ABEE40555}" type="pres">
      <dgm:prSet presAssocID="{3C9045FD-1955-4D4F-BF29-F8DDCA7A4699}" presName="sibTrans" presStyleCnt="0"/>
      <dgm:spPr/>
    </dgm:pt>
    <dgm:pt modelId="{B83A8469-5199-4594-A3DE-A9EAD5347E07}" type="pres">
      <dgm:prSet presAssocID="{731B2046-F371-4297-A8DE-C91B7BAA6A6B}" presName="compNode" presStyleCnt="0"/>
      <dgm:spPr/>
    </dgm:pt>
    <dgm:pt modelId="{77F85F5C-C3EA-4867-85A9-86D36F4E9803}" type="pres">
      <dgm:prSet presAssocID="{731B2046-F371-4297-A8DE-C91B7BAA6A6B}" presName="bgRect" presStyleLbl="bgShp" presStyleIdx="3" presStyleCnt="5"/>
      <dgm:spPr/>
    </dgm:pt>
    <dgm:pt modelId="{EE14A253-351D-4486-A9D3-BAE7B633DF60}" type="pres">
      <dgm:prSet presAssocID="{731B2046-F371-4297-A8DE-C91B7BAA6A6B}" presName="iconRect" presStyleLbl="node1" presStyleIdx="3"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Questions"/>
        </a:ext>
      </dgm:extLst>
    </dgm:pt>
    <dgm:pt modelId="{56DA576B-72CB-405C-9739-0469838ECA13}" type="pres">
      <dgm:prSet presAssocID="{731B2046-F371-4297-A8DE-C91B7BAA6A6B}" presName="spaceRect" presStyleCnt="0"/>
      <dgm:spPr/>
    </dgm:pt>
    <dgm:pt modelId="{BE4CFA18-39DD-44C9-A5D0-F553D967CBA5}" type="pres">
      <dgm:prSet presAssocID="{731B2046-F371-4297-A8DE-C91B7BAA6A6B}" presName="parTx" presStyleLbl="revTx" presStyleIdx="4" presStyleCnt="6">
        <dgm:presLayoutVars>
          <dgm:chMax val="0"/>
          <dgm:chPref val="0"/>
        </dgm:presLayoutVars>
      </dgm:prSet>
      <dgm:spPr/>
    </dgm:pt>
    <dgm:pt modelId="{6D6B1525-F9FA-4BFD-BA6B-87FF2F6DB954}" type="pres">
      <dgm:prSet presAssocID="{E87E75DC-023B-4002-BE52-3579B27C4F63}" presName="sibTrans" presStyleCnt="0"/>
      <dgm:spPr/>
    </dgm:pt>
    <dgm:pt modelId="{4337C7D7-D3E5-474E-939C-CA4AE107B4AC}" type="pres">
      <dgm:prSet presAssocID="{9FFE7C3E-912B-4A1D-8BA4-B5BF3F0C3AC1}" presName="compNode" presStyleCnt="0"/>
      <dgm:spPr/>
    </dgm:pt>
    <dgm:pt modelId="{E0CD0903-7C17-4A79-82CB-71DF04F9E370}" type="pres">
      <dgm:prSet presAssocID="{9FFE7C3E-912B-4A1D-8BA4-B5BF3F0C3AC1}" presName="bgRect" presStyleLbl="bgShp" presStyleIdx="4" presStyleCnt="5"/>
      <dgm:spPr/>
    </dgm:pt>
    <dgm:pt modelId="{F96E8754-07D9-45BD-BA8E-A23668E789A2}" type="pres">
      <dgm:prSet presAssocID="{9FFE7C3E-912B-4A1D-8BA4-B5BF3F0C3AC1}" presName="iconRect" presStyleLbl="node1" presStyleIdx="4" presStyleCnt="5"/>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Map with pin"/>
        </a:ext>
      </dgm:extLst>
    </dgm:pt>
    <dgm:pt modelId="{3D8145C1-ACF5-4071-AAFE-5AC2546A7557}" type="pres">
      <dgm:prSet presAssocID="{9FFE7C3E-912B-4A1D-8BA4-B5BF3F0C3AC1}" presName="spaceRect" presStyleCnt="0"/>
      <dgm:spPr/>
    </dgm:pt>
    <dgm:pt modelId="{7F2C3377-CBCC-4CE4-8E03-CF7B041A0139}" type="pres">
      <dgm:prSet presAssocID="{9FFE7C3E-912B-4A1D-8BA4-B5BF3F0C3AC1}" presName="parTx" presStyleLbl="revTx" presStyleIdx="5" presStyleCnt="6">
        <dgm:presLayoutVars>
          <dgm:chMax val="0"/>
          <dgm:chPref val="0"/>
        </dgm:presLayoutVars>
      </dgm:prSet>
      <dgm:spPr/>
    </dgm:pt>
  </dgm:ptLst>
  <dgm:cxnLst>
    <dgm:cxn modelId="{D373CA03-AA83-4FAE-9200-3905A00CE040}" srcId="{B3DC265F-1773-4144-82CA-E948BFE155E1}" destId="{C8A5AE37-C9B8-4C63-89F6-7D9C1D34BE7E}" srcOrd="1" destOrd="0" parTransId="{D04FDE99-C670-413A-A58D-F2A094550418}" sibTransId="{B9824BC1-CE83-4664-A494-9CDBF7187075}"/>
    <dgm:cxn modelId="{A9B1B80F-6793-4D27-AA22-5C610B89DA93}" srcId="{8AADB2D5-A619-404D-B362-5E4006AD756B}" destId="{731B2046-F371-4297-A8DE-C91B7BAA6A6B}" srcOrd="3" destOrd="0" parTransId="{B413EB30-0711-48F9-A9D4-500A4707B7D5}" sibTransId="{E87E75DC-023B-4002-BE52-3579B27C4F63}"/>
    <dgm:cxn modelId="{89408634-1493-418D-8896-B37D005E8522}" type="presOf" srcId="{BC38910D-6388-4C66-9311-68DD7F5D3AF8}" destId="{BCD7849F-FFCF-4C10-8E1F-3DBB1820434B}" srcOrd="0" destOrd="0" presId="urn:microsoft.com/office/officeart/2018/2/layout/IconVerticalSolidList"/>
    <dgm:cxn modelId="{C131683B-BDB9-4417-8B1B-99B1545B3B83}" srcId="{B3DC265F-1773-4144-82CA-E948BFE155E1}" destId="{BC38910D-6388-4C66-9311-68DD7F5D3AF8}" srcOrd="0" destOrd="0" parTransId="{D909BF17-40F0-4E26-8275-5E5BC4C19F82}" sibTransId="{2CE4EA8D-0DDA-4A50-AB75-89051CD360C6}"/>
    <dgm:cxn modelId="{0C04EB81-9A29-4236-94A6-10EACB68FD73}" type="presOf" srcId="{62DB1570-EE43-4F0B-9B39-ED65E989FE69}" destId="{A8699874-554D-4E55-AFCD-FFF85990C78E}" srcOrd="0" destOrd="0" presId="urn:microsoft.com/office/officeart/2018/2/layout/IconVerticalSolidList"/>
    <dgm:cxn modelId="{034A0E8C-8598-425A-8543-C42F964B66B9}" srcId="{8AADB2D5-A619-404D-B362-5E4006AD756B}" destId="{99FC9342-B61A-460F-87CE-87F39971BA1E}" srcOrd="2" destOrd="0" parTransId="{912A51D3-212F-498B-B162-563ED30C2576}" sibTransId="{3C9045FD-1955-4D4F-BF29-F8DDCA7A4699}"/>
    <dgm:cxn modelId="{99A663A0-18B4-438F-AB1C-4C9F1DE7582F}" type="presOf" srcId="{731B2046-F371-4297-A8DE-C91B7BAA6A6B}" destId="{BE4CFA18-39DD-44C9-A5D0-F553D967CBA5}" srcOrd="0" destOrd="0" presId="urn:microsoft.com/office/officeart/2018/2/layout/IconVerticalSolidList"/>
    <dgm:cxn modelId="{DBC813BF-0C06-4F35-BFC9-8FB81D4AA7FB}" srcId="{8AADB2D5-A619-404D-B362-5E4006AD756B}" destId="{62DB1570-EE43-4F0B-9B39-ED65E989FE69}" srcOrd="1" destOrd="0" parTransId="{43B135DB-7918-40C8-961C-68A0BDC0F31C}" sibTransId="{F742EEC6-C603-43D3-908F-DFDF50042A4E}"/>
    <dgm:cxn modelId="{CBDE5CC3-3F3E-4F29-9CB8-4FF91104028E}" type="presOf" srcId="{9FFE7C3E-912B-4A1D-8BA4-B5BF3F0C3AC1}" destId="{7F2C3377-CBCC-4CE4-8E03-CF7B041A0139}" srcOrd="0" destOrd="0" presId="urn:microsoft.com/office/officeart/2018/2/layout/IconVerticalSolidList"/>
    <dgm:cxn modelId="{E74A61DB-3097-4224-AD33-BF045420544B}" type="presOf" srcId="{99FC9342-B61A-460F-87CE-87F39971BA1E}" destId="{4944F304-A040-4F26-AE2F-B20791C7BB35}" srcOrd="0" destOrd="0" presId="urn:microsoft.com/office/officeart/2018/2/layout/IconVerticalSolidList"/>
    <dgm:cxn modelId="{9487CCE1-7E72-4336-9C57-673FC846AB57}" srcId="{8AADB2D5-A619-404D-B362-5E4006AD756B}" destId="{9FFE7C3E-912B-4A1D-8BA4-B5BF3F0C3AC1}" srcOrd="4" destOrd="0" parTransId="{B1914981-1C42-41CA-8ABD-2B45FB86F32C}" sibTransId="{5E8DE2F2-ECFE-4D71-8B65-E3D074C87EE7}"/>
    <dgm:cxn modelId="{7836C8E6-E25A-4063-98DF-19AC488A771F}" type="presOf" srcId="{B3DC265F-1773-4144-82CA-E948BFE155E1}" destId="{066BF4D8-9411-4807-85C1-52CB78B46DB8}" srcOrd="0" destOrd="0" presId="urn:microsoft.com/office/officeart/2018/2/layout/IconVerticalSolidList"/>
    <dgm:cxn modelId="{53B882EF-A64C-4467-A835-6637DAD259CD}" type="presOf" srcId="{8AADB2D5-A619-404D-B362-5E4006AD756B}" destId="{FB5A1124-DC2F-4619-8CA7-29651C62F04A}" srcOrd="0" destOrd="0" presId="urn:microsoft.com/office/officeart/2018/2/layout/IconVerticalSolidList"/>
    <dgm:cxn modelId="{84CA05F4-14DC-43C3-8C35-A31ABF1A505C}" srcId="{8AADB2D5-A619-404D-B362-5E4006AD756B}" destId="{B3DC265F-1773-4144-82CA-E948BFE155E1}" srcOrd="0" destOrd="0" parTransId="{59D101DD-9123-44C2-96E1-C474A0FE17B6}" sibTransId="{BEFB4428-ED34-4CC2-BACF-41E7370E4120}"/>
    <dgm:cxn modelId="{07C63CFA-3E27-4A99-B568-BAA9FA923257}" type="presOf" srcId="{C8A5AE37-C9B8-4C63-89F6-7D9C1D34BE7E}" destId="{BCD7849F-FFCF-4C10-8E1F-3DBB1820434B}" srcOrd="0" destOrd="1" presId="urn:microsoft.com/office/officeart/2018/2/layout/IconVerticalSolidList"/>
    <dgm:cxn modelId="{9D016B83-2EA0-4098-85B1-5ED5E98B6C82}" type="presParOf" srcId="{FB5A1124-DC2F-4619-8CA7-29651C62F04A}" destId="{5539F975-7A8D-4B1E-A7A8-6B7C8588F63F}" srcOrd="0" destOrd="0" presId="urn:microsoft.com/office/officeart/2018/2/layout/IconVerticalSolidList"/>
    <dgm:cxn modelId="{FD883411-1103-48F0-840D-3557911E180E}" type="presParOf" srcId="{5539F975-7A8D-4B1E-A7A8-6B7C8588F63F}" destId="{3410C7EA-65EB-430F-8EC3-805A9DF2B2D9}" srcOrd="0" destOrd="0" presId="urn:microsoft.com/office/officeart/2018/2/layout/IconVerticalSolidList"/>
    <dgm:cxn modelId="{FF94328A-D663-4CEB-B201-63899B4CD608}" type="presParOf" srcId="{5539F975-7A8D-4B1E-A7A8-6B7C8588F63F}" destId="{18CEFF41-8CEB-4D31-9739-AFC847A25082}" srcOrd="1" destOrd="0" presId="urn:microsoft.com/office/officeart/2018/2/layout/IconVerticalSolidList"/>
    <dgm:cxn modelId="{00A18FD2-32A1-4702-9FD9-7431C44E4D97}" type="presParOf" srcId="{5539F975-7A8D-4B1E-A7A8-6B7C8588F63F}" destId="{2D372E0A-E254-4207-9184-BD3132205B93}" srcOrd="2" destOrd="0" presId="urn:microsoft.com/office/officeart/2018/2/layout/IconVerticalSolidList"/>
    <dgm:cxn modelId="{F3453A52-DC09-4F41-9F8B-0C8E8D6AC088}" type="presParOf" srcId="{5539F975-7A8D-4B1E-A7A8-6B7C8588F63F}" destId="{066BF4D8-9411-4807-85C1-52CB78B46DB8}" srcOrd="3" destOrd="0" presId="urn:microsoft.com/office/officeart/2018/2/layout/IconVerticalSolidList"/>
    <dgm:cxn modelId="{B3068EAA-850D-4DE0-AF99-BF4C5C2A209B}" type="presParOf" srcId="{5539F975-7A8D-4B1E-A7A8-6B7C8588F63F}" destId="{BCD7849F-FFCF-4C10-8E1F-3DBB1820434B}" srcOrd="4" destOrd="0" presId="urn:microsoft.com/office/officeart/2018/2/layout/IconVerticalSolidList"/>
    <dgm:cxn modelId="{DC219E44-A3A4-4CF3-99D2-3EC901A63505}" type="presParOf" srcId="{FB5A1124-DC2F-4619-8CA7-29651C62F04A}" destId="{642933E5-43FA-400C-B514-DA2792BBDA00}" srcOrd="1" destOrd="0" presId="urn:microsoft.com/office/officeart/2018/2/layout/IconVerticalSolidList"/>
    <dgm:cxn modelId="{3CA460E3-1CDA-42E7-AFAE-DA41C006244D}" type="presParOf" srcId="{FB5A1124-DC2F-4619-8CA7-29651C62F04A}" destId="{8C52D617-352E-4840-BBA2-92AEAB86E4A7}" srcOrd="2" destOrd="0" presId="urn:microsoft.com/office/officeart/2018/2/layout/IconVerticalSolidList"/>
    <dgm:cxn modelId="{FAC838DA-66F9-4F97-8B2E-E8DB47E4051D}" type="presParOf" srcId="{8C52D617-352E-4840-BBA2-92AEAB86E4A7}" destId="{DADB3276-31B4-4F02-B896-8B68725EC730}" srcOrd="0" destOrd="0" presId="urn:microsoft.com/office/officeart/2018/2/layout/IconVerticalSolidList"/>
    <dgm:cxn modelId="{A26F4A09-20D6-4D6E-95A1-57CA805627AA}" type="presParOf" srcId="{8C52D617-352E-4840-BBA2-92AEAB86E4A7}" destId="{7E9C8F07-C1B0-41A9-A5F7-0EAA5BB4E815}" srcOrd="1" destOrd="0" presId="urn:microsoft.com/office/officeart/2018/2/layout/IconVerticalSolidList"/>
    <dgm:cxn modelId="{DDD56547-FEC2-4720-9FB0-B9B30B3BB422}" type="presParOf" srcId="{8C52D617-352E-4840-BBA2-92AEAB86E4A7}" destId="{3FCFE3B5-D579-4615-93C6-A1BF0C98DE9E}" srcOrd="2" destOrd="0" presId="urn:microsoft.com/office/officeart/2018/2/layout/IconVerticalSolidList"/>
    <dgm:cxn modelId="{5852D12B-AE1B-4848-A4D7-EC45E3768DD7}" type="presParOf" srcId="{8C52D617-352E-4840-BBA2-92AEAB86E4A7}" destId="{A8699874-554D-4E55-AFCD-FFF85990C78E}" srcOrd="3" destOrd="0" presId="urn:microsoft.com/office/officeart/2018/2/layout/IconVerticalSolidList"/>
    <dgm:cxn modelId="{39C2541E-09FD-49BB-A41E-B447C0BD1102}" type="presParOf" srcId="{FB5A1124-DC2F-4619-8CA7-29651C62F04A}" destId="{69B7E646-C552-4A95-A313-D6B6A8B95125}" srcOrd="3" destOrd="0" presId="urn:microsoft.com/office/officeart/2018/2/layout/IconVerticalSolidList"/>
    <dgm:cxn modelId="{E4FB8F65-4742-479D-B257-4AC3588F5CA4}" type="presParOf" srcId="{FB5A1124-DC2F-4619-8CA7-29651C62F04A}" destId="{FDF6AB32-74C9-4DB3-895F-8D34A49FAA72}" srcOrd="4" destOrd="0" presId="urn:microsoft.com/office/officeart/2018/2/layout/IconVerticalSolidList"/>
    <dgm:cxn modelId="{F9B99B21-3B9A-4F8F-BD53-A51883DB4AC2}" type="presParOf" srcId="{FDF6AB32-74C9-4DB3-895F-8D34A49FAA72}" destId="{F1F4A3AB-74B8-4F10-9AAF-B35568373F65}" srcOrd="0" destOrd="0" presId="urn:microsoft.com/office/officeart/2018/2/layout/IconVerticalSolidList"/>
    <dgm:cxn modelId="{A1B4C936-079E-4DC0-AC96-DD8DB100DA3E}" type="presParOf" srcId="{FDF6AB32-74C9-4DB3-895F-8D34A49FAA72}" destId="{D2F78197-E671-4008-8BC8-EA93D55D9163}" srcOrd="1" destOrd="0" presId="urn:microsoft.com/office/officeart/2018/2/layout/IconVerticalSolidList"/>
    <dgm:cxn modelId="{D6BE71DE-7290-48B3-B63F-A8B9DCA65DFD}" type="presParOf" srcId="{FDF6AB32-74C9-4DB3-895F-8D34A49FAA72}" destId="{2C08F01C-D7D1-4B79-B402-5B745759416B}" srcOrd="2" destOrd="0" presId="urn:microsoft.com/office/officeart/2018/2/layout/IconVerticalSolidList"/>
    <dgm:cxn modelId="{BFDFE25B-6797-44A2-8C9E-B5450102604A}" type="presParOf" srcId="{FDF6AB32-74C9-4DB3-895F-8D34A49FAA72}" destId="{4944F304-A040-4F26-AE2F-B20791C7BB35}" srcOrd="3" destOrd="0" presId="urn:microsoft.com/office/officeart/2018/2/layout/IconVerticalSolidList"/>
    <dgm:cxn modelId="{FE44B9BC-B9F1-4F95-AC52-C907D58D24AA}" type="presParOf" srcId="{FB5A1124-DC2F-4619-8CA7-29651C62F04A}" destId="{16D80330-462C-4FB4-ABAF-A23ABEE40555}" srcOrd="5" destOrd="0" presId="urn:microsoft.com/office/officeart/2018/2/layout/IconVerticalSolidList"/>
    <dgm:cxn modelId="{40AAF318-2D02-4238-A973-55BB51DA32A1}" type="presParOf" srcId="{FB5A1124-DC2F-4619-8CA7-29651C62F04A}" destId="{B83A8469-5199-4594-A3DE-A9EAD5347E07}" srcOrd="6" destOrd="0" presId="urn:microsoft.com/office/officeart/2018/2/layout/IconVerticalSolidList"/>
    <dgm:cxn modelId="{16D452F4-4DA0-4363-93F1-7CEE02E71C26}" type="presParOf" srcId="{B83A8469-5199-4594-A3DE-A9EAD5347E07}" destId="{77F85F5C-C3EA-4867-85A9-86D36F4E9803}" srcOrd="0" destOrd="0" presId="urn:microsoft.com/office/officeart/2018/2/layout/IconVerticalSolidList"/>
    <dgm:cxn modelId="{8A3355B8-357A-4E2F-B6B2-A898EA997C8B}" type="presParOf" srcId="{B83A8469-5199-4594-A3DE-A9EAD5347E07}" destId="{EE14A253-351D-4486-A9D3-BAE7B633DF60}" srcOrd="1" destOrd="0" presId="urn:microsoft.com/office/officeart/2018/2/layout/IconVerticalSolidList"/>
    <dgm:cxn modelId="{626B18A6-602F-4F4F-B7B2-D357AC2D5873}" type="presParOf" srcId="{B83A8469-5199-4594-A3DE-A9EAD5347E07}" destId="{56DA576B-72CB-405C-9739-0469838ECA13}" srcOrd="2" destOrd="0" presId="urn:microsoft.com/office/officeart/2018/2/layout/IconVerticalSolidList"/>
    <dgm:cxn modelId="{B8B17A9B-89D5-41D1-84E0-5B28D48C5497}" type="presParOf" srcId="{B83A8469-5199-4594-A3DE-A9EAD5347E07}" destId="{BE4CFA18-39DD-44C9-A5D0-F553D967CBA5}" srcOrd="3" destOrd="0" presId="urn:microsoft.com/office/officeart/2018/2/layout/IconVerticalSolidList"/>
    <dgm:cxn modelId="{867DA1BD-BE4C-4B49-9AB8-26DC16A34181}" type="presParOf" srcId="{FB5A1124-DC2F-4619-8CA7-29651C62F04A}" destId="{6D6B1525-F9FA-4BFD-BA6B-87FF2F6DB954}" srcOrd="7" destOrd="0" presId="urn:microsoft.com/office/officeart/2018/2/layout/IconVerticalSolidList"/>
    <dgm:cxn modelId="{B22CD84A-3919-4D52-A7BC-25954DD537BC}" type="presParOf" srcId="{FB5A1124-DC2F-4619-8CA7-29651C62F04A}" destId="{4337C7D7-D3E5-474E-939C-CA4AE107B4AC}" srcOrd="8" destOrd="0" presId="urn:microsoft.com/office/officeart/2018/2/layout/IconVerticalSolidList"/>
    <dgm:cxn modelId="{10BA1703-CEB8-431A-9437-418F241458F7}" type="presParOf" srcId="{4337C7D7-D3E5-474E-939C-CA4AE107B4AC}" destId="{E0CD0903-7C17-4A79-82CB-71DF04F9E370}" srcOrd="0" destOrd="0" presId="urn:microsoft.com/office/officeart/2018/2/layout/IconVerticalSolidList"/>
    <dgm:cxn modelId="{E0FA3344-3F8A-4193-BABC-85611FE921EF}" type="presParOf" srcId="{4337C7D7-D3E5-474E-939C-CA4AE107B4AC}" destId="{F96E8754-07D9-45BD-BA8E-A23668E789A2}" srcOrd="1" destOrd="0" presId="urn:microsoft.com/office/officeart/2018/2/layout/IconVerticalSolidList"/>
    <dgm:cxn modelId="{941C22BE-2DDB-4126-AFAF-7F1E76A42FF0}" type="presParOf" srcId="{4337C7D7-D3E5-474E-939C-CA4AE107B4AC}" destId="{3D8145C1-ACF5-4071-AAFE-5AC2546A7557}" srcOrd="2" destOrd="0" presId="urn:microsoft.com/office/officeart/2018/2/layout/IconVerticalSolidList"/>
    <dgm:cxn modelId="{AF09848D-9CA5-406E-8E79-AC9AAD625260}" type="presParOf" srcId="{4337C7D7-D3E5-474E-939C-CA4AE107B4AC}" destId="{7F2C3377-CBCC-4CE4-8E03-CF7B041A013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E03C3DEB-CC3D-437D-A9DD-376B3C5F6700}" type="doc">
      <dgm:prSet loTypeId="urn:microsoft.com/office/officeart/2005/8/layout/cycle6" loCatId="cycle" qsTypeId="urn:microsoft.com/office/officeart/2005/8/quickstyle/simple1" qsCatId="simple" csTypeId="urn:microsoft.com/office/officeart/2005/8/colors/accent1_2" csCatId="accent1" phldr="1"/>
      <dgm:spPr/>
      <dgm:t>
        <a:bodyPr/>
        <a:lstStyle/>
        <a:p>
          <a:endParaRPr lang="en-AU"/>
        </a:p>
      </dgm:t>
    </dgm:pt>
    <dgm:pt modelId="{F4EEABD4-560F-423D-8CF3-ACFC0EDCB3E0}">
      <dgm:prSet phldrT="[Text]" custT="1"/>
      <dgm:spPr/>
      <dgm:t>
        <a:bodyPr/>
        <a:lstStyle/>
        <a:p>
          <a:r>
            <a:rPr lang="en-US" sz="2400" dirty="0"/>
            <a:t>Personal factors</a:t>
          </a:r>
        </a:p>
        <a:p>
          <a:r>
            <a:rPr lang="en-US" sz="1600" dirty="0"/>
            <a:t>(Thoughts, beliefs, cognitive competencies, skills and strategies)</a:t>
          </a:r>
          <a:endParaRPr lang="en-AU" sz="1600" dirty="0"/>
        </a:p>
      </dgm:t>
    </dgm:pt>
    <dgm:pt modelId="{826F53F4-83E6-4749-8E55-4D2B7D5AAFB4}" type="parTrans" cxnId="{163F95B9-DD80-46C5-99D2-1FAF23C854F3}">
      <dgm:prSet/>
      <dgm:spPr/>
      <dgm:t>
        <a:bodyPr/>
        <a:lstStyle/>
        <a:p>
          <a:endParaRPr lang="en-AU"/>
        </a:p>
      </dgm:t>
    </dgm:pt>
    <dgm:pt modelId="{27AEA8D3-03D5-46CA-B703-22F26B56E2EB}" type="sibTrans" cxnId="{163F95B9-DD80-46C5-99D2-1FAF23C854F3}">
      <dgm:prSet/>
      <dgm:spPr/>
      <dgm:t>
        <a:bodyPr/>
        <a:lstStyle/>
        <a:p>
          <a:endParaRPr lang="en-AU"/>
        </a:p>
      </dgm:t>
    </dgm:pt>
    <dgm:pt modelId="{2C719119-D8B1-4917-B4CC-D705787A8881}">
      <dgm:prSet phldrT="[Text]" custT="1"/>
      <dgm:spPr/>
      <dgm:t>
        <a:bodyPr/>
        <a:lstStyle/>
        <a:p>
          <a:r>
            <a:rPr lang="en-US" sz="2200" dirty="0"/>
            <a:t>Environmental determinants</a:t>
          </a:r>
        </a:p>
        <a:p>
          <a:r>
            <a:rPr lang="en-US" sz="1800" dirty="0"/>
            <a:t>(Social setting, location, cultures, peers, family)</a:t>
          </a:r>
          <a:endParaRPr lang="en-AU" sz="1800" dirty="0"/>
        </a:p>
      </dgm:t>
    </dgm:pt>
    <dgm:pt modelId="{E28AFB80-D815-4B9D-8E3A-EC0A0ECBA4A5}" type="parTrans" cxnId="{97B5863C-4C50-4EB0-94FC-88735BCBA63E}">
      <dgm:prSet/>
      <dgm:spPr/>
      <dgm:t>
        <a:bodyPr/>
        <a:lstStyle/>
        <a:p>
          <a:endParaRPr lang="en-AU"/>
        </a:p>
      </dgm:t>
    </dgm:pt>
    <dgm:pt modelId="{D67AED62-FAA5-45D6-A165-F9F2BD0AF91C}" type="sibTrans" cxnId="{97B5863C-4C50-4EB0-94FC-88735BCBA63E}">
      <dgm:prSet/>
      <dgm:spPr/>
      <dgm:t>
        <a:bodyPr/>
        <a:lstStyle/>
        <a:p>
          <a:endParaRPr lang="en-AU"/>
        </a:p>
      </dgm:t>
    </dgm:pt>
    <dgm:pt modelId="{2291D099-2A5E-4491-B931-7C6B4B5D627D}">
      <dgm:prSet phldrT="[Text]" custT="1"/>
      <dgm:spPr/>
      <dgm:t>
        <a:bodyPr/>
        <a:lstStyle/>
        <a:p>
          <a:r>
            <a:rPr lang="en-US" sz="2500" dirty="0" err="1"/>
            <a:t>Behaviour</a:t>
          </a:r>
          <a:endParaRPr lang="en-US" sz="2500" dirty="0"/>
        </a:p>
        <a:p>
          <a:r>
            <a:rPr lang="en-US" sz="1800" dirty="0"/>
            <a:t>(health </a:t>
          </a:r>
          <a:r>
            <a:rPr lang="en-US" sz="1800" dirty="0" err="1"/>
            <a:t>behaviours</a:t>
          </a:r>
          <a:r>
            <a:rPr lang="en-US" sz="1800" dirty="0"/>
            <a:t>)</a:t>
          </a:r>
          <a:endParaRPr lang="en-AU" sz="1800" dirty="0"/>
        </a:p>
      </dgm:t>
    </dgm:pt>
    <dgm:pt modelId="{75063ED0-5CD5-46FD-9EE4-1196F527026D}" type="parTrans" cxnId="{444876DD-5E27-4EC5-A854-1255DAB847A1}">
      <dgm:prSet/>
      <dgm:spPr/>
      <dgm:t>
        <a:bodyPr/>
        <a:lstStyle/>
        <a:p>
          <a:endParaRPr lang="en-AU"/>
        </a:p>
      </dgm:t>
    </dgm:pt>
    <dgm:pt modelId="{ADF8498A-D657-4010-AA6A-E988C4E43A75}" type="sibTrans" cxnId="{444876DD-5E27-4EC5-A854-1255DAB847A1}">
      <dgm:prSet/>
      <dgm:spPr/>
      <dgm:t>
        <a:bodyPr/>
        <a:lstStyle/>
        <a:p>
          <a:endParaRPr lang="en-AU"/>
        </a:p>
      </dgm:t>
    </dgm:pt>
    <dgm:pt modelId="{D4AE3B46-D9AA-47E1-B29A-12B5DA74ABDF}" type="pres">
      <dgm:prSet presAssocID="{E03C3DEB-CC3D-437D-A9DD-376B3C5F6700}" presName="cycle" presStyleCnt="0">
        <dgm:presLayoutVars>
          <dgm:dir/>
          <dgm:resizeHandles val="exact"/>
        </dgm:presLayoutVars>
      </dgm:prSet>
      <dgm:spPr/>
    </dgm:pt>
    <dgm:pt modelId="{6D193E1A-9C2B-406F-B58D-D7FEF36B222F}" type="pres">
      <dgm:prSet presAssocID="{F4EEABD4-560F-423D-8CF3-ACFC0EDCB3E0}" presName="node" presStyleLbl="node1" presStyleIdx="0" presStyleCnt="3" custScaleX="126487" custScaleY="142289">
        <dgm:presLayoutVars>
          <dgm:bulletEnabled val="1"/>
        </dgm:presLayoutVars>
      </dgm:prSet>
      <dgm:spPr/>
    </dgm:pt>
    <dgm:pt modelId="{146E21E4-15CE-447D-B512-96EC486AFB33}" type="pres">
      <dgm:prSet presAssocID="{F4EEABD4-560F-423D-8CF3-ACFC0EDCB3E0}" presName="spNode" presStyleCnt="0"/>
      <dgm:spPr/>
    </dgm:pt>
    <dgm:pt modelId="{A23DFE8F-D1D9-43D7-A332-0BAEDB8969AC}" type="pres">
      <dgm:prSet presAssocID="{27AEA8D3-03D5-46CA-B703-22F26B56E2EB}" presName="sibTrans" presStyleLbl="sibTrans1D1" presStyleIdx="0" presStyleCnt="3"/>
      <dgm:spPr/>
    </dgm:pt>
    <dgm:pt modelId="{C119F3D0-5C5F-4775-A461-54466946E9DC}" type="pres">
      <dgm:prSet presAssocID="{2C719119-D8B1-4917-B4CC-D705787A8881}" presName="node" presStyleLbl="node1" presStyleIdx="1" presStyleCnt="3" custScaleX="123761" custScaleY="164366">
        <dgm:presLayoutVars>
          <dgm:bulletEnabled val="1"/>
        </dgm:presLayoutVars>
      </dgm:prSet>
      <dgm:spPr/>
    </dgm:pt>
    <dgm:pt modelId="{69067174-5635-4F61-9EC3-70E760E17091}" type="pres">
      <dgm:prSet presAssocID="{2C719119-D8B1-4917-B4CC-D705787A8881}" presName="spNode" presStyleCnt="0"/>
      <dgm:spPr/>
    </dgm:pt>
    <dgm:pt modelId="{A03A8428-3CA9-48BF-B05B-CBEE5B70ECDF}" type="pres">
      <dgm:prSet presAssocID="{D67AED62-FAA5-45D6-A165-F9F2BD0AF91C}" presName="sibTrans" presStyleLbl="sibTrans1D1" presStyleIdx="1" presStyleCnt="3"/>
      <dgm:spPr/>
    </dgm:pt>
    <dgm:pt modelId="{2B988A4C-BA19-4224-9EEB-D573C25C1845}" type="pres">
      <dgm:prSet presAssocID="{2291D099-2A5E-4491-B931-7C6B4B5D627D}" presName="node" presStyleLbl="node1" presStyleIdx="2" presStyleCnt="3" custScaleX="118701" custScaleY="133659">
        <dgm:presLayoutVars>
          <dgm:bulletEnabled val="1"/>
        </dgm:presLayoutVars>
      </dgm:prSet>
      <dgm:spPr/>
    </dgm:pt>
    <dgm:pt modelId="{588D43A8-9B7B-42EA-B81B-E84DEA7CD925}" type="pres">
      <dgm:prSet presAssocID="{2291D099-2A5E-4491-B931-7C6B4B5D627D}" presName="spNode" presStyleCnt="0"/>
      <dgm:spPr/>
    </dgm:pt>
    <dgm:pt modelId="{80369ADB-0F7F-41E9-BC94-B9E1BB525C89}" type="pres">
      <dgm:prSet presAssocID="{ADF8498A-D657-4010-AA6A-E988C4E43A75}" presName="sibTrans" presStyleLbl="sibTrans1D1" presStyleIdx="2" presStyleCnt="3"/>
      <dgm:spPr/>
    </dgm:pt>
  </dgm:ptLst>
  <dgm:cxnLst>
    <dgm:cxn modelId="{CD06951D-CF37-4AC1-870E-73D8F925F256}" type="presOf" srcId="{ADF8498A-D657-4010-AA6A-E988C4E43A75}" destId="{80369ADB-0F7F-41E9-BC94-B9E1BB525C89}" srcOrd="0" destOrd="0" presId="urn:microsoft.com/office/officeart/2005/8/layout/cycle6"/>
    <dgm:cxn modelId="{97B5863C-4C50-4EB0-94FC-88735BCBA63E}" srcId="{E03C3DEB-CC3D-437D-A9DD-376B3C5F6700}" destId="{2C719119-D8B1-4917-B4CC-D705787A8881}" srcOrd="1" destOrd="0" parTransId="{E28AFB80-D815-4B9D-8E3A-EC0A0ECBA4A5}" sibTransId="{D67AED62-FAA5-45D6-A165-F9F2BD0AF91C}"/>
    <dgm:cxn modelId="{01A4B665-1B11-4F7C-AFAD-FCA3F8F294A1}" type="presOf" srcId="{F4EEABD4-560F-423D-8CF3-ACFC0EDCB3E0}" destId="{6D193E1A-9C2B-406F-B58D-D7FEF36B222F}" srcOrd="0" destOrd="0" presId="urn:microsoft.com/office/officeart/2005/8/layout/cycle6"/>
    <dgm:cxn modelId="{92341F6A-D13E-40B6-833B-B365508E84C2}" type="presOf" srcId="{27AEA8D3-03D5-46CA-B703-22F26B56E2EB}" destId="{A23DFE8F-D1D9-43D7-A332-0BAEDB8969AC}" srcOrd="0" destOrd="0" presId="urn:microsoft.com/office/officeart/2005/8/layout/cycle6"/>
    <dgm:cxn modelId="{1121C08B-215B-4833-92BF-7B0D2F53EDB2}" type="presOf" srcId="{2291D099-2A5E-4491-B931-7C6B4B5D627D}" destId="{2B988A4C-BA19-4224-9EEB-D573C25C1845}" srcOrd="0" destOrd="0" presId="urn:microsoft.com/office/officeart/2005/8/layout/cycle6"/>
    <dgm:cxn modelId="{B14AB48C-6E7D-484A-B271-506EE6D55322}" type="presOf" srcId="{2C719119-D8B1-4917-B4CC-D705787A8881}" destId="{C119F3D0-5C5F-4775-A461-54466946E9DC}" srcOrd="0" destOrd="0" presId="urn:microsoft.com/office/officeart/2005/8/layout/cycle6"/>
    <dgm:cxn modelId="{163F95B9-DD80-46C5-99D2-1FAF23C854F3}" srcId="{E03C3DEB-CC3D-437D-A9DD-376B3C5F6700}" destId="{F4EEABD4-560F-423D-8CF3-ACFC0EDCB3E0}" srcOrd="0" destOrd="0" parTransId="{826F53F4-83E6-4749-8E55-4D2B7D5AAFB4}" sibTransId="{27AEA8D3-03D5-46CA-B703-22F26B56E2EB}"/>
    <dgm:cxn modelId="{68CA3EC9-C8AE-4707-8BBD-3FB939B9F294}" type="presOf" srcId="{E03C3DEB-CC3D-437D-A9DD-376B3C5F6700}" destId="{D4AE3B46-D9AA-47E1-B29A-12B5DA74ABDF}" srcOrd="0" destOrd="0" presId="urn:microsoft.com/office/officeart/2005/8/layout/cycle6"/>
    <dgm:cxn modelId="{444876DD-5E27-4EC5-A854-1255DAB847A1}" srcId="{E03C3DEB-CC3D-437D-A9DD-376B3C5F6700}" destId="{2291D099-2A5E-4491-B931-7C6B4B5D627D}" srcOrd="2" destOrd="0" parTransId="{75063ED0-5CD5-46FD-9EE4-1196F527026D}" sibTransId="{ADF8498A-D657-4010-AA6A-E988C4E43A75}"/>
    <dgm:cxn modelId="{057D33DE-BC67-47A5-A9D4-7B0F51F08DEE}" type="presOf" srcId="{D67AED62-FAA5-45D6-A165-F9F2BD0AF91C}" destId="{A03A8428-3CA9-48BF-B05B-CBEE5B70ECDF}" srcOrd="0" destOrd="0" presId="urn:microsoft.com/office/officeart/2005/8/layout/cycle6"/>
    <dgm:cxn modelId="{717B0CC4-303C-467D-B0FF-ABB057538FAD}" type="presParOf" srcId="{D4AE3B46-D9AA-47E1-B29A-12B5DA74ABDF}" destId="{6D193E1A-9C2B-406F-B58D-D7FEF36B222F}" srcOrd="0" destOrd="0" presId="urn:microsoft.com/office/officeart/2005/8/layout/cycle6"/>
    <dgm:cxn modelId="{AD38DEBD-9757-4367-A472-19C8C4883C28}" type="presParOf" srcId="{D4AE3B46-D9AA-47E1-B29A-12B5DA74ABDF}" destId="{146E21E4-15CE-447D-B512-96EC486AFB33}" srcOrd="1" destOrd="0" presId="urn:microsoft.com/office/officeart/2005/8/layout/cycle6"/>
    <dgm:cxn modelId="{8211AE67-7847-4AD2-A5F6-26D8866F010E}" type="presParOf" srcId="{D4AE3B46-D9AA-47E1-B29A-12B5DA74ABDF}" destId="{A23DFE8F-D1D9-43D7-A332-0BAEDB8969AC}" srcOrd="2" destOrd="0" presId="urn:microsoft.com/office/officeart/2005/8/layout/cycle6"/>
    <dgm:cxn modelId="{717A48A7-9BF5-43C0-99C3-A637BB27F3B1}" type="presParOf" srcId="{D4AE3B46-D9AA-47E1-B29A-12B5DA74ABDF}" destId="{C119F3D0-5C5F-4775-A461-54466946E9DC}" srcOrd="3" destOrd="0" presId="urn:microsoft.com/office/officeart/2005/8/layout/cycle6"/>
    <dgm:cxn modelId="{DA5E80A3-6F33-4782-B367-77CBFE6AFD07}" type="presParOf" srcId="{D4AE3B46-D9AA-47E1-B29A-12B5DA74ABDF}" destId="{69067174-5635-4F61-9EC3-70E760E17091}" srcOrd="4" destOrd="0" presId="urn:microsoft.com/office/officeart/2005/8/layout/cycle6"/>
    <dgm:cxn modelId="{1622EADD-5AB6-4758-9F74-DE85BD4D91B2}" type="presParOf" srcId="{D4AE3B46-D9AA-47E1-B29A-12B5DA74ABDF}" destId="{A03A8428-3CA9-48BF-B05B-CBEE5B70ECDF}" srcOrd="5" destOrd="0" presId="urn:microsoft.com/office/officeart/2005/8/layout/cycle6"/>
    <dgm:cxn modelId="{2B7E209B-8074-411A-AE66-2BB9E3FE668F}" type="presParOf" srcId="{D4AE3B46-D9AA-47E1-B29A-12B5DA74ABDF}" destId="{2B988A4C-BA19-4224-9EEB-D573C25C1845}" srcOrd="6" destOrd="0" presId="urn:microsoft.com/office/officeart/2005/8/layout/cycle6"/>
    <dgm:cxn modelId="{7FCACFF9-E11A-4E63-BD05-A18DD03B1112}" type="presParOf" srcId="{D4AE3B46-D9AA-47E1-B29A-12B5DA74ABDF}" destId="{588D43A8-9B7B-42EA-B81B-E84DEA7CD925}" srcOrd="7" destOrd="0" presId="urn:microsoft.com/office/officeart/2005/8/layout/cycle6"/>
    <dgm:cxn modelId="{EF28A71C-59B6-40C5-BFF0-4C56C7E3B362}" type="presParOf" srcId="{D4AE3B46-D9AA-47E1-B29A-12B5DA74ABDF}" destId="{80369ADB-0F7F-41E9-BC94-B9E1BB525C89}" srcOrd="8" destOrd="0" presId="urn:microsoft.com/office/officeart/2005/8/layout/cycle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FEE807-458E-47BC-8751-210E74ACFABA}">
      <dsp:nvSpPr>
        <dsp:cNvPr id="0" name=""/>
        <dsp:cNvSpPr/>
      </dsp:nvSpPr>
      <dsp:spPr>
        <a:xfrm>
          <a:off x="0" y="322590"/>
          <a:ext cx="4971603" cy="655200"/>
        </a:xfrm>
        <a:prstGeom prst="roundRect">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5 periods per week:</a:t>
          </a:r>
        </a:p>
      </dsp:txBody>
      <dsp:txXfrm>
        <a:off x="31984" y="354574"/>
        <a:ext cx="4907635" cy="591232"/>
      </dsp:txXfrm>
    </dsp:sp>
    <dsp:sp modelId="{8E883C0C-6AE4-48E6-9601-280DAE56DF8D}">
      <dsp:nvSpPr>
        <dsp:cNvPr id="0" name=""/>
        <dsp:cNvSpPr/>
      </dsp:nvSpPr>
      <dsp:spPr>
        <a:xfrm>
          <a:off x="0" y="1058430"/>
          <a:ext cx="4971603" cy="655200"/>
        </a:xfrm>
        <a:prstGeom prst="roundRect">
          <a:avLst/>
        </a:prstGeom>
        <a:gradFill rotWithShape="0">
          <a:gsLst>
            <a:gs pos="0">
              <a:schemeClr val="accent2">
                <a:hueOff val="-592857"/>
                <a:satOff val="2840"/>
                <a:lumOff val="2627"/>
                <a:alphaOff val="0"/>
                <a:tint val="96000"/>
                <a:lumMod val="100000"/>
              </a:schemeClr>
            </a:gs>
            <a:gs pos="78000">
              <a:schemeClr val="accent2">
                <a:hueOff val="-592857"/>
                <a:satOff val="2840"/>
                <a:lumOff val="2627"/>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Interactive lectures</a:t>
          </a:r>
        </a:p>
      </dsp:txBody>
      <dsp:txXfrm>
        <a:off x="31984" y="1090414"/>
        <a:ext cx="4907635" cy="591232"/>
      </dsp:txXfrm>
    </dsp:sp>
    <dsp:sp modelId="{8C6E7A24-2D88-495B-A479-3637F2CDAC8C}">
      <dsp:nvSpPr>
        <dsp:cNvPr id="0" name=""/>
        <dsp:cNvSpPr/>
      </dsp:nvSpPr>
      <dsp:spPr>
        <a:xfrm>
          <a:off x="0" y="1794270"/>
          <a:ext cx="4971603" cy="655200"/>
        </a:xfrm>
        <a:prstGeom prst="roundRect">
          <a:avLst/>
        </a:prstGeom>
        <a:gradFill rotWithShape="0">
          <a:gsLst>
            <a:gs pos="0">
              <a:schemeClr val="accent2">
                <a:hueOff val="-1185714"/>
                <a:satOff val="5680"/>
                <a:lumOff val="5255"/>
                <a:alphaOff val="0"/>
                <a:tint val="96000"/>
                <a:lumMod val="100000"/>
              </a:schemeClr>
            </a:gs>
            <a:gs pos="78000">
              <a:schemeClr val="accent2">
                <a:hueOff val="-1185714"/>
                <a:satOff val="5680"/>
                <a:lumOff val="5255"/>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Discussions</a:t>
          </a:r>
        </a:p>
      </dsp:txBody>
      <dsp:txXfrm>
        <a:off x="31984" y="1826254"/>
        <a:ext cx="4907635" cy="591232"/>
      </dsp:txXfrm>
    </dsp:sp>
    <dsp:sp modelId="{B4DA9282-78EA-48D4-8A14-FF9C6489C9AE}">
      <dsp:nvSpPr>
        <dsp:cNvPr id="0" name=""/>
        <dsp:cNvSpPr/>
      </dsp:nvSpPr>
      <dsp:spPr>
        <a:xfrm>
          <a:off x="0" y="2530110"/>
          <a:ext cx="4971603" cy="655200"/>
        </a:xfrm>
        <a:prstGeom prst="roundRect">
          <a:avLst/>
        </a:prstGeom>
        <a:gradFill rotWithShape="0">
          <a:gsLst>
            <a:gs pos="0">
              <a:schemeClr val="accent2">
                <a:hueOff val="-1778572"/>
                <a:satOff val="8520"/>
                <a:lumOff val="7882"/>
                <a:alphaOff val="0"/>
                <a:tint val="96000"/>
                <a:lumMod val="100000"/>
              </a:schemeClr>
            </a:gs>
            <a:gs pos="78000">
              <a:schemeClr val="accent2">
                <a:hueOff val="-1778572"/>
                <a:satOff val="8520"/>
                <a:lumOff val="7882"/>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Practice activities and quizes</a:t>
          </a:r>
        </a:p>
      </dsp:txBody>
      <dsp:txXfrm>
        <a:off x="31984" y="2562094"/>
        <a:ext cx="4907635" cy="591232"/>
      </dsp:txXfrm>
    </dsp:sp>
    <dsp:sp modelId="{8D60CDA3-DA44-463A-9586-49EB79B5BE6B}">
      <dsp:nvSpPr>
        <dsp:cNvPr id="0" name=""/>
        <dsp:cNvSpPr/>
      </dsp:nvSpPr>
      <dsp:spPr>
        <a:xfrm>
          <a:off x="0" y="3265950"/>
          <a:ext cx="4971603" cy="655200"/>
        </a:xfrm>
        <a:prstGeom prst="roundRect">
          <a:avLst/>
        </a:prstGeom>
        <a:gradFill rotWithShape="0">
          <a:gsLst>
            <a:gs pos="0">
              <a:schemeClr val="accent2">
                <a:hueOff val="-2371429"/>
                <a:satOff val="11360"/>
                <a:lumOff val="10510"/>
                <a:alphaOff val="0"/>
                <a:tint val="96000"/>
                <a:lumMod val="100000"/>
              </a:schemeClr>
            </a:gs>
            <a:gs pos="78000">
              <a:schemeClr val="accent2">
                <a:hueOff val="-2371429"/>
                <a:satOff val="11360"/>
                <a:lumOff val="1051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Application lessons</a:t>
          </a:r>
        </a:p>
      </dsp:txBody>
      <dsp:txXfrm>
        <a:off x="31984" y="3297934"/>
        <a:ext cx="4907635" cy="591232"/>
      </dsp:txXfrm>
    </dsp:sp>
    <dsp:sp modelId="{A8C61DFE-217F-4D08-8B75-95AA91865528}">
      <dsp:nvSpPr>
        <dsp:cNvPr id="0" name=""/>
        <dsp:cNvSpPr/>
      </dsp:nvSpPr>
      <dsp:spPr>
        <a:xfrm>
          <a:off x="0" y="4001790"/>
          <a:ext cx="4971603" cy="655200"/>
        </a:xfrm>
        <a:prstGeom prst="roundRect">
          <a:avLst/>
        </a:prstGeom>
        <a:gradFill rotWithShape="0">
          <a:gsLst>
            <a:gs pos="0">
              <a:schemeClr val="accent2">
                <a:hueOff val="-2964286"/>
                <a:satOff val="14200"/>
                <a:lumOff val="13137"/>
                <a:alphaOff val="0"/>
                <a:tint val="96000"/>
                <a:lumMod val="100000"/>
              </a:schemeClr>
            </a:gs>
            <a:gs pos="78000">
              <a:schemeClr val="accent2">
                <a:hueOff val="-2964286"/>
                <a:satOff val="14200"/>
                <a:lumOff val="13137"/>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Revision lessons</a:t>
          </a:r>
        </a:p>
      </dsp:txBody>
      <dsp:txXfrm>
        <a:off x="31984" y="4033774"/>
        <a:ext cx="4907635" cy="5912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45EC13-EF03-48B4-97DD-31C319D284E9}">
      <dsp:nvSpPr>
        <dsp:cNvPr id="0" name=""/>
        <dsp:cNvSpPr/>
      </dsp:nvSpPr>
      <dsp:spPr>
        <a:xfrm>
          <a:off x="0" y="3890"/>
          <a:ext cx="4971603" cy="82863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BB848B-E15C-42E0-8D55-11169F1406CA}">
      <dsp:nvSpPr>
        <dsp:cNvPr id="0" name=""/>
        <dsp:cNvSpPr/>
      </dsp:nvSpPr>
      <dsp:spPr>
        <a:xfrm>
          <a:off x="250661" y="190332"/>
          <a:ext cx="455748" cy="45574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1A4A75D-CA52-489B-9631-47FE1AAE6E9F}">
      <dsp:nvSpPr>
        <dsp:cNvPr id="0" name=""/>
        <dsp:cNvSpPr/>
      </dsp:nvSpPr>
      <dsp:spPr>
        <a:xfrm>
          <a:off x="957071" y="3890"/>
          <a:ext cx="4014531" cy="8286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97" tIns="87697" rIns="87697" bIns="87697" numCol="1" spcCol="1270" anchor="ctr" anchorCtr="0">
          <a:noAutofit/>
        </a:bodyPr>
        <a:lstStyle/>
        <a:p>
          <a:pPr marL="0" lvl="0" indent="0" algn="l" defTabSz="800100">
            <a:lnSpc>
              <a:spcPct val="90000"/>
            </a:lnSpc>
            <a:spcBef>
              <a:spcPct val="0"/>
            </a:spcBef>
            <a:spcAft>
              <a:spcPct val="35000"/>
            </a:spcAft>
            <a:buNone/>
          </a:pPr>
          <a:r>
            <a:rPr lang="en-US" sz="1800" kern="1200"/>
            <a:t>This is an ATAR course</a:t>
          </a:r>
        </a:p>
      </dsp:txBody>
      <dsp:txXfrm>
        <a:off x="957071" y="3890"/>
        <a:ext cx="4014531" cy="828633"/>
      </dsp:txXfrm>
    </dsp:sp>
    <dsp:sp modelId="{3B642ADB-A399-4CC7-87EA-9681F111BACE}">
      <dsp:nvSpPr>
        <dsp:cNvPr id="0" name=""/>
        <dsp:cNvSpPr/>
      </dsp:nvSpPr>
      <dsp:spPr>
        <a:xfrm>
          <a:off x="0" y="1039682"/>
          <a:ext cx="4971603" cy="82863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741539-3A60-4F74-AA26-034C35ACC9A5}">
      <dsp:nvSpPr>
        <dsp:cNvPr id="0" name=""/>
        <dsp:cNvSpPr/>
      </dsp:nvSpPr>
      <dsp:spPr>
        <a:xfrm>
          <a:off x="250661" y="1226124"/>
          <a:ext cx="455748" cy="45574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E745D44-B13F-495D-AB39-190CD7B1760F}">
      <dsp:nvSpPr>
        <dsp:cNvPr id="0" name=""/>
        <dsp:cNvSpPr/>
      </dsp:nvSpPr>
      <dsp:spPr>
        <a:xfrm>
          <a:off x="957071" y="1039682"/>
          <a:ext cx="4014531" cy="8286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97" tIns="87697" rIns="87697" bIns="87697" numCol="1" spcCol="1270" anchor="ctr" anchorCtr="0">
          <a:noAutofit/>
        </a:bodyPr>
        <a:lstStyle/>
        <a:p>
          <a:pPr marL="0" lvl="0" indent="0" algn="l" defTabSz="800100">
            <a:lnSpc>
              <a:spcPct val="90000"/>
            </a:lnSpc>
            <a:spcBef>
              <a:spcPct val="0"/>
            </a:spcBef>
            <a:spcAft>
              <a:spcPct val="35000"/>
            </a:spcAft>
            <a:buNone/>
          </a:pPr>
          <a:r>
            <a:rPr lang="en-US" sz="1800" kern="1200"/>
            <a:t>Requires work and effort</a:t>
          </a:r>
        </a:p>
      </dsp:txBody>
      <dsp:txXfrm>
        <a:off x="957071" y="1039682"/>
        <a:ext cx="4014531" cy="828633"/>
      </dsp:txXfrm>
    </dsp:sp>
    <dsp:sp modelId="{97CF803E-D4F5-49E2-A0FE-3FCD0C6ECB0E}">
      <dsp:nvSpPr>
        <dsp:cNvPr id="0" name=""/>
        <dsp:cNvSpPr/>
      </dsp:nvSpPr>
      <dsp:spPr>
        <a:xfrm>
          <a:off x="0" y="2075473"/>
          <a:ext cx="4971603" cy="82863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D369F9-BD52-4FC0-960D-0F827D353083}">
      <dsp:nvSpPr>
        <dsp:cNvPr id="0" name=""/>
        <dsp:cNvSpPr/>
      </dsp:nvSpPr>
      <dsp:spPr>
        <a:xfrm>
          <a:off x="250661" y="2261916"/>
          <a:ext cx="455748" cy="45574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5C01282-693D-410F-B6DA-1983C4A65C9C}">
      <dsp:nvSpPr>
        <dsp:cNvPr id="0" name=""/>
        <dsp:cNvSpPr/>
      </dsp:nvSpPr>
      <dsp:spPr>
        <a:xfrm>
          <a:off x="957071" y="2075473"/>
          <a:ext cx="4014531" cy="8286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97" tIns="87697" rIns="87697" bIns="87697" numCol="1" spcCol="1270" anchor="ctr" anchorCtr="0">
          <a:noAutofit/>
        </a:bodyPr>
        <a:lstStyle/>
        <a:p>
          <a:pPr marL="0" lvl="0" indent="0" algn="l" defTabSz="800100">
            <a:lnSpc>
              <a:spcPct val="90000"/>
            </a:lnSpc>
            <a:spcBef>
              <a:spcPct val="0"/>
            </a:spcBef>
            <a:spcAft>
              <a:spcPct val="35000"/>
            </a:spcAft>
            <a:buNone/>
          </a:pPr>
          <a:r>
            <a:rPr lang="en-US" sz="1800" kern="1200"/>
            <a:t>Respectful and open minded</a:t>
          </a:r>
        </a:p>
      </dsp:txBody>
      <dsp:txXfrm>
        <a:off x="957071" y="2075473"/>
        <a:ext cx="4014531" cy="828633"/>
      </dsp:txXfrm>
    </dsp:sp>
    <dsp:sp modelId="{F1C01EC3-540B-4C5E-BF1A-D9A21BE085C2}">
      <dsp:nvSpPr>
        <dsp:cNvPr id="0" name=""/>
        <dsp:cNvSpPr/>
      </dsp:nvSpPr>
      <dsp:spPr>
        <a:xfrm>
          <a:off x="0" y="3111265"/>
          <a:ext cx="4971603" cy="828633"/>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4CB644-F9B6-43A6-A0F7-FC5BA8E7FFE0}">
      <dsp:nvSpPr>
        <dsp:cNvPr id="0" name=""/>
        <dsp:cNvSpPr/>
      </dsp:nvSpPr>
      <dsp:spPr>
        <a:xfrm>
          <a:off x="250661" y="3297708"/>
          <a:ext cx="455748" cy="45574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A19A581-9D9B-4A6D-848F-0D3B64CE959A}">
      <dsp:nvSpPr>
        <dsp:cNvPr id="0" name=""/>
        <dsp:cNvSpPr/>
      </dsp:nvSpPr>
      <dsp:spPr>
        <a:xfrm>
          <a:off x="957071" y="3111265"/>
          <a:ext cx="4014531" cy="8286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97" tIns="87697" rIns="87697" bIns="87697" numCol="1" spcCol="1270" anchor="ctr" anchorCtr="0">
          <a:noAutofit/>
        </a:bodyPr>
        <a:lstStyle/>
        <a:p>
          <a:pPr marL="0" lvl="0" indent="0" algn="l" defTabSz="800100">
            <a:lnSpc>
              <a:spcPct val="90000"/>
            </a:lnSpc>
            <a:spcBef>
              <a:spcPct val="0"/>
            </a:spcBef>
            <a:spcAft>
              <a:spcPct val="35000"/>
            </a:spcAft>
            <a:buNone/>
          </a:pPr>
          <a:r>
            <a:rPr lang="en-US" sz="1800" kern="1200"/>
            <a:t>To take responsibility for your own learning</a:t>
          </a:r>
        </a:p>
      </dsp:txBody>
      <dsp:txXfrm>
        <a:off x="957071" y="3111265"/>
        <a:ext cx="4014531" cy="828633"/>
      </dsp:txXfrm>
    </dsp:sp>
    <dsp:sp modelId="{6FF6B217-DC49-47E1-9A29-AAEC81407564}">
      <dsp:nvSpPr>
        <dsp:cNvPr id="0" name=""/>
        <dsp:cNvSpPr/>
      </dsp:nvSpPr>
      <dsp:spPr>
        <a:xfrm>
          <a:off x="0" y="4147057"/>
          <a:ext cx="4971603" cy="828633"/>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1EE1E4-A5F8-40B5-AD8D-0374232AF326}">
      <dsp:nvSpPr>
        <dsp:cNvPr id="0" name=""/>
        <dsp:cNvSpPr/>
      </dsp:nvSpPr>
      <dsp:spPr>
        <a:xfrm>
          <a:off x="250661" y="4333499"/>
          <a:ext cx="455748" cy="45574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5D8CE03-A757-4561-85E2-67B3639F8531}">
      <dsp:nvSpPr>
        <dsp:cNvPr id="0" name=""/>
        <dsp:cNvSpPr/>
      </dsp:nvSpPr>
      <dsp:spPr>
        <a:xfrm>
          <a:off x="957071" y="4147057"/>
          <a:ext cx="4014531" cy="8286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97" tIns="87697" rIns="87697" bIns="87697" numCol="1" spcCol="1270" anchor="ctr" anchorCtr="0">
          <a:noAutofit/>
        </a:bodyPr>
        <a:lstStyle/>
        <a:p>
          <a:pPr marL="0" lvl="0" indent="0" algn="l" defTabSz="800100">
            <a:lnSpc>
              <a:spcPct val="90000"/>
            </a:lnSpc>
            <a:spcBef>
              <a:spcPct val="0"/>
            </a:spcBef>
            <a:spcAft>
              <a:spcPct val="35000"/>
            </a:spcAft>
            <a:buNone/>
          </a:pPr>
          <a:r>
            <a:rPr lang="en-US" sz="1800" kern="1200"/>
            <a:t>HAVE AN OPEN MIND. Challenge your existing thoughts and understanding </a:t>
          </a:r>
        </a:p>
      </dsp:txBody>
      <dsp:txXfrm>
        <a:off x="957071" y="4147057"/>
        <a:ext cx="4014531" cy="82863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8DFF6A-9644-4FA6-9921-E3C275816EE7}">
      <dsp:nvSpPr>
        <dsp:cNvPr id="0" name=""/>
        <dsp:cNvSpPr/>
      </dsp:nvSpPr>
      <dsp:spPr>
        <a:xfrm>
          <a:off x="290082" y="524028"/>
          <a:ext cx="904992" cy="90499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7297BE-CD9A-4DD7-8F6A-C8ECB4C12F24}">
      <dsp:nvSpPr>
        <dsp:cNvPr id="0" name=""/>
        <dsp:cNvSpPr/>
      </dsp:nvSpPr>
      <dsp:spPr>
        <a:xfrm>
          <a:off x="482949" y="716895"/>
          <a:ext cx="519257" cy="51925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304D03B-E249-43B3-9AFE-76A519BFBA09}">
      <dsp:nvSpPr>
        <dsp:cNvPr id="0" name=""/>
        <dsp:cNvSpPr/>
      </dsp:nvSpPr>
      <dsp:spPr>
        <a:xfrm>
          <a:off x="781" y="1710903"/>
          <a:ext cx="1483593" cy="593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US" sz="1300" kern="1200"/>
            <a:t>Textbook: “Health Studies” By Emily Lockhart</a:t>
          </a:r>
        </a:p>
      </dsp:txBody>
      <dsp:txXfrm>
        <a:off x="781" y="1710903"/>
        <a:ext cx="1483593" cy="593437"/>
      </dsp:txXfrm>
    </dsp:sp>
    <dsp:sp modelId="{3CE9E119-7963-470A-8166-1D9F60669E24}">
      <dsp:nvSpPr>
        <dsp:cNvPr id="0" name=""/>
        <dsp:cNvSpPr/>
      </dsp:nvSpPr>
      <dsp:spPr>
        <a:xfrm>
          <a:off x="2033305" y="524028"/>
          <a:ext cx="904992" cy="90499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C0F4FB-90D1-43B8-BC89-0F3BD9E36277}">
      <dsp:nvSpPr>
        <dsp:cNvPr id="0" name=""/>
        <dsp:cNvSpPr/>
      </dsp:nvSpPr>
      <dsp:spPr>
        <a:xfrm>
          <a:off x="2226172" y="716895"/>
          <a:ext cx="519257" cy="51925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66AA560-5BBF-441A-BB0A-532B00770435}">
      <dsp:nvSpPr>
        <dsp:cNvPr id="0" name=""/>
        <dsp:cNvSpPr/>
      </dsp:nvSpPr>
      <dsp:spPr>
        <a:xfrm>
          <a:off x="1744004" y="1710903"/>
          <a:ext cx="1483593" cy="593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US" sz="1300" kern="1200"/>
            <a:t>lecture slide booklets (1 per term)</a:t>
          </a:r>
        </a:p>
      </dsp:txBody>
      <dsp:txXfrm>
        <a:off x="1744004" y="1710903"/>
        <a:ext cx="1483593" cy="593437"/>
      </dsp:txXfrm>
    </dsp:sp>
    <dsp:sp modelId="{F0C4FB2E-6125-4EFB-B93C-9F9C24F2E063}">
      <dsp:nvSpPr>
        <dsp:cNvPr id="0" name=""/>
        <dsp:cNvSpPr/>
      </dsp:nvSpPr>
      <dsp:spPr>
        <a:xfrm>
          <a:off x="3776528" y="524028"/>
          <a:ext cx="904992" cy="90499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EAB0E2-7A7D-4918-8217-F8AFA4D504A7}">
      <dsp:nvSpPr>
        <dsp:cNvPr id="0" name=""/>
        <dsp:cNvSpPr/>
      </dsp:nvSpPr>
      <dsp:spPr>
        <a:xfrm>
          <a:off x="3969395" y="716895"/>
          <a:ext cx="519257" cy="51925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092CA11-EB69-49BE-8567-1618FA48F9B8}">
      <dsp:nvSpPr>
        <dsp:cNvPr id="0" name=""/>
        <dsp:cNvSpPr/>
      </dsp:nvSpPr>
      <dsp:spPr>
        <a:xfrm>
          <a:off x="3487227" y="1710903"/>
          <a:ext cx="1483593" cy="593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US" sz="1300" kern="1200"/>
            <a:t>An organisation system (ie. File)</a:t>
          </a:r>
        </a:p>
      </dsp:txBody>
      <dsp:txXfrm>
        <a:off x="3487227" y="1710903"/>
        <a:ext cx="1483593" cy="593437"/>
      </dsp:txXfrm>
    </dsp:sp>
    <dsp:sp modelId="{FD5BE3F6-F979-4ED8-99D1-77BC4E7862BA}">
      <dsp:nvSpPr>
        <dsp:cNvPr id="0" name=""/>
        <dsp:cNvSpPr/>
      </dsp:nvSpPr>
      <dsp:spPr>
        <a:xfrm>
          <a:off x="1161694" y="2675239"/>
          <a:ext cx="904992" cy="904992"/>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2092F9-8323-4CC8-9A90-49FEEF16E77E}">
      <dsp:nvSpPr>
        <dsp:cNvPr id="0" name=""/>
        <dsp:cNvSpPr/>
      </dsp:nvSpPr>
      <dsp:spPr>
        <a:xfrm>
          <a:off x="1354561" y="2868106"/>
          <a:ext cx="519257" cy="51925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DE9EA33-C5C1-42F9-996B-3C475DC0AC94}">
      <dsp:nvSpPr>
        <dsp:cNvPr id="0" name=""/>
        <dsp:cNvSpPr/>
      </dsp:nvSpPr>
      <dsp:spPr>
        <a:xfrm>
          <a:off x="872393" y="3862114"/>
          <a:ext cx="1483593" cy="593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US" sz="1300" kern="1200"/>
            <a:t>Glossary of terms</a:t>
          </a:r>
        </a:p>
      </dsp:txBody>
      <dsp:txXfrm>
        <a:off x="872393" y="3862114"/>
        <a:ext cx="1483593" cy="593437"/>
      </dsp:txXfrm>
    </dsp:sp>
    <dsp:sp modelId="{3CF40687-A42D-44BF-8EE3-763DD0BE6F1D}">
      <dsp:nvSpPr>
        <dsp:cNvPr id="0" name=""/>
        <dsp:cNvSpPr/>
      </dsp:nvSpPr>
      <dsp:spPr>
        <a:xfrm>
          <a:off x="2904916" y="2675239"/>
          <a:ext cx="904992" cy="904992"/>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838387-8418-43F1-B25C-9B58B0F80D16}">
      <dsp:nvSpPr>
        <dsp:cNvPr id="0" name=""/>
        <dsp:cNvSpPr/>
      </dsp:nvSpPr>
      <dsp:spPr>
        <a:xfrm>
          <a:off x="3097783" y="2868106"/>
          <a:ext cx="519257" cy="51925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1DD731C-946E-4F50-A3B6-92B40A2B07DE}">
      <dsp:nvSpPr>
        <dsp:cNvPr id="0" name=""/>
        <dsp:cNvSpPr/>
      </dsp:nvSpPr>
      <dsp:spPr>
        <a:xfrm>
          <a:off x="2615615" y="3862114"/>
          <a:ext cx="1483593" cy="593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US" sz="1300" kern="1200"/>
            <a:t>Your “plain” booklet</a:t>
          </a:r>
        </a:p>
      </dsp:txBody>
      <dsp:txXfrm>
        <a:off x="2615615" y="3862114"/>
        <a:ext cx="1483593" cy="59343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1FE57D-1DCF-4810-ACC2-997E6050AE29}">
      <dsp:nvSpPr>
        <dsp:cNvPr id="0" name=""/>
        <dsp:cNvSpPr/>
      </dsp:nvSpPr>
      <dsp:spPr>
        <a:xfrm>
          <a:off x="477676" y="1229790"/>
          <a:ext cx="1372500" cy="13725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837EB7-DE95-46B6-B77D-7BF1AE006F54}">
      <dsp:nvSpPr>
        <dsp:cNvPr id="0" name=""/>
        <dsp:cNvSpPr/>
      </dsp:nvSpPr>
      <dsp:spPr>
        <a:xfrm>
          <a:off x="770176" y="1522290"/>
          <a:ext cx="787500" cy="7875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BC2FAB8-04E1-4C71-8CD3-FD4055CC3A3D}">
      <dsp:nvSpPr>
        <dsp:cNvPr id="0" name=""/>
        <dsp:cNvSpPr/>
      </dsp:nvSpPr>
      <dsp:spPr>
        <a:xfrm>
          <a:off x="38926" y="3029790"/>
          <a:ext cx="225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Rock/paper/scissors</a:t>
          </a:r>
        </a:p>
      </dsp:txBody>
      <dsp:txXfrm>
        <a:off x="38926" y="3029790"/>
        <a:ext cx="2250000" cy="720000"/>
      </dsp:txXfrm>
    </dsp:sp>
    <dsp:sp modelId="{1A1D0E0B-151B-4599-8532-405A7FF76912}">
      <dsp:nvSpPr>
        <dsp:cNvPr id="0" name=""/>
        <dsp:cNvSpPr/>
      </dsp:nvSpPr>
      <dsp:spPr>
        <a:xfrm>
          <a:off x="3121426" y="1229790"/>
          <a:ext cx="1372500" cy="13725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35B814-A06A-460E-9706-49302CB55B68}">
      <dsp:nvSpPr>
        <dsp:cNvPr id="0" name=""/>
        <dsp:cNvSpPr/>
      </dsp:nvSpPr>
      <dsp:spPr>
        <a:xfrm>
          <a:off x="3413926" y="1522290"/>
          <a:ext cx="787500" cy="7875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C4D3925-2143-4D26-B770-EA13ECDD8055}">
      <dsp:nvSpPr>
        <dsp:cNvPr id="0" name=""/>
        <dsp:cNvSpPr/>
      </dsp:nvSpPr>
      <dsp:spPr>
        <a:xfrm>
          <a:off x="2682676" y="3029790"/>
          <a:ext cx="225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2 truths and a lie</a:t>
          </a:r>
        </a:p>
      </dsp:txBody>
      <dsp:txXfrm>
        <a:off x="2682676" y="3029790"/>
        <a:ext cx="2250000" cy="72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A2E4AA-F385-44B1-B95F-81EFDAC3E430}">
      <dsp:nvSpPr>
        <dsp:cNvPr id="0" name=""/>
        <dsp:cNvSpPr/>
      </dsp:nvSpPr>
      <dsp:spPr>
        <a:xfrm>
          <a:off x="0" y="3890"/>
          <a:ext cx="4971603" cy="82863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8108A1-AAA7-43C4-AE48-81C3486620D2}">
      <dsp:nvSpPr>
        <dsp:cNvPr id="0" name=""/>
        <dsp:cNvSpPr/>
      </dsp:nvSpPr>
      <dsp:spPr>
        <a:xfrm>
          <a:off x="250661" y="190332"/>
          <a:ext cx="455748" cy="45574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7155D0E-4B31-4189-82F1-18622FA0DFD7}">
      <dsp:nvSpPr>
        <dsp:cNvPr id="0" name=""/>
        <dsp:cNvSpPr/>
      </dsp:nvSpPr>
      <dsp:spPr>
        <a:xfrm>
          <a:off x="957071" y="3890"/>
          <a:ext cx="4014531" cy="8286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97" tIns="87697" rIns="87697" bIns="87697" numCol="1" spcCol="1270" anchor="ctr" anchorCtr="0">
          <a:noAutofit/>
        </a:bodyPr>
        <a:lstStyle/>
        <a:p>
          <a:pPr marL="0" lvl="0" indent="0" algn="l" defTabSz="844550">
            <a:lnSpc>
              <a:spcPct val="90000"/>
            </a:lnSpc>
            <a:spcBef>
              <a:spcPct val="0"/>
            </a:spcBef>
            <a:spcAft>
              <a:spcPct val="35000"/>
            </a:spcAft>
            <a:buNone/>
          </a:pPr>
          <a:r>
            <a:rPr lang="en-US" sz="1900" kern="1200"/>
            <a:t>Course syllabus </a:t>
          </a:r>
        </a:p>
      </dsp:txBody>
      <dsp:txXfrm>
        <a:off x="957071" y="3890"/>
        <a:ext cx="4014531" cy="828633"/>
      </dsp:txXfrm>
    </dsp:sp>
    <dsp:sp modelId="{2990924B-02AD-42B1-9B8C-00F317F2F9A8}">
      <dsp:nvSpPr>
        <dsp:cNvPr id="0" name=""/>
        <dsp:cNvSpPr/>
      </dsp:nvSpPr>
      <dsp:spPr>
        <a:xfrm>
          <a:off x="0" y="1039682"/>
          <a:ext cx="4971603" cy="82863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6E2B6B-5C03-422F-BD1E-486AB4909C6B}">
      <dsp:nvSpPr>
        <dsp:cNvPr id="0" name=""/>
        <dsp:cNvSpPr/>
      </dsp:nvSpPr>
      <dsp:spPr>
        <a:xfrm>
          <a:off x="250661" y="1226124"/>
          <a:ext cx="455748" cy="45574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D715946-692D-4DE1-9E70-4FEB14A81B48}">
      <dsp:nvSpPr>
        <dsp:cNvPr id="0" name=""/>
        <dsp:cNvSpPr/>
      </dsp:nvSpPr>
      <dsp:spPr>
        <a:xfrm>
          <a:off x="957071" y="1039682"/>
          <a:ext cx="4014531" cy="8286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97" tIns="87697" rIns="87697" bIns="87697" numCol="1" spcCol="1270" anchor="ctr" anchorCtr="0">
          <a:noAutofit/>
        </a:bodyPr>
        <a:lstStyle/>
        <a:p>
          <a:pPr marL="0" lvl="0" indent="0" algn="l" defTabSz="844550">
            <a:lnSpc>
              <a:spcPct val="90000"/>
            </a:lnSpc>
            <a:spcBef>
              <a:spcPct val="0"/>
            </a:spcBef>
            <a:spcAft>
              <a:spcPct val="35000"/>
            </a:spcAft>
            <a:buNone/>
          </a:pPr>
          <a:r>
            <a:rPr lang="en-US" sz="1900" kern="1200"/>
            <a:t>Course outline</a:t>
          </a:r>
        </a:p>
      </dsp:txBody>
      <dsp:txXfrm>
        <a:off x="957071" y="1039682"/>
        <a:ext cx="4014531" cy="828633"/>
      </dsp:txXfrm>
    </dsp:sp>
    <dsp:sp modelId="{6F2ED80A-23D6-4B36-A7A0-857C7656862D}">
      <dsp:nvSpPr>
        <dsp:cNvPr id="0" name=""/>
        <dsp:cNvSpPr/>
      </dsp:nvSpPr>
      <dsp:spPr>
        <a:xfrm>
          <a:off x="0" y="2075473"/>
          <a:ext cx="4971603" cy="82863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C27B8E-E7BB-4979-A95B-7ABF6969CC85}">
      <dsp:nvSpPr>
        <dsp:cNvPr id="0" name=""/>
        <dsp:cNvSpPr/>
      </dsp:nvSpPr>
      <dsp:spPr>
        <a:xfrm>
          <a:off x="250661" y="2261916"/>
          <a:ext cx="455748" cy="45574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3761A54-BEC6-47A1-9C31-EB459310E86D}">
      <dsp:nvSpPr>
        <dsp:cNvPr id="0" name=""/>
        <dsp:cNvSpPr/>
      </dsp:nvSpPr>
      <dsp:spPr>
        <a:xfrm>
          <a:off x="957071" y="2075473"/>
          <a:ext cx="4014531" cy="8286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97" tIns="87697" rIns="87697" bIns="87697" numCol="1" spcCol="1270" anchor="ctr" anchorCtr="0">
          <a:noAutofit/>
        </a:bodyPr>
        <a:lstStyle/>
        <a:p>
          <a:pPr marL="0" lvl="0" indent="0" algn="l" defTabSz="844550">
            <a:lnSpc>
              <a:spcPct val="90000"/>
            </a:lnSpc>
            <a:spcBef>
              <a:spcPct val="0"/>
            </a:spcBef>
            <a:spcAft>
              <a:spcPct val="35000"/>
            </a:spcAft>
            <a:buNone/>
          </a:pPr>
          <a:r>
            <a:rPr lang="en-US" sz="1900" kern="1200"/>
            <a:t>PPT – Giving you all the information </a:t>
          </a:r>
        </a:p>
      </dsp:txBody>
      <dsp:txXfrm>
        <a:off x="957071" y="2075473"/>
        <a:ext cx="4014531" cy="828633"/>
      </dsp:txXfrm>
    </dsp:sp>
    <dsp:sp modelId="{444418B1-1AB4-4A4C-838C-F1AACBFA1FBE}">
      <dsp:nvSpPr>
        <dsp:cNvPr id="0" name=""/>
        <dsp:cNvSpPr/>
      </dsp:nvSpPr>
      <dsp:spPr>
        <a:xfrm>
          <a:off x="0" y="3111265"/>
          <a:ext cx="4971603" cy="828633"/>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BAC4B8-7DA1-4834-8D7C-D89D34C32D42}">
      <dsp:nvSpPr>
        <dsp:cNvPr id="0" name=""/>
        <dsp:cNvSpPr/>
      </dsp:nvSpPr>
      <dsp:spPr>
        <a:xfrm>
          <a:off x="250661" y="3297708"/>
          <a:ext cx="455748" cy="45574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25BF83C-10B6-455B-88DC-A8FD89576254}">
      <dsp:nvSpPr>
        <dsp:cNvPr id="0" name=""/>
        <dsp:cNvSpPr/>
      </dsp:nvSpPr>
      <dsp:spPr>
        <a:xfrm>
          <a:off x="957071" y="3111265"/>
          <a:ext cx="4014531" cy="8286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97" tIns="87697" rIns="87697" bIns="87697" numCol="1" spcCol="1270" anchor="ctr" anchorCtr="0">
          <a:noAutofit/>
        </a:bodyPr>
        <a:lstStyle/>
        <a:p>
          <a:pPr marL="0" lvl="0" indent="0" algn="l" defTabSz="844550">
            <a:lnSpc>
              <a:spcPct val="90000"/>
            </a:lnSpc>
            <a:spcBef>
              <a:spcPct val="0"/>
            </a:spcBef>
            <a:spcAft>
              <a:spcPct val="35000"/>
            </a:spcAft>
            <a:buNone/>
          </a:pPr>
          <a:r>
            <a:rPr lang="en-US" sz="1900" kern="1200"/>
            <a:t>Lesson by lesson</a:t>
          </a:r>
        </a:p>
      </dsp:txBody>
      <dsp:txXfrm>
        <a:off x="957071" y="3111265"/>
        <a:ext cx="4014531" cy="828633"/>
      </dsp:txXfrm>
    </dsp:sp>
    <dsp:sp modelId="{C1AE1B5E-3CB4-4B09-A841-8D6209EB8376}">
      <dsp:nvSpPr>
        <dsp:cNvPr id="0" name=""/>
        <dsp:cNvSpPr/>
      </dsp:nvSpPr>
      <dsp:spPr>
        <a:xfrm>
          <a:off x="0" y="4147057"/>
          <a:ext cx="4971603" cy="828633"/>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CC7287-9999-4F6F-8F3F-76D06E668ADB}">
      <dsp:nvSpPr>
        <dsp:cNvPr id="0" name=""/>
        <dsp:cNvSpPr/>
      </dsp:nvSpPr>
      <dsp:spPr>
        <a:xfrm>
          <a:off x="250661" y="4333499"/>
          <a:ext cx="455748" cy="45574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14C2EF7-81CA-4AA7-B408-F0F11512F629}">
      <dsp:nvSpPr>
        <dsp:cNvPr id="0" name=""/>
        <dsp:cNvSpPr/>
      </dsp:nvSpPr>
      <dsp:spPr>
        <a:xfrm>
          <a:off x="957071" y="4147057"/>
          <a:ext cx="4014531" cy="8286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97" tIns="87697" rIns="87697" bIns="87697" numCol="1" spcCol="1270" anchor="ctr" anchorCtr="0">
          <a:noAutofit/>
        </a:bodyPr>
        <a:lstStyle/>
        <a:p>
          <a:pPr marL="0" lvl="0" indent="0" algn="l" defTabSz="844550">
            <a:lnSpc>
              <a:spcPct val="90000"/>
            </a:lnSpc>
            <a:spcBef>
              <a:spcPct val="0"/>
            </a:spcBef>
            <a:spcAft>
              <a:spcPct val="35000"/>
            </a:spcAft>
            <a:buNone/>
          </a:pPr>
          <a:r>
            <a:rPr lang="en-US" sz="1900" kern="1200"/>
            <a:t>Assessment outline</a:t>
          </a:r>
        </a:p>
      </dsp:txBody>
      <dsp:txXfrm>
        <a:off x="957071" y="4147057"/>
        <a:ext cx="4014531" cy="82863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257E8D-8A2F-4698-95EB-75B54E1BACF3}">
      <dsp:nvSpPr>
        <dsp:cNvPr id="0" name=""/>
        <dsp:cNvSpPr/>
      </dsp:nvSpPr>
      <dsp:spPr>
        <a:xfrm>
          <a:off x="790843" y="13111"/>
          <a:ext cx="1158458" cy="115845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9CA227-DBD9-490F-A5E9-0CA5393134BE}">
      <dsp:nvSpPr>
        <dsp:cNvPr id="0" name=""/>
        <dsp:cNvSpPr/>
      </dsp:nvSpPr>
      <dsp:spPr>
        <a:xfrm>
          <a:off x="1037728" y="259995"/>
          <a:ext cx="664689" cy="66468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D495136-F629-4F41-9B7C-89415507B86E}">
      <dsp:nvSpPr>
        <dsp:cNvPr id="0" name=""/>
        <dsp:cNvSpPr/>
      </dsp:nvSpPr>
      <dsp:spPr>
        <a:xfrm>
          <a:off x="420516" y="1532401"/>
          <a:ext cx="18991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Supportive </a:t>
          </a:r>
        </a:p>
      </dsp:txBody>
      <dsp:txXfrm>
        <a:off x="420516" y="1532401"/>
        <a:ext cx="1899112" cy="720000"/>
      </dsp:txXfrm>
    </dsp:sp>
    <dsp:sp modelId="{7738FDBC-7886-48DF-A8D0-A8DE18493CF9}">
      <dsp:nvSpPr>
        <dsp:cNvPr id="0" name=""/>
        <dsp:cNvSpPr/>
      </dsp:nvSpPr>
      <dsp:spPr>
        <a:xfrm>
          <a:off x="3022300" y="13111"/>
          <a:ext cx="1158458" cy="115845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A2C085-F819-4873-84AF-C921BFD92D22}">
      <dsp:nvSpPr>
        <dsp:cNvPr id="0" name=""/>
        <dsp:cNvSpPr/>
      </dsp:nvSpPr>
      <dsp:spPr>
        <a:xfrm>
          <a:off x="3269185" y="259995"/>
          <a:ext cx="664689" cy="66468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1270CC8-92FC-4CFE-95AC-4AAFF1A78E0E}">
      <dsp:nvSpPr>
        <dsp:cNvPr id="0" name=""/>
        <dsp:cNvSpPr/>
      </dsp:nvSpPr>
      <dsp:spPr>
        <a:xfrm>
          <a:off x="2651973" y="1532401"/>
          <a:ext cx="18991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A learning process (assessments, feedback ect)</a:t>
          </a:r>
        </a:p>
      </dsp:txBody>
      <dsp:txXfrm>
        <a:off x="2651973" y="1532401"/>
        <a:ext cx="1899112" cy="720000"/>
      </dsp:txXfrm>
    </dsp:sp>
    <dsp:sp modelId="{9885AFC1-6977-44DA-8E3F-482978D79570}">
      <dsp:nvSpPr>
        <dsp:cNvPr id="0" name=""/>
        <dsp:cNvSpPr/>
      </dsp:nvSpPr>
      <dsp:spPr>
        <a:xfrm>
          <a:off x="790843" y="2727179"/>
          <a:ext cx="1158458" cy="1158458"/>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5D268A-445F-4FEE-902F-C5582D4DAE0A}">
      <dsp:nvSpPr>
        <dsp:cNvPr id="0" name=""/>
        <dsp:cNvSpPr/>
      </dsp:nvSpPr>
      <dsp:spPr>
        <a:xfrm>
          <a:off x="1037728" y="2974064"/>
          <a:ext cx="664689" cy="66468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3A77490-A672-4C97-8646-9F340DE94D8B}">
      <dsp:nvSpPr>
        <dsp:cNvPr id="0" name=""/>
        <dsp:cNvSpPr/>
      </dsp:nvSpPr>
      <dsp:spPr>
        <a:xfrm>
          <a:off x="420516" y="4246469"/>
          <a:ext cx="18991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I will work hard</a:t>
          </a:r>
        </a:p>
      </dsp:txBody>
      <dsp:txXfrm>
        <a:off x="420516" y="4246469"/>
        <a:ext cx="1899112" cy="720000"/>
      </dsp:txXfrm>
    </dsp:sp>
    <dsp:sp modelId="{0242FE94-8073-49F3-9B91-8224E6F609EF}">
      <dsp:nvSpPr>
        <dsp:cNvPr id="0" name=""/>
        <dsp:cNvSpPr/>
      </dsp:nvSpPr>
      <dsp:spPr>
        <a:xfrm>
          <a:off x="3022300" y="2727179"/>
          <a:ext cx="1158458" cy="1158458"/>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4B06B3-F3F4-4868-ADD3-263DF4720163}">
      <dsp:nvSpPr>
        <dsp:cNvPr id="0" name=""/>
        <dsp:cNvSpPr/>
      </dsp:nvSpPr>
      <dsp:spPr>
        <a:xfrm>
          <a:off x="3269185" y="2974064"/>
          <a:ext cx="664689" cy="66468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E05088D-9DD9-4F7F-8B7C-AFCD6565562E}">
      <dsp:nvSpPr>
        <dsp:cNvPr id="0" name=""/>
        <dsp:cNvSpPr/>
      </dsp:nvSpPr>
      <dsp:spPr>
        <a:xfrm>
          <a:off x="2651973" y="4246469"/>
          <a:ext cx="18991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High expectations </a:t>
          </a:r>
        </a:p>
      </dsp:txBody>
      <dsp:txXfrm>
        <a:off x="2651973" y="4246469"/>
        <a:ext cx="1899112" cy="7200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949033-21E9-4580-B4BD-B3280E7857F4}">
      <dsp:nvSpPr>
        <dsp:cNvPr id="0" name=""/>
        <dsp:cNvSpPr/>
      </dsp:nvSpPr>
      <dsp:spPr>
        <a:xfrm>
          <a:off x="521179" y="1092428"/>
          <a:ext cx="557402" cy="5574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DA56467-78BC-4B7B-84F4-FDF9AE0F1534}">
      <dsp:nvSpPr>
        <dsp:cNvPr id="0" name=""/>
        <dsp:cNvSpPr/>
      </dsp:nvSpPr>
      <dsp:spPr>
        <a:xfrm>
          <a:off x="3591" y="1731901"/>
          <a:ext cx="1592578" cy="559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b="1"/>
          </a:pPr>
          <a:r>
            <a:rPr lang="en-US" sz="1400" kern="1200">
              <a:hlinkClick xmlns:r="http://schemas.openxmlformats.org/officeDocument/2006/relationships" r:id="rId3"/>
            </a:rPr>
            <a:t>World Health Organisation </a:t>
          </a:r>
          <a:endParaRPr lang="en-US" sz="1400" kern="1200"/>
        </a:p>
      </dsp:txBody>
      <dsp:txXfrm>
        <a:off x="3591" y="1731901"/>
        <a:ext cx="1592578" cy="559890"/>
      </dsp:txXfrm>
    </dsp:sp>
    <dsp:sp modelId="{28FF7838-0C67-459C-BB24-96EAB0B5E828}">
      <dsp:nvSpPr>
        <dsp:cNvPr id="0" name=""/>
        <dsp:cNvSpPr/>
      </dsp:nvSpPr>
      <dsp:spPr>
        <a:xfrm>
          <a:off x="3591" y="2329964"/>
          <a:ext cx="1592578" cy="671089"/>
        </a:xfrm>
        <a:prstGeom prst="rect">
          <a:avLst/>
        </a:prstGeom>
        <a:noFill/>
        <a:ln>
          <a:noFill/>
        </a:ln>
        <a:effectLst/>
      </dsp:spPr>
      <dsp:style>
        <a:lnRef idx="0">
          <a:scrgbClr r="0" g="0" b="0"/>
        </a:lnRef>
        <a:fillRef idx="0">
          <a:scrgbClr r="0" g="0" b="0"/>
        </a:fillRef>
        <a:effectRef idx="0">
          <a:scrgbClr r="0" g="0" b="0"/>
        </a:effectRef>
        <a:fontRef idx="minor"/>
      </dsp:style>
    </dsp:sp>
    <dsp:sp modelId="{EAF7486E-A8CE-4EE4-B77E-102B69E3FFC9}">
      <dsp:nvSpPr>
        <dsp:cNvPr id="0" name=""/>
        <dsp:cNvSpPr/>
      </dsp:nvSpPr>
      <dsp:spPr>
        <a:xfrm>
          <a:off x="2392459" y="1092428"/>
          <a:ext cx="557402" cy="557402"/>
        </a:xfrm>
        <a:prstGeom prst="rect">
          <a:avLst/>
        </a:prstGeom>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B00F213-D1CD-4959-A149-FEA0615F0B21}">
      <dsp:nvSpPr>
        <dsp:cNvPr id="0" name=""/>
        <dsp:cNvSpPr/>
      </dsp:nvSpPr>
      <dsp:spPr>
        <a:xfrm>
          <a:off x="1874871" y="1731901"/>
          <a:ext cx="1592578" cy="559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b="1"/>
          </a:pPr>
          <a:r>
            <a:rPr lang="en-US" sz="1400" kern="1200">
              <a:hlinkClick xmlns:r="http://schemas.openxmlformats.org/officeDocument/2006/relationships" r:id="rId6"/>
            </a:rPr>
            <a:t>Australian Institute of Health and Welfare</a:t>
          </a:r>
          <a:endParaRPr lang="en-US" sz="1400" kern="1200"/>
        </a:p>
      </dsp:txBody>
      <dsp:txXfrm>
        <a:off x="1874871" y="1731901"/>
        <a:ext cx="1592578" cy="559890"/>
      </dsp:txXfrm>
    </dsp:sp>
    <dsp:sp modelId="{373EC3A2-0899-4A98-A31B-693A6EFAE826}">
      <dsp:nvSpPr>
        <dsp:cNvPr id="0" name=""/>
        <dsp:cNvSpPr/>
      </dsp:nvSpPr>
      <dsp:spPr>
        <a:xfrm>
          <a:off x="1874871" y="2329964"/>
          <a:ext cx="1592578" cy="671089"/>
        </a:xfrm>
        <a:prstGeom prst="rect">
          <a:avLst/>
        </a:prstGeom>
        <a:noFill/>
        <a:ln>
          <a:noFill/>
        </a:ln>
        <a:effectLst/>
      </dsp:spPr>
      <dsp:style>
        <a:lnRef idx="0">
          <a:scrgbClr r="0" g="0" b="0"/>
        </a:lnRef>
        <a:fillRef idx="0">
          <a:scrgbClr r="0" g="0" b="0"/>
        </a:fillRef>
        <a:effectRef idx="0">
          <a:scrgbClr r="0" g="0" b="0"/>
        </a:effectRef>
        <a:fontRef idx="minor"/>
      </dsp:style>
    </dsp:sp>
    <dsp:sp modelId="{8DF1CD0E-7F65-4052-AC07-09D4E88D1747}">
      <dsp:nvSpPr>
        <dsp:cNvPr id="0" name=""/>
        <dsp:cNvSpPr/>
      </dsp:nvSpPr>
      <dsp:spPr>
        <a:xfrm>
          <a:off x="4263738" y="1092428"/>
          <a:ext cx="557402" cy="55740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DF0D686-9B59-4C3B-8C74-54510F6E4998}">
      <dsp:nvSpPr>
        <dsp:cNvPr id="0" name=""/>
        <dsp:cNvSpPr/>
      </dsp:nvSpPr>
      <dsp:spPr>
        <a:xfrm>
          <a:off x="3746150" y="1731901"/>
          <a:ext cx="1592578" cy="559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b="1"/>
          </a:pPr>
          <a:r>
            <a:rPr lang="en-US" sz="1400" kern="1200">
              <a:hlinkClick xmlns:r="http://schemas.openxmlformats.org/officeDocument/2006/relationships" r:id="rId9"/>
            </a:rPr>
            <a:t>Google Scholar</a:t>
          </a:r>
          <a:endParaRPr lang="en-US" sz="1400" kern="1200"/>
        </a:p>
      </dsp:txBody>
      <dsp:txXfrm>
        <a:off x="3746150" y="1731901"/>
        <a:ext cx="1592578" cy="559890"/>
      </dsp:txXfrm>
    </dsp:sp>
    <dsp:sp modelId="{8E9402F0-6768-4DF0-A29F-45A7367B0D99}">
      <dsp:nvSpPr>
        <dsp:cNvPr id="0" name=""/>
        <dsp:cNvSpPr/>
      </dsp:nvSpPr>
      <dsp:spPr>
        <a:xfrm>
          <a:off x="3746150" y="2329964"/>
          <a:ext cx="1592578" cy="671089"/>
        </a:xfrm>
        <a:prstGeom prst="rect">
          <a:avLst/>
        </a:prstGeom>
        <a:noFill/>
        <a:ln>
          <a:noFill/>
        </a:ln>
        <a:effectLst/>
      </dsp:spPr>
      <dsp:style>
        <a:lnRef idx="0">
          <a:scrgbClr r="0" g="0" b="0"/>
        </a:lnRef>
        <a:fillRef idx="0">
          <a:scrgbClr r="0" g="0" b="0"/>
        </a:fillRef>
        <a:effectRef idx="0">
          <a:scrgbClr r="0" g="0" b="0"/>
        </a:effectRef>
        <a:fontRef idx="minor"/>
      </dsp:style>
    </dsp:sp>
    <dsp:sp modelId="{9056E0E5-930F-43E7-931C-339B2145ADDF}">
      <dsp:nvSpPr>
        <dsp:cNvPr id="0" name=""/>
        <dsp:cNvSpPr/>
      </dsp:nvSpPr>
      <dsp:spPr>
        <a:xfrm>
          <a:off x="6135017" y="1092428"/>
          <a:ext cx="557402" cy="557402"/>
        </a:xfrm>
        <a:prstGeom prst="rect">
          <a:avLst/>
        </a:prstGeom>
        <a:blipFill>
          <a:blip xmlns:r="http://schemas.openxmlformats.org/officeDocument/2006/relationships"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EC8E6C7-86F8-4C60-876C-34FABD6493A4}">
      <dsp:nvSpPr>
        <dsp:cNvPr id="0" name=""/>
        <dsp:cNvSpPr/>
      </dsp:nvSpPr>
      <dsp:spPr>
        <a:xfrm>
          <a:off x="5617429" y="1731901"/>
          <a:ext cx="1592578" cy="559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b="1"/>
          </a:pPr>
          <a:r>
            <a:rPr lang="en-US" sz="1400" kern="1200">
              <a:hlinkClick xmlns:r="http://schemas.openxmlformats.org/officeDocument/2006/relationships" r:id="rId12"/>
            </a:rPr>
            <a:t>Ebsco (Research Database from R&amp;SC)</a:t>
          </a:r>
          <a:endParaRPr lang="en-US" sz="1400" kern="1200"/>
        </a:p>
      </dsp:txBody>
      <dsp:txXfrm>
        <a:off x="5617429" y="1731901"/>
        <a:ext cx="1592578" cy="559890"/>
      </dsp:txXfrm>
    </dsp:sp>
    <dsp:sp modelId="{439467E9-A5B6-4556-AD18-1BB412A84F59}">
      <dsp:nvSpPr>
        <dsp:cNvPr id="0" name=""/>
        <dsp:cNvSpPr/>
      </dsp:nvSpPr>
      <dsp:spPr>
        <a:xfrm>
          <a:off x="5617429" y="2329964"/>
          <a:ext cx="1592578" cy="671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RASC site – Password </a:t>
          </a:r>
          <a:r>
            <a:rPr lang="en-US" sz="1100" i="1" kern="1200"/>
            <a:t>Baptist</a:t>
          </a:r>
          <a:endParaRPr lang="en-US" sz="1100" kern="1200"/>
        </a:p>
        <a:p>
          <a:pPr marL="0" lvl="0" indent="0" algn="ctr" defTabSz="488950">
            <a:lnSpc>
              <a:spcPct val="90000"/>
            </a:lnSpc>
            <a:spcBef>
              <a:spcPct val="0"/>
            </a:spcBef>
            <a:spcAft>
              <a:spcPct val="35000"/>
            </a:spcAft>
            <a:buNone/>
          </a:pPr>
          <a:r>
            <a:rPr lang="en-US" sz="1100" kern="1200"/>
            <a:t>Database Ebsoc – Password is </a:t>
          </a:r>
          <a:r>
            <a:rPr lang="en-US" sz="1100" i="1" kern="1200"/>
            <a:t>Baptist-20</a:t>
          </a:r>
          <a:endParaRPr lang="en-US" sz="1100" kern="1200"/>
        </a:p>
      </dsp:txBody>
      <dsp:txXfrm>
        <a:off x="5617429" y="2329964"/>
        <a:ext cx="1592578" cy="67108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6C6B09-B74E-42F0-8A30-A748827AD205}">
      <dsp:nvSpPr>
        <dsp:cNvPr id="0" name=""/>
        <dsp:cNvSpPr/>
      </dsp:nvSpPr>
      <dsp:spPr>
        <a:xfrm>
          <a:off x="0" y="2470633"/>
          <a:ext cx="7213600" cy="1621002"/>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US" sz="2900" kern="1200"/>
            <a:t>What terms are used to measure this?</a:t>
          </a:r>
        </a:p>
      </dsp:txBody>
      <dsp:txXfrm>
        <a:off x="0" y="2470633"/>
        <a:ext cx="7213600" cy="875341"/>
      </dsp:txXfrm>
    </dsp:sp>
    <dsp:sp modelId="{19ED49D1-C116-4D87-B00E-878B7BAEB9EC}">
      <dsp:nvSpPr>
        <dsp:cNvPr id="0" name=""/>
        <dsp:cNvSpPr/>
      </dsp:nvSpPr>
      <dsp:spPr>
        <a:xfrm>
          <a:off x="3522" y="3313554"/>
          <a:ext cx="2402185" cy="745661"/>
        </a:xfrm>
        <a:prstGeom prst="rect">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5128" tIns="24130" rIns="135128" bIns="24130" numCol="1" spcCol="1270" anchor="ctr" anchorCtr="0">
          <a:noAutofit/>
        </a:bodyPr>
        <a:lstStyle/>
        <a:p>
          <a:pPr marL="0" lvl="0" indent="0" algn="ctr" defTabSz="844550">
            <a:lnSpc>
              <a:spcPct val="90000"/>
            </a:lnSpc>
            <a:spcBef>
              <a:spcPct val="0"/>
            </a:spcBef>
            <a:spcAft>
              <a:spcPct val="35000"/>
            </a:spcAft>
            <a:buNone/>
          </a:pPr>
          <a:r>
            <a:rPr lang="en-US" sz="1900" kern="1200"/>
            <a:t>Quality of life</a:t>
          </a:r>
        </a:p>
      </dsp:txBody>
      <dsp:txXfrm>
        <a:off x="3522" y="3313554"/>
        <a:ext cx="2402185" cy="745661"/>
      </dsp:txXfrm>
    </dsp:sp>
    <dsp:sp modelId="{BA17C6CF-717B-41DB-BFA6-AE6D277E0D7E}">
      <dsp:nvSpPr>
        <dsp:cNvPr id="0" name=""/>
        <dsp:cNvSpPr/>
      </dsp:nvSpPr>
      <dsp:spPr>
        <a:xfrm>
          <a:off x="2405707" y="3313554"/>
          <a:ext cx="2402185" cy="745661"/>
        </a:xfrm>
        <a:prstGeom prst="rect">
          <a:avLst/>
        </a:prstGeom>
        <a:solidFill>
          <a:schemeClr val="accent2">
            <a:tint val="40000"/>
            <a:alpha val="90000"/>
            <a:hueOff val="-2045920"/>
            <a:satOff val="22554"/>
            <a:lumOff val="2148"/>
            <a:alphaOff val="0"/>
          </a:schemeClr>
        </a:solidFill>
        <a:ln w="19050" cap="rnd" cmpd="sng" algn="ctr">
          <a:solidFill>
            <a:schemeClr val="accent2">
              <a:tint val="40000"/>
              <a:alpha val="90000"/>
              <a:hueOff val="-2045920"/>
              <a:satOff val="22554"/>
              <a:lumOff val="214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5128" tIns="24130" rIns="135128" bIns="24130" numCol="1" spcCol="1270" anchor="ctr" anchorCtr="0">
          <a:noAutofit/>
        </a:bodyPr>
        <a:lstStyle/>
        <a:p>
          <a:pPr marL="0" lvl="0" indent="0" algn="ctr" defTabSz="844550">
            <a:lnSpc>
              <a:spcPct val="90000"/>
            </a:lnSpc>
            <a:spcBef>
              <a:spcPct val="0"/>
            </a:spcBef>
            <a:spcAft>
              <a:spcPct val="35000"/>
            </a:spcAft>
            <a:buNone/>
          </a:pPr>
          <a:r>
            <a:rPr lang="en-US" sz="1900" kern="1200"/>
            <a:t>Living with a disease (Morbidity)</a:t>
          </a:r>
        </a:p>
      </dsp:txBody>
      <dsp:txXfrm>
        <a:off x="2405707" y="3313554"/>
        <a:ext cx="2402185" cy="745661"/>
      </dsp:txXfrm>
    </dsp:sp>
    <dsp:sp modelId="{3982F2B2-D8BF-4DA4-BF88-B375C7217B4A}">
      <dsp:nvSpPr>
        <dsp:cNvPr id="0" name=""/>
        <dsp:cNvSpPr/>
      </dsp:nvSpPr>
      <dsp:spPr>
        <a:xfrm>
          <a:off x="4807892" y="3313554"/>
          <a:ext cx="2402185" cy="745661"/>
        </a:xfrm>
        <a:prstGeom prst="rect">
          <a:avLst/>
        </a:prstGeom>
        <a:solidFill>
          <a:schemeClr val="accent2">
            <a:tint val="40000"/>
            <a:alpha val="90000"/>
            <a:hueOff val="-4091839"/>
            <a:satOff val="45107"/>
            <a:lumOff val="4296"/>
            <a:alphaOff val="0"/>
          </a:schemeClr>
        </a:solidFill>
        <a:ln w="19050" cap="rnd" cmpd="sng" algn="ctr">
          <a:solidFill>
            <a:schemeClr val="accent2">
              <a:tint val="40000"/>
              <a:alpha val="90000"/>
              <a:hueOff val="-4091839"/>
              <a:satOff val="45107"/>
              <a:lumOff val="429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5128" tIns="24130" rIns="135128" bIns="24130" numCol="1" spcCol="1270" anchor="ctr" anchorCtr="0">
          <a:noAutofit/>
        </a:bodyPr>
        <a:lstStyle/>
        <a:p>
          <a:pPr marL="0" lvl="0" indent="0" algn="ctr" defTabSz="844550">
            <a:lnSpc>
              <a:spcPct val="90000"/>
            </a:lnSpc>
            <a:spcBef>
              <a:spcPct val="0"/>
            </a:spcBef>
            <a:spcAft>
              <a:spcPct val="35000"/>
            </a:spcAft>
            <a:buNone/>
          </a:pPr>
          <a:r>
            <a:rPr lang="en-US" sz="1900" kern="1200"/>
            <a:t>Life expectancy </a:t>
          </a:r>
        </a:p>
      </dsp:txBody>
      <dsp:txXfrm>
        <a:off x="4807892" y="3313554"/>
        <a:ext cx="2402185" cy="745661"/>
      </dsp:txXfrm>
    </dsp:sp>
    <dsp:sp modelId="{4E8B653D-03F0-4A7A-90AA-0B86A0095848}">
      <dsp:nvSpPr>
        <dsp:cNvPr id="0" name=""/>
        <dsp:cNvSpPr/>
      </dsp:nvSpPr>
      <dsp:spPr>
        <a:xfrm rot="10800000">
          <a:off x="0" y="1845"/>
          <a:ext cx="7213600" cy="2493102"/>
        </a:xfrm>
        <a:prstGeom prst="upArrowCallout">
          <a:avLst/>
        </a:prstGeom>
        <a:solidFill>
          <a:schemeClr val="accent2">
            <a:hueOff val="-2964286"/>
            <a:satOff val="14200"/>
            <a:lumOff val="1313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US" sz="2900" kern="1200"/>
            <a:t>Can be individual or a group (populations – E.g. Your suburb/state/country)</a:t>
          </a:r>
        </a:p>
      </dsp:txBody>
      <dsp:txXfrm rot="10800000">
        <a:off x="0" y="1845"/>
        <a:ext cx="7213600" cy="161994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4F8228-B9B2-4376-8659-15AF65C36532}">
      <dsp:nvSpPr>
        <dsp:cNvPr id="0" name=""/>
        <dsp:cNvSpPr/>
      </dsp:nvSpPr>
      <dsp:spPr>
        <a:xfrm>
          <a:off x="2712" y="348440"/>
          <a:ext cx="1630808" cy="432000"/>
        </a:xfrm>
        <a:prstGeom prst="rect">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kern="1200" dirty="0"/>
            <a:t>Social </a:t>
          </a:r>
        </a:p>
      </dsp:txBody>
      <dsp:txXfrm>
        <a:off x="2712" y="348440"/>
        <a:ext cx="1630808" cy="432000"/>
      </dsp:txXfrm>
    </dsp:sp>
    <dsp:sp modelId="{F4E5FF23-A9DF-4CE5-83AC-24A05F2A308D}">
      <dsp:nvSpPr>
        <dsp:cNvPr id="0" name=""/>
        <dsp:cNvSpPr/>
      </dsp:nvSpPr>
      <dsp:spPr>
        <a:xfrm>
          <a:off x="2712" y="780441"/>
          <a:ext cx="1630808" cy="2964600"/>
        </a:xfrm>
        <a:prstGeom prst="rect">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dirty="0"/>
            <a:t>Social gradient</a:t>
          </a:r>
        </a:p>
        <a:p>
          <a:pPr marL="114300" lvl="1" indent="-114300" algn="l" defTabSz="666750">
            <a:lnSpc>
              <a:spcPct val="90000"/>
            </a:lnSpc>
            <a:spcBef>
              <a:spcPct val="0"/>
            </a:spcBef>
            <a:spcAft>
              <a:spcPct val="15000"/>
            </a:spcAft>
            <a:buChar char="•"/>
          </a:pPr>
          <a:r>
            <a:rPr lang="en-US" sz="1500" kern="1200" dirty="0"/>
            <a:t>Unemployment</a:t>
          </a:r>
        </a:p>
        <a:p>
          <a:pPr marL="114300" lvl="1" indent="-114300" algn="l" defTabSz="666750">
            <a:lnSpc>
              <a:spcPct val="90000"/>
            </a:lnSpc>
            <a:spcBef>
              <a:spcPct val="0"/>
            </a:spcBef>
            <a:spcAft>
              <a:spcPct val="15000"/>
            </a:spcAft>
            <a:buChar char="•"/>
          </a:pPr>
          <a:r>
            <a:rPr lang="en-US" sz="1500" kern="1200" dirty="0"/>
            <a:t>Early life</a:t>
          </a:r>
        </a:p>
        <a:p>
          <a:pPr marL="114300" lvl="1" indent="-114300" algn="l" defTabSz="666750">
            <a:lnSpc>
              <a:spcPct val="90000"/>
            </a:lnSpc>
            <a:spcBef>
              <a:spcPct val="0"/>
            </a:spcBef>
            <a:spcAft>
              <a:spcPct val="15000"/>
            </a:spcAft>
            <a:buChar char="•"/>
          </a:pPr>
          <a:r>
            <a:rPr lang="en-US" sz="1500" kern="1200" dirty="0"/>
            <a:t>Social exclusion</a:t>
          </a:r>
        </a:p>
        <a:p>
          <a:pPr marL="114300" lvl="1" indent="-114300" algn="l" defTabSz="666750">
            <a:lnSpc>
              <a:spcPct val="90000"/>
            </a:lnSpc>
            <a:spcBef>
              <a:spcPct val="0"/>
            </a:spcBef>
            <a:spcAft>
              <a:spcPct val="15000"/>
            </a:spcAft>
            <a:buChar char="•"/>
          </a:pPr>
          <a:r>
            <a:rPr lang="en-US" sz="1500" kern="1200" dirty="0"/>
            <a:t>Work</a:t>
          </a:r>
        </a:p>
        <a:p>
          <a:pPr marL="114300" lvl="1" indent="-114300" algn="l" defTabSz="666750">
            <a:lnSpc>
              <a:spcPct val="90000"/>
            </a:lnSpc>
            <a:spcBef>
              <a:spcPct val="0"/>
            </a:spcBef>
            <a:spcAft>
              <a:spcPct val="15000"/>
            </a:spcAft>
            <a:buChar char="•"/>
          </a:pPr>
          <a:r>
            <a:rPr lang="en-US" sz="1500" kern="1200" dirty="0"/>
            <a:t>Stress</a:t>
          </a:r>
        </a:p>
        <a:p>
          <a:pPr marL="114300" lvl="1" indent="-114300" algn="l" defTabSz="666750">
            <a:lnSpc>
              <a:spcPct val="90000"/>
            </a:lnSpc>
            <a:spcBef>
              <a:spcPct val="0"/>
            </a:spcBef>
            <a:spcAft>
              <a:spcPct val="15000"/>
            </a:spcAft>
            <a:buChar char="•"/>
          </a:pPr>
          <a:r>
            <a:rPr lang="en-US" sz="1500" kern="1200" dirty="0"/>
            <a:t>Addiction</a:t>
          </a:r>
        </a:p>
        <a:p>
          <a:pPr marL="114300" lvl="1" indent="-114300" algn="l" defTabSz="666750">
            <a:lnSpc>
              <a:spcPct val="90000"/>
            </a:lnSpc>
            <a:spcBef>
              <a:spcPct val="0"/>
            </a:spcBef>
            <a:spcAft>
              <a:spcPct val="15000"/>
            </a:spcAft>
            <a:buChar char="•"/>
          </a:pPr>
          <a:r>
            <a:rPr lang="en-US" sz="1500" kern="1200" dirty="0"/>
            <a:t>Food </a:t>
          </a:r>
        </a:p>
        <a:p>
          <a:pPr marL="114300" lvl="1" indent="-114300" algn="l" defTabSz="666750">
            <a:lnSpc>
              <a:spcPct val="90000"/>
            </a:lnSpc>
            <a:spcBef>
              <a:spcPct val="0"/>
            </a:spcBef>
            <a:spcAft>
              <a:spcPct val="15000"/>
            </a:spcAft>
            <a:buChar char="•"/>
          </a:pPr>
          <a:r>
            <a:rPr lang="en-US" sz="1500" kern="1200" dirty="0"/>
            <a:t>Transport</a:t>
          </a:r>
        </a:p>
        <a:p>
          <a:pPr marL="114300" lvl="1" indent="-114300" algn="l" defTabSz="666750">
            <a:lnSpc>
              <a:spcPct val="90000"/>
            </a:lnSpc>
            <a:spcBef>
              <a:spcPct val="0"/>
            </a:spcBef>
            <a:spcAft>
              <a:spcPct val="15000"/>
            </a:spcAft>
            <a:buChar char="•"/>
          </a:pPr>
          <a:r>
            <a:rPr lang="en-US" sz="1500" kern="1200" dirty="0"/>
            <a:t>Social support</a:t>
          </a:r>
        </a:p>
        <a:p>
          <a:pPr marL="114300" lvl="1" indent="-114300" algn="l" defTabSz="666750">
            <a:lnSpc>
              <a:spcPct val="90000"/>
            </a:lnSpc>
            <a:spcBef>
              <a:spcPct val="0"/>
            </a:spcBef>
            <a:spcAft>
              <a:spcPct val="15000"/>
            </a:spcAft>
            <a:buChar char="•"/>
          </a:pPr>
          <a:r>
            <a:rPr lang="en-US" sz="1500" kern="1200" dirty="0"/>
            <a:t>culture</a:t>
          </a:r>
        </a:p>
      </dsp:txBody>
      <dsp:txXfrm>
        <a:off x="2712" y="780441"/>
        <a:ext cx="1630808" cy="2964600"/>
      </dsp:txXfrm>
    </dsp:sp>
    <dsp:sp modelId="{CF41773A-AEFB-4A91-927E-2A3481BA4356}">
      <dsp:nvSpPr>
        <dsp:cNvPr id="0" name=""/>
        <dsp:cNvSpPr/>
      </dsp:nvSpPr>
      <dsp:spPr>
        <a:xfrm>
          <a:off x="1861834" y="348440"/>
          <a:ext cx="1630808" cy="432000"/>
        </a:xfrm>
        <a:prstGeom prst="rect">
          <a:avLst/>
        </a:prstGeom>
        <a:solidFill>
          <a:schemeClr val="accent2">
            <a:hueOff val="-988095"/>
            <a:satOff val="4733"/>
            <a:lumOff val="4379"/>
            <a:alphaOff val="0"/>
          </a:schemeClr>
        </a:solidFill>
        <a:ln w="19050" cap="rnd" cmpd="sng" algn="ctr">
          <a:solidFill>
            <a:schemeClr val="accent2">
              <a:hueOff val="-988095"/>
              <a:satOff val="4733"/>
              <a:lumOff val="4379"/>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AU" sz="1500" kern="1200" dirty="0"/>
            <a:t>Environmental </a:t>
          </a:r>
          <a:endParaRPr lang="en-US" sz="1500" kern="1200" dirty="0"/>
        </a:p>
      </dsp:txBody>
      <dsp:txXfrm>
        <a:off x="1861834" y="348440"/>
        <a:ext cx="1630808" cy="432000"/>
      </dsp:txXfrm>
    </dsp:sp>
    <dsp:sp modelId="{AFB97635-62C0-4E9D-9BC8-1909E7A8EC7B}">
      <dsp:nvSpPr>
        <dsp:cNvPr id="0" name=""/>
        <dsp:cNvSpPr/>
      </dsp:nvSpPr>
      <dsp:spPr>
        <a:xfrm>
          <a:off x="1861834" y="780441"/>
          <a:ext cx="1630808" cy="2964600"/>
        </a:xfrm>
        <a:prstGeom prst="rect">
          <a:avLst/>
        </a:prstGeom>
        <a:solidFill>
          <a:schemeClr val="accent2">
            <a:tint val="40000"/>
            <a:alpha val="90000"/>
            <a:hueOff val="-1363946"/>
            <a:satOff val="15036"/>
            <a:lumOff val="1432"/>
            <a:alphaOff val="0"/>
          </a:schemeClr>
        </a:solidFill>
        <a:ln w="19050" cap="rnd" cmpd="sng" algn="ctr">
          <a:solidFill>
            <a:schemeClr val="accent2">
              <a:tint val="40000"/>
              <a:alpha val="90000"/>
              <a:hueOff val="-1363946"/>
              <a:satOff val="15036"/>
              <a:lumOff val="143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dirty="0"/>
            <a:t>Extreme weather</a:t>
          </a:r>
        </a:p>
        <a:p>
          <a:pPr marL="114300" lvl="1" indent="-114300" algn="l" defTabSz="666750">
            <a:lnSpc>
              <a:spcPct val="90000"/>
            </a:lnSpc>
            <a:spcBef>
              <a:spcPct val="0"/>
            </a:spcBef>
            <a:spcAft>
              <a:spcPct val="15000"/>
            </a:spcAft>
            <a:buChar char="•"/>
          </a:pPr>
          <a:r>
            <a:rPr lang="en-US" sz="1500" kern="1200" dirty="0"/>
            <a:t>Bushfires</a:t>
          </a:r>
        </a:p>
        <a:p>
          <a:pPr marL="114300" lvl="1" indent="-114300" algn="l" defTabSz="666750">
            <a:lnSpc>
              <a:spcPct val="90000"/>
            </a:lnSpc>
            <a:spcBef>
              <a:spcPct val="0"/>
            </a:spcBef>
            <a:spcAft>
              <a:spcPct val="15000"/>
            </a:spcAft>
            <a:buChar char="•"/>
          </a:pPr>
          <a:r>
            <a:rPr lang="en-US" sz="1500" kern="1200" dirty="0"/>
            <a:t>Storms and flooding</a:t>
          </a:r>
        </a:p>
        <a:p>
          <a:pPr marL="114300" lvl="1" indent="-114300" algn="l" defTabSz="666750">
            <a:lnSpc>
              <a:spcPct val="90000"/>
            </a:lnSpc>
            <a:spcBef>
              <a:spcPct val="0"/>
            </a:spcBef>
            <a:spcAft>
              <a:spcPct val="15000"/>
            </a:spcAft>
            <a:buChar char="•"/>
          </a:pPr>
          <a:r>
            <a:rPr lang="en-US" sz="1500" kern="1200" dirty="0"/>
            <a:t>Food and water quality</a:t>
          </a:r>
        </a:p>
        <a:p>
          <a:pPr marL="114300" lvl="1" indent="-114300" algn="l" defTabSz="666750">
            <a:lnSpc>
              <a:spcPct val="90000"/>
            </a:lnSpc>
            <a:spcBef>
              <a:spcPct val="0"/>
            </a:spcBef>
            <a:spcAft>
              <a:spcPct val="15000"/>
            </a:spcAft>
            <a:buChar char="•"/>
          </a:pPr>
          <a:r>
            <a:rPr lang="en-US" sz="1500" kern="1200" dirty="0"/>
            <a:t>Vector agents</a:t>
          </a:r>
        </a:p>
        <a:p>
          <a:pPr marL="114300" lvl="1" indent="-114300" algn="l" defTabSz="666750">
            <a:lnSpc>
              <a:spcPct val="90000"/>
            </a:lnSpc>
            <a:spcBef>
              <a:spcPct val="0"/>
            </a:spcBef>
            <a:spcAft>
              <a:spcPct val="15000"/>
            </a:spcAft>
            <a:buChar char="•"/>
          </a:pPr>
          <a:r>
            <a:rPr lang="en-US" sz="1500" kern="1200" dirty="0"/>
            <a:t>UV radiation </a:t>
          </a:r>
        </a:p>
        <a:p>
          <a:pPr marL="114300" lvl="1" indent="-114300" algn="l" defTabSz="666750">
            <a:lnSpc>
              <a:spcPct val="90000"/>
            </a:lnSpc>
            <a:spcBef>
              <a:spcPct val="0"/>
            </a:spcBef>
            <a:spcAft>
              <a:spcPct val="15000"/>
            </a:spcAft>
            <a:buChar char="•"/>
          </a:pPr>
          <a:r>
            <a:rPr lang="en-US" sz="1500" kern="1200" dirty="0"/>
            <a:t>Air quality</a:t>
          </a:r>
        </a:p>
        <a:p>
          <a:pPr marL="114300" lvl="1" indent="-114300" algn="l" defTabSz="666750">
            <a:lnSpc>
              <a:spcPct val="90000"/>
            </a:lnSpc>
            <a:spcBef>
              <a:spcPct val="0"/>
            </a:spcBef>
            <a:spcAft>
              <a:spcPct val="15000"/>
            </a:spcAft>
            <a:buChar char="•"/>
          </a:pPr>
          <a:r>
            <a:rPr lang="en-US" sz="1500" kern="1200" dirty="0"/>
            <a:t>The built environment</a:t>
          </a:r>
        </a:p>
      </dsp:txBody>
      <dsp:txXfrm>
        <a:off x="1861834" y="780441"/>
        <a:ext cx="1630808" cy="2964600"/>
      </dsp:txXfrm>
    </dsp:sp>
    <dsp:sp modelId="{9378D190-F7F1-4E21-88B2-800030B467C0}">
      <dsp:nvSpPr>
        <dsp:cNvPr id="0" name=""/>
        <dsp:cNvSpPr/>
      </dsp:nvSpPr>
      <dsp:spPr>
        <a:xfrm>
          <a:off x="3720956" y="348440"/>
          <a:ext cx="1630808" cy="432000"/>
        </a:xfrm>
        <a:prstGeom prst="rect">
          <a:avLst/>
        </a:prstGeom>
        <a:solidFill>
          <a:schemeClr val="accent2">
            <a:hueOff val="-1976191"/>
            <a:satOff val="9467"/>
            <a:lumOff val="8758"/>
            <a:alphaOff val="0"/>
          </a:schemeClr>
        </a:solidFill>
        <a:ln w="19050" cap="rnd" cmpd="sng" algn="ctr">
          <a:solidFill>
            <a:schemeClr val="accent2">
              <a:hueOff val="-1976191"/>
              <a:satOff val="9467"/>
              <a:lumOff val="8758"/>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AU" sz="1500" kern="1200" dirty="0"/>
            <a:t>Socio-economic </a:t>
          </a:r>
          <a:endParaRPr lang="en-US" sz="1500" kern="1200" dirty="0"/>
        </a:p>
      </dsp:txBody>
      <dsp:txXfrm>
        <a:off x="3720956" y="348440"/>
        <a:ext cx="1630808" cy="432000"/>
      </dsp:txXfrm>
    </dsp:sp>
    <dsp:sp modelId="{AFBB2B0C-9D42-4E76-BE11-7A929E473C9B}">
      <dsp:nvSpPr>
        <dsp:cNvPr id="0" name=""/>
        <dsp:cNvSpPr/>
      </dsp:nvSpPr>
      <dsp:spPr>
        <a:xfrm>
          <a:off x="3720956" y="780441"/>
          <a:ext cx="1630808" cy="2964600"/>
        </a:xfrm>
        <a:prstGeom prst="rect">
          <a:avLst/>
        </a:prstGeom>
        <a:solidFill>
          <a:schemeClr val="accent2">
            <a:tint val="40000"/>
            <a:alpha val="90000"/>
            <a:hueOff val="-2727893"/>
            <a:satOff val="30071"/>
            <a:lumOff val="2864"/>
            <a:alphaOff val="0"/>
          </a:schemeClr>
        </a:solidFill>
        <a:ln w="19050" cap="rnd" cmpd="sng" algn="ctr">
          <a:solidFill>
            <a:schemeClr val="accent2">
              <a:tint val="40000"/>
              <a:alpha val="90000"/>
              <a:hueOff val="-2727893"/>
              <a:satOff val="30071"/>
              <a:lumOff val="286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dirty="0"/>
            <a:t>Education</a:t>
          </a:r>
        </a:p>
        <a:p>
          <a:pPr marL="114300" lvl="1" indent="-114300" algn="l" defTabSz="666750">
            <a:lnSpc>
              <a:spcPct val="90000"/>
            </a:lnSpc>
            <a:spcBef>
              <a:spcPct val="0"/>
            </a:spcBef>
            <a:spcAft>
              <a:spcPct val="15000"/>
            </a:spcAft>
            <a:buChar char="•"/>
          </a:pPr>
          <a:r>
            <a:rPr lang="en-US" sz="1500" kern="1200" dirty="0"/>
            <a:t>Employment</a:t>
          </a:r>
        </a:p>
        <a:p>
          <a:pPr marL="114300" lvl="1" indent="-114300" algn="l" defTabSz="666750">
            <a:lnSpc>
              <a:spcPct val="90000"/>
            </a:lnSpc>
            <a:spcBef>
              <a:spcPct val="0"/>
            </a:spcBef>
            <a:spcAft>
              <a:spcPct val="15000"/>
            </a:spcAft>
            <a:buChar char="•"/>
          </a:pPr>
          <a:r>
            <a:rPr lang="en-US" sz="1500" kern="1200" dirty="0"/>
            <a:t>Housing</a:t>
          </a:r>
        </a:p>
        <a:p>
          <a:pPr marL="114300" lvl="1" indent="-114300" algn="l" defTabSz="666750">
            <a:lnSpc>
              <a:spcPct val="90000"/>
            </a:lnSpc>
            <a:spcBef>
              <a:spcPct val="0"/>
            </a:spcBef>
            <a:spcAft>
              <a:spcPct val="15000"/>
            </a:spcAft>
            <a:buChar char="•"/>
          </a:pPr>
          <a:r>
            <a:rPr lang="en-US" sz="1500" kern="1200" dirty="0"/>
            <a:t>Income</a:t>
          </a:r>
        </a:p>
        <a:p>
          <a:pPr marL="114300" lvl="1" indent="-114300" algn="l" defTabSz="666750">
            <a:lnSpc>
              <a:spcPct val="90000"/>
            </a:lnSpc>
            <a:spcBef>
              <a:spcPct val="0"/>
            </a:spcBef>
            <a:spcAft>
              <a:spcPct val="15000"/>
            </a:spcAft>
            <a:buChar char="•"/>
          </a:pPr>
          <a:r>
            <a:rPr lang="en-US" sz="1500" kern="1200" dirty="0"/>
            <a:t>Access to services</a:t>
          </a:r>
        </a:p>
        <a:p>
          <a:pPr marL="114300" lvl="1" indent="-114300" algn="l" defTabSz="666750">
            <a:lnSpc>
              <a:spcPct val="90000"/>
            </a:lnSpc>
            <a:spcBef>
              <a:spcPct val="0"/>
            </a:spcBef>
            <a:spcAft>
              <a:spcPct val="15000"/>
            </a:spcAft>
            <a:buChar char="•"/>
          </a:pPr>
          <a:r>
            <a:rPr lang="en-US" sz="1500" kern="1200" dirty="0"/>
            <a:t>Neighborhood</a:t>
          </a:r>
        </a:p>
        <a:p>
          <a:pPr marL="114300" lvl="1" indent="-114300" algn="l" defTabSz="666750">
            <a:lnSpc>
              <a:spcPct val="90000"/>
            </a:lnSpc>
            <a:spcBef>
              <a:spcPct val="0"/>
            </a:spcBef>
            <a:spcAft>
              <a:spcPct val="15000"/>
            </a:spcAft>
            <a:buChar char="•"/>
          </a:pPr>
          <a:r>
            <a:rPr lang="en-US" sz="1500" kern="1200" dirty="0"/>
            <a:t>Family</a:t>
          </a:r>
        </a:p>
        <a:p>
          <a:pPr marL="114300" lvl="1" indent="-114300" algn="l" defTabSz="666750">
            <a:lnSpc>
              <a:spcPct val="90000"/>
            </a:lnSpc>
            <a:spcBef>
              <a:spcPct val="0"/>
            </a:spcBef>
            <a:spcAft>
              <a:spcPct val="15000"/>
            </a:spcAft>
            <a:buChar char="•"/>
          </a:pPr>
          <a:r>
            <a:rPr lang="en-US" sz="1500" kern="1200" dirty="0"/>
            <a:t>Migration status </a:t>
          </a:r>
        </a:p>
        <a:p>
          <a:pPr marL="114300" lvl="1" indent="-114300" algn="l" defTabSz="666750">
            <a:lnSpc>
              <a:spcPct val="90000"/>
            </a:lnSpc>
            <a:spcBef>
              <a:spcPct val="0"/>
            </a:spcBef>
            <a:spcAft>
              <a:spcPct val="15000"/>
            </a:spcAft>
            <a:buChar char="•"/>
          </a:pPr>
          <a:r>
            <a:rPr lang="en-US" sz="1500" kern="1200" dirty="0"/>
            <a:t>Food security</a:t>
          </a:r>
        </a:p>
      </dsp:txBody>
      <dsp:txXfrm>
        <a:off x="3720956" y="780441"/>
        <a:ext cx="1630808" cy="2964600"/>
      </dsp:txXfrm>
    </dsp:sp>
    <dsp:sp modelId="{15F59DF2-E9D1-4E76-8878-CF34A081883B}">
      <dsp:nvSpPr>
        <dsp:cNvPr id="0" name=""/>
        <dsp:cNvSpPr/>
      </dsp:nvSpPr>
      <dsp:spPr>
        <a:xfrm>
          <a:off x="5580078" y="348440"/>
          <a:ext cx="1630808" cy="432000"/>
        </a:xfrm>
        <a:prstGeom prst="rect">
          <a:avLst/>
        </a:prstGeom>
        <a:solidFill>
          <a:schemeClr val="accent2">
            <a:hueOff val="-2964286"/>
            <a:satOff val="14200"/>
            <a:lumOff val="13137"/>
            <a:alphaOff val="0"/>
          </a:schemeClr>
        </a:solidFill>
        <a:ln w="19050" cap="rnd" cmpd="sng" algn="ctr">
          <a:solidFill>
            <a:schemeClr val="accent2">
              <a:hueOff val="-2964286"/>
              <a:satOff val="14200"/>
              <a:lumOff val="13137"/>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AU" sz="1500" kern="1200" dirty="0"/>
            <a:t>Biological</a:t>
          </a:r>
          <a:endParaRPr lang="en-US" sz="1500" kern="1200" dirty="0"/>
        </a:p>
      </dsp:txBody>
      <dsp:txXfrm>
        <a:off x="5580078" y="348440"/>
        <a:ext cx="1630808" cy="432000"/>
      </dsp:txXfrm>
    </dsp:sp>
    <dsp:sp modelId="{85697587-BAB2-4ABD-A490-90AF878E5C94}">
      <dsp:nvSpPr>
        <dsp:cNvPr id="0" name=""/>
        <dsp:cNvSpPr/>
      </dsp:nvSpPr>
      <dsp:spPr>
        <a:xfrm>
          <a:off x="5580078" y="780441"/>
          <a:ext cx="1630808" cy="2964600"/>
        </a:xfrm>
        <a:prstGeom prst="rect">
          <a:avLst/>
        </a:prstGeom>
        <a:solidFill>
          <a:schemeClr val="accent2">
            <a:tint val="40000"/>
            <a:alpha val="90000"/>
            <a:hueOff val="-4091839"/>
            <a:satOff val="45107"/>
            <a:lumOff val="4296"/>
            <a:alphaOff val="0"/>
          </a:schemeClr>
        </a:solidFill>
        <a:ln w="19050" cap="rnd" cmpd="sng" algn="ctr">
          <a:solidFill>
            <a:schemeClr val="accent2">
              <a:tint val="40000"/>
              <a:alpha val="90000"/>
              <a:hueOff val="-4091839"/>
              <a:satOff val="45107"/>
              <a:lumOff val="429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dirty="0"/>
            <a:t>Body weight</a:t>
          </a:r>
        </a:p>
        <a:p>
          <a:pPr marL="114300" lvl="1" indent="-114300" algn="l" defTabSz="666750">
            <a:lnSpc>
              <a:spcPct val="90000"/>
            </a:lnSpc>
            <a:spcBef>
              <a:spcPct val="0"/>
            </a:spcBef>
            <a:spcAft>
              <a:spcPct val="15000"/>
            </a:spcAft>
            <a:buChar char="•"/>
          </a:pPr>
          <a:r>
            <a:rPr lang="en-US" sz="1500" kern="1200" dirty="0"/>
            <a:t>Birth weight </a:t>
          </a:r>
        </a:p>
      </dsp:txBody>
      <dsp:txXfrm>
        <a:off x="5580078" y="780441"/>
        <a:ext cx="1630808" cy="296460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3F132E-3427-4960-83E6-0ADB7F317AA0}">
      <dsp:nvSpPr>
        <dsp:cNvPr id="0" name=""/>
        <dsp:cNvSpPr/>
      </dsp:nvSpPr>
      <dsp:spPr>
        <a:xfrm>
          <a:off x="880" y="902290"/>
          <a:ext cx="3090788" cy="1962650"/>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C51765C-258A-4D3B-814D-6E62AE6EC1CA}">
      <dsp:nvSpPr>
        <dsp:cNvPr id="0" name=""/>
        <dsp:cNvSpPr/>
      </dsp:nvSpPr>
      <dsp:spPr>
        <a:xfrm>
          <a:off x="344301" y="1228540"/>
          <a:ext cx="3090788" cy="1962650"/>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AU" sz="1400" kern="1200">
              <a:hlinkClick xmlns:r="http://schemas.openxmlformats.org/officeDocument/2006/relationships" r:id="rId1"/>
            </a:rPr>
            <a:t>https://www.aihw.gov.au/reports-data/behaviours-risk-factors/social-determinants/overview</a:t>
          </a:r>
          <a:endParaRPr lang="en-US" sz="1400" kern="1200"/>
        </a:p>
      </dsp:txBody>
      <dsp:txXfrm>
        <a:off x="401785" y="1286024"/>
        <a:ext cx="2975820" cy="1847682"/>
      </dsp:txXfrm>
    </dsp:sp>
    <dsp:sp modelId="{AC4D705D-6726-4DCD-AF4F-5D5180854F63}">
      <dsp:nvSpPr>
        <dsp:cNvPr id="0" name=""/>
        <dsp:cNvSpPr/>
      </dsp:nvSpPr>
      <dsp:spPr>
        <a:xfrm>
          <a:off x="3778510" y="902290"/>
          <a:ext cx="3090788" cy="1962650"/>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BFF15FA-E730-456A-8CC4-2440842B93A2}">
      <dsp:nvSpPr>
        <dsp:cNvPr id="0" name=""/>
        <dsp:cNvSpPr/>
      </dsp:nvSpPr>
      <dsp:spPr>
        <a:xfrm>
          <a:off x="4121931" y="1228540"/>
          <a:ext cx="3090788" cy="1962650"/>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Australian information </a:t>
          </a:r>
        </a:p>
      </dsp:txBody>
      <dsp:txXfrm>
        <a:off x="4179415" y="1286024"/>
        <a:ext cx="2975820" cy="184768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B0CDBD-5D41-4B8E-9292-00C7159C8CF6}">
      <dsp:nvSpPr>
        <dsp:cNvPr id="0" name=""/>
        <dsp:cNvSpPr/>
      </dsp:nvSpPr>
      <dsp:spPr>
        <a:xfrm>
          <a:off x="1442720" y="1279"/>
          <a:ext cx="5770880" cy="1311193"/>
        </a:xfrm>
        <a:prstGeom prst="rect">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1971" tIns="333043" rIns="111971" bIns="333043" numCol="1" spcCol="1270" anchor="ctr" anchorCtr="0">
          <a:noAutofit/>
        </a:bodyPr>
        <a:lstStyle/>
        <a:p>
          <a:pPr marL="0" lvl="0" indent="0" algn="l" defTabSz="622300">
            <a:lnSpc>
              <a:spcPct val="90000"/>
            </a:lnSpc>
            <a:spcBef>
              <a:spcPct val="0"/>
            </a:spcBef>
            <a:spcAft>
              <a:spcPct val="35000"/>
            </a:spcAft>
            <a:buNone/>
          </a:pPr>
          <a:r>
            <a:rPr lang="en-US" sz="1400" kern="1200"/>
            <a:t>Outline each determinant</a:t>
          </a:r>
        </a:p>
      </dsp:txBody>
      <dsp:txXfrm>
        <a:off x="1442720" y="1279"/>
        <a:ext cx="5770880" cy="1311193"/>
      </dsp:txXfrm>
    </dsp:sp>
    <dsp:sp modelId="{5DF9F01A-67D4-4611-91BB-AE543FEEAA89}">
      <dsp:nvSpPr>
        <dsp:cNvPr id="0" name=""/>
        <dsp:cNvSpPr/>
      </dsp:nvSpPr>
      <dsp:spPr>
        <a:xfrm>
          <a:off x="0" y="1279"/>
          <a:ext cx="1442720" cy="1311193"/>
        </a:xfrm>
        <a:prstGeom prst="rect">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344" tIns="129517" rIns="76344" bIns="129517" numCol="1" spcCol="1270" anchor="ctr" anchorCtr="0">
          <a:noAutofit/>
        </a:bodyPr>
        <a:lstStyle/>
        <a:p>
          <a:pPr marL="0" lvl="0" indent="0" algn="ctr" defTabSz="800100">
            <a:lnSpc>
              <a:spcPct val="90000"/>
            </a:lnSpc>
            <a:spcBef>
              <a:spcPct val="0"/>
            </a:spcBef>
            <a:spcAft>
              <a:spcPct val="35000"/>
            </a:spcAft>
            <a:buNone/>
          </a:pPr>
          <a:r>
            <a:rPr lang="en-US" sz="1800" kern="1200"/>
            <a:t>Outline</a:t>
          </a:r>
        </a:p>
      </dsp:txBody>
      <dsp:txXfrm>
        <a:off x="0" y="1279"/>
        <a:ext cx="1442720" cy="1311193"/>
      </dsp:txXfrm>
    </dsp:sp>
    <dsp:sp modelId="{E22648DA-289A-4C1F-BBDC-5C369522A956}">
      <dsp:nvSpPr>
        <dsp:cNvPr id="0" name=""/>
        <dsp:cNvSpPr/>
      </dsp:nvSpPr>
      <dsp:spPr>
        <a:xfrm>
          <a:off x="1442720" y="1391144"/>
          <a:ext cx="5770880" cy="1311193"/>
        </a:xfrm>
        <a:prstGeom prst="rect">
          <a:avLst/>
        </a:prstGeom>
        <a:solidFill>
          <a:schemeClr val="accent3">
            <a:tint val="40000"/>
            <a:alpha val="90000"/>
            <a:hueOff val="0"/>
            <a:satOff val="0"/>
            <a:lumOff val="0"/>
            <a:alphaOff val="0"/>
          </a:schemeClr>
        </a:solidFill>
        <a:ln w="19050"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1971" tIns="333043" rIns="111971" bIns="333043" numCol="1" spcCol="1270" anchor="ctr" anchorCtr="0">
          <a:noAutofit/>
        </a:bodyPr>
        <a:lstStyle/>
        <a:p>
          <a:pPr marL="0" lvl="0" indent="0" algn="l" defTabSz="622300">
            <a:lnSpc>
              <a:spcPct val="90000"/>
            </a:lnSpc>
            <a:spcBef>
              <a:spcPct val="0"/>
            </a:spcBef>
            <a:spcAft>
              <a:spcPct val="35000"/>
            </a:spcAft>
            <a:buNone/>
          </a:pPr>
          <a:r>
            <a:rPr lang="en-US" sz="1400" kern="1200"/>
            <a:t>Relate determinants to Health Status</a:t>
          </a:r>
        </a:p>
      </dsp:txBody>
      <dsp:txXfrm>
        <a:off x="1442720" y="1391144"/>
        <a:ext cx="5770880" cy="1311193"/>
      </dsp:txXfrm>
    </dsp:sp>
    <dsp:sp modelId="{67F5F4B3-D63A-4E3C-BD9F-5DAFED2D8BFD}">
      <dsp:nvSpPr>
        <dsp:cNvPr id="0" name=""/>
        <dsp:cNvSpPr/>
      </dsp:nvSpPr>
      <dsp:spPr>
        <a:xfrm>
          <a:off x="0" y="1391144"/>
          <a:ext cx="1442720" cy="1311193"/>
        </a:xfrm>
        <a:prstGeom prst="rect">
          <a:avLst/>
        </a:prstGeom>
        <a:solidFill>
          <a:schemeClr val="accent3">
            <a:hueOff val="0"/>
            <a:satOff val="0"/>
            <a:lumOff val="0"/>
            <a:alphaOff val="0"/>
          </a:schemeClr>
        </a:solidFill>
        <a:ln w="19050"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344" tIns="129517" rIns="76344" bIns="129517" numCol="1" spcCol="1270" anchor="ctr" anchorCtr="0">
          <a:noAutofit/>
        </a:bodyPr>
        <a:lstStyle/>
        <a:p>
          <a:pPr marL="0" lvl="0" indent="0" algn="ctr" defTabSz="800100">
            <a:lnSpc>
              <a:spcPct val="90000"/>
            </a:lnSpc>
            <a:spcBef>
              <a:spcPct val="0"/>
            </a:spcBef>
            <a:spcAft>
              <a:spcPct val="35000"/>
            </a:spcAft>
            <a:buNone/>
          </a:pPr>
          <a:r>
            <a:rPr lang="en-US" sz="1800" kern="1200"/>
            <a:t>Relate</a:t>
          </a:r>
        </a:p>
      </dsp:txBody>
      <dsp:txXfrm>
        <a:off x="0" y="1391144"/>
        <a:ext cx="1442720" cy="1311193"/>
      </dsp:txXfrm>
    </dsp:sp>
    <dsp:sp modelId="{15356BFD-636E-4FD4-99C1-0DCC4F0C8BF2}">
      <dsp:nvSpPr>
        <dsp:cNvPr id="0" name=""/>
        <dsp:cNvSpPr/>
      </dsp:nvSpPr>
      <dsp:spPr>
        <a:xfrm>
          <a:off x="1442720" y="2781009"/>
          <a:ext cx="5770880" cy="1311193"/>
        </a:xfrm>
        <a:prstGeom prst="rect">
          <a:avLst/>
        </a:prstGeom>
        <a:solidFill>
          <a:schemeClr val="accent4">
            <a:tint val="40000"/>
            <a:alpha val="90000"/>
            <a:hueOff val="0"/>
            <a:satOff val="0"/>
            <a:lumOff val="0"/>
            <a:alphaOff val="0"/>
          </a:schemeClr>
        </a:solidFill>
        <a:ln w="19050" cap="rnd"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1971" tIns="333043" rIns="111971" bIns="333043" numCol="1" spcCol="1270" anchor="t" anchorCtr="0">
          <a:noAutofit/>
        </a:bodyPr>
        <a:lstStyle/>
        <a:p>
          <a:pPr marL="0" lvl="0" indent="0" algn="l" defTabSz="622300">
            <a:lnSpc>
              <a:spcPct val="90000"/>
            </a:lnSpc>
            <a:spcBef>
              <a:spcPct val="0"/>
            </a:spcBef>
            <a:spcAft>
              <a:spcPct val="35000"/>
            </a:spcAft>
            <a:buNone/>
          </a:pPr>
          <a:r>
            <a:rPr lang="en-US" sz="1400" kern="1200"/>
            <a:t>Be able to describe (glossary of terms) in detail each determinant</a:t>
          </a:r>
        </a:p>
        <a:p>
          <a:pPr marL="57150" lvl="1" indent="-57150" algn="l" defTabSz="488950">
            <a:lnSpc>
              <a:spcPct val="90000"/>
            </a:lnSpc>
            <a:spcBef>
              <a:spcPct val="0"/>
            </a:spcBef>
            <a:spcAft>
              <a:spcPct val="15000"/>
            </a:spcAft>
            <a:buChar char="•"/>
          </a:pPr>
          <a:r>
            <a:rPr lang="en-US" sz="1100" kern="1200"/>
            <a:t>Provide a detailed example on how it can positively and negatively affect health status of and individual and a community</a:t>
          </a:r>
        </a:p>
      </dsp:txBody>
      <dsp:txXfrm>
        <a:off x="1442720" y="2781009"/>
        <a:ext cx="5770880" cy="1311193"/>
      </dsp:txXfrm>
    </dsp:sp>
    <dsp:sp modelId="{3C2F34D1-7D33-4FB3-8EB3-30E0314EC5DB}">
      <dsp:nvSpPr>
        <dsp:cNvPr id="0" name=""/>
        <dsp:cNvSpPr/>
      </dsp:nvSpPr>
      <dsp:spPr>
        <a:xfrm>
          <a:off x="0" y="2781009"/>
          <a:ext cx="1442720" cy="1311193"/>
        </a:xfrm>
        <a:prstGeom prst="rect">
          <a:avLst/>
        </a:prstGeom>
        <a:solidFill>
          <a:schemeClr val="accent4">
            <a:hueOff val="0"/>
            <a:satOff val="0"/>
            <a:lumOff val="0"/>
            <a:alphaOff val="0"/>
          </a:schemeClr>
        </a:solidFill>
        <a:ln w="19050"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344" tIns="129517" rIns="76344" bIns="129517" numCol="1" spcCol="1270" anchor="ctr" anchorCtr="0">
          <a:noAutofit/>
        </a:bodyPr>
        <a:lstStyle/>
        <a:p>
          <a:pPr marL="0" lvl="0" indent="0" algn="ctr" defTabSz="800100">
            <a:lnSpc>
              <a:spcPct val="90000"/>
            </a:lnSpc>
            <a:spcBef>
              <a:spcPct val="0"/>
            </a:spcBef>
            <a:spcAft>
              <a:spcPct val="35000"/>
            </a:spcAft>
            <a:buNone/>
          </a:pPr>
          <a:r>
            <a:rPr lang="en-US" sz="1800" kern="1200" dirty="0"/>
            <a:t>Example</a:t>
          </a:r>
        </a:p>
      </dsp:txBody>
      <dsp:txXfrm>
        <a:off x="0" y="2781009"/>
        <a:ext cx="1442720" cy="131119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D8D414-3C96-4A2E-9401-7C046F7D3474}">
      <dsp:nvSpPr>
        <dsp:cNvPr id="0" name=""/>
        <dsp:cNvSpPr/>
      </dsp:nvSpPr>
      <dsp:spPr>
        <a:xfrm>
          <a:off x="2481398" y="1672"/>
          <a:ext cx="1385615" cy="90065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Stressor or unhappiness</a:t>
          </a:r>
          <a:endParaRPr lang="en-AU" sz="1500" kern="1200" dirty="0"/>
        </a:p>
      </dsp:txBody>
      <dsp:txXfrm>
        <a:off x="2525364" y="45638"/>
        <a:ext cx="1297683" cy="812718"/>
      </dsp:txXfrm>
    </dsp:sp>
    <dsp:sp modelId="{766D7857-3231-4AD0-8BC7-F13918B8145B}">
      <dsp:nvSpPr>
        <dsp:cNvPr id="0" name=""/>
        <dsp:cNvSpPr/>
      </dsp:nvSpPr>
      <dsp:spPr>
        <a:xfrm>
          <a:off x="1685485" y="451997"/>
          <a:ext cx="2977441" cy="2977441"/>
        </a:xfrm>
        <a:custGeom>
          <a:avLst/>
          <a:gdLst/>
          <a:ahLst/>
          <a:cxnLst/>
          <a:rect l="0" t="0" r="0" b="0"/>
          <a:pathLst>
            <a:path>
              <a:moveTo>
                <a:pt x="2373024" y="291099"/>
              </a:moveTo>
              <a:arcTo wR="1488720" hR="1488720" stAng="18386494" swAng="1634630"/>
            </a:path>
          </a:pathLst>
        </a:custGeom>
        <a:noFill/>
        <a:ln w="12700" cap="rnd"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C84B4E8A-159A-4D9D-9AF0-F86600BA2E82}">
      <dsp:nvSpPr>
        <dsp:cNvPr id="0" name=""/>
        <dsp:cNvSpPr/>
      </dsp:nvSpPr>
      <dsp:spPr>
        <a:xfrm>
          <a:off x="3970119" y="1490393"/>
          <a:ext cx="1385615" cy="90065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Drug/Alcohol use</a:t>
          </a:r>
          <a:endParaRPr lang="en-AU" sz="1500" kern="1200" dirty="0"/>
        </a:p>
      </dsp:txBody>
      <dsp:txXfrm>
        <a:off x="4014085" y="1534359"/>
        <a:ext cx="1297683" cy="812718"/>
      </dsp:txXfrm>
    </dsp:sp>
    <dsp:sp modelId="{70AAC718-6303-462E-85F7-A7E611E97B9C}">
      <dsp:nvSpPr>
        <dsp:cNvPr id="0" name=""/>
        <dsp:cNvSpPr/>
      </dsp:nvSpPr>
      <dsp:spPr>
        <a:xfrm>
          <a:off x="1685485" y="451997"/>
          <a:ext cx="2977441" cy="2977441"/>
        </a:xfrm>
        <a:custGeom>
          <a:avLst/>
          <a:gdLst/>
          <a:ahLst/>
          <a:cxnLst/>
          <a:rect l="0" t="0" r="0" b="0"/>
          <a:pathLst>
            <a:path>
              <a:moveTo>
                <a:pt x="2823170" y="2148670"/>
              </a:moveTo>
              <a:arcTo wR="1488720" hR="1488720" stAng="1578876" swAng="1634630"/>
            </a:path>
          </a:pathLst>
        </a:custGeom>
        <a:noFill/>
        <a:ln w="12700" cap="rnd"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06E40252-924D-4721-871F-D801D4C2914A}">
      <dsp:nvSpPr>
        <dsp:cNvPr id="0" name=""/>
        <dsp:cNvSpPr/>
      </dsp:nvSpPr>
      <dsp:spPr>
        <a:xfrm>
          <a:off x="2481398" y="2979114"/>
          <a:ext cx="1385615" cy="90065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High or feeling better</a:t>
          </a:r>
          <a:endParaRPr lang="en-AU" sz="1500" kern="1200" dirty="0"/>
        </a:p>
      </dsp:txBody>
      <dsp:txXfrm>
        <a:off x="2525364" y="3023080"/>
        <a:ext cx="1297683" cy="812718"/>
      </dsp:txXfrm>
    </dsp:sp>
    <dsp:sp modelId="{CD733CC4-BDC6-491A-99FA-F96B40993D82}">
      <dsp:nvSpPr>
        <dsp:cNvPr id="0" name=""/>
        <dsp:cNvSpPr/>
      </dsp:nvSpPr>
      <dsp:spPr>
        <a:xfrm>
          <a:off x="1685485" y="451997"/>
          <a:ext cx="2977441" cy="2977441"/>
        </a:xfrm>
        <a:custGeom>
          <a:avLst/>
          <a:gdLst/>
          <a:ahLst/>
          <a:cxnLst/>
          <a:rect l="0" t="0" r="0" b="0"/>
          <a:pathLst>
            <a:path>
              <a:moveTo>
                <a:pt x="604416" y="2686341"/>
              </a:moveTo>
              <a:arcTo wR="1488720" hR="1488720" stAng="7586494" swAng="1634630"/>
            </a:path>
          </a:pathLst>
        </a:custGeom>
        <a:noFill/>
        <a:ln w="12700" cap="rnd"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E89F1A09-7CE7-4498-B3D7-F93586C8FFB9}">
      <dsp:nvSpPr>
        <dsp:cNvPr id="0" name=""/>
        <dsp:cNvSpPr/>
      </dsp:nvSpPr>
      <dsp:spPr>
        <a:xfrm>
          <a:off x="992678" y="1490393"/>
          <a:ext cx="1385615" cy="90065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Can’t afford drug</a:t>
          </a:r>
          <a:endParaRPr lang="en-AU" sz="1500" kern="1200" dirty="0"/>
        </a:p>
      </dsp:txBody>
      <dsp:txXfrm>
        <a:off x="1036644" y="1534359"/>
        <a:ext cx="1297683" cy="812718"/>
      </dsp:txXfrm>
    </dsp:sp>
    <dsp:sp modelId="{CED7DAE7-3473-4718-8BAC-AB0B66F0C78F}">
      <dsp:nvSpPr>
        <dsp:cNvPr id="0" name=""/>
        <dsp:cNvSpPr/>
      </dsp:nvSpPr>
      <dsp:spPr>
        <a:xfrm>
          <a:off x="1685485" y="451997"/>
          <a:ext cx="2977441" cy="2977441"/>
        </a:xfrm>
        <a:custGeom>
          <a:avLst/>
          <a:gdLst/>
          <a:ahLst/>
          <a:cxnLst/>
          <a:rect l="0" t="0" r="0" b="0"/>
          <a:pathLst>
            <a:path>
              <a:moveTo>
                <a:pt x="154271" y="828771"/>
              </a:moveTo>
              <a:arcTo wR="1488720" hR="1488720" stAng="12378876" swAng="1634630"/>
            </a:path>
          </a:pathLst>
        </a:custGeom>
        <a:noFill/>
        <a:ln w="12700" cap="rnd"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6C6B09-B74E-42F0-8A30-A748827AD205}">
      <dsp:nvSpPr>
        <dsp:cNvPr id="0" name=""/>
        <dsp:cNvSpPr/>
      </dsp:nvSpPr>
      <dsp:spPr>
        <a:xfrm>
          <a:off x="0" y="2470633"/>
          <a:ext cx="7213600" cy="1621002"/>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US" sz="2900" kern="1200"/>
            <a:t>What terms are used to measure this?</a:t>
          </a:r>
        </a:p>
      </dsp:txBody>
      <dsp:txXfrm>
        <a:off x="0" y="2470633"/>
        <a:ext cx="7213600" cy="875341"/>
      </dsp:txXfrm>
    </dsp:sp>
    <dsp:sp modelId="{19ED49D1-C116-4D87-B00E-878B7BAEB9EC}">
      <dsp:nvSpPr>
        <dsp:cNvPr id="0" name=""/>
        <dsp:cNvSpPr/>
      </dsp:nvSpPr>
      <dsp:spPr>
        <a:xfrm>
          <a:off x="3522" y="3313554"/>
          <a:ext cx="2402185" cy="745661"/>
        </a:xfrm>
        <a:prstGeom prst="rect">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5128" tIns="24130" rIns="135128" bIns="24130" numCol="1" spcCol="1270" anchor="ctr" anchorCtr="0">
          <a:noAutofit/>
        </a:bodyPr>
        <a:lstStyle/>
        <a:p>
          <a:pPr marL="0" lvl="0" indent="0" algn="ctr" defTabSz="844550">
            <a:lnSpc>
              <a:spcPct val="90000"/>
            </a:lnSpc>
            <a:spcBef>
              <a:spcPct val="0"/>
            </a:spcBef>
            <a:spcAft>
              <a:spcPct val="35000"/>
            </a:spcAft>
            <a:buNone/>
          </a:pPr>
          <a:r>
            <a:rPr lang="en-US" sz="1900" kern="1200"/>
            <a:t>Quality of life</a:t>
          </a:r>
        </a:p>
      </dsp:txBody>
      <dsp:txXfrm>
        <a:off x="3522" y="3313554"/>
        <a:ext cx="2402185" cy="745661"/>
      </dsp:txXfrm>
    </dsp:sp>
    <dsp:sp modelId="{BA17C6CF-717B-41DB-BFA6-AE6D277E0D7E}">
      <dsp:nvSpPr>
        <dsp:cNvPr id="0" name=""/>
        <dsp:cNvSpPr/>
      </dsp:nvSpPr>
      <dsp:spPr>
        <a:xfrm>
          <a:off x="2405707" y="3313554"/>
          <a:ext cx="2402185" cy="745661"/>
        </a:xfrm>
        <a:prstGeom prst="rect">
          <a:avLst/>
        </a:prstGeom>
        <a:solidFill>
          <a:schemeClr val="accent2">
            <a:tint val="40000"/>
            <a:alpha val="90000"/>
            <a:hueOff val="-2045920"/>
            <a:satOff val="22554"/>
            <a:lumOff val="2148"/>
            <a:alphaOff val="0"/>
          </a:schemeClr>
        </a:solidFill>
        <a:ln w="19050" cap="rnd" cmpd="sng" algn="ctr">
          <a:solidFill>
            <a:schemeClr val="accent2">
              <a:tint val="40000"/>
              <a:alpha val="90000"/>
              <a:hueOff val="-2045920"/>
              <a:satOff val="22554"/>
              <a:lumOff val="214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5128" tIns="24130" rIns="135128" bIns="24130" numCol="1" spcCol="1270" anchor="ctr" anchorCtr="0">
          <a:noAutofit/>
        </a:bodyPr>
        <a:lstStyle/>
        <a:p>
          <a:pPr marL="0" lvl="0" indent="0" algn="ctr" defTabSz="844550">
            <a:lnSpc>
              <a:spcPct val="90000"/>
            </a:lnSpc>
            <a:spcBef>
              <a:spcPct val="0"/>
            </a:spcBef>
            <a:spcAft>
              <a:spcPct val="35000"/>
            </a:spcAft>
            <a:buNone/>
          </a:pPr>
          <a:r>
            <a:rPr lang="en-US" sz="1900" kern="1200"/>
            <a:t>Living with a disease (Morbidity)</a:t>
          </a:r>
        </a:p>
      </dsp:txBody>
      <dsp:txXfrm>
        <a:off x="2405707" y="3313554"/>
        <a:ext cx="2402185" cy="745661"/>
      </dsp:txXfrm>
    </dsp:sp>
    <dsp:sp modelId="{3982F2B2-D8BF-4DA4-BF88-B375C7217B4A}">
      <dsp:nvSpPr>
        <dsp:cNvPr id="0" name=""/>
        <dsp:cNvSpPr/>
      </dsp:nvSpPr>
      <dsp:spPr>
        <a:xfrm>
          <a:off x="4807892" y="3313554"/>
          <a:ext cx="2402185" cy="745661"/>
        </a:xfrm>
        <a:prstGeom prst="rect">
          <a:avLst/>
        </a:prstGeom>
        <a:solidFill>
          <a:schemeClr val="accent2">
            <a:tint val="40000"/>
            <a:alpha val="90000"/>
            <a:hueOff val="-4091839"/>
            <a:satOff val="45107"/>
            <a:lumOff val="4296"/>
            <a:alphaOff val="0"/>
          </a:schemeClr>
        </a:solidFill>
        <a:ln w="19050" cap="rnd" cmpd="sng" algn="ctr">
          <a:solidFill>
            <a:schemeClr val="accent2">
              <a:tint val="40000"/>
              <a:alpha val="90000"/>
              <a:hueOff val="-4091839"/>
              <a:satOff val="45107"/>
              <a:lumOff val="429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5128" tIns="24130" rIns="135128" bIns="24130" numCol="1" spcCol="1270" anchor="ctr" anchorCtr="0">
          <a:noAutofit/>
        </a:bodyPr>
        <a:lstStyle/>
        <a:p>
          <a:pPr marL="0" lvl="0" indent="0" algn="ctr" defTabSz="844550">
            <a:lnSpc>
              <a:spcPct val="90000"/>
            </a:lnSpc>
            <a:spcBef>
              <a:spcPct val="0"/>
            </a:spcBef>
            <a:spcAft>
              <a:spcPct val="35000"/>
            </a:spcAft>
            <a:buNone/>
          </a:pPr>
          <a:r>
            <a:rPr lang="en-US" sz="1900" kern="1200"/>
            <a:t>Life expectancy </a:t>
          </a:r>
        </a:p>
      </dsp:txBody>
      <dsp:txXfrm>
        <a:off x="4807892" y="3313554"/>
        <a:ext cx="2402185" cy="745661"/>
      </dsp:txXfrm>
    </dsp:sp>
    <dsp:sp modelId="{4E8B653D-03F0-4A7A-90AA-0B86A0095848}">
      <dsp:nvSpPr>
        <dsp:cNvPr id="0" name=""/>
        <dsp:cNvSpPr/>
      </dsp:nvSpPr>
      <dsp:spPr>
        <a:xfrm rot="10800000">
          <a:off x="0" y="1845"/>
          <a:ext cx="7213600" cy="2493102"/>
        </a:xfrm>
        <a:prstGeom prst="upArrowCallout">
          <a:avLst/>
        </a:prstGeom>
        <a:solidFill>
          <a:schemeClr val="accent2">
            <a:hueOff val="-2964286"/>
            <a:satOff val="14200"/>
            <a:lumOff val="1313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US" sz="2900" kern="1200"/>
            <a:t>Can be individual or a group (populations – E.g. Your suburb/state/country)</a:t>
          </a:r>
        </a:p>
      </dsp:txBody>
      <dsp:txXfrm rot="10800000">
        <a:off x="0" y="1845"/>
        <a:ext cx="7213600" cy="1619943"/>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6C6B09-B74E-42F0-8A30-A748827AD205}">
      <dsp:nvSpPr>
        <dsp:cNvPr id="0" name=""/>
        <dsp:cNvSpPr/>
      </dsp:nvSpPr>
      <dsp:spPr>
        <a:xfrm>
          <a:off x="0" y="2470633"/>
          <a:ext cx="7213600" cy="1621002"/>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US" sz="2900" kern="1200"/>
            <a:t>What terms are used to measure this?</a:t>
          </a:r>
        </a:p>
      </dsp:txBody>
      <dsp:txXfrm>
        <a:off x="0" y="2470633"/>
        <a:ext cx="7213600" cy="875341"/>
      </dsp:txXfrm>
    </dsp:sp>
    <dsp:sp modelId="{19ED49D1-C116-4D87-B00E-878B7BAEB9EC}">
      <dsp:nvSpPr>
        <dsp:cNvPr id="0" name=""/>
        <dsp:cNvSpPr/>
      </dsp:nvSpPr>
      <dsp:spPr>
        <a:xfrm>
          <a:off x="3522" y="3313554"/>
          <a:ext cx="2402185" cy="745661"/>
        </a:xfrm>
        <a:prstGeom prst="rect">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5128" tIns="24130" rIns="135128" bIns="24130" numCol="1" spcCol="1270" anchor="ctr" anchorCtr="0">
          <a:noAutofit/>
        </a:bodyPr>
        <a:lstStyle/>
        <a:p>
          <a:pPr marL="0" lvl="0" indent="0" algn="ctr" defTabSz="844550">
            <a:lnSpc>
              <a:spcPct val="90000"/>
            </a:lnSpc>
            <a:spcBef>
              <a:spcPct val="0"/>
            </a:spcBef>
            <a:spcAft>
              <a:spcPct val="35000"/>
            </a:spcAft>
            <a:buNone/>
          </a:pPr>
          <a:r>
            <a:rPr lang="en-US" sz="1900" kern="1200"/>
            <a:t>Quality of life</a:t>
          </a:r>
        </a:p>
      </dsp:txBody>
      <dsp:txXfrm>
        <a:off x="3522" y="3313554"/>
        <a:ext cx="2402185" cy="745661"/>
      </dsp:txXfrm>
    </dsp:sp>
    <dsp:sp modelId="{BA17C6CF-717B-41DB-BFA6-AE6D277E0D7E}">
      <dsp:nvSpPr>
        <dsp:cNvPr id="0" name=""/>
        <dsp:cNvSpPr/>
      </dsp:nvSpPr>
      <dsp:spPr>
        <a:xfrm>
          <a:off x="2405707" y="3313554"/>
          <a:ext cx="2402185" cy="745661"/>
        </a:xfrm>
        <a:prstGeom prst="rect">
          <a:avLst/>
        </a:prstGeom>
        <a:solidFill>
          <a:schemeClr val="accent2">
            <a:tint val="40000"/>
            <a:alpha val="90000"/>
            <a:hueOff val="-2045920"/>
            <a:satOff val="22554"/>
            <a:lumOff val="2148"/>
            <a:alphaOff val="0"/>
          </a:schemeClr>
        </a:solidFill>
        <a:ln w="19050" cap="rnd" cmpd="sng" algn="ctr">
          <a:solidFill>
            <a:schemeClr val="accent2">
              <a:tint val="40000"/>
              <a:alpha val="90000"/>
              <a:hueOff val="-2045920"/>
              <a:satOff val="22554"/>
              <a:lumOff val="214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5128" tIns="24130" rIns="135128" bIns="24130" numCol="1" spcCol="1270" anchor="ctr" anchorCtr="0">
          <a:noAutofit/>
        </a:bodyPr>
        <a:lstStyle/>
        <a:p>
          <a:pPr marL="0" lvl="0" indent="0" algn="ctr" defTabSz="844550">
            <a:lnSpc>
              <a:spcPct val="90000"/>
            </a:lnSpc>
            <a:spcBef>
              <a:spcPct val="0"/>
            </a:spcBef>
            <a:spcAft>
              <a:spcPct val="35000"/>
            </a:spcAft>
            <a:buNone/>
          </a:pPr>
          <a:r>
            <a:rPr lang="en-US" sz="1900" kern="1200"/>
            <a:t>Living with a disease (Morbidity)</a:t>
          </a:r>
        </a:p>
      </dsp:txBody>
      <dsp:txXfrm>
        <a:off x="2405707" y="3313554"/>
        <a:ext cx="2402185" cy="745661"/>
      </dsp:txXfrm>
    </dsp:sp>
    <dsp:sp modelId="{3982F2B2-D8BF-4DA4-BF88-B375C7217B4A}">
      <dsp:nvSpPr>
        <dsp:cNvPr id="0" name=""/>
        <dsp:cNvSpPr/>
      </dsp:nvSpPr>
      <dsp:spPr>
        <a:xfrm>
          <a:off x="4807892" y="3313554"/>
          <a:ext cx="2402185" cy="745661"/>
        </a:xfrm>
        <a:prstGeom prst="rect">
          <a:avLst/>
        </a:prstGeom>
        <a:solidFill>
          <a:schemeClr val="accent2">
            <a:tint val="40000"/>
            <a:alpha val="90000"/>
            <a:hueOff val="-4091839"/>
            <a:satOff val="45107"/>
            <a:lumOff val="4296"/>
            <a:alphaOff val="0"/>
          </a:schemeClr>
        </a:solidFill>
        <a:ln w="19050" cap="rnd" cmpd="sng" algn="ctr">
          <a:solidFill>
            <a:schemeClr val="accent2">
              <a:tint val="40000"/>
              <a:alpha val="90000"/>
              <a:hueOff val="-4091839"/>
              <a:satOff val="45107"/>
              <a:lumOff val="429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5128" tIns="24130" rIns="135128" bIns="24130" numCol="1" spcCol="1270" anchor="ctr" anchorCtr="0">
          <a:noAutofit/>
        </a:bodyPr>
        <a:lstStyle/>
        <a:p>
          <a:pPr marL="0" lvl="0" indent="0" algn="ctr" defTabSz="844550">
            <a:lnSpc>
              <a:spcPct val="90000"/>
            </a:lnSpc>
            <a:spcBef>
              <a:spcPct val="0"/>
            </a:spcBef>
            <a:spcAft>
              <a:spcPct val="35000"/>
            </a:spcAft>
            <a:buNone/>
          </a:pPr>
          <a:r>
            <a:rPr lang="en-US" sz="1900" kern="1200"/>
            <a:t>Life expectancy </a:t>
          </a:r>
        </a:p>
      </dsp:txBody>
      <dsp:txXfrm>
        <a:off x="4807892" y="3313554"/>
        <a:ext cx="2402185" cy="745661"/>
      </dsp:txXfrm>
    </dsp:sp>
    <dsp:sp modelId="{4E8B653D-03F0-4A7A-90AA-0B86A0095848}">
      <dsp:nvSpPr>
        <dsp:cNvPr id="0" name=""/>
        <dsp:cNvSpPr/>
      </dsp:nvSpPr>
      <dsp:spPr>
        <a:xfrm rot="10800000">
          <a:off x="0" y="1845"/>
          <a:ext cx="7213600" cy="2493102"/>
        </a:xfrm>
        <a:prstGeom prst="upArrowCallout">
          <a:avLst/>
        </a:prstGeom>
        <a:solidFill>
          <a:schemeClr val="accent2">
            <a:hueOff val="-2964286"/>
            <a:satOff val="14200"/>
            <a:lumOff val="1313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US" sz="2900" kern="1200"/>
            <a:t>Can be individual or a group (populations – E.g. Your suburb/state/country)</a:t>
          </a:r>
        </a:p>
      </dsp:txBody>
      <dsp:txXfrm rot="10800000">
        <a:off x="0" y="1845"/>
        <a:ext cx="7213600" cy="1619943"/>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B0CDBD-5D41-4B8E-9292-00C7159C8CF6}">
      <dsp:nvSpPr>
        <dsp:cNvPr id="0" name=""/>
        <dsp:cNvSpPr/>
      </dsp:nvSpPr>
      <dsp:spPr>
        <a:xfrm>
          <a:off x="1442720" y="1279"/>
          <a:ext cx="5770880" cy="1311193"/>
        </a:xfrm>
        <a:prstGeom prst="rect">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1971" tIns="333043" rIns="111971" bIns="333043" numCol="1" spcCol="1270" anchor="ctr" anchorCtr="0">
          <a:noAutofit/>
        </a:bodyPr>
        <a:lstStyle/>
        <a:p>
          <a:pPr marL="0" lvl="0" indent="0" algn="l" defTabSz="622300">
            <a:lnSpc>
              <a:spcPct val="90000"/>
            </a:lnSpc>
            <a:spcBef>
              <a:spcPct val="0"/>
            </a:spcBef>
            <a:spcAft>
              <a:spcPct val="35000"/>
            </a:spcAft>
            <a:buNone/>
          </a:pPr>
          <a:r>
            <a:rPr lang="en-US" sz="1400" kern="1200"/>
            <a:t>Outline each determinant</a:t>
          </a:r>
        </a:p>
      </dsp:txBody>
      <dsp:txXfrm>
        <a:off x="1442720" y="1279"/>
        <a:ext cx="5770880" cy="1311193"/>
      </dsp:txXfrm>
    </dsp:sp>
    <dsp:sp modelId="{5DF9F01A-67D4-4611-91BB-AE543FEEAA89}">
      <dsp:nvSpPr>
        <dsp:cNvPr id="0" name=""/>
        <dsp:cNvSpPr/>
      </dsp:nvSpPr>
      <dsp:spPr>
        <a:xfrm>
          <a:off x="0" y="1279"/>
          <a:ext cx="1442720" cy="1311193"/>
        </a:xfrm>
        <a:prstGeom prst="rect">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344" tIns="129517" rIns="76344" bIns="129517" numCol="1" spcCol="1270" anchor="ctr" anchorCtr="0">
          <a:noAutofit/>
        </a:bodyPr>
        <a:lstStyle/>
        <a:p>
          <a:pPr marL="0" lvl="0" indent="0" algn="ctr" defTabSz="800100">
            <a:lnSpc>
              <a:spcPct val="90000"/>
            </a:lnSpc>
            <a:spcBef>
              <a:spcPct val="0"/>
            </a:spcBef>
            <a:spcAft>
              <a:spcPct val="35000"/>
            </a:spcAft>
            <a:buNone/>
          </a:pPr>
          <a:r>
            <a:rPr lang="en-US" sz="1800" kern="1200"/>
            <a:t>Outline</a:t>
          </a:r>
        </a:p>
      </dsp:txBody>
      <dsp:txXfrm>
        <a:off x="0" y="1279"/>
        <a:ext cx="1442720" cy="1311193"/>
      </dsp:txXfrm>
    </dsp:sp>
    <dsp:sp modelId="{E22648DA-289A-4C1F-BBDC-5C369522A956}">
      <dsp:nvSpPr>
        <dsp:cNvPr id="0" name=""/>
        <dsp:cNvSpPr/>
      </dsp:nvSpPr>
      <dsp:spPr>
        <a:xfrm>
          <a:off x="1442720" y="1391144"/>
          <a:ext cx="5770880" cy="1311193"/>
        </a:xfrm>
        <a:prstGeom prst="rect">
          <a:avLst/>
        </a:prstGeom>
        <a:solidFill>
          <a:schemeClr val="accent3">
            <a:tint val="40000"/>
            <a:alpha val="90000"/>
            <a:hueOff val="0"/>
            <a:satOff val="0"/>
            <a:lumOff val="0"/>
            <a:alphaOff val="0"/>
          </a:schemeClr>
        </a:solidFill>
        <a:ln w="19050"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1971" tIns="333043" rIns="111971" bIns="333043" numCol="1" spcCol="1270" anchor="ctr" anchorCtr="0">
          <a:noAutofit/>
        </a:bodyPr>
        <a:lstStyle/>
        <a:p>
          <a:pPr marL="0" lvl="0" indent="0" algn="l" defTabSz="622300">
            <a:lnSpc>
              <a:spcPct val="90000"/>
            </a:lnSpc>
            <a:spcBef>
              <a:spcPct val="0"/>
            </a:spcBef>
            <a:spcAft>
              <a:spcPct val="35000"/>
            </a:spcAft>
            <a:buNone/>
          </a:pPr>
          <a:r>
            <a:rPr lang="en-US" sz="1400" kern="1200"/>
            <a:t>Relate determinants to Health Status</a:t>
          </a:r>
        </a:p>
      </dsp:txBody>
      <dsp:txXfrm>
        <a:off x="1442720" y="1391144"/>
        <a:ext cx="5770880" cy="1311193"/>
      </dsp:txXfrm>
    </dsp:sp>
    <dsp:sp modelId="{67F5F4B3-D63A-4E3C-BD9F-5DAFED2D8BFD}">
      <dsp:nvSpPr>
        <dsp:cNvPr id="0" name=""/>
        <dsp:cNvSpPr/>
      </dsp:nvSpPr>
      <dsp:spPr>
        <a:xfrm>
          <a:off x="0" y="1391144"/>
          <a:ext cx="1442720" cy="1311193"/>
        </a:xfrm>
        <a:prstGeom prst="rect">
          <a:avLst/>
        </a:prstGeom>
        <a:solidFill>
          <a:schemeClr val="accent3">
            <a:hueOff val="0"/>
            <a:satOff val="0"/>
            <a:lumOff val="0"/>
            <a:alphaOff val="0"/>
          </a:schemeClr>
        </a:solidFill>
        <a:ln w="19050"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344" tIns="129517" rIns="76344" bIns="129517" numCol="1" spcCol="1270" anchor="ctr" anchorCtr="0">
          <a:noAutofit/>
        </a:bodyPr>
        <a:lstStyle/>
        <a:p>
          <a:pPr marL="0" lvl="0" indent="0" algn="ctr" defTabSz="800100">
            <a:lnSpc>
              <a:spcPct val="90000"/>
            </a:lnSpc>
            <a:spcBef>
              <a:spcPct val="0"/>
            </a:spcBef>
            <a:spcAft>
              <a:spcPct val="35000"/>
            </a:spcAft>
            <a:buNone/>
          </a:pPr>
          <a:r>
            <a:rPr lang="en-US" sz="1800" kern="1200"/>
            <a:t>Relate</a:t>
          </a:r>
        </a:p>
      </dsp:txBody>
      <dsp:txXfrm>
        <a:off x="0" y="1391144"/>
        <a:ext cx="1442720" cy="1311193"/>
      </dsp:txXfrm>
    </dsp:sp>
    <dsp:sp modelId="{15356BFD-636E-4FD4-99C1-0DCC4F0C8BF2}">
      <dsp:nvSpPr>
        <dsp:cNvPr id="0" name=""/>
        <dsp:cNvSpPr/>
      </dsp:nvSpPr>
      <dsp:spPr>
        <a:xfrm>
          <a:off x="1442720" y="2781009"/>
          <a:ext cx="5770880" cy="1311193"/>
        </a:xfrm>
        <a:prstGeom prst="rect">
          <a:avLst/>
        </a:prstGeom>
        <a:solidFill>
          <a:schemeClr val="accent4">
            <a:tint val="40000"/>
            <a:alpha val="90000"/>
            <a:hueOff val="0"/>
            <a:satOff val="0"/>
            <a:lumOff val="0"/>
            <a:alphaOff val="0"/>
          </a:schemeClr>
        </a:solidFill>
        <a:ln w="19050" cap="rnd"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1971" tIns="333043" rIns="111971" bIns="333043" numCol="1" spcCol="1270" anchor="t" anchorCtr="0">
          <a:noAutofit/>
        </a:bodyPr>
        <a:lstStyle/>
        <a:p>
          <a:pPr marL="0" lvl="0" indent="0" algn="l" defTabSz="622300">
            <a:lnSpc>
              <a:spcPct val="90000"/>
            </a:lnSpc>
            <a:spcBef>
              <a:spcPct val="0"/>
            </a:spcBef>
            <a:spcAft>
              <a:spcPct val="35000"/>
            </a:spcAft>
            <a:buNone/>
          </a:pPr>
          <a:r>
            <a:rPr lang="en-US" sz="1400" kern="1200"/>
            <a:t>Be able to describe (glossary of terms) in detail each determinant</a:t>
          </a:r>
        </a:p>
        <a:p>
          <a:pPr marL="57150" lvl="1" indent="-57150" algn="l" defTabSz="488950">
            <a:lnSpc>
              <a:spcPct val="90000"/>
            </a:lnSpc>
            <a:spcBef>
              <a:spcPct val="0"/>
            </a:spcBef>
            <a:spcAft>
              <a:spcPct val="15000"/>
            </a:spcAft>
            <a:buChar char="•"/>
          </a:pPr>
          <a:r>
            <a:rPr lang="en-US" sz="1100" kern="1200"/>
            <a:t>Provide a detailed example on how it can positively and negatively affect health status of and individual and a community</a:t>
          </a:r>
        </a:p>
      </dsp:txBody>
      <dsp:txXfrm>
        <a:off x="1442720" y="2781009"/>
        <a:ext cx="5770880" cy="1311193"/>
      </dsp:txXfrm>
    </dsp:sp>
    <dsp:sp modelId="{3C2F34D1-7D33-4FB3-8EB3-30E0314EC5DB}">
      <dsp:nvSpPr>
        <dsp:cNvPr id="0" name=""/>
        <dsp:cNvSpPr/>
      </dsp:nvSpPr>
      <dsp:spPr>
        <a:xfrm>
          <a:off x="0" y="2781009"/>
          <a:ext cx="1442720" cy="1311193"/>
        </a:xfrm>
        <a:prstGeom prst="rect">
          <a:avLst/>
        </a:prstGeom>
        <a:solidFill>
          <a:schemeClr val="accent4">
            <a:hueOff val="0"/>
            <a:satOff val="0"/>
            <a:lumOff val="0"/>
            <a:alphaOff val="0"/>
          </a:schemeClr>
        </a:solidFill>
        <a:ln w="19050"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344" tIns="129517" rIns="76344" bIns="129517" numCol="1" spcCol="1270" anchor="ctr" anchorCtr="0">
          <a:noAutofit/>
        </a:bodyPr>
        <a:lstStyle/>
        <a:p>
          <a:pPr marL="0" lvl="0" indent="0" algn="ctr" defTabSz="800100">
            <a:lnSpc>
              <a:spcPct val="90000"/>
            </a:lnSpc>
            <a:spcBef>
              <a:spcPct val="0"/>
            </a:spcBef>
            <a:spcAft>
              <a:spcPct val="35000"/>
            </a:spcAft>
            <a:buNone/>
          </a:pPr>
          <a:r>
            <a:rPr lang="en-US" sz="1800" kern="1200" dirty="0"/>
            <a:t>Example</a:t>
          </a:r>
        </a:p>
      </dsp:txBody>
      <dsp:txXfrm>
        <a:off x="0" y="2781009"/>
        <a:ext cx="1442720" cy="1311193"/>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6C6B09-B74E-42F0-8A30-A748827AD205}">
      <dsp:nvSpPr>
        <dsp:cNvPr id="0" name=""/>
        <dsp:cNvSpPr/>
      </dsp:nvSpPr>
      <dsp:spPr>
        <a:xfrm>
          <a:off x="0" y="2470633"/>
          <a:ext cx="7213600" cy="1621002"/>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US" sz="2900" kern="1200"/>
            <a:t>What terms are used to measure this?</a:t>
          </a:r>
        </a:p>
      </dsp:txBody>
      <dsp:txXfrm>
        <a:off x="0" y="2470633"/>
        <a:ext cx="7213600" cy="875341"/>
      </dsp:txXfrm>
    </dsp:sp>
    <dsp:sp modelId="{19ED49D1-C116-4D87-B00E-878B7BAEB9EC}">
      <dsp:nvSpPr>
        <dsp:cNvPr id="0" name=""/>
        <dsp:cNvSpPr/>
      </dsp:nvSpPr>
      <dsp:spPr>
        <a:xfrm>
          <a:off x="3522" y="3313554"/>
          <a:ext cx="2402185" cy="745661"/>
        </a:xfrm>
        <a:prstGeom prst="rect">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5128" tIns="24130" rIns="135128" bIns="24130" numCol="1" spcCol="1270" anchor="ctr" anchorCtr="0">
          <a:noAutofit/>
        </a:bodyPr>
        <a:lstStyle/>
        <a:p>
          <a:pPr marL="0" lvl="0" indent="0" algn="ctr" defTabSz="844550">
            <a:lnSpc>
              <a:spcPct val="90000"/>
            </a:lnSpc>
            <a:spcBef>
              <a:spcPct val="0"/>
            </a:spcBef>
            <a:spcAft>
              <a:spcPct val="35000"/>
            </a:spcAft>
            <a:buNone/>
          </a:pPr>
          <a:r>
            <a:rPr lang="en-US" sz="1900" kern="1200"/>
            <a:t>Quality of life</a:t>
          </a:r>
        </a:p>
      </dsp:txBody>
      <dsp:txXfrm>
        <a:off x="3522" y="3313554"/>
        <a:ext cx="2402185" cy="745661"/>
      </dsp:txXfrm>
    </dsp:sp>
    <dsp:sp modelId="{BA17C6CF-717B-41DB-BFA6-AE6D277E0D7E}">
      <dsp:nvSpPr>
        <dsp:cNvPr id="0" name=""/>
        <dsp:cNvSpPr/>
      </dsp:nvSpPr>
      <dsp:spPr>
        <a:xfrm>
          <a:off x="2405707" y="3313554"/>
          <a:ext cx="2402185" cy="745661"/>
        </a:xfrm>
        <a:prstGeom prst="rect">
          <a:avLst/>
        </a:prstGeom>
        <a:solidFill>
          <a:schemeClr val="accent2">
            <a:tint val="40000"/>
            <a:alpha val="90000"/>
            <a:hueOff val="-2045920"/>
            <a:satOff val="22554"/>
            <a:lumOff val="2148"/>
            <a:alphaOff val="0"/>
          </a:schemeClr>
        </a:solidFill>
        <a:ln w="19050" cap="rnd" cmpd="sng" algn="ctr">
          <a:solidFill>
            <a:schemeClr val="accent2">
              <a:tint val="40000"/>
              <a:alpha val="90000"/>
              <a:hueOff val="-2045920"/>
              <a:satOff val="22554"/>
              <a:lumOff val="214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5128" tIns="24130" rIns="135128" bIns="24130" numCol="1" spcCol="1270" anchor="ctr" anchorCtr="0">
          <a:noAutofit/>
        </a:bodyPr>
        <a:lstStyle/>
        <a:p>
          <a:pPr marL="0" lvl="0" indent="0" algn="ctr" defTabSz="844550">
            <a:lnSpc>
              <a:spcPct val="90000"/>
            </a:lnSpc>
            <a:spcBef>
              <a:spcPct val="0"/>
            </a:spcBef>
            <a:spcAft>
              <a:spcPct val="35000"/>
            </a:spcAft>
            <a:buNone/>
          </a:pPr>
          <a:r>
            <a:rPr lang="en-US" sz="1900" kern="1200"/>
            <a:t>Living with a disease (Morbidity)</a:t>
          </a:r>
        </a:p>
      </dsp:txBody>
      <dsp:txXfrm>
        <a:off x="2405707" y="3313554"/>
        <a:ext cx="2402185" cy="745661"/>
      </dsp:txXfrm>
    </dsp:sp>
    <dsp:sp modelId="{3982F2B2-D8BF-4DA4-BF88-B375C7217B4A}">
      <dsp:nvSpPr>
        <dsp:cNvPr id="0" name=""/>
        <dsp:cNvSpPr/>
      </dsp:nvSpPr>
      <dsp:spPr>
        <a:xfrm>
          <a:off x="4807892" y="3313554"/>
          <a:ext cx="2402185" cy="745661"/>
        </a:xfrm>
        <a:prstGeom prst="rect">
          <a:avLst/>
        </a:prstGeom>
        <a:solidFill>
          <a:schemeClr val="accent2">
            <a:tint val="40000"/>
            <a:alpha val="90000"/>
            <a:hueOff val="-4091839"/>
            <a:satOff val="45107"/>
            <a:lumOff val="4296"/>
            <a:alphaOff val="0"/>
          </a:schemeClr>
        </a:solidFill>
        <a:ln w="19050" cap="rnd" cmpd="sng" algn="ctr">
          <a:solidFill>
            <a:schemeClr val="accent2">
              <a:tint val="40000"/>
              <a:alpha val="90000"/>
              <a:hueOff val="-4091839"/>
              <a:satOff val="45107"/>
              <a:lumOff val="429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5128" tIns="24130" rIns="135128" bIns="24130" numCol="1" spcCol="1270" anchor="ctr" anchorCtr="0">
          <a:noAutofit/>
        </a:bodyPr>
        <a:lstStyle/>
        <a:p>
          <a:pPr marL="0" lvl="0" indent="0" algn="ctr" defTabSz="844550">
            <a:lnSpc>
              <a:spcPct val="90000"/>
            </a:lnSpc>
            <a:spcBef>
              <a:spcPct val="0"/>
            </a:spcBef>
            <a:spcAft>
              <a:spcPct val="35000"/>
            </a:spcAft>
            <a:buNone/>
          </a:pPr>
          <a:r>
            <a:rPr lang="en-US" sz="1900" kern="1200"/>
            <a:t>Life expectancy </a:t>
          </a:r>
        </a:p>
      </dsp:txBody>
      <dsp:txXfrm>
        <a:off x="4807892" y="3313554"/>
        <a:ext cx="2402185" cy="745661"/>
      </dsp:txXfrm>
    </dsp:sp>
    <dsp:sp modelId="{4E8B653D-03F0-4A7A-90AA-0B86A0095848}">
      <dsp:nvSpPr>
        <dsp:cNvPr id="0" name=""/>
        <dsp:cNvSpPr/>
      </dsp:nvSpPr>
      <dsp:spPr>
        <a:xfrm rot="10800000">
          <a:off x="0" y="1845"/>
          <a:ext cx="7213600" cy="2493102"/>
        </a:xfrm>
        <a:prstGeom prst="upArrowCallout">
          <a:avLst/>
        </a:prstGeom>
        <a:solidFill>
          <a:schemeClr val="accent2">
            <a:hueOff val="-2964286"/>
            <a:satOff val="14200"/>
            <a:lumOff val="1313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US" sz="2900" kern="1200"/>
            <a:t>Can be individual or a group (populations – E.g. Your suburb/state/country)</a:t>
          </a:r>
        </a:p>
      </dsp:txBody>
      <dsp:txXfrm rot="10800000">
        <a:off x="0" y="1845"/>
        <a:ext cx="7213600" cy="1619943"/>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B0CDBD-5D41-4B8E-9292-00C7159C8CF6}">
      <dsp:nvSpPr>
        <dsp:cNvPr id="0" name=""/>
        <dsp:cNvSpPr/>
      </dsp:nvSpPr>
      <dsp:spPr>
        <a:xfrm>
          <a:off x="1442720" y="1279"/>
          <a:ext cx="5770880" cy="1311193"/>
        </a:xfrm>
        <a:prstGeom prst="rect">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1971" tIns="333043" rIns="111971" bIns="333043" numCol="1" spcCol="1270" anchor="ctr" anchorCtr="0">
          <a:noAutofit/>
        </a:bodyPr>
        <a:lstStyle/>
        <a:p>
          <a:pPr marL="0" lvl="0" indent="0" algn="l" defTabSz="622300">
            <a:lnSpc>
              <a:spcPct val="90000"/>
            </a:lnSpc>
            <a:spcBef>
              <a:spcPct val="0"/>
            </a:spcBef>
            <a:spcAft>
              <a:spcPct val="35000"/>
            </a:spcAft>
            <a:buNone/>
          </a:pPr>
          <a:r>
            <a:rPr lang="en-US" sz="1400" kern="1200"/>
            <a:t>Outline each determinant</a:t>
          </a:r>
        </a:p>
      </dsp:txBody>
      <dsp:txXfrm>
        <a:off x="1442720" y="1279"/>
        <a:ext cx="5770880" cy="1311193"/>
      </dsp:txXfrm>
    </dsp:sp>
    <dsp:sp modelId="{5DF9F01A-67D4-4611-91BB-AE543FEEAA89}">
      <dsp:nvSpPr>
        <dsp:cNvPr id="0" name=""/>
        <dsp:cNvSpPr/>
      </dsp:nvSpPr>
      <dsp:spPr>
        <a:xfrm>
          <a:off x="0" y="1279"/>
          <a:ext cx="1442720" cy="1311193"/>
        </a:xfrm>
        <a:prstGeom prst="rect">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344" tIns="129517" rIns="76344" bIns="129517" numCol="1" spcCol="1270" anchor="ctr" anchorCtr="0">
          <a:noAutofit/>
        </a:bodyPr>
        <a:lstStyle/>
        <a:p>
          <a:pPr marL="0" lvl="0" indent="0" algn="ctr" defTabSz="800100">
            <a:lnSpc>
              <a:spcPct val="90000"/>
            </a:lnSpc>
            <a:spcBef>
              <a:spcPct val="0"/>
            </a:spcBef>
            <a:spcAft>
              <a:spcPct val="35000"/>
            </a:spcAft>
            <a:buNone/>
          </a:pPr>
          <a:r>
            <a:rPr lang="en-US" sz="1800" kern="1200"/>
            <a:t>Outline</a:t>
          </a:r>
        </a:p>
      </dsp:txBody>
      <dsp:txXfrm>
        <a:off x="0" y="1279"/>
        <a:ext cx="1442720" cy="1311193"/>
      </dsp:txXfrm>
    </dsp:sp>
    <dsp:sp modelId="{E22648DA-289A-4C1F-BBDC-5C369522A956}">
      <dsp:nvSpPr>
        <dsp:cNvPr id="0" name=""/>
        <dsp:cNvSpPr/>
      </dsp:nvSpPr>
      <dsp:spPr>
        <a:xfrm>
          <a:off x="1442720" y="1391144"/>
          <a:ext cx="5770880" cy="1311193"/>
        </a:xfrm>
        <a:prstGeom prst="rect">
          <a:avLst/>
        </a:prstGeom>
        <a:solidFill>
          <a:schemeClr val="accent3">
            <a:tint val="40000"/>
            <a:alpha val="90000"/>
            <a:hueOff val="0"/>
            <a:satOff val="0"/>
            <a:lumOff val="0"/>
            <a:alphaOff val="0"/>
          </a:schemeClr>
        </a:solidFill>
        <a:ln w="19050"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1971" tIns="333043" rIns="111971" bIns="333043" numCol="1" spcCol="1270" anchor="ctr" anchorCtr="0">
          <a:noAutofit/>
        </a:bodyPr>
        <a:lstStyle/>
        <a:p>
          <a:pPr marL="0" lvl="0" indent="0" algn="l" defTabSz="622300">
            <a:lnSpc>
              <a:spcPct val="90000"/>
            </a:lnSpc>
            <a:spcBef>
              <a:spcPct val="0"/>
            </a:spcBef>
            <a:spcAft>
              <a:spcPct val="35000"/>
            </a:spcAft>
            <a:buNone/>
          </a:pPr>
          <a:r>
            <a:rPr lang="en-US" sz="1400" kern="1200"/>
            <a:t>Relate determinants to Health Status</a:t>
          </a:r>
        </a:p>
      </dsp:txBody>
      <dsp:txXfrm>
        <a:off x="1442720" y="1391144"/>
        <a:ext cx="5770880" cy="1311193"/>
      </dsp:txXfrm>
    </dsp:sp>
    <dsp:sp modelId="{67F5F4B3-D63A-4E3C-BD9F-5DAFED2D8BFD}">
      <dsp:nvSpPr>
        <dsp:cNvPr id="0" name=""/>
        <dsp:cNvSpPr/>
      </dsp:nvSpPr>
      <dsp:spPr>
        <a:xfrm>
          <a:off x="0" y="1391144"/>
          <a:ext cx="1442720" cy="1311193"/>
        </a:xfrm>
        <a:prstGeom prst="rect">
          <a:avLst/>
        </a:prstGeom>
        <a:solidFill>
          <a:schemeClr val="accent3">
            <a:hueOff val="0"/>
            <a:satOff val="0"/>
            <a:lumOff val="0"/>
            <a:alphaOff val="0"/>
          </a:schemeClr>
        </a:solidFill>
        <a:ln w="19050"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344" tIns="129517" rIns="76344" bIns="129517" numCol="1" spcCol="1270" anchor="ctr" anchorCtr="0">
          <a:noAutofit/>
        </a:bodyPr>
        <a:lstStyle/>
        <a:p>
          <a:pPr marL="0" lvl="0" indent="0" algn="ctr" defTabSz="800100">
            <a:lnSpc>
              <a:spcPct val="90000"/>
            </a:lnSpc>
            <a:spcBef>
              <a:spcPct val="0"/>
            </a:spcBef>
            <a:spcAft>
              <a:spcPct val="35000"/>
            </a:spcAft>
            <a:buNone/>
          </a:pPr>
          <a:r>
            <a:rPr lang="en-US" sz="1800" kern="1200"/>
            <a:t>Relate</a:t>
          </a:r>
        </a:p>
      </dsp:txBody>
      <dsp:txXfrm>
        <a:off x="0" y="1391144"/>
        <a:ext cx="1442720" cy="1311193"/>
      </dsp:txXfrm>
    </dsp:sp>
    <dsp:sp modelId="{15356BFD-636E-4FD4-99C1-0DCC4F0C8BF2}">
      <dsp:nvSpPr>
        <dsp:cNvPr id="0" name=""/>
        <dsp:cNvSpPr/>
      </dsp:nvSpPr>
      <dsp:spPr>
        <a:xfrm>
          <a:off x="1442720" y="2781009"/>
          <a:ext cx="5770880" cy="1311193"/>
        </a:xfrm>
        <a:prstGeom prst="rect">
          <a:avLst/>
        </a:prstGeom>
        <a:solidFill>
          <a:schemeClr val="accent4">
            <a:tint val="40000"/>
            <a:alpha val="90000"/>
            <a:hueOff val="0"/>
            <a:satOff val="0"/>
            <a:lumOff val="0"/>
            <a:alphaOff val="0"/>
          </a:schemeClr>
        </a:solidFill>
        <a:ln w="19050" cap="rnd"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1971" tIns="333043" rIns="111971" bIns="333043" numCol="1" spcCol="1270" anchor="t" anchorCtr="0">
          <a:noAutofit/>
        </a:bodyPr>
        <a:lstStyle/>
        <a:p>
          <a:pPr marL="0" lvl="0" indent="0" algn="l" defTabSz="622300">
            <a:lnSpc>
              <a:spcPct val="90000"/>
            </a:lnSpc>
            <a:spcBef>
              <a:spcPct val="0"/>
            </a:spcBef>
            <a:spcAft>
              <a:spcPct val="35000"/>
            </a:spcAft>
            <a:buNone/>
          </a:pPr>
          <a:r>
            <a:rPr lang="en-US" sz="1400" kern="1200"/>
            <a:t>Be able to describe (glossary of terms) in detail each determinant</a:t>
          </a:r>
        </a:p>
        <a:p>
          <a:pPr marL="57150" lvl="1" indent="-57150" algn="l" defTabSz="488950">
            <a:lnSpc>
              <a:spcPct val="90000"/>
            </a:lnSpc>
            <a:spcBef>
              <a:spcPct val="0"/>
            </a:spcBef>
            <a:spcAft>
              <a:spcPct val="15000"/>
            </a:spcAft>
            <a:buChar char="•"/>
          </a:pPr>
          <a:r>
            <a:rPr lang="en-US" sz="1100" kern="1200"/>
            <a:t>Provide a detailed example on how it can positively and negatively affect health status of and individual and a community</a:t>
          </a:r>
        </a:p>
      </dsp:txBody>
      <dsp:txXfrm>
        <a:off x="1442720" y="2781009"/>
        <a:ext cx="5770880" cy="1311193"/>
      </dsp:txXfrm>
    </dsp:sp>
    <dsp:sp modelId="{3C2F34D1-7D33-4FB3-8EB3-30E0314EC5DB}">
      <dsp:nvSpPr>
        <dsp:cNvPr id="0" name=""/>
        <dsp:cNvSpPr/>
      </dsp:nvSpPr>
      <dsp:spPr>
        <a:xfrm>
          <a:off x="0" y="2781009"/>
          <a:ext cx="1442720" cy="1311193"/>
        </a:xfrm>
        <a:prstGeom prst="rect">
          <a:avLst/>
        </a:prstGeom>
        <a:solidFill>
          <a:schemeClr val="accent4">
            <a:hueOff val="0"/>
            <a:satOff val="0"/>
            <a:lumOff val="0"/>
            <a:alphaOff val="0"/>
          </a:schemeClr>
        </a:solidFill>
        <a:ln w="19050"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344" tIns="129517" rIns="76344" bIns="129517" numCol="1" spcCol="1270" anchor="ctr" anchorCtr="0">
          <a:noAutofit/>
        </a:bodyPr>
        <a:lstStyle/>
        <a:p>
          <a:pPr marL="0" lvl="0" indent="0" algn="ctr" defTabSz="800100">
            <a:lnSpc>
              <a:spcPct val="90000"/>
            </a:lnSpc>
            <a:spcBef>
              <a:spcPct val="0"/>
            </a:spcBef>
            <a:spcAft>
              <a:spcPct val="35000"/>
            </a:spcAft>
            <a:buNone/>
          </a:pPr>
          <a:r>
            <a:rPr lang="en-US" sz="1800" kern="1200" dirty="0"/>
            <a:t>Example</a:t>
          </a:r>
        </a:p>
      </dsp:txBody>
      <dsp:txXfrm>
        <a:off x="0" y="2781009"/>
        <a:ext cx="1442720" cy="1311193"/>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71DD75-103A-41D6-A4A5-FA60D4ED708F}">
      <dsp:nvSpPr>
        <dsp:cNvPr id="0" name=""/>
        <dsp:cNvSpPr/>
      </dsp:nvSpPr>
      <dsp:spPr>
        <a:xfrm>
          <a:off x="0" y="499"/>
          <a:ext cx="7213600" cy="116928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8D46B75-8DE4-4E4B-89B4-EDBD00080B93}">
      <dsp:nvSpPr>
        <dsp:cNvPr id="0" name=""/>
        <dsp:cNvSpPr/>
      </dsp:nvSpPr>
      <dsp:spPr>
        <a:xfrm>
          <a:off x="353707" y="263587"/>
          <a:ext cx="643104" cy="6431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373B9D7-CBB3-4263-B735-54F01D8FCAF6}">
      <dsp:nvSpPr>
        <dsp:cNvPr id="0" name=""/>
        <dsp:cNvSpPr/>
      </dsp:nvSpPr>
      <dsp:spPr>
        <a:xfrm>
          <a:off x="1350519" y="499"/>
          <a:ext cx="5863080" cy="116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749" tIns="123749" rIns="123749" bIns="123749" numCol="1" spcCol="1270" anchor="ctr" anchorCtr="0">
          <a:noAutofit/>
        </a:bodyPr>
        <a:lstStyle/>
        <a:p>
          <a:pPr marL="0" lvl="0" indent="0" algn="l" defTabSz="755650">
            <a:lnSpc>
              <a:spcPct val="90000"/>
            </a:lnSpc>
            <a:spcBef>
              <a:spcPct val="0"/>
            </a:spcBef>
            <a:spcAft>
              <a:spcPct val="35000"/>
            </a:spcAft>
            <a:buNone/>
          </a:pPr>
          <a:r>
            <a:rPr lang="en-AU" sz="1700" kern="1200">
              <a:hlinkClick xmlns:r="http://schemas.openxmlformats.org/officeDocument/2006/relationships" r:id="rId3"/>
            </a:rPr>
            <a:t>Premature and low birth weight - https://www.youtube.com/watch?v=8dDOnjxW3Sg </a:t>
          </a:r>
          <a:endParaRPr lang="en-US" sz="1700" kern="1200"/>
        </a:p>
      </dsp:txBody>
      <dsp:txXfrm>
        <a:off x="1350519" y="499"/>
        <a:ext cx="5863080" cy="1169280"/>
      </dsp:txXfrm>
    </dsp:sp>
    <dsp:sp modelId="{6A8F102C-8058-45DF-91E1-8CD6188D759E}">
      <dsp:nvSpPr>
        <dsp:cNvPr id="0" name=""/>
        <dsp:cNvSpPr/>
      </dsp:nvSpPr>
      <dsp:spPr>
        <a:xfrm>
          <a:off x="0" y="1462100"/>
          <a:ext cx="7213600" cy="116928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7AE5C6-573A-4E4F-BB52-9FAF39D1F092}">
      <dsp:nvSpPr>
        <dsp:cNvPr id="0" name=""/>
        <dsp:cNvSpPr/>
      </dsp:nvSpPr>
      <dsp:spPr>
        <a:xfrm>
          <a:off x="353707" y="1725188"/>
          <a:ext cx="643104" cy="643104"/>
        </a:xfrm>
        <a:prstGeom prst="rect">
          <a:avLst/>
        </a:prstGeom>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F8B34F4-D259-4505-8258-4A6729236302}">
      <dsp:nvSpPr>
        <dsp:cNvPr id="0" name=""/>
        <dsp:cNvSpPr/>
      </dsp:nvSpPr>
      <dsp:spPr>
        <a:xfrm>
          <a:off x="1350519" y="1462100"/>
          <a:ext cx="5863080" cy="116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749" tIns="123749" rIns="123749" bIns="123749" numCol="1" spcCol="1270" anchor="ctr" anchorCtr="0">
          <a:noAutofit/>
        </a:bodyPr>
        <a:lstStyle/>
        <a:p>
          <a:pPr marL="0" lvl="0" indent="0" algn="l" defTabSz="755650">
            <a:lnSpc>
              <a:spcPct val="90000"/>
            </a:lnSpc>
            <a:spcBef>
              <a:spcPct val="0"/>
            </a:spcBef>
            <a:spcAft>
              <a:spcPct val="35000"/>
            </a:spcAft>
            <a:buNone/>
          </a:pPr>
          <a:r>
            <a:rPr lang="en-AU" sz="1700" kern="1200">
              <a:hlinkClick xmlns:r="http://schemas.openxmlformats.org/officeDocument/2006/relationships" r:id="rId6"/>
            </a:rPr>
            <a:t>http://www.perthnow.com.au/news/western-australia/near6kg-baby-born-in-perth-on-australia-day-a-huge-bundle-of-joy-for-tassell-family/news-story/a433513db4d40a9f3f113748f1bffc07</a:t>
          </a:r>
          <a:endParaRPr lang="en-US" sz="1700" kern="1200"/>
        </a:p>
      </dsp:txBody>
      <dsp:txXfrm>
        <a:off x="1350519" y="1462100"/>
        <a:ext cx="5863080" cy="1169280"/>
      </dsp:txXfrm>
    </dsp:sp>
    <dsp:sp modelId="{5513B748-687A-4812-84E4-A9DFCA1A8CCA}">
      <dsp:nvSpPr>
        <dsp:cNvPr id="0" name=""/>
        <dsp:cNvSpPr/>
      </dsp:nvSpPr>
      <dsp:spPr>
        <a:xfrm>
          <a:off x="0" y="2923701"/>
          <a:ext cx="7213600" cy="116928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25A7EE-4994-4E62-91CD-8B8C05658A76}">
      <dsp:nvSpPr>
        <dsp:cNvPr id="0" name=""/>
        <dsp:cNvSpPr/>
      </dsp:nvSpPr>
      <dsp:spPr>
        <a:xfrm>
          <a:off x="353707" y="3186789"/>
          <a:ext cx="643104" cy="64310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D8CE4F8-961A-4582-B946-05E8C01D299E}">
      <dsp:nvSpPr>
        <dsp:cNvPr id="0" name=""/>
        <dsp:cNvSpPr/>
      </dsp:nvSpPr>
      <dsp:spPr>
        <a:xfrm>
          <a:off x="1350519" y="2923701"/>
          <a:ext cx="5863080" cy="116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749" tIns="123749" rIns="123749" bIns="123749" numCol="1" spcCol="1270" anchor="ctr" anchorCtr="0">
          <a:noAutofit/>
        </a:bodyPr>
        <a:lstStyle/>
        <a:p>
          <a:pPr marL="0" lvl="0" indent="0" algn="l" defTabSz="755650">
            <a:lnSpc>
              <a:spcPct val="90000"/>
            </a:lnSpc>
            <a:spcBef>
              <a:spcPct val="0"/>
            </a:spcBef>
            <a:spcAft>
              <a:spcPct val="35000"/>
            </a:spcAft>
            <a:buNone/>
          </a:pPr>
          <a:r>
            <a:rPr lang="en-US" sz="1700" kern="1200">
              <a:hlinkClick xmlns:r="http://schemas.openxmlformats.org/officeDocument/2006/relationships" r:id="rId9"/>
            </a:rPr>
            <a:t>http://www.babycentre.co.uk/a1033196/low-birth-weight-in-babies</a:t>
          </a:r>
          <a:endParaRPr lang="en-US" sz="1700" kern="1200"/>
        </a:p>
      </dsp:txBody>
      <dsp:txXfrm>
        <a:off x="1350519" y="2923701"/>
        <a:ext cx="5863080" cy="1169280"/>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C999C5-771D-432E-AF7D-BB6D42C9ECED}">
      <dsp:nvSpPr>
        <dsp:cNvPr id="0" name=""/>
        <dsp:cNvSpPr/>
      </dsp:nvSpPr>
      <dsp:spPr>
        <a:xfrm>
          <a:off x="928596" y="327003"/>
          <a:ext cx="1483312" cy="14833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D0877AB-7314-4ADE-B0C5-1655CD5AED01}">
      <dsp:nvSpPr>
        <dsp:cNvPr id="0" name=""/>
        <dsp:cNvSpPr/>
      </dsp:nvSpPr>
      <dsp:spPr>
        <a:xfrm>
          <a:off x="22128" y="2326478"/>
          <a:ext cx="3296250" cy="144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US" sz="1800" kern="1200" dirty="0"/>
            <a:t>Identify the top 4 determinants of health you see as your weakest. (not familiar with, cant link to poor or positive health, not sure what they are </a:t>
          </a:r>
          <a:r>
            <a:rPr lang="en-US" sz="1800" kern="1200" dirty="0" err="1"/>
            <a:t>ect</a:t>
          </a:r>
          <a:r>
            <a:rPr lang="en-US" sz="1800" kern="1200" dirty="0"/>
            <a:t>)</a:t>
          </a:r>
        </a:p>
      </dsp:txBody>
      <dsp:txXfrm>
        <a:off x="22128" y="2326478"/>
        <a:ext cx="3296250" cy="1440000"/>
      </dsp:txXfrm>
    </dsp:sp>
    <dsp:sp modelId="{B98D6D92-D7AE-4BF9-8301-090E8A8F716E}">
      <dsp:nvSpPr>
        <dsp:cNvPr id="0" name=""/>
        <dsp:cNvSpPr/>
      </dsp:nvSpPr>
      <dsp:spPr>
        <a:xfrm>
          <a:off x="4801690" y="327003"/>
          <a:ext cx="1483312" cy="14833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F5C91F5-B51C-4F01-8164-5A1FF83D4858}">
      <dsp:nvSpPr>
        <dsp:cNvPr id="0" name=""/>
        <dsp:cNvSpPr/>
      </dsp:nvSpPr>
      <dsp:spPr>
        <a:xfrm>
          <a:off x="3895221" y="2326478"/>
          <a:ext cx="3296250" cy="144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pPr>
          <a:r>
            <a:rPr lang="en-US" sz="1900" kern="1200"/>
            <a:t>Research those 4 and then share with a partner what your found about that determinant and it’s relation to health.</a:t>
          </a:r>
        </a:p>
      </dsp:txBody>
      <dsp:txXfrm>
        <a:off x="3895221" y="2326478"/>
        <a:ext cx="3296250" cy="1440000"/>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B0CDBD-5D41-4B8E-9292-00C7159C8CF6}">
      <dsp:nvSpPr>
        <dsp:cNvPr id="0" name=""/>
        <dsp:cNvSpPr/>
      </dsp:nvSpPr>
      <dsp:spPr>
        <a:xfrm>
          <a:off x="1442720" y="1279"/>
          <a:ext cx="5770880" cy="1311193"/>
        </a:xfrm>
        <a:prstGeom prst="rect">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1971" tIns="333043" rIns="111971" bIns="333043" numCol="1" spcCol="1270" anchor="ctr" anchorCtr="0">
          <a:noAutofit/>
        </a:bodyPr>
        <a:lstStyle/>
        <a:p>
          <a:pPr marL="0" lvl="0" indent="0" algn="l" defTabSz="711200">
            <a:lnSpc>
              <a:spcPct val="90000"/>
            </a:lnSpc>
            <a:spcBef>
              <a:spcPct val="0"/>
            </a:spcBef>
            <a:spcAft>
              <a:spcPct val="35000"/>
            </a:spcAft>
            <a:buNone/>
          </a:pPr>
          <a:r>
            <a:rPr lang="en-US" sz="1600" kern="1200" dirty="0"/>
            <a:t>Structure essay and paragraphs correctly </a:t>
          </a:r>
        </a:p>
        <a:p>
          <a:pPr marL="0" lvl="0" indent="0" algn="l" defTabSz="711200">
            <a:lnSpc>
              <a:spcPct val="90000"/>
            </a:lnSpc>
            <a:spcBef>
              <a:spcPct val="0"/>
            </a:spcBef>
            <a:spcAft>
              <a:spcPct val="35000"/>
            </a:spcAft>
            <a:buNone/>
          </a:pPr>
          <a:r>
            <a:rPr lang="en-US" sz="1600" kern="1200" dirty="0"/>
            <a:t>Write a practice essay using health science language</a:t>
          </a:r>
        </a:p>
      </dsp:txBody>
      <dsp:txXfrm>
        <a:off x="1442720" y="1279"/>
        <a:ext cx="5770880" cy="1311193"/>
      </dsp:txXfrm>
    </dsp:sp>
    <dsp:sp modelId="{5DF9F01A-67D4-4611-91BB-AE543FEEAA89}">
      <dsp:nvSpPr>
        <dsp:cNvPr id="0" name=""/>
        <dsp:cNvSpPr/>
      </dsp:nvSpPr>
      <dsp:spPr>
        <a:xfrm>
          <a:off x="0" y="1279"/>
          <a:ext cx="1442720" cy="1311193"/>
        </a:xfrm>
        <a:prstGeom prst="rect">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344" tIns="129517" rIns="76344" bIns="129517" numCol="1" spcCol="1270" anchor="ctr" anchorCtr="0">
          <a:noAutofit/>
        </a:bodyPr>
        <a:lstStyle/>
        <a:p>
          <a:pPr marL="0" lvl="0" indent="0" algn="ctr" defTabSz="933450">
            <a:lnSpc>
              <a:spcPct val="90000"/>
            </a:lnSpc>
            <a:spcBef>
              <a:spcPct val="0"/>
            </a:spcBef>
            <a:spcAft>
              <a:spcPct val="35000"/>
            </a:spcAft>
            <a:buNone/>
          </a:pPr>
          <a:r>
            <a:rPr lang="en-US" sz="2100" kern="1200" dirty="0"/>
            <a:t>Writing</a:t>
          </a:r>
        </a:p>
      </dsp:txBody>
      <dsp:txXfrm>
        <a:off x="0" y="1279"/>
        <a:ext cx="1442720" cy="1311193"/>
      </dsp:txXfrm>
    </dsp:sp>
    <dsp:sp modelId="{E22648DA-289A-4C1F-BBDC-5C369522A956}">
      <dsp:nvSpPr>
        <dsp:cNvPr id="0" name=""/>
        <dsp:cNvSpPr/>
      </dsp:nvSpPr>
      <dsp:spPr>
        <a:xfrm>
          <a:off x="1442720" y="1391144"/>
          <a:ext cx="5770880" cy="1311193"/>
        </a:xfrm>
        <a:prstGeom prst="rect">
          <a:avLst/>
        </a:prstGeom>
        <a:solidFill>
          <a:schemeClr val="accent3">
            <a:tint val="40000"/>
            <a:alpha val="90000"/>
            <a:hueOff val="0"/>
            <a:satOff val="0"/>
            <a:lumOff val="0"/>
            <a:alphaOff val="0"/>
          </a:schemeClr>
        </a:solidFill>
        <a:ln w="19050"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1971" tIns="333043" rIns="111971" bIns="333043" numCol="1" spcCol="1270" anchor="ctr" anchorCtr="0">
          <a:noAutofit/>
        </a:bodyPr>
        <a:lstStyle/>
        <a:p>
          <a:pPr marL="0" lvl="0" indent="0" algn="l" defTabSz="711200">
            <a:lnSpc>
              <a:spcPct val="90000"/>
            </a:lnSpc>
            <a:spcBef>
              <a:spcPct val="0"/>
            </a:spcBef>
            <a:spcAft>
              <a:spcPct val="35000"/>
            </a:spcAft>
            <a:buNone/>
          </a:pPr>
          <a:r>
            <a:rPr lang="en-US" sz="1600" kern="1200" dirty="0"/>
            <a:t>Understand and demonstrate intext and end text referencing</a:t>
          </a:r>
        </a:p>
      </dsp:txBody>
      <dsp:txXfrm>
        <a:off x="1442720" y="1391144"/>
        <a:ext cx="5770880" cy="1311193"/>
      </dsp:txXfrm>
    </dsp:sp>
    <dsp:sp modelId="{67F5F4B3-D63A-4E3C-BD9F-5DAFED2D8BFD}">
      <dsp:nvSpPr>
        <dsp:cNvPr id="0" name=""/>
        <dsp:cNvSpPr/>
      </dsp:nvSpPr>
      <dsp:spPr>
        <a:xfrm>
          <a:off x="0" y="1391144"/>
          <a:ext cx="1442720" cy="1311193"/>
        </a:xfrm>
        <a:prstGeom prst="rect">
          <a:avLst/>
        </a:prstGeom>
        <a:solidFill>
          <a:schemeClr val="accent3">
            <a:hueOff val="0"/>
            <a:satOff val="0"/>
            <a:lumOff val="0"/>
            <a:alphaOff val="0"/>
          </a:schemeClr>
        </a:solidFill>
        <a:ln w="19050"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344" tIns="129517" rIns="76344" bIns="129517" numCol="1" spcCol="1270" anchor="ctr" anchorCtr="0">
          <a:noAutofit/>
        </a:bodyPr>
        <a:lstStyle/>
        <a:p>
          <a:pPr marL="0" lvl="0" indent="0" algn="ctr" defTabSz="933450">
            <a:lnSpc>
              <a:spcPct val="90000"/>
            </a:lnSpc>
            <a:spcBef>
              <a:spcPct val="0"/>
            </a:spcBef>
            <a:spcAft>
              <a:spcPct val="35000"/>
            </a:spcAft>
            <a:buNone/>
          </a:pPr>
          <a:r>
            <a:rPr lang="en-US" sz="2100" kern="1200" dirty="0"/>
            <a:t>Reference</a:t>
          </a:r>
        </a:p>
      </dsp:txBody>
      <dsp:txXfrm>
        <a:off x="0" y="1391144"/>
        <a:ext cx="1442720" cy="1311193"/>
      </dsp:txXfrm>
    </dsp:sp>
    <dsp:sp modelId="{15356BFD-636E-4FD4-99C1-0DCC4F0C8BF2}">
      <dsp:nvSpPr>
        <dsp:cNvPr id="0" name=""/>
        <dsp:cNvSpPr/>
      </dsp:nvSpPr>
      <dsp:spPr>
        <a:xfrm>
          <a:off x="1442720" y="2781009"/>
          <a:ext cx="5770880" cy="1311193"/>
        </a:xfrm>
        <a:prstGeom prst="rect">
          <a:avLst/>
        </a:prstGeom>
        <a:solidFill>
          <a:schemeClr val="accent4">
            <a:tint val="40000"/>
            <a:alpha val="90000"/>
            <a:hueOff val="0"/>
            <a:satOff val="0"/>
            <a:lumOff val="0"/>
            <a:alphaOff val="0"/>
          </a:schemeClr>
        </a:solidFill>
        <a:ln w="19050" cap="rnd"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1971" tIns="333043" rIns="111971" bIns="333043" numCol="1" spcCol="1270" anchor="ctr" anchorCtr="0">
          <a:noAutofit/>
        </a:bodyPr>
        <a:lstStyle/>
        <a:p>
          <a:pPr marL="0" lvl="0" indent="0" algn="l" defTabSz="711200">
            <a:lnSpc>
              <a:spcPct val="90000"/>
            </a:lnSpc>
            <a:spcBef>
              <a:spcPct val="0"/>
            </a:spcBef>
            <a:spcAft>
              <a:spcPct val="35000"/>
            </a:spcAft>
            <a:buNone/>
          </a:pPr>
          <a:r>
            <a:rPr lang="en-US" sz="1600" kern="1200" dirty="0"/>
            <a:t>Record relevant examples from Erin </a:t>
          </a:r>
          <a:r>
            <a:rPr lang="en-US" sz="1600" kern="1200" dirty="0" err="1"/>
            <a:t>Brockovic</a:t>
          </a:r>
          <a:r>
            <a:rPr lang="en-US" sz="1600" kern="1200" dirty="0"/>
            <a:t> that demonstrate positive/negative impacts of determinants of health</a:t>
          </a:r>
        </a:p>
      </dsp:txBody>
      <dsp:txXfrm>
        <a:off x="1442720" y="2781009"/>
        <a:ext cx="5770880" cy="1311193"/>
      </dsp:txXfrm>
    </dsp:sp>
    <dsp:sp modelId="{3C2F34D1-7D33-4FB3-8EB3-30E0314EC5DB}">
      <dsp:nvSpPr>
        <dsp:cNvPr id="0" name=""/>
        <dsp:cNvSpPr/>
      </dsp:nvSpPr>
      <dsp:spPr>
        <a:xfrm>
          <a:off x="0" y="2781009"/>
          <a:ext cx="1442720" cy="1311193"/>
        </a:xfrm>
        <a:prstGeom prst="rect">
          <a:avLst/>
        </a:prstGeom>
        <a:solidFill>
          <a:schemeClr val="accent4">
            <a:hueOff val="0"/>
            <a:satOff val="0"/>
            <a:lumOff val="0"/>
            <a:alphaOff val="0"/>
          </a:schemeClr>
        </a:solidFill>
        <a:ln w="19050"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344" tIns="129517" rIns="76344" bIns="129517" numCol="1" spcCol="1270" anchor="ctr" anchorCtr="0">
          <a:noAutofit/>
        </a:bodyPr>
        <a:lstStyle/>
        <a:p>
          <a:pPr marL="0" lvl="0" indent="0" algn="ctr" defTabSz="933450">
            <a:lnSpc>
              <a:spcPct val="90000"/>
            </a:lnSpc>
            <a:spcBef>
              <a:spcPct val="0"/>
            </a:spcBef>
            <a:spcAft>
              <a:spcPct val="35000"/>
            </a:spcAft>
            <a:buNone/>
          </a:pPr>
          <a:r>
            <a:rPr lang="en-US" sz="2100" kern="1200" dirty="0"/>
            <a:t>Identify examples</a:t>
          </a:r>
        </a:p>
      </dsp:txBody>
      <dsp:txXfrm>
        <a:off x="0" y="2781009"/>
        <a:ext cx="1442720" cy="1311193"/>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B0CDBD-5D41-4B8E-9292-00C7159C8CF6}">
      <dsp:nvSpPr>
        <dsp:cNvPr id="0" name=""/>
        <dsp:cNvSpPr/>
      </dsp:nvSpPr>
      <dsp:spPr>
        <a:xfrm>
          <a:off x="1442720" y="1279"/>
          <a:ext cx="5770880" cy="1311193"/>
        </a:xfrm>
        <a:prstGeom prst="rect">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1971" tIns="333043" rIns="111971" bIns="333043" numCol="1" spcCol="1270" anchor="ctr" anchorCtr="0">
          <a:noAutofit/>
        </a:bodyPr>
        <a:lstStyle/>
        <a:p>
          <a:pPr marL="0" lvl="0" indent="0" algn="l" defTabSz="711200">
            <a:lnSpc>
              <a:spcPct val="90000"/>
            </a:lnSpc>
            <a:spcBef>
              <a:spcPct val="0"/>
            </a:spcBef>
            <a:spcAft>
              <a:spcPct val="35000"/>
            </a:spcAft>
            <a:buNone/>
          </a:pPr>
          <a:r>
            <a:rPr lang="en-US" sz="1600" kern="1200" dirty="0"/>
            <a:t>Structure essay and paragraphs correctly </a:t>
          </a:r>
        </a:p>
        <a:p>
          <a:pPr marL="0" lvl="0" indent="0" algn="l" defTabSz="711200">
            <a:lnSpc>
              <a:spcPct val="90000"/>
            </a:lnSpc>
            <a:spcBef>
              <a:spcPct val="0"/>
            </a:spcBef>
            <a:spcAft>
              <a:spcPct val="35000"/>
            </a:spcAft>
            <a:buNone/>
          </a:pPr>
          <a:r>
            <a:rPr lang="en-US" sz="1600" kern="1200" dirty="0"/>
            <a:t>Write a practice essay using health science language</a:t>
          </a:r>
        </a:p>
      </dsp:txBody>
      <dsp:txXfrm>
        <a:off x="1442720" y="1279"/>
        <a:ext cx="5770880" cy="1311193"/>
      </dsp:txXfrm>
    </dsp:sp>
    <dsp:sp modelId="{5DF9F01A-67D4-4611-91BB-AE543FEEAA89}">
      <dsp:nvSpPr>
        <dsp:cNvPr id="0" name=""/>
        <dsp:cNvSpPr/>
      </dsp:nvSpPr>
      <dsp:spPr>
        <a:xfrm>
          <a:off x="0" y="1279"/>
          <a:ext cx="1442720" cy="1311193"/>
        </a:xfrm>
        <a:prstGeom prst="rect">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344" tIns="129517" rIns="76344" bIns="129517" numCol="1" spcCol="1270" anchor="ctr" anchorCtr="0">
          <a:noAutofit/>
        </a:bodyPr>
        <a:lstStyle/>
        <a:p>
          <a:pPr marL="0" lvl="0" indent="0" algn="ctr" defTabSz="933450">
            <a:lnSpc>
              <a:spcPct val="90000"/>
            </a:lnSpc>
            <a:spcBef>
              <a:spcPct val="0"/>
            </a:spcBef>
            <a:spcAft>
              <a:spcPct val="35000"/>
            </a:spcAft>
            <a:buNone/>
          </a:pPr>
          <a:r>
            <a:rPr lang="en-US" sz="2100" kern="1200" dirty="0"/>
            <a:t>Writing</a:t>
          </a:r>
        </a:p>
      </dsp:txBody>
      <dsp:txXfrm>
        <a:off x="0" y="1279"/>
        <a:ext cx="1442720" cy="1311193"/>
      </dsp:txXfrm>
    </dsp:sp>
    <dsp:sp modelId="{E22648DA-289A-4C1F-BBDC-5C369522A956}">
      <dsp:nvSpPr>
        <dsp:cNvPr id="0" name=""/>
        <dsp:cNvSpPr/>
      </dsp:nvSpPr>
      <dsp:spPr>
        <a:xfrm>
          <a:off x="1442720" y="1391144"/>
          <a:ext cx="5770880" cy="1311193"/>
        </a:xfrm>
        <a:prstGeom prst="rect">
          <a:avLst/>
        </a:prstGeom>
        <a:solidFill>
          <a:schemeClr val="accent3">
            <a:tint val="40000"/>
            <a:alpha val="90000"/>
            <a:hueOff val="0"/>
            <a:satOff val="0"/>
            <a:lumOff val="0"/>
            <a:alphaOff val="0"/>
          </a:schemeClr>
        </a:solidFill>
        <a:ln w="19050"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1971" tIns="333043" rIns="111971" bIns="333043" numCol="1" spcCol="1270" anchor="ctr" anchorCtr="0">
          <a:noAutofit/>
        </a:bodyPr>
        <a:lstStyle/>
        <a:p>
          <a:pPr marL="0" lvl="0" indent="0" algn="l" defTabSz="711200">
            <a:lnSpc>
              <a:spcPct val="90000"/>
            </a:lnSpc>
            <a:spcBef>
              <a:spcPct val="0"/>
            </a:spcBef>
            <a:spcAft>
              <a:spcPct val="35000"/>
            </a:spcAft>
            <a:buNone/>
          </a:pPr>
          <a:r>
            <a:rPr lang="en-US" sz="1600" kern="1200" dirty="0"/>
            <a:t>Understand and demonstrate intext and end text referencing</a:t>
          </a:r>
        </a:p>
      </dsp:txBody>
      <dsp:txXfrm>
        <a:off x="1442720" y="1391144"/>
        <a:ext cx="5770880" cy="1311193"/>
      </dsp:txXfrm>
    </dsp:sp>
    <dsp:sp modelId="{67F5F4B3-D63A-4E3C-BD9F-5DAFED2D8BFD}">
      <dsp:nvSpPr>
        <dsp:cNvPr id="0" name=""/>
        <dsp:cNvSpPr/>
      </dsp:nvSpPr>
      <dsp:spPr>
        <a:xfrm>
          <a:off x="0" y="1391144"/>
          <a:ext cx="1442720" cy="1311193"/>
        </a:xfrm>
        <a:prstGeom prst="rect">
          <a:avLst/>
        </a:prstGeom>
        <a:solidFill>
          <a:schemeClr val="accent3">
            <a:hueOff val="0"/>
            <a:satOff val="0"/>
            <a:lumOff val="0"/>
            <a:alphaOff val="0"/>
          </a:schemeClr>
        </a:solidFill>
        <a:ln w="19050"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344" tIns="129517" rIns="76344" bIns="129517" numCol="1" spcCol="1270" anchor="ctr" anchorCtr="0">
          <a:noAutofit/>
        </a:bodyPr>
        <a:lstStyle/>
        <a:p>
          <a:pPr marL="0" lvl="0" indent="0" algn="ctr" defTabSz="933450">
            <a:lnSpc>
              <a:spcPct val="90000"/>
            </a:lnSpc>
            <a:spcBef>
              <a:spcPct val="0"/>
            </a:spcBef>
            <a:spcAft>
              <a:spcPct val="35000"/>
            </a:spcAft>
            <a:buNone/>
          </a:pPr>
          <a:r>
            <a:rPr lang="en-US" sz="2100" kern="1200" dirty="0"/>
            <a:t>Reference</a:t>
          </a:r>
        </a:p>
      </dsp:txBody>
      <dsp:txXfrm>
        <a:off x="0" y="1391144"/>
        <a:ext cx="1442720" cy="1311193"/>
      </dsp:txXfrm>
    </dsp:sp>
    <dsp:sp modelId="{15356BFD-636E-4FD4-99C1-0DCC4F0C8BF2}">
      <dsp:nvSpPr>
        <dsp:cNvPr id="0" name=""/>
        <dsp:cNvSpPr/>
      </dsp:nvSpPr>
      <dsp:spPr>
        <a:xfrm>
          <a:off x="1442720" y="2781009"/>
          <a:ext cx="5770880" cy="1311193"/>
        </a:xfrm>
        <a:prstGeom prst="rect">
          <a:avLst/>
        </a:prstGeom>
        <a:solidFill>
          <a:schemeClr val="accent4">
            <a:tint val="40000"/>
            <a:alpha val="90000"/>
            <a:hueOff val="0"/>
            <a:satOff val="0"/>
            <a:lumOff val="0"/>
            <a:alphaOff val="0"/>
          </a:schemeClr>
        </a:solidFill>
        <a:ln w="19050" cap="rnd"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1971" tIns="333043" rIns="111971" bIns="333043" numCol="1" spcCol="1270" anchor="ctr" anchorCtr="0">
          <a:noAutofit/>
        </a:bodyPr>
        <a:lstStyle/>
        <a:p>
          <a:pPr marL="0" lvl="0" indent="0" algn="l" defTabSz="711200">
            <a:lnSpc>
              <a:spcPct val="90000"/>
            </a:lnSpc>
            <a:spcBef>
              <a:spcPct val="0"/>
            </a:spcBef>
            <a:spcAft>
              <a:spcPct val="35000"/>
            </a:spcAft>
            <a:buNone/>
          </a:pPr>
          <a:r>
            <a:rPr lang="en-US" sz="1600" kern="1200" dirty="0"/>
            <a:t>Record relevant examples from Erin </a:t>
          </a:r>
          <a:r>
            <a:rPr lang="en-US" sz="1600" kern="1200" dirty="0" err="1"/>
            <a:t>Brockovic</a:t>
          </a:r>
          <a:r>
            <a:rPr lang="en-US" sz="1600" kern="1200" dirty="0"/>
            <a:t> that demonstrate positive/negative impacts of determinants of health</a:t>
          </a:r>
        </a:p>
      </dsp:txBody>
      <dsp:txXfrm>
        <a:off x="1442720" y="2781009"/>
        <a:ext cx="5770880" cy="1311193"/>
      </dsp:txXfrm>
    </dsp:sp>
    <dsp:sp modelId="{3C2F34D1-7D33-4FB3-8EB3-30E0314EC5DB}">
      <dsp:nvSpPr>
        <dsp:cNvPr id="0" name=""/>
        <dsp:cNvSpPr/>
      </dsp:nvSpPr>
      <dsp:spPr>
        <a:xfrm>
          <a:off x="0" y="2781009"/>
          <a:ext cx="1442720" cy="1311193"/>
        </a:xfrm>
        <a:prstGeom prst="rect">
          <a:avLst/>
        </a:prstGeom>
        <a:solidFill>
          <a:schemeClr val="accent4">
            <a:hueOff val="0"/>
            <a:satOff val="0"/>
            <a:lumOff val="0"/>
            <a:alphaOff val="0"/>
          </a:schemeClr>
        </a:solidFill>
        <a:ln w="19050"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344" tIns="129517" rIns="76344" bIns="129517" numCol="1" spcCol="1270" anchor="ctr" anchorCtr="0">
          <a:noAutofit/>
        </a:bodyPr>
        <a:lstStyle/>
        <a:p>
          <a:pPr marL="0" lvl="0" indent="0" algn="ctr" defTabSz="933450">
            <a:lnSpc>
              <a:spcPct val="90000"/>
            </a:lnSpc>
            <a:spcBef>
              <a:spcPct val="0"/>
            </a:spcBef>
            <a:spcAft>
              <a:spcPct val="35000"/>
            </a:spcAft>
            <a:buNone/>
          </a:pPr>
          <a:r>
            <a:rPr lang="en-US" sz="2100" kern="1200" dirty="0"/>
            <a:t>Identify examples</a:t>
          </a:r>
        </a:p>
      </dsp:txBody>
      <dsp:txXfrm>
        <a:off x="0" y="2781009"/>
        <a:ext cx="1442720" cy="1311193"/>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B0CDBD-5D41-4B8E-9292-00C7159C8CF6}">
      <dsp:nvSpPr>
        <dsp:cNvPr id="0" name=""/>
        <dsp:cNvSpPr/>
      </dsp:nvSpPr>
      <dsp:spPr>
        <a:xfrm>
          <a:off x="1442720" y="1888"/>
          <a:ext cx="5770880" cy="978398"/>
        </a:xfrm>
        <a:prstGeom prst="rect">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1971" tIns="248513" rIns="111971" bIns="248513" numCol="1" spcCol="1270" anchor="ctr" anchorCtr="0">
          <a:noAutofit/>
        </a:bodyPr>
        <a:lstStyle/>
        <a:p>
          <a:pPr marL="0" lvl="0" indent="0" algn="l" defTabSz="488950">
            <a:lnSpc>
              <a:spcPct val="90000"/>
            </a:lnSpc>
            <a:spcBef>
              <a:spcPct val="0"/>
            </a:spcBef>
            <a:spcAft>
              <a:spcPct val="35000"/>
            </a:spcAft>
            <a:buNone/>
          </a:pPr>
          <a:r>
            <a:rPr lang="en-US" sz="1100" kern="1200" dirty="0"/>
            <a:t>Health promotion</a:t>
          </a:r>
        </a:p>
      </dsp:txBody>
      <dsp:txXfrm>
        <a:off x="1442720" y="1888"/>
        <a:ext cx="5770880" cy="978398"/>
      </dsp:txXfrm>
    </dsp:sp>
    <dsp:sp modelId="{5DF9F01A-67D4-4611-91BB-AE543FEEAA89}">
      <dsp:nvSpPr>
        <dsp:cNvPr id="0" name=""/>
        <dsp:cNvSpPr/>
      </dsp:nvSpPr>
      <dsp:spPr>
        <a:xfrm>
          <a:off x="0" y="1888"/>
          <a:ext cx="1442720" cy="978398"/>
        </a:xfrm>
        <a:prstGeom prst="rect">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344" tIns="96644" rIns="76344" bIns="96644" numCol="1" spcCol="1270" anchor="ctr" anchorCtr="0">
          <a:noAutofit/>
        </a:bodyPr>
        <a:lstStyle/>
        <a:p>
          <a:pPr marL="0" lvl="0" indent="0" algn="ctr" defTabSz="622300">
            <a:lnSpc>
              <a:spcPct val="90000"/>
            </a:lnSpc>
            <a:spcBef>
              <a:spcPct val="0"/>
            </a:spcBef>
            <a:spcAft>
              <a:spcPct val="35000"/>
            </a:spcAft>
            <a:buNone/>
          </a:pPr>
          <a:r>
            <a:rPr lang="en-US" sz="1400" kern="1200" dirty="0"/>
            <a:t>Define</a:t>
          </a:r>
        </a:p>
      </dsp:txBody>
      <dsp:txXfrm>
        <a:off x="0" y="1888"/>
        <a:ext cx="1442720" cy="978398"/>
      </dsp:txXfrm>
    </dsp:sp>
    <dsp:sp modelId="{E22648DA-289A-4C1F-BBDC-5C369522A956}">
      <dsp:nvSpPr>
        <dsp:cNvPr id="0" name=""/>
        <dsp:cNvSpPr/>
      </dsp:nvSpPr>
      <dsp:spPr>
        <a:xfrm>
          <a:off x="1442720" y="1038990"/>
          <a:ext cx="5770880" cy="978398"/>
        </a:xfrm>
        <a:prstGeom prst="rect">
          <a:avLst/>
        </a:prstGeom>
        <a:solidFill>
          <a:schemeClr val="accent3">
            <a:tint val="40000"/>
            <a:alpha val="90000"/>
            <a:hueOff val="0"/>
            <a:satOff val="0"/>
            <a:lumOff val="0"/>
            <a:alphaOff val="0"/>
          </a:schemeClr>
        </a:solidFill>
        <a:ln w="19050"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1971" tIns="248513" rIns="111971" bIns="248513" numCol="1" spcCol="1270" anchor="ctr" anchorCtr="0">
          <a:noAutofit/>
        </a:bodyPr>
        <a:lstStyle/>
        <a:p>
          <a:pPr marL="0" lvl="0" indent="0" algn="l" defTabSz="488950">
            <a:lnSpc>
              <a:spcPct val="90000"/>
            </a:lnSpc>
            <a:spcBef>
              <a:spcPct val="0"/>
            </a:spcBef>
            <a:spcAft>
              <a:spcPct val="35000"/>
            </a:spcAft>
            <a:buNone/>
          </a:pPr>
          <a:r>
            <a:rPr lang="en-US" sz="1100" kern="1200" dirty="0"/>
            <a:t>The purpose of the Ottawa Charter</a:t>
          </a:r>
        </a:p>
        <a:p>
          <a:pPr marL="0" lvl="0" indent="0" algn="l" defTabSz="488950">
            <a:lnSpc>
              <a:spcPct val="90000"/>
            </a:lnSpc>
            <a:spcBef>
              <a:spcPct val="0"/>
            </a:spcBef>
            <a:spcAft>
              <a:spcPct val="35000"/>
            </a:spcAft>
            <a:buNone/>
          </a:pPr>
          <a:r>
            <a:rPr lang="en-US" sz="1100" kern="1200" dirty="0"/>
            <a:t>Describe in detail and identify a range of examples for each action area of the Ottawa Charter</a:t>
          </a:r>
        </a:p>
      </dsp:txBody>
      <dsp:txXfrm>
        <a:off x="1442720" y="1038990"/>
        <a:ext cx="5770880" cy="978398"/>
      </dsp:txXfrm>
    </dsp:sp>
    <dsp:sp modelId="{67F5F4B3-D63A-4E3C-BD9F-5DAFED2D8BFD}">
      <dsp:nvSpPr>
        <dsp:cNvPr id="0" name=""/>
        <dsp:cNvSpPr/>
      </dsp:nvSpPr>
      <dsp:spPr>
        <a:xfrm>
          <a:off x="0" y="1038990"/>
          <a:ext cx="1442720" cy="978398"/>
        </a:xfrm>
        <a:prstGeom prst="rect">
          <a:avLst/>
        </a:prstGeom>
        <a:solidFill>
          <a:schemeClr val="accent3">
            <a:hueOff val="0"/>
            <a:satOff val="0"/>
            <a:lumOff val="0"/>
            <a:alphaOff val="0"/>
          </a:schemeClr>
        </a:solidFill>
        <a:ln w="19050"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344" tIns="96644" rIns="76344" bIns="96644" numCol="1" spcCol="1270" anchor="ctr" anchorCtr="0">
          <a:noAutofit/>
        </a:bodyPr>
        <a:lstStyle/>
        <a:p>
          <a:pPr marL="0" lvl="0" indent="0" algn="ctr" defTabSz="622300">
            <a:lnSpc>
              <a:spcPct val="90000"/>
            </a:lnSpc>
            <a:spcBef>
              <a:spcPct val="0"/>
            </a:spcBef>
            <a:spcAft>
              <a:spcPct val="35000"/>
            </a:spcAft>
            <a:buNone/>
          </a:pPr>
          <a:r>
            <a:rPr lang="en-US" sz="1400" kern="1200" dirty="0"/>
            <a:t>Describe</a:t>
          </a:r>
        </a:p>
      </dsp:txBody>
      <dsp:txXfrm>
        <a:off x="0" y="1038990"/>
        <a:ext cx="1442720" cy="978398"/>
      </dsp:txXfrm>
    </dsp:sp>
    <dsp:sp modelId="{15356BFD-636E-4FD4-99C1-0DCC4F0C8BF2}">
      <dsp:nvSpPr>
        <dsp:cNvPr id="0" name=""/>
        <dsp:cNvSpPr/>
      </dsp:nvSpPr>
      <dsp:spPr>
        <a:xfrm>
          <a:off x="1442720" y="2076092"/>
          <a:ext cx="5770880" cy="978398"/>
        </a:xfrm>
        <a:prstGeom prst="rect">
          <a:avLst/>
        </a:prstGeom>
        <a:solidFill>
          <a:schemeClr val="accent4">
            <a:tint val="40000"/>
            <a:alpha val="90000"/>
            <a:hueOff val="0"/>
            <a:satOff val="0"/>
            <a:lumOff val="0"/>
            <a:alphaOff val="0"/>
          </a:schemeClr>
        </a:solidFill>
        <a:ln w="19050" cap="rnd"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1971" tIns="248513" rIns="111971" bIns="248513" numCol="1" spcCol="1270" anchor="ctr" anchorCtr="0">
          <a:noAutofit/>
        </a:bodyPr>
        <a:lstStyle/>
        <a:p>
          <a:pPr marL="0" lvl="0" indent="0" algn="l" defTabSz="488950">
            <a:lnSpc>
              <a:spcPct val="90000"/>
            </a:lnSpc>
            <a:spcBef>
              <a:spcPct val="0"/>
            </a:spcBef>
            <a:spcAft>
              <a:spcPct val="35000"/>
            </a:spcAft>
            <a:buNone/>
          </a:pPr>
          <a:r>
            <a:rPr lang="en-US" sz="1100" kern="1200"/>
            <a:t>Be able to recreate the framework for health promotion and explain each main feature. Use examples to support your explanation</a:t>
          </a:r>
          <a:endParaRPr lang="en-US" sz="1100" kern="1200" dirty="0"/>
        </a:p>
      </dsp:txBody>
      <dsp:txXfrm>
        <a:off x="1442720" y="2076092"/>
        <a:ext cx="5770880" cy="978398"/>
      </dsp:txXfrm>
    </dsp:sp>
    <dsp:sp modelId="{3C2F34D1-7D33-4FB3-8EB3-30E0314EC5DB}">
      <dsp:nvSpPr>
        <dsp:cNvPr id="0" name=""/>
        <dsp:cNvSpPr/>
      </dsp:nvSpPr>
      <dsp:spPr>
        <a:xfrm>
          <a:off x="0" y="2076092"/>
          <a:ext cx="1442720" cy="978398"/>
        </a:xfrm>
        <a:prstGeom prst="rect">
          <a:avLst/>
        </a:prstGeom>
        <a:solidFill>
          <a:schemeClr val="accent4">
            <a:hueOff val="0"/>
            <a:satOff val="0"/>
            <a:lumOff val="0"/>
            <a:alphaOff val="0"/>
          </a:schemeClr>
        </a:solidFill>
        <a:ln w="19050"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344" tIns="96644" rIns="76344" bIns="96644" numCol="1" spcCol="1270" anchor="ctr" anchorCtr="0">
          <a:noAutofit/>
        </a:bodyPr>
        <a:lstStyle/>
        <a:p>
          <a:pPr marL="0" lvl="0" indent="0" algn="ctr" defTabSz="622300">
            <a:lnSpc>
              <a:spcPct val="90000"/>
            </a:lnSpc>
            <a:spcBef>
              <a:spcPct val="0"/>
            </a:spcBef>
            <a:spcAft>
              <a:spcPct val="35000"/>
            </a:spcAft>
            <a:buNone/>
          </a:pPr>
          <a:r>
            <a:rPr lang="en-US" sz="1400" kern="1200" dirty="0"/>
            <a:t>Recreate and explain</a:t>
          </a:r>
        </a:p>
      </dsp:txBody>
      <dsp:txXfrm>
        <a:off x="0" y="2076092"/>
        <a:ext cx="1442720" cy="978398"/>
      </dsp:txXfrm>
    </dsp:sp>
    <dsp:sp modelId="{59EDE866-98FB-41DE-9551-305F9C56BCCB}">
      <dsp:nvSpPr>
        <dsp:cNvPr id="0" name=""/>
        <dsp:cNvSpPr/>
      </dsp:nvSpPr>
      <dsp:spPr>
        <a:xfrm>
          <a:off x="1442720" y="3113194"/>
          <a:ext cx="5770880" cy="978398"/>
        </a:xfrm>
        <a:prstGeom prst="rect">
          <a:avLst/>
        </a:prstGeom>
        <a:solidFill>
          <a:schemeClr val="accent5">
            <a:tint val="40000"/>
            <a:alpha val="90000"/>
            <a:hueOff val="0"/>
            <a:satOff val="0"/>
            <a:lumOff val="0"/>
            <a:alphaOff val="0"/>
          </a:schemeClr>
        </a:solidFill>
        <a:ln w="19050" cap="rnd"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1971" tIns="248513" rIns="111971" bIns="248513" numCol="1" spcCol="1270" anchor="ctr" anchorCtr="0">
          <a:noAutofit/>
        </a:bodyPr>
        <a:lstStyle/>
        <a:p>
          <a:pPr marL="0" lvl="0" indent="0" algn="l" defTabSz="488950">
            <a:lnSpc>
              <a:spcPct val="90000"/>
            </a:lnSpc>
            <a:spcBef>
              <a:spcPct val="0"/>
            </a:spcBef>
            <a:spcAft>
              <a:spcPct val="35000"/>
            </a:spcAft>
            <a:buNone/>
          </a:pPr>
          <a:r>
            <a:rPr lang="en-US" sz="1100" kern="1200" dirty="0"/>
            <a:t>Prevention is better than the cure. Relate to costs to individual, communities and countries</a:t>
          </a:r>
        </a:p>
      </dsp:txBody>
      <dsp:txXfrm>
        <a:off x="1442720" y="3113194"/>
        <a:ext cx="5770880" cy="978398"/>
      </dsp:txXfrm>
    </dsp:sp>
    <dsp:sp modelId="{F84403D9-CCD3-46FB-98A2-6F61D40B98E0}">
      <dsp:nvSpPr>
        <dsp:cNvPr id="0" name=""/>
        <dsp:cNvSpPr/>
      </dsp:nvSpPr>
      <dsp:spPr>
        <a:xfrm>
          <a:off x="0" y="3113194"/>
          <a:ext cx="1442720" cy="978398"/>
        </a:xfrm>
        <a:prstGeom prst="rect">
          <a:avLst/>
        </a:prstGeom>
        <a:solidFill>
          <a:schemeClr val="accent5">
            <a:hueOff val="0"/>
            <a:satOff val="0"/>
            <a:lumOff val="0"/>
            <a:alphaOff val="0"/>
          </a:schemeClr>
        </a:solidFill>
        <a:ln w="19050"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344" tIns="96644" rIns="76344" bIns="96644" numCol="1" spcCol="1270" anchor="ctr" anchorCtr="0">
          <a:noAutofit/>
        </a:bodyPr>
        <a:lstStyle/>
        <a:p>
          <a:pPr marL="0" lvl="0" indent="0" algn="ctr" defTabSz="622300">
            <a:lnSpc>
              <a:spcPct val="90000"/>
            </a:lnSpc>
            <a:spcBef>
              <a:spcPct val="0"/>
            </a:spcBef>
            <a:spcAft>
              <a:spcPct val="35000"/>
            </a:spcAft>
            <a:buNone/>
          </a:pPr>
          <a:r>
            <a:rPr lang="en-US" sz="1400" kern="1200" dirty="0"/>
            <a:t>Explain</a:t>
          </a:r>
        </a:p>
      </dsp:txBody>
      <dsp:txXfrm>
        <a:off x="0" y="3113194"/>
        <a:ext cx="1442720" cy="978398"/>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58BBAC-3B20-484E-9FBE-AE7F8875F328}">
      <dsp:nvSpPr>
        <dsp:cNvPr id="0" name=""/>
        <dsp:cNvSpPr/>
      </dsp:nvSpPr>
      <dsp:spPr>
        <a:xfrm>
          <a:off x="639395" y="1464713"/>
          <a:ext cx="1022625" cy="102262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1DB0C82-F27E-4697-AE68-D66383E64F00}">
      <dsp:nvSpPr>
        <dsp:cNvPr id="0" name=""/>
        <dsp:cNvSpPr/>
      </dsp:nvSpPr>
      <dsp:spPr>
        <a:xfrm>
          <a:off x="14457" y="2794867"/>
          <a:ext cx="227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“Prevention is better than cure”</a:t>
          </a:r>
        </a:p>
      </dsp:txBody>
      <dsp:txXfrm>
        <a:off x="14457" y="2794867"/>
        <a:ext cx="2272500" cy="720000"/>
      </dsp:txXfrm>
    </dsp:sp>
    <dsp:sp modelId="{CA44FEEE-E143-4749-ACBD-CAE159A67E98}">
      <dsp:nvSpPr>
        <dsp:cNvPr id="0" name=""/>
        <dsp:cNvSpPr/>
      </dsp:nvSpPr>
      <dsp:spPr>
        <a:xfrm>
          <a:off x="3309582" y="1464713"/>
          <a:ext cx="1022625" cy="10226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D9D035E-9D44-47C0-98B4-FC88EC1B1DA7}">
      <dsp:nvSpPr>
        <dsp:cNvPr id="0" name=""/>
        <dsp:cNvSpPr/>
      </dsp:nvSpPr>
      <dsp:spPr>
        <a:xfrm>
          <a:off x="2684645" y="2794867"/>
          <a:ext cx="227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dirty="0"/>
            <a:t>Explain this phrase with reference to HEALTH COSTS in Australia. Must be 3 short paragraphs following the essay structure</a:t>
          </a:r>
        </a:p>
      </dsp:txBody>
      <dsp:txXfrm>
        <a:off x="2684645" y="2794867"/>
        <a:ext cx="2272500" cy="720000"/>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B0CDBD-5D41-4B8E-9292-00C7159C8CF6}">
      <dsp:nvSpPr>
        <dsp:cNvPr id="0" name=""/>
        <dsp:cNvSpPr/>
      </dsp:nvSpPr>
      <dsp:spPr>
        <a:xfrm>
          <a:off x="654475" y="40300"/>
          <a:ext cx="5770880" cy="978398"/>
        </a:xfrm>
        <a:prstGeom prst="rect">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1971" tIns="248513" rIns="111971" bIns="248513" numCol="1" spcCol="1270" anchor="ctr" anchorCtr="0">
          <a:noAutofit/>
        </a:bodyPr>
        <a:lstStyle/>
        <a:p>
          <a:pPr marL="0" lvl="0" indent="0" algn="l" defTabSz="488950">
            <a:lnSpc>
              <a:spcPct val="90000"/>
            </a:lnSpc>
            <a:spcBef>
              <a:spcPct val="0"/>
            </a:spcBef>
            <a:spcAft>
              <a:spcPct val="35000"/>
            </a:spcAft>
            <a:buNone/>
          </a:pPr>
          <a:r>
            <a:rPr lang="en-US" sz="1100" kern="1200" dirty="0"/>
            <a:t>Be able to plan a health inquiry</a:t>
          </a:r>
        </a:p>
        <a:p>
          <a:pPr marL="0" lvl="0" indent="0" algn="l" defTabSz="488950">
            <a:lnSpc>
              <a:spcPct val="90000"/>
            </a:lnSpc>
            <a:spcBef>
              <a:spcPct val="0"/>
            </a:spcBef>
            <a:spcAft>
              <a:spcPct val="35000"/>
            </a:spcAft>
            <a:buNone/>
          </a:pPr>
          <a:r>
            <a:rPr lang="en-US" sz="1100" kern="1200" dirty="0"/>
            <a:t>Identify and describe the issue </a:t>
          </a:r>
        </a:p>
        <a:p>
          <a:pPr marL="0" lvl="0" indent="0" algn="l" defTabSz="488950">
            <a:lnSpc>
              <a:spcPct val="90000"/>
            </a:lnSpc>
            <a:spcBef>
              <a:spcPct val="0"/>
            </a:spcBef>
            <a:spcAft>
              <a:spcPct val="35000"/>
            </a:spcAft>
            <a:buNone/>
          </a:pPr>
          <a:r>
            <a:rPr lang="en-US" sz="1100" kern="1200" dirty="0"/>
            <a:t>Develop focus questions to research the topic</a:t>
          </a:r>
        </a:p>
      </dsp:txBody>
      <dsp:txXfrm>
        <a:off x="654475" y="40300"/>
        <a:ext cx="5770880" cy="978398"/>
      </dsp:txXfrm>
    </dsp:sp>
    <dsp:sp modelId="{5DF9F01A-67D4-4611-91BB-AE543FEEAA89}">
      <dsp:nvSpPr>
        <dsp:cNvPr id="0" name=""/>
        <dsp:cNvSpPr/>
      </dsp:nvSpPr>
      <dsp:spPr>
        <a:xfrm>
          <a:off x="0" y="1888"/>
          <a:ext cx="1442720" cy="978398"/>
        </a:xfrm>
        <a:prstGeom prst="rect">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344" tIns="96644" rIns="76344" bIns="96644" numCol="1" spcCol="1270" anchor="ctr" anchorCtr="0">
          <a:noAutofit/>
        </a:bodyPr>
        <a:lstStyle/>
        <a:p>
          <a:pPr marL="0" lvl="0" indent="0" algn="ctr" defTabSz="622300">
            <a:lnSpc>
              <a:spcPct val="90000"/>
            </a:lnSpc>
            <a:spcBef>
              <a:spcPct val="0"/>
            </a:spcBef>
            <a:spcAft>
              <a:spcPct val="35000"/>
            </a:spcAft>
            <a:buNone/>
          </a:pPr>
          <a:r>
            <a:rPr lang="en-US" sz="1400" kern="1200" dirty="0"/>
            <a:t>Plan</a:t>
          </a:r>
        </a:p>
      </dsp:txBody>
      <dsp:txXfrm>
        <a:off x="0" y="1888"/>
        <a:ext cx="1442720" cy="978398"/>
      </dsp:txXfrm>
    </dsp:sp>
    <dsp:sp modelId="{E22648DA-289A-4C1F-BBDC-5C369522A956}">
      <dsp:nvSpPr>
        <dsp:cNvPr id="0" name=""/>
        <dsp:cNvSpPr/>
      </dsp:nvSpPr>
      <dsp:spPr>
        <a:xfrm>
          <a:off x="1442720" y="1038990"/>
          <a:ext cx="5770880" cy="978398"/>
        </a:xfrm>
        <a:prstGeom prst="rect">
          <a:avLst/>
        </a:prstGeom>
        <a:solidFill>
          <a:schemeClr val="accent3">
            <a:tint val="40000"/>
            <a:alpha val="90000"/>
            <a:hueOff val="0"/>
            <a:satOff val="0"/>
            <a:lumOff val="0"/>
            <a:alphaOff val="0"/>
          </a:schemeClr>
        </a:solidFill>
        <a:ln w="19050"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1971" tIns="248513" rIns="111971" bIns="248513" numCol="1" spcCol="1270" anchor="ctr" anchorCtr="0">
          <a:noAutofit/>
        </a:bodyPr>
        <a:lstStyle/>
        <a:p>
          <a:pPr marL="0" lvl="0" indent="0" algn="l" defTabSz="488950">
            <a:lnSpc>
              <a:spcPct val="90000"/>
            </a:lnSpc>
            <a:spcBef>
              <a:spcPct val="0"/>
            </a:spcBef>
            <a:spcAft>
              <a:spcPct val="35000"/>
            </a:spcAft>
            <a:buNone/>
          </a:pPr>
          <a:r>
            <a:rPr lang="en-US" sz="1100" kern="1200" dirty="0"/>
            <a:t>Identify credible and reliable sources of information</a:t>
          </a:r>
        </a:p>
        <a:p>
          <a:pPr marL="0" lvl="0" indent="0" algn="l" defTabSz="488950">
            <a:lnSpc>
              <a:spcPct val="90000"/>
            </a:lnSpc>
            <a:spcBef>
              <a:spcPct val="0"/>
            </a:spcBef>
            <a:spcAft>
              <a:spcPct val="35000"/>
            </a:spcAft>
            <a:buNone/>
          </a:pPr>
          <a:r>
            <a:rPr lang="en-US" sz="1100" kern="1200" dirty="0"/>
            <a:t>Identify a criteria for choosing resources</a:t>
          </a:r>
        </a:p>
      </dsp:txBody>
      <dsp:txXfrm>
        <a:off x="1442720" y="1038990"/>
        <a:ext cx="5770880" cy="978398"/>
      </dsp:txXfrm>
    </dsp:sp>
    <dsp:sp modelId="{67F5F4B3-D63A-4E3C-BD9F-5DAFED2D8BFD}">
      <dsp:nvSpPr>
        <dsp:cNvPr id="0" name=""/>
        <dsp:cNvSpPr/>
      </dsp:nvSpPr>
      <dsp:spPr>
        <a:xfrm>
          <a:off x="0" y="1038990"/>
          <a:ext cx="1442720" cy="978398"/>
        </a:xfrm>
        <a:prstGeom prst="rect">
          <a:avLst/>
        </a:prstGeom>
        <a:solidFill>
          <a:schemeClr val="accent3">
            <a:hueOff val="0"/>
            <a:satOff val="0"/>
            <a:lumOff val="0"/>
            <a:alphaOff val="0"/>
          </a:schemeClr>
        </a:solidFill>
        <a:ln w="19050"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344" tIns="96644" rIns="76344" bIns="96644" numCol="1" spcCol="1270" anchor="ctr" anchorCtr="0">
          <a:noAutofit/>
        </a:bodyPr>
        <a:lstStyle/>
        <a:p>
          <a:pPr marL="0" lvl="0" indent="0" algn="ctr" defTabSz="622300">
            <a:lnSpc>
              <a:spcPct val="90000"/>
            </a:lnSpc>
            <a:spcBef>
              <a:spcPct val="0"/>
            </a:spcBef>
            <a:spcAft>
              <a:spcPct val="35000"/>
            </a:spcAft>
            <a:buNone/>
          </a:pPr>
          <a:r>
            <a:rPr lang="en-US" sz="1400" kern="1200" dirty="0"/>
            <a:t>Resources</a:t>
          </a:r>
        </a:p>
      </dsp:txBody>
      <dsp:txXfrm>
        <a:off x="0" y="1038990"/>
        <a:ext cx="1442720" cy="978398"/>
      </dsp:txXfrm>
    </dsp:sp>
    <dsp:sp modelId="{15356BFD-636E-4FD4-99C1-0DCC4F0C8BF2}">
      <dsp:nvSpPr>
        <dsp:cNvPr id="0" name=""/>
        <dsp:cNvSpPr/>
      </dsp:nvSpPr>
      <dsp:spPr>
        <a:xfrm>
          <a:off x="1442720" y="2076092"/>
          <a:ext cx="5770880" cy="978398"/>
        </a:xfrm>
        <a:prstGeom prst="rect">
          <a:avLst/>
        </a:prstGeom>
        <a:solidFill>
          <a:schemeClr val="accent4">
            <a:tint val="40000"/>
            <a:alpha val="90000"/>
            <a:hueOff val="0"/>
            <a:satOff val="0"/>
            <a:lumOff val="0"/>
            <a:alphaOff val="0"/>
          </a:schemeClr>
        </a:solidFill>
        <a:ln w="19050" cap="rnd"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1971" tIns="248513" rIns="111971" bIns="248513" numCol="1" spcCol="1270" anchor="ctr" anchorCtr="0">
          <a:noAutofit/>
        </a:bodyPr>
        <a:lstStyle/>
        <a:p>
          <a:pPr marL="0" lvl="0" indent="0" algn="l" defTabSz="488950">
            <a:lnSpc>
              <a:spcPct val="90000"/>
            </a:lnSpc>
            <a:spcBef>
              <a:spcPct val="0"/>
            </a:spcBef>
            <a:spcAft>
              <a:spcPct val="35000"/>
            </a:spcAft>
            <a:buNone/>
          </a:pPr>
          <a:r>
            <a:rPr lang="en-US" sz="1100" kern="1200" dirty="0" err="1"/>
            <a:t>Summarising</a:t>
          </a:r>
          <a:r>
            <a:rPr lang="en-US" sz="1100" kern="1200" dirty="0"/>
            <a:t> information</a:t>
          </a:r>
        </a:p>
        <a:p>
          <a:pPr marL="0" lvl="0" indent="0" algn="l" defTabSz="488950">
            <a:lnSpc>
              <a:spcPct val="90000"/>
            </a:lnSpc>
            <a:spcBef>
              <a:spcPct val="0"/>
            </a:spcBef>
            <a:spcAft>
              <a:spcPct val="35000"/>
            </a:spcAft>
            <a:buNone/>
          </a:pPr>
          <a:r>
            <a:rPr lang="en-US" sz="1100" kern="1200" dirty="0"/>
            <a:t>Identify trends in data</a:t>
          </a:r>
        </a:p>
        <a:p>
          <a:pPr marL="0" lvl="0" indent="0" algn="l" defTabSz="488950">
            <a:lnSpc>
              <a:spcPct val="90000"/>
            </a:lnSpc>
            <a:spcBef>
              <a:spcPct val="0"/>
            </a:spcBef>
            <a:spcAft>
              <a:spcPct val="35000"/>
            </a:spcAft>
            <a:buNone/>
          </a:pPr>
          <a:r>
            <a:rPr lang="en-US" sz="1100" kern="1200" dirty="0"/>
            <a:t>Able to develop an argument or position</a:t>
          </a:r>
        </a:p>
        <a:p>
          <a:pPr marL="0" lvl="0" indent="0" algn="l" defTabSz="488950">
            <a:lnSpc>
              <a:spcPct val="90000"/>
            </a:lnSpc>
            <a:spcBef>
              <a:spcPct val="0"/>
            </a:spcBef>
            <a:spcAft>
              <a:spcPct val="35000"/>
            </a:spcAft>
            <a:buNone/>
          </a:pPr>
          <a:r>
            <a:rPr lang="en-US" sz="1100" kern="1200" dirty="0"/>
            <a:t>Develop general conclusions </a:t>
          </a:r>
        </a:p>
      </dsp:txBody>
      <dsp:txXfrm>
        <a:off x="1442720" y="2076092"/>
        <a:ext cx="5770880" cy="978398"/>
      </dsp:txXfrm>
    </dsp:sp>
    <dsp:sp modelId="{3C2F34D1-7D33-4FB3-8EB3-30E0314EC5DB}">
      <dsp:nvSpPr>
        <dsp:cNvPr id="0" name=""/>
        <dsp:cNvSpPr/>
      </dsp:nvSpPr>
      <dsp:spPr>
        <a:xfrm>
          <a:off x="0" y="2076092"/>
          <a:ext cx="1442720" cy="978398"/>
        </a:xfrm>
        <a:prstGeom prst="rect">
          <a:avLst/>
        </a:prstGeom>
        <a:solidFill>
          <a:schemeClr val="accent4">
            <a:hueOff val="0"/>
            <a:satOff val="0"/>
            <a:lumOff val="0"/>
            <a:alphaOff val="0"/>
          </a:schemeClr>
        </a:solidFill>
        <a:ln w="19050"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344" tIns="96644" rIns="76344" bIns="96644" numCol="1" spcCol="1270" anchor="ctr" anchorCtr="0">
          <a:noAutofit/>
        </a:bodyPr>
        <a:lstStyle/>
        <a:p>
          <a:pPr marL="0" lvl="0" indent="0" algn="ctr" defTabSz="622300">
            <a:lnSpc>
              <a:spcPct val="90000"/>
            </a:lnSpc>
            <a:spcBef>
              <a:spcPct val="0"/>
            </a:spcBef>
            <a:spcAft>
              <a:spcPct val="35000"/>
            </a:spcAft>
            <a:buNone/>
          </a:pPr>
          <a:r>
            <a:rPr lang="en-US" sz="1400" kern="1200" dirty="0"/>
            <a:t>Interpretation</a:t>
          </a:r>
        </a:p>
      </dsp:txBody>
      <dsp:txXfrm>
        <a:off x="0" y="2076092"/>
        <a:ext cx="1442720" cy="978398"/>
      </dsp:txXfrm>
    </dsp:sp>
    <dsp:sp modelId="{59EDE866-98FB-41DE-9551-305F9C56BCCB}">
      <dsp:nvSpPr>
        <dsp:cNvPr id="0" name=""/>
        <dsp:cNvSpPr/>
      </dsp:nvSpPr>
      <dsp:spPr>
        <a:xfrm>
          <a:off x="1442720" y="3113194"/>
          <a:ext cx="5770880" cy="978398"/>
        </a:xfrm>
        <a:prstGeom prst="rect">
          <a:avLst/>
        </a:prstGeom>
        <a:solidFill>
          <a:schemeClr val="accent5">
            <a:tint val="40000"/>
            <a:alpha val="90000"/>
            <a:hueOff val="0"/>
            <a:satOff val="0"/>
            <a:lumOff val="0"/>
            <a:alphaOff val="0"/>
          </a:schemeClr>
        </a:solidFill>
        <a:ln w="19050" cap="rnd"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1971" tIns="248513" rIns="111971" bIns="248513" numCol="1" spcCol="1270" anchor="ctr" anchorCtr="0">
          <a:noAutofit/>
        </a:bodyPr>
        <a:lstStyle/>
        <a:p>
          <a:pPr marL="0" lvl="0" indent="0" algn="l" defTabSz="488950">
            <a:lnSpc>
              <a:spcPct val="90000"/>
            </a:lnSpc>
            <a:spcBef>
              <a:spcPct val="0"/>
            </a:spcBef>
            <a:spcAft>
              <a:spcPct val="35000"/>
            </a:spcAft>
            <a:buNone/>
          </a:pPr>
          <a:r>
            <a:rPr lang="en-US" sz="1100" kern="1200" dirty="0"/>
            <a:t>Ability to present information to specific audiences </a:t>
          </a:r>
        </a:p>
      </dsp:txBody>
      <dsp:txXfrm>
        <a:off x="1442720" y="3113194"/>
        <a:ext cx="5770880" cy="978398"/>
      </dsp:txXfrm>
    </dsp:sp>
    <dsp:sp modelId="{F84403D9-CCD3-46FB-98A2-6F61D40B98E0}">
      <dsp:nvSpPr>
        <dsp:cNvPr id="0" name=""/>
        <dsp:cNvSpPr/>
      </dsp:nvSpPr>
      <dsp:spPr>
        <a:xfrm>
          <a:off x="0" y="3113194"/>
          <a:ext cx="1442720" cy="978398"/>
        </a:xfrm>
        <a:prstGeom prst="rect">
          <a:avLst/>
        </a:prstGeom>
        <a:solidFill>
          <a:schemeClr val="accent5">
            <a:hueOff val="0"/>
            <a:satOff val="0"/>
            <a:lumOff val="0"/>
            <a:alphaOff val="0"/>
          </a:schemeClr>
        </a:solidFill>
        <a:ln w="19050"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344" tIns="96644" rIns="76344" bIns="96644" numCol="1" spcCol="1270" anchor="ctr" anchorCtr="0">
          <a:noAutofit/>
        </a:bodyPr>
        <a:lstStyle/>
        <a:p>
          <a:pPr marL="0" lvl="0" indent="0" algn="ctr" defTabSz="622300">
            <a:lnSpc>
              <a:spcPct val="90000"/>
            </a:lnSpc>
            <a:spcBef>
              <a:spcPct val="0"/>
            </a:spcBef>
            <a:spcAft>
              <a:spcPct val="35000"/>
            </a:spcAft>
            <a:buNone/>
          </a:pPr>
          <a:r>
            <a:rPr lang="en-US" sz="1400" kern="1200" dirty="0"/>
            <a:t>Presenting</a:t>
          </a:r>
        </a:p>
      </dsp:txBody>
      <dsp:txXfrm>
        <a:off x="0" y="3113194"/>
        <a:ext cx="1442720" cy="978398"/>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10C7EA-65EB-430F-8EC3-805A9DF2B2D9}">
      <dsp:nvSpPr>
        <dsp:cNvPr id="0" name=""/>
        <dsp:cNvSpPr/>
      </dsp:nvSpPr>
      <dsp:spPr>
        <a:xfrm>
          <a:off x="0" y="321"/>
          <a:ext cx="4971603" cy="78813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CEFF41-8CEB-4D31-9739-AFC847A25082}">
      <dsp:nvSpPr>
        <dsp:cNvPr id="0" name=""/>
        <dsp:cNvSpPr/>
      </dsp:nvSpPr>
      <dsp:spPr>
        <a:xfrm>
          <a:off x="238410" y="177651"/>
          <a:ext cx="442108" cy="43347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66BF4D8-9411-4807-85C1-52CB78B46DB8}">
      <dsp:nvSpPr>
        <dsp:cNvPr id="0" name=""/>
        <dsp:cNvSpPr/>
      </dsp:nvSpPr>
      <dsp:spPr>
        <a:xfrm>
          <a:off x="918928" y="321"/>
          <a:ext cx="2237221" cy="838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705" tIns="88705" rIns="88705" bIns="88705" numCol="1" spcCol="1270" anchor="ctr" anchorCtr="0">
          <a:noAutofit/>
        </a:bodyPr>
        <a:lstStyle/>
        <a:p>
          <a:pPr marL="0" lvl="0" indent="0" algn="l" defTabSz="622300">
            <a:lnSpc>
              <a:spcPct val="90000"/>
            </a:lnSpc>
            <a:spcBef>
              <a:spcPct val="0"/>
            </a:spcBef>
            <a:spcAft>
              <a:spcPct val="35000"/>
            </a:spcAft>
            <a:buNone/>
          </a:pPr>
          <a:r>
            <a:rPr lang="en-US" sz="1400" kern="1200"/>
            <a:t>Brainstorm activity -15 mins</a:t>
          </a:r>
        </a:p>
      </dsp:txBody>
      <dsp:txXfrm>
        <a:off x="918928" y="321"/>
        <a:ext cx="2237221" cy="838160"/>
      </dsp:txXfrm>
    </dsp:sp>
    <dsp:sp modelId="{BCD7849F-FFCF-4C10-8E1F-3DBB1820434B}">
      <dsp:nvSpPr>
        <dsp:cNvPr id="0" name=""/>
        <dsp:cNvSpPr/>
      </dsp:nvSpPr>
      <dsp:spPr>
        <a:xfrm>
          <a:off x="3156149" y="321"/>
          <a:ext cx="1400756" cy="4743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203" tIns="50203" rIns="50203" bIns="50203" numCol="1" spcCol="1270" anchor="ctr" anchorCtr="0">
          <a:noAutofit/>
        </a:bodyPr>
        <a:lstStyle/>
        <a:p>
          <a:pPr marL="0" lvl="0" indent="0" algn="l" defTabSz="488950">
            <a:lnSpc>
              <a:spcPct val="90000"/>
            </a:lnSpc>
            <a:spcBef>
              <a:spcPct val="0"/>
            </a:spcBef>
            <a:spcAft>
              <a:spcPct val="35000"/>
            </a:spcAft>
            <a:buNone/>
          </a:pPr>
          <a:r>
            <a:rPr lang="en-US" sz="1100" kern="1200"/>
            <a:t>2 judges and two teams</a:t>
          </a:r>
        </a:p>
        <a:p>
          <a:pPr marL="0" lvl="0" indent="0" algn="l" defTabSz="488950">
            <a:lnSpc>
              <a:spcPct val="90000"/>
            </a:lnSpc>
            <a:spcBef>
              <a:spcPct val="0"/>
            </a:spcBef>
            <a:spcAft>
              <a:spcPct val="35000"/>
            </a:spcAft>
            <a:buNone/>
          </a:pPr>
          <a:r>
            <a:rPr lang="en-US" sz="1100" kern="1200" dirty="0"/>
            <a:t>Write the 3 most significant norms that negatively affect health that you can think of. Judges will decide which team wins</a:t>
          </a:r>
        </a:p>
      </dsp:txBody>
      <dsp:txXfrm>
        <a:off x="3156149" y="321"/>
        <a:ext cx="1400756" cy="474361"/>
      </dsp:txXfrm>
    </dsp:sp>
    <dsp:sp modelId="{DADB3276-31B4-4F02-B896-8B68725EC730}">
      <dsp:nvSpPr>
        <dsp:cNvPr id="0" name=""/>
        <dsp:cNvSpPr/>
      </dsp:nvSpPr>
      <dsp:spPr>
        <a:xfrm>
          <a:off x="0" y="1035515"/>
          <a:ext cx="4971603" cy="78813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9C8F07-C1B0-41A9-A5F7-0EAA5BB4E815}">
      <dsp:nvSpPr>
        <dsp:cNvPr id="0" name=""/>
        <dsp:cNvSpPr/>
      </dsp:nvSpPr>
      <dsp:spPr>
        <a:xfrm>
          <a:off x="238410" y="1212845"/>
          <a:ext cx="442108" cy="43347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8699874-554D-4E55-AFCD-FFF85990C78E}">
      <dsp:nvSpPr>
        <dsp:cNvPr id="0" name=""/>
        <dsp:cNvSpPr/>
      </dsp:nvSpPr>
      <dsp:spPr>
        <a:xfrm>
          <a:off x="918928" y="1035515"/>
          <a:ext cx="3637977" cy="838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705" tIns="88705" rIns="88705" bIns="88705" numCol="1" spcCol="1270" anchor="ctr" anchorCtr="0">
          <a:noAutofit/>
        </a:bodyPr>
        <a:lstStyle/>
        <a:p>
          <a:pPr marL="0" lvl="0" indent="0" algn="l" defTabSz="622300">
            <a:lnSpc>
              <a:spcPct val="90000"/>
            </a:lnSpc>
            <a:spcBef>
              <a:spcPct val="0"/>
            </a:spcBef>
            <a:spcAft>
              <a:spcPct val="35000"/>
            </a:spcAft>
            <a:buNone/>
          </a:pPr>
          <a:r>
            <a:rPr lang="en-US" sz="1400" kern="1200"/>
            <a:t>What are some behaviours/attitudes that are health related and would be considered to be social norms in Perth, Australia?</a:t>
          </a:r>
        </a:p>
      </dsp:txBody>
      <dsp:txXfrm>
        <a:off x="918928" y="1035515"/>
        <a:ext cx="3637977" cy="838160"/>
      </dsp:txXfrm>
    </dsp:sp>
    <dsp:sp modelId="{F1F4A3AB-74B8-4F10-9AAF-B35568373F65}">
      <dsp:nvSpPr>
        <dsp:cNvPr id="0" name=""/>
        <dsp:cNvSpPr/>
      </dsp:nvSpPr>
      <dsp:spPr>
        <a:xfrm>
          <a:off x="0" y="2070710"/>
          <a:ext cx="4971603" cy="78813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F78197-E671-4008-8BC8-EA93D55D9163}">
      <dsp:nvSpPr>
        <dsp:cNvPr id="0" name=""/>
        <dsp:cNvSpPr/>
      </dsp:nvSpPr>
      <dsp:spPr>
        <a:xfrm>
          <a:off x="238410" y="2248039"/>
          <a:ext cx="442108" cy="43347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944F304-A040-4F26-AE2F-B20791C7BB35}">
      <dsp:nvSpPr>
        <dsp:cNvPr id="0" name=""/>
        <dsp:cNvSpPr/>
      </dsp:nvSpPr>
      <dsp:spPr>
        <a:xfrm>
          <a:off x="918928" y="2070710"/>
          <a:ext cx="3637977" cy="838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705" tIns="88705" rIns="88705" bIns="88705" numCol="1" spcCol="1270" anchor="ctr" anchorCtr="0">
          <a:noAutofit/>
        </a:bodyPr>
        <a:lstStyle/>
        <a:p>
          <a:pPr marL="0" lvl="0" indent="0" algn="l" defTabSz="622300">
            <a:lnSpc>
              <a:spcPct val="90000"/>
            </a:lnSpc>
            <a:spcBef>
              <a:spcPct val="0"/>
            </a:spcBef>
            <a:spcAft>
              <a:spcPct val="35000"/>
            </a:spcAft>
            <a:buNone/>
          </a:pPr>
          <a:r>
            <a:rPr lang="en-US" sz="1400" kern="1200"/>
            <a:t>Norms –Chip dip </a:t>
          </a:r>
          <a:r>
            <a:rPr lang="en-US" sz="1400" kern="1200">
              <a:hlinkClick xmlns:r="http://schemas.openxmlformats.org/officeDocument/2006/relationships" r:id="rId7"/>
            </a:rPr>
            <a:t>https://www.youtube.com/watch?v=RfprRZQxWps&amp;list=PLE552BFEB82358248</a:t>
          </a:r>
          <a:endParaRPr lang="en-US" sz="1400" kern="1200"/>
        </a:p>
      </dsp:txBody>
      <dsp:txXfrm>
        <a:off x="918928" y="2070710"/>
        <a:ext cx="3637977" cy="838160"/>
      </dsp:txXfrm>
    </dsp:sp>
    <dsp:sp modelId="{77F85F5C-C3EA-4867-85A9-86D36F4E9803}">
      <dsp:nvSpPr>
        <dsp:cNvPr id="0" name=""/>
        <dsp:cNvSpPr/>
      </dsp:nvSpPr>
      <dsp:spPr>
        <a:xfrm>
          <a:off x="0" y="3105904"/>
          <a:ext cx="4971603" cy="788132"/>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14A253-351D-4486-A9D3-BAE7B633DF60}">
      <dsp:nvSpPr>
        <dsp:cNvPr id="0" name=""/>
        <dsp:cNvSpPr/>
      </dsp:nvSpPr>
      <dsp:spPr>
        <a:xfrm>
          <a:off x="238410" y="3283234"/>
          <a:ext cx="442108" cy="433473"/>
        </a:xfrm>
        <a:prstGeom prst="rect">
          <a:avLst/>
        </a:prstGeom>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E4CFA18-39DD-44C9-A5D0-F553D967CBA5}">
      <dsp:nvSpPr>
        <dsp:cNvPr id="0" name=""/>
        <dsp:cNvSpPr/>
      </dsp:nvSpPr>
      <dsp:spPr>
        <a:xfrm>
          <a:off x="918928" y="3105904"/>
          <a:ext cx="3637977" cy="838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705" tIns="88705" rIns="88705" bIns="88705" numCol="1" spcCol="1270" anchor="ctr" anchorCtr="0">
          <a:noAutofit/>
        </a:bodyPr>
        <a:lstStyle/>
        <a:p>
          <a:pPr marL="0" lvl="0" indent="0" algn="l" defTabSz="622300">
            <a:lnSpc>
              <a:spcPct val="90000"/>
            </a:lnSpc>
            <a:spcBef>
              <a:spcPct val="0"/>
            </a:spcBef>
            <a:spcAft>
              <a:spcPct val="35000"/>
            </a:spcAft>
            <a:buNone/>
          </a:pPr>
          <a:r>
            <a:rPr lang="en-US" sz="1400" kern="1200"/>
            <a:t>Culture – </a:t>
          </a:r>
        </a:p>
      </dsp:txBody>
      <dsp:txXfrm>
        <a:off x="918928" y="3105904"/>
        <a:ext cx="3637977" cy="838160"/>
      </dsp:txXfrm>
    </dsp:sp>
    <dsp:sp modelId="{E0CD0903-7C17-4A79-82CB-71DF04F9E370}">
      <dsp:nvSpPr>
        <dsp:cNvPr id="0" name=""/>
        <dsp:cNvSpPr/>
      </dsp:nvSpPr>
      <dsp:spPr>
        <a:xfrm>
          <a:off x="0" y="4141098"/>
          <a:ext cx="4971603" cy="788132"/>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6E8754-07D9-45BD-BA8E-A23668E789A2}">
      <dsp:nvSpPr>
        <dsp:cNvPr id="0" name=""/>
        <dsp:cNvSpPr/>
      </dsp:nvSpPr>
      <dsp:spPr>
        <a:xfrm>
          <a:off x="238410" y="4318428"/>
          <a:ext cx="442108" cy="433473"/>
        </a:xfrm>
        <a:prstGeom prst="rect">
          <a:avLst/>
        </a:prstGeom>
        <a:blipFill>
          <a:blip xmlns:r="http://schemas.openxmlformats.org/officeDocument/2006/relationships"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F2C3377-CBCC-4CE4-8E03-CF7B041A0139}">
      <dsp:nvSpPr>
        <dsp:cNvPr id="0" name=""/>
        <dsp:cNvSpPr/>
      </dsp:nvSpPr>
      <dsp:spPr>
        <a:xfrm>
          <a:off x="918928" y="4141098"/>
          <a:ext cx="3637977" cy="838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705" tIns="88705" rIns="88705" bIns="88705" numCol="1" spcCol="1270" anchor="ctr" anchorCtr="0">
          <a:noAutofit/>
        </a:bodyPr>
        <a:lstStyle/>
        <a:p>
          <a:pPr marL="0" lvl="0" indent="0" algn="l" defTabSz="622300">
            <a:lnSpc>
              <a:spcPct val="90000"/>
            </a:lnSpc>
            <a:spcBef>
              <a:spcPct val="0"/>
            </a:spcBef>
            <a:spcAft>
              <a:spcPct val="35000"/>
            </a:spcAft>
            <a:buNone/>
          </a:pPr>
          <a:r>
            <a:rPr lang="en-US" sz="1400" kern="1200">
              <a:hlinkClick xmlns:r="http://schemas.openxmlformats.org/officeDocument/2006/relationships" r:id="rId12"/>
            </a:rPr>
            <a:t>https://www.youtube.com/watch?v=BT0kzF4A-WQ</a:t>
          </a:r>
          <a:r>
            <a:rPr lang="en-US" sz="1400" kern="1200"/>
            <a:t> </a:t>
          </a:r>
        </a:p>
      </dsp:txBody>
      <dsp:txXfrm>
        <a:off x="918928" y="4141098"/>
        <a:ext cx="3637977" cy="838160"/>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193E1A-9C2B-406F-B58D-D7FEF36B222F}">
      <dsp:nvSpPr>
        <dsp:cNvPr id="0" name=""/>
        <dsp:cNvSpPr/>
      </dsp:nvSpPr>
      <dsp:spPr>
        <a:xfrm>
          <a:off x="2975838" y="-130385"/>
          <a:ext cx="2424758" cy="1772993"/>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Personal factors</a:t>
          </a:r>
        </a:p>
        <a:p>
          <a:pPr marL="0" lvl="0" indent="0" algn="ctr" defTabSz="1066800">
            <a:lnSpc>
              <a:spcPct val="90000"/>
            </a:lnSpc>
            <a:spcBef>
              <a:spcPct val="0"/>
            </a:spcBef>
            <a:spcAft>
              <a:spcPct val="35000"/>
            </a:spcAft>
            <a:buNone/>
          </a:pPr>
          <a:r>
            <a:rPr lang="en-US" sz="1600" kern="1200" dirty="0"/>
            <a:t>(Thoughts, beliefs, cognitive competencies, skills and strategies)</a:t>
          </a:r>
          <a:endParaRPr lang="en-AU" sz="1600" kern="1200" dirty="0"/>
        </a:p>
      </dsp:txBody>
      <dsp:txXfrm>
        <a:off x="3062388" y="-43835"/>
        <a:ext cx="2251658" cy="1599893"/>
      </dsp:txXfrm>
    </dsp:sp>
    <dsp:sp modelId="{A23DFE8F-D1D9-43D7-A332-0BAEDB8969AC}">
      <dsp:nvSpPr>
        <dsp:cNvPr id="0" name=""/>
        <dsp:cNvSpPr/>
      </dsp:nvSpPr>
      <dsp:spPr>
        <a:xfrm>
          <a:off x="2527868" y="756111"/>
          <a:ext cx="3320698" cy="3320698"/>
        </a:xfrm>
        <a:custGeom>
          <a:avLst/>
          <a:gdLst/>
          <a:ahLst/>
          <a:cxnLst/>
          <a:rect l="0" t="0" r="0" b="0"/>
          <a:pathLst>
            <a:path>
              <a:moveTo>
                <a:pt x="2879789" y="533528"/>
              </a:moveTo>
              <a:arcTo wR="1660349" hR="1660349" stAng="19035636" swAng="2140574"/>
            </a:path>
          </a:pathLst>
        </a:custGeom>
        <a:noFill/>
        <a:ln w="12700" cap="rnd"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119F3D0-5C5F-4775-A461-54466946E9DC}">
      <dsp:nvSpPr>
        <dsp:cNvPr id="0" name=""/>
        <dsp:cNvSpPr/>
      </dsp:nvSpPr>
      <dsp:spPr>
        <a:xfrm>
          <a:off x="4439872" y="2222592"/>
          <a:ext cx="2372500" cy="2048084"/>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Environmental determinants</a:t>
          </a:r>
        </a:p>
        <a:p>
          <a:pPr marL="0" lvl="0" indent="0" algn="ctr" defTabSz="977900">
            <a:lnSpc>
              <a:spcPct val="90000"/>
            </a:lnSpc>
            <a:spcBef>
              <a:spcPct val="0"/>
            </a:spcBef>
            <a:spcAft>
              <a:spcPct val="35000"/>
            </a:spcAft>
            <a:buNone/>
          </a:pPr>
          <a:r>
            <a:rPr lang="en-US" sz="1800" kern="1200" dirty="0"/>
            <a:t>(Social setting, location, cultures, peers, family)</a:t>
          </a:r>
          <a:endParaRPr lang="en-AU" sz="1800" kern="1200" dirty="0"/>
        </a:p>
      </dsp:txBody>
      <dsp:txXfrm>
        <a:off x="4539851" y="2322571"/>
        <a:ext cx="2172542" cy="1848126"/>
      </dsp:txXfrm>
    </dsp:sp>
    <dsp:sp modelId="{A03A8428-3CA9-48BF-B05B-CBEE5B70ECDF}">
      <dsp:nvSpPr>
        <dsp:cNvPr id="0" name=""/>
        <dsp:cNvSpPr/>
      </dsp:nvSpPr>
      <dsp:spPr>
        <a:xfrm>
          <a:off x="2527868" y="756111"/>
          <a:ext cx="3320698" cy="3320698"/>
        </a:xfrm>
        <a:custGeom>
          <a:avLst/>
          <a:gdLst/>
          <a:ahLst/>
          <a:cxnLst/>
          <a:rect l="0" t="0" r="0" b="0"/>
          <a:pathLst>
            <a:path>
              <a:moveTo>
                <a:pt x="1906546" y="3302343"/>
              </a:moveTo>
              <a:arcTo wR="1660349" hR="1660349" stAng="4888362" swAng="1125116"/>
            </a:path>
          </a:pathLst>
        </a:custGeom>
        <a:noFill/>
        <a:ln w="12700" cap="rnd"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B988A4C-BA19-4224-9EEB-D573C25C1845}">
      <dsp:nvSpPr>
        <dsp:cNvPr id="0" name=""/>
        <dsp:cNvSpPr/>
      </dsp:nvSpPr>
      <dsp:spPr>
        <a:xfrm>
          <a:off x="1612563" y="2413905"/>
          <a:ext cx="2275500" cy="166545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err="1"/>
            <a:t>Behaviour</a:t>
          </a:r>
          <a:endParaRPr lang="en-US" sz="2500" kern="1200" dirty="0"/>
        </a:p>
        <a:p>
          <a:pPr marL="0" lvl="0" indent="0" algn="ctr" defTabSz="1111250">
            <a:lnSpc>
              <a:spcPct val="90000"/>
            </a:lnSpc>
            <a:spcBef>
              <a:spcPct val="0"/>
            </a:spcBef>
            <a:spcAft>
              <a:spcPct val="35000"/>
            </a:spcAft>
            <a:buNone/>
          </a:pPr>
          <a:r>
            <a:rPr lang="en-US" sz="1800" kern="1200" dirty="0"/>
            <a:t>(health </a:t>
          </a:r>
          <a:r>
            <a:rPr lang="en-US" sz="1800" kern="1200" dirty="0" err="1"/>
            <a:t>behaviours</a:t>
          </a:r>
          <a:r>
            <a:rPr lang="en-US" sz="1800" kern="1200" dirty="0"/>
            <a:t>)</a:t>
          </a:r>
          <a:endParaRPr lang="en-AU" sz="1800" kern="1200" dirty="0"/>
        </a:p>
      </dsp:txBody>
      <dsp:txXfrm>
        <a:off x="1693864" y="2495206"/>
        <a:ext cx="2112898" cy="1502857"/>
      </dsp:txXfrm>
    </dsp:sp>
    <dsp:sp modelId="{80369ADB-0F7F-41E9-BC94-B9E1BB525C89}">
      <dsp:nvSpPr>
        <dsp:cNvPr id="0" name=""/>
        <dsp:cNvSpPr/>
      </dsp:nvSpPr>
      <dsp:spPr>
        <a:xfrm>
          <a:off x="2527868" y="756111"/>
          <a:ext cx="3320698" cy="3320698"/>
        </a:xfrm>
        <a:custGeom>
          <a:avLst/>
          <a:gdLst/>
          <a:ahLst/>
          <a:cxnLst/>
          <a:rect l="0" t="0" r="0" b="0"/>
          <a:pathLst>
            <a:path>
              <a:moveTo>
                <a:pt x="65" y="1645621"/>
              </a:moveTo>
              <a:arcTo wR="1660349" hR="1660349" stAng="10830495" swAng="2530135"/>
            </a:path>
          </a:pathLst>
        </a:custGeom>
        <a:noFill/>
        <a:ln w="12700" cap="rnd"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7.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9.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0.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4.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6.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47A0AEC-7712-43E8-B48B-F42F07AC9D88}" type="datetimeFigureOut">
              <a:rPr lang="en-AU" smtClean="0"/>
              <a:t>15/01/2022</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4F7496A-2A48-4A8C-A3CD-63CA59B13913}" type="slidenum">
              <a:rPr lang="en-AU" smtClean="0"/>
              <a:t>‹#›</a:t>
            </a:fld>
            <a:endParaRPr lang="en-AU"/>
          </a:p>
        </p:txBody>
      </p:sp>
    </p:spTree>
    <p:extLst>
      <p:ext uri="{BB962C8B-B14F-4D97-AF65-F5344CB8AC3E}">
        <p14:creationId xmlns:p14="http://schemas.microsoft.com/office/powerpoint/2010/main" val="972511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4F7496A-2A48-4A8C-A3CD-63CA59B13913}" type="slidenum">
              <a:rPr lang="en-AU" smtClean="0"/>
              <a:t>23</a:t>
            </a:fld>
            <a:endParaRPr lang="en-AU"/>
          </a:p>
        </p:txBody>
      </p:sp>
    </p:spTree>
    <p:extLst>
      <p:ext uri="{BB962C8B-B14F-4D97-AF65-F5344CB8AC3E}">
        <p14:creationId xmlns:p14="http://schemas.microsoft.com/office/powerpoint/2010/main" val="4264163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4F7496A-2A48-4A8C-A3CD-63CA59B13913}" type="slidenum">
              <a:rPr lang="en-AU" smtClean="0"/>
              <a:t>35</a:t>
            </a:fld>
            <a:endParaRPr lang="en-AU"/>
          </a:p>
        </p:txBody>
      </p:sp>
    </p:spTree>
    <p:extLst>
      <p:ext uri="{BB962C8B-B14F-4D97-AF65-F5344CB8AC3E}">
        <p14:creationId xmlns:p14="http://schemas.microsoft.com/office/powerpoint/2010/main" val="24202190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4F7496A-2A48-4A8C-A3CD-63CA59B13913}" type="slidenum">
              <a:rPr lang="en-AU" smtClean="0"/>
              <a:t>53</a:t>
            </a:fld>
            <a:endParaRPr lang="en-AU"/>
          </a:p>
        </p:txBody>
      </p:sp>
    </p:spTree>
    <p:extLst>
      <p:ext uri="{BB962C8B-B14F-4D97-AF65-F5344CB8AC3E}">
        <p14:creationId xmlns:p14="http://schemas.microsoft.com/office/powerpoint/2010/main" val="2066197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4F7496A-2A48-4A8C-A3CD-63CA59B13913}" type="slidenum">
              <a:rPr lang="en-AU" smtClean="0"/>
              <a:t>57</a:t>
            </a:fld>
            <a:endParaRPr lang="en-AU"/>
          </a:p>
        </p:txBody>
      </p:sp>
    </p:spTree>
    <p:extLst>
      <p:ext uri="{BB962C8B-B14F-4D97-AF65-F5344CB8AC3E}">
        <p14:creationId xmlns:p14="http://schemas.microsoft.com/office/powerpoint/2010/main" val="2829137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4F7496A-2A48-4A8C-A3CD-63CA59B13913}" type="slidenum">
              <a:rPr lang="en-AU" smtClean="0"/>
              <a:t>63</a:t>
            </a:fld>
            <a:endParaRPr lang="en-AU"/>
          </a:p>
        </p:txBody>
      </p:sp>
    </p:spTree>
    <p:extLst>
      <p:ext uri="{BB962C8B-B14F-4D97-AF65-F5344CB8AC3E}">
        <p14:creationId xmlns:p14="http://schemas.microsoft.com/office/powerpoint/2010/main" val="37991269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4F7496A-2A48-4A8C-A3CD-63CA59B13913}" type="slidenum">
              <a:rPr lang="en-AU" smtClean="0"/>
              <a:t>70</a:t>
            </a:fld>
            <a:endParaRPr lang="en-AU"/>
          </a:p>
        </p:txBody>
      </p:sp>
    </p:spTree>
    <p:extLst>
      <p:ext uri="{BB962C8B-B14F-4D97-AF65-F5344CB8AC3E}">
        <p14:creationId xmlns:p14="http://schemas.microsoft.com/office/powerpoint/2010/main" val="11403937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4F7496A-2A48-4A8C-A3CD-63CA59B13913}" type="slidenum">
              <a:rPr lang="en-AU" smtClean="0"/>
              <a:t>73</a:t>
            </a:fld>
            <a:endParaRPr lang="en-AU"/>
          </a:p>
        </p:txBody>
      </p:sp>
    </p:spTree>
    <p:extLst>
      <p:ext uri="{BB962C8B-B14F-4D97-AF65-F5344CB8AC3E}">
        <p14:creationId xmlns:p14="http://schemas.microsoft.com/office/powerpoint/2010/main" val="41223607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4F7496A-2A48-4A8C-A3CD-63CA59B13913}" type="slidenum">
              <a:rPr lang="en-AU" smtClean="0"/>
              <a:t>77</a:t>
            </a:fld>
            <a:endParaRPr lang="en-AU"/>
          </a:p>
        </p:txBody>
      </p:sp>
    </p:spTree>
    <p:extLst>
      <p:ext uri="{BB962C8B-B14F-4D97-AF65-F5344CB8AC3E}">
        <p14:creationId xmlns:p14="http://schemas.microsoft.com/office/powerpoint/2010/main" val="36111349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flow diagram of the Framework on the board-students copy into their books.</a:t>
            </a:r>
            <a:endParaRPr lang="en-AU" dirty="0"/>
          </a:p>
        </p:txBody>
      </p:sp>
      <p:sp>
        <p:nvSpPr>
          <p:cNvPr id="4" name="Slide Number Placeholder 3"/>
          <p:cNvSpPr>
            <a:spLocks noGrp="1"/>
          </p:cNvSpPr>
          <p:nvPr>
            <p:ph type="sldNum" sz="quarter" idx="10"/>
          </p:nvPr>
        </p:nvSpPr>
        <p:spPr/>
        <p:txBody>
          <a:bodyPr/>
          <a:lstStyle/>
          <a:p>
            <a:fld id="{1ACC0F71-1BB6-4316-955B-112AB3CDBC73}" type="slidenum">
              <a:rPr lang="en-AU" smtClean="0"/>
              <a:t>80</a:t>
            </a:fld>
            <a:endParaRPr lang="en-AU"/>
          </a:p>
        </p:txBody>
      </p:sp>
    </p:spTree>
    <p:extLst>
      <p:ext uri="{BB962C8B-B14F-4D97-AF65-F5344CB8AC3E}">
        <p14:creationId xmlns:p14="http://schemas.microsoft.com/office/powerpoint/2010/main" val="41983341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job of a health promotor</a:t>
            </a:r>
            <a:r>
              <a:rPr lang="en-US" baseline="0" dirty="0"/>
              <a:t> is to decide which strategy will be the most effective in any given situation, then put the strategy into place.</a:t>
            </a:r>
          </a:p>
          <a:p>
            <a:r>
              <a:rPr lang="en-US" baseline="0" dirty="0"/>
              <a:t>Educational/Motivational impact the persons behaviour (</a:t>
            </a:r>
            <a:r>
              <a:rPr lang="en-US" baseline="0" dirty="0" err="1"/>
              <a:t>behavioural</a:t>
            </a:r>
            <a:r>
              <a:rPr lang="en-US" baseline="0" dirty="0"/>
              <a:t> adaptations)</a:t>
            </a:r>
          </a:p>
          <a:p>
            <a:r>
              <a:rPr lang="en-US" baseline="0" dirty="0"/>
              <a:t>Operational, Economic, Regulatory and technological impact the social and/or physical environment around the people. (environmental adaptations)</a:t>
            </a:r>
          </a:p>
          <a:p>
            <a:endParaRPr lang="en-US" baseline="0" dirty="0"/>
          </a:p>
        </p:txBody>
      </p:sp>
      <p:sp>
        <p:nvSpPr>
          <p:cNvPr id="4" name="Slide Number Placeholder 3"/>
          <p:cNvSpPr>
            <a:spLocks noGrp="1"/>
          </p:cNvSpPr>
          <p:nvPr>
            <p:ph type="sldNum" sz="quarter" idx="10"/>
          </p:nvPr>
        </p:nvSpPr>
        <p:spPr/>
        <p:txBody>
          <a:bodyPr/>
          <a:lstStyle/>
          <a:p>
            <a:fld id="{1ACC0F71-1BB6-4316-955B-112AB3CDBC73}" type="slidenum">
              <a:rPr lang="en-AU" smtClean="0"/>
              <a:t>83</a:t>
            </a:fld>
            <a:endParaRPr lang="en-AU"/>
          </a:p>
        </p:txBody>
      </p:sp>
    </p:spTree>
    <p:extLst>
      <p:ext uri="{BB962C8B-B14F-4D97-AF65-F5344CB8AC3E}">
        <p14:creationId xmlns:p14="http://schemas.microsoft.com/office/powerpoint/2010/main" val="5429034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1ACC0F71-1BB6-4316-955B-112AB3CDBC73}" type="slidenum">
              <a:rPr lang="en-AU" smtClean="0"/>
              <a:t>97</a:t>
            </a:fld>
            <a:endParaRPr lang="en-AU"/>
          </a:p>
        </p:txBody>
      </p:sp>
    </p:spTree>
    <p:extLst>
      <p:ext uri="{BB962C8B-B14F-4D97-AF65-F5344CB8AC3E}">
        <p14:creationId xmlns:p14="http://schemas.microsoft.com/office/powerpoint/2010/main" val="41983341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1ACC0F71-1BB6-4316-955B-112AB3CDBC73}" type="slidenum">
              <a:rPr lang="en-AU" smtClean="0"/>
              <a:t>99</a:t>
            </a:fld>
            <a:endParaRPr lang="en-AU"/>
          </a:p>
        </p:txBody>
      </p:sp>
    </p:spTree>
    <p:extLst>
      <p:ext uri="{BB962C8B-B14F-4D97-AF65-F5344CB8AC3E}">
        <p14:creationId xmlns:p14="http://schemas.microsoft.com/office/powerpoint/2010/main" val="5429034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1ACC0F71-1BB6-4316-955B-112AB3CDBC73}" type="slidenum">
              <a:rPr lang="en-AU" smtClean="0"/>
              <a:t>111</a:t>
            </a:fld>
            <a:endParaRPr lang="en-AU"/>
          </a:p>
        </p:txBody>
      </p:sp>
    </p:spTree>
    <p:extLst>
      <p:ext uri="{BB962C8B-B14F-4D97-AF65-F5344CB8AC3E}">
        <p14:creationId xmlns:p14="http://schemas.microsoft.com/office/powerpoint/2010/main" val="41983341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1ACC0F71-1BB6-4316-955B-112AB3CDBC73}" type="slidenum">
              <a:rPr lang="en-AU" smtClean="0"/>
              <a:t>113</a:t>
            </a:fld>
            <a:endParaRPr lang="en-AU"/>
          </a:p>
        </p:txBody>
      </p:sp>
    </p:spTree>
    <p:extLst>
      <p:ext uri="{BB962C8B-B14F-4D97-AF65-F5344CB8AC3E}">
        <p14:creationId xmlns:p14="http://schemas.microsoft.com/office/powerpoint/2010/main" val="5429034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4F7496A-2A48-4A8C-A3CD-63CA59B13913}" type="slidenum">
              <a:rPr lang="en-AU" smtClean="0"/>
              <a:t>128</a:t>
            </a:fld>
            <a:endParaRPr lang="en-AU"/>
          </a:p>
        </p:txBody>
      </p:sp>
    </p:spTree>
    <p:extLst>
      <p:ext uri="{BB962C8B-B14F-4D97-AF65-F5344CB8AC3E}">
        <p14:creationId xmlns:p14="http://schemas.microsoft.com/office/powerpoint/2010/main" val="8834125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3C3349A-C545-4837-BBC0-5F3F82E91D23}" type="datetimeFigureOut">
              <a:rPr lang="en-AU" smtClean="0"/>
              <a:t>15/01/2022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0A290AB-41B2-4C07-9C47-0297091BB4AA}" type="slidenum">
              <a:rPr lang="en-AU" smtClean="0"/>
              <a:t>‹#›</a:t>
            </a:fld>
            <a:endParaRPr lang="en-AU"/>
          </a:p>
        </p:txBody>
      </p:sp>
    </p:spTree>
    <p:extLst>
      <p:ext uri="{BB962C8B-B14F-4D97-AF65-F5344CB8AC3E}">
        <p14:creationId xmlns:p14="http://schemas.microsoft.com/office/powerpoint/2010/main" val="26051683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C3349A-C545-4837-BBC0-5F3F82E91D23}" type="datetimeFigureOut">
              <a:rPr lang="en-AU" smtClean="0"/>
              <a:t>15/01/2022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0A290AB-41B2-4C07-9C47-0297091BB4AA}" type="slidenum">
              <a:rPr lang="en-AU" smtClean="0"/>
              <a:t>‹#›</a:t>
            </a:fld>
            <a:endParaRPr lang="en-AU"/>
          </a:p>
        </p:txBody>
      </p:sp>
    </p:spTree>
    <p:extLst>
      <p:ext uri="{BB962C8B-B14F-4D97-AF65-F5344CB8AC3E}">
        <p14:creationId xmlns:p14="http://schemas.microsoft.com/office/powerpoint/2010/main" val="936736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3C3349A-C545-4837-BBC0-5F3F82E91D23}" type="datetimeFigureOut">
              <a:rPr lang="en-AU" smtClean="0"/>
              <a:t>15/01/2022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0A290AB-41B2-4C07-9C47-0297091BB4AA}" type="slidenum">
              <a:rPr lang="en-AU" smtClean="0"/>
              <a:t>‹#›</a:t>
            </a:fld>
            <a:endParaRPr lang="en-AU"/>
          </a:p>
        </p:txBody>
      </p:sp>
    </p:spTree>
    <p:extLst>
      <p:ext uri="{BB962C8B-B14F-4D97-AF65-F5344CB8AC3E}">
        <p14:creationId xmlns:p14="http://schemas.microsoft.com/office/powerpoint/2010/main" val="4442361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3C3349A-C545-4837-BBC0-5F3F82E91D23}" type="datetimeFigureOut">
              <a:rPr lang="en-AU" smtClean="0"/>
              <a:t>15/01/2022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0A290AB-41B2-4C07-9C47-0297091BB4AA}" type="slidenum">
              <a:rPr lang="en-AU" smtClean="0"/>
              <a:t>‹#›</a:t>
            </a:fld>
            <a:endParaRPr lang="en-AU"/>
          </a:p>
        </p:txBody>
      </p:sp>
    </p:spTree>
    <p:extLst>
      <p:ext uri="{BB962C8B-B14F-4D97-AF65-F5344CB8AC3E}">
        <p14:creationId xmlns:p14="http://schemas.microsoft.com/office/powerpoint/2010/main" val="175152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3C3349A-C545-4837-BBC0-5F3F82E91D23}" type="datetimeFigureOut">
              <a:rPr lang="en-AU" smtClean="0"/>
              <a:t>15/01/2022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A0A290AB-41B2-4C07-9C47-0297091BB4AA}" type="slidenum">
              <a:rPr lang="en-AU" smtClean="0"/>
              <a:t>‹#›</a:t>
            </a:fld>
            <a:endParaRPr lang="en-AU"/>
          </a:p>
        </p:txBody>
      </p:sp>
    </p:spTree>
    <p:extLst>
      <p:ext uri="{BB962C8B-B14F-4D97-AF65-F5344CB8AC3E}">
        <p14:creationId xmlns:p14="http://schemas.microsoft.com/office/powerpoint/2010/main" val="37373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3C3349A-C545-4837-BBC0-5F3F82E91D23}" type="datetimeFigureOut">
              <a:rPr lang="en-AU" smtClean="0"/>
              <a:t>15/01/2022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A0A290AB-41B2-4C07-9C47-0297091BB4AA}" type="slidenum">
              <a:rPr lang="en-AU" smtClean="0"/>
              <a:t>‹#›</a:t>
            </a:fld>
            <a:endParaRPr lang="en-AU"/>
          </a:p>
        </p:txBody>
      </p:sp>
    </p:spTree>
    <p:extLst>
      <p:ext uri="{BB962C8B-B14F-4D97-AF65-F5344CB8AC3E}">
        <p14:creationId xmlns:p14="http://schemas.microsoft.com/office/powerpoint/2010/main" val="102064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C3349A-C545-4837-BBC0-5F3F82E91D23}" type="datetimeFigureOut">
              <a:rPr lang="en-AU" smtClean="0"/>
              <a:t>15/01/2022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A0A290AB-41B2-4C07-9C47-0297091BB4AA}" type="slidenum">
              <a:rPr lang="en-AU" smtClean="0"/>
              <a:t>‹#›</a:t>
            </a:fld>
            <a:endParaRPr lang="en-AU"/>
          </a:p>
        </p:txBody>
      </p:sp>
    </p:spTree>
    <p:extLst>
      <p:ext uri="{BB962C8B-B14F-4D97-AF65-F5344CB8AC3E}">
        <p14:creationId xmlns:p14="http://schemas.microsoft.com/office/powerpoint/2010/main" val="3831724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43C3349A-C545-4837-BBC0-5F3F82E91D23}" type="datetimeFigureOut">
              <a:rPr lang="en-AU" smtClean="0"/>
              <a:t>15/01/2022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0A290AB-41B2-4C07-9C47-0297091BB4AA}" type="slidenum">
              <a:rPr lang="en-AU" smtClean="0"/>
              <a:t>‹#›</a:t>
            </a:fld>
            <a:endParaRPr lang="en-AU"/>
          </a:p>
        </p:txBody>
      </p:sp>
    </p:spTree>
    <p:extLst>
      <p:ext uri="{BB962C8B-B14F-4D97-AF65-F5344CB8AC3E}">
        <p14:creationId xmlns:p14="http://schemas.microsoft.com/office/powerpoint/2010/main" val="355836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3C3349A-C545-4837-BBC0-5F3F82E91D23}" type="datetimeFigureOut">
              <a:rPr lang="en-AU" smtClean="0"/>
              <a:t>15/01/2022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0A290AB-41B2-4C07-9C47-0297091BB4AA}" type="slidenum">
              <a:rPr lang="en-AU" smtClean="0"/>
              <a:t>‹#›</a:t>
            </a:fld>
            <a:endParaRPr lang="en-AU"/>
          </a:p>
        </p:txBody>
      </p:sp>
    </p:spTree>
    <p:extLst>
      <p:ext uri="{BB962C8B-B14F-4D97-AF65-F5344CB8AC3E}">
        <p14:creationId xmlns:p14="http://schemas.microsoft.com/office/powerpoint/2010/main" val="1318533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3C3349A-C545-4837-BBC0-5F3F82E91D23}" type="datetimeFigureOut">
              <a:rPr lang="en-AU" smtClean="0"/>
              <a:t>15/01/2022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0A290AB-41B2-4C07-9C47-0297091BB4AA}" type="slidenum">
              <a:rPr lang="en-AU" smtClean="0"/>
              <a:t>‹#›</a:t>
            </a:fld>
            <a:endParaRPr lang="en-AU"/>
          </a:p>
        </p:txBody>
      </p:sp>
    </p:spTree>
    <p:extLst>
      <p:ext uri="{BB962C8B-B14F-4D97-AF65-F5344CB8AC3E}">
        <p14:creationId xmlns:p14="http://schemas.microsoft.com/office/powerpoint/2010/main" val="3561782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3C3349A-C545-4837-BBC0-5F3F82E91D23}" type="datetimeFigureOut">
              <a:rPr lang="en-AU" smtClean="0"/>
              <a:t>15/01/2022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0A290AB-41B2-4C07-9C47-0297091BB4AA}" type="slidenum">
              <a:rPr lang="en-AU" smtClean="0"/>
              <a:t>‹#›</a:t>
            </a:fld>
            <a:endParaRPr lang="en-AU"/>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580334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3C3349A-C545-4837-BBC0-5F3F82E91D23}" type="datetimeFigureOut">
              <a:rPr lang="en-AU" smtClean="0"/>
              <a:t>15/01/2022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0A290AB-41B2-4C07-9C47-0297091BB4AA}" type="slidenum">
              <a:rPr lang="en-AU" smtClean="0"/>
              <a:t>‹#›</a:t>
            </a:fld>
            <a:endParaRPr lang="en-AU"/>
          </a:p>
        </p:txBody>
      </p:sp>
    </p:spTree>
    <p:extLst>
      <p:ext uri="{BB962C8B-B14F-4D97-AF65-F5344CB8AC3E}">
        <p14:creationId xmlns:p14="http://schemas.microsoft.com/office/powerpoint/2010/main" val="35633120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3C3349A-C545-4837-BBC0-5F3F82E91D23}" type="datetimeFigureOut">
              <a:rPr lang="en-AU" smtClean="0"/>
              <a:t>15/01/2022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0A290AB-41B2-4C07-9C47-0297091BB4AA}" type="slidenum">
              <a:rPr lang="en-AU" smtClean="0"/>
              <a:t>‹#›</a:t>
            </a:fld>
            <a:endParaRPr lang="en-AU"/>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71359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3C3349A-C545-4837-BBC0-5F3F82E91D23}" type="datetimeFigureOut">
              <a:rPr lang="en-AU" smtClean="0"/>
              <a:t>15/01/2022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0A290AB-41B2-4C07-9C47-0297091BB4AA}" type="slidenum">
              <a:rPr lang="en-AU" smtClean="0"/>
              <a:t>‹#›</a:t>
            </a:fld>
            <a:endParaRPr lang="en-AU"/>
          </a:p>
        </p:txBody>
      </p:sp>
    </p:spTree>
    <p:extLst>
      <p:ext uri="{BB962C8B-B14F-4D97-AF65-F5344CB8AC3E}">
        <p14:creationId xmlns:p14="http://schemas.microsoft.com/office/powerpoint/2010/main" val="14199844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C3349A-C545-4837-BBC0-5F3F82E91D23}" type="datetimeFigureOut">
              <a:rPr lang="en-AU" smtClean="0"/>
              <a:t>15/01/2022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0A290AB-41B2-4C07-9C47-0297091BB4AA}" type="slidenum">
              <a:rPr lang="en-AU" smtClean="0"/>
              <a:t>‹#›</a:t>
            </a:fld>
            <a:endParaRPr lang="en-AU"/>
          </a:p>
        </p:txBody>
      </p:sp>
    </p:spTree>
    <p:extLst>
      <p:ext uri="{BB962C8B-B14F-4D97-AF65-F5344CB8AC3E}">
        <p14:creationId xmlns:p14="http://schemas.microsoft.com/office/powerpoint/2010/main" val="28847851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C3349A-C545-4837-BBC0-5F3F82E91D23}" type="datetimeFigureOut">
              <a:rPr lang="en-AU" smtClean="0"/>
              <a:t>15/01/2022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0A290AB-41B2-4C07-9C47-0297091BB4AA}" type="slidenum">
              <a:rPr lang="en-AU" smtClean="0"/>
              <a:t>‹#›</a:t>
            </a:fld>
            <a:endParaRPr lang="en-AU"/>
          </a:p>
        </p:txBody>
      </p:sp>
    </p:spTree>
    <p:extLst>
      <p:ext uri="{BB962C8B-B14F-4D97-AF65-F5344CB8AC3E}">
        <p14:creationId xmlns:p14="http://schemas.microsoft.com/office/powerpoint/2010/main" val="10636689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3C3349A-C545-4837-BBC0-5F3F82E91D23}" type="datetimeFigureOut">
              <a:rPr lang="en-AU" smtClean="0"/>
              <a:t>15/01/2022</a:t>
            </a:fld>
            <a:endParaRPr lang="en-AU"/>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A0A290AB-41B2-4C07-9C47-0297091BB4AA}" type="slidenum">
              <a:rPr lang="en-AU" smtClean="0"/>
              <a:t>‹#›</a:t>
            </a:fld>
            <a:endParaRPr lang="en-AU"/>
          </a:p>
        </p:txBody>
      </p:sp>
    </p:spTree>
    <p:extLst>
      <p:ext uri="{BB962C8B-B14F-4D97-AF65-F5344CB8AC3E}">
        <p14:creationId xmlns:p14="http://schemas.microsoft.com/office/powerpoint/2010/main" val="1041281541"/>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minorkeystone3205.wikidot.com/"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4.xml.rels><?xml version="1.0" encoding="UTF-8" standalone="yes"?>
<Relationships xmlns="http://schemas.openxmlformats.org/package/2006/relationships"><Relationship Id="rId3" Type="http://schemas.openxmlformats.org/officeDocument/2006/relationships/hyperlink" Target="http://www.euro.who.int/__data/assets/pdf_file/0005/98438/e81384.pdf" TargetMode="External"/><Relationship Id="rId2" Type="http://schemas.openxmlformats.org/officeDocument/2006/relationships/hyperlink" Target="https://www.ncbi.nlm.nih.gov/pmc/articles/PMC3490556/" TargetMode="External"/><Relationship Id="rId1" Type="http://schemas.openxmlformats.org/officeDocument/2006/relationships/slideLayout" Target="../slideLayouts/slideLayout2.xml"/><Relationship Id="rId5" Type="http://schemas.openxmlformats.org/officeDocument/2006/relationships/hyperlink" Target="https://www.who.int/maternal_child_adolescent/topics/child/development/10facts/en/" TargetMode="External"/><Relationship Id="rId4" Type="http://schemas.openxmlformats.org/officeDocument/2006/relationships/hyperlink" Target="https://www.hindawi.com/journals/isrn/2012/483432/"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www.euro.who.int/__data/assets/pdf_file/0005/98438/e81384.pdf" TargetMode="External"/><Relationship Id="rId2" Type="http://schemas.openxmlformats.org/officeDocument/2006/relationships/hyperlink" Target="https://academic.oup.com/eurpub/article/29/3/575/5066808" TargetMode="External"/><Relationship Id="rId1" Type="http://schemas.openxmlformats.org/officeDocument/2006/relationships/slideLayout" Target="../slideLayouts/slideLayout2.xml"/><Relationship Id="rId5" Type="http://schemas.openxmlformats.org/officeDocument/2006/relationships/hyperlink" Target="https://au.reachout.com/tough-times/addiction" TargetMode="External"/><Relationship Id="rId4" Type="http://schemas.openxmlformats.org/officeDocument/2006/relationships/hyperlink" Target="https://headtohealth.gov.au/meaningful-life/purposeful-activity/work" TargetMode="Externa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7.xml.rels><?xml version="1.0" encoding="UTF-8" standalone="yes"?>
<Relationships xmlns="http://schemas.openxmlformats.org/package/2006/relationships"><Relationship Id="rId3" Type="http://schemas.openxmlformats.org/officeDocument/2006/relationships/hyperlink" Target="https://www.eatforhealth.gov.au/food-essentials" TargetMode="External"/><Relationship Id="rId2" Type="http://schemas.openxmlformats.org/officeDocument/2006/relationships/hyperlink" Target="https://www.psychologytoday.com/au/blog/the-wide-wide-world-psychology/201601/why-stress-is-both-good-and-bad"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ncbi.nlm.nih.gov/pmc/articles/PMC2729718/" TargetMode="External"/><Relationship Id="rId2" Type="http://schemas.openxmlformats.org/officeDocument/2006/relationships/hyperlink" Target="https://www.who.int/sustainable-development/transport/en/" TargetMode="External"/><Relationship Id="rId1" Type="http://schemas.openxmlformats.org/officeDocument/2006/relationships/slideLayout" Target="../slideLayouts/slideLayout2.xml"/><Relationship Id="rId4" Type="http://schemas.openxmlformats.org/officeDocument/2006/relationships/hyperlink" Target="https://www.researchgate.net/publication/269175928_Culture_and_health" TargetMode="External"/></Relationships>
</file>

<file path=ppt/slides/_rels/slide2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3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en.wikipedia.org/wiki/Hillier_Street" TargetMode="External"/><Relationship Id="rId2" Type="http://schemas.openxmlformats.org/officeDocument/2006/relationships/image" Target="../media/image54.JPG"/><Relationship Id="rId1" Type="http://schemas.openxmlformats.org/officeDocument/2006/relationships/slideLayout" Target="../slideLayouts/slideLayout2.xml"/><Relationship Id="rId6" Type="http://schemas.openxmlformats.org/officeDocument/2006/relationships/hyperlink" Target="https://creativecommons.org/licenses/by-sa/3.0/" TargetMode="External"/><Relationship Id="rId5" Type="http://schemas.openxmlformats.org/officeDocument/2006/relationships/hyperlink" Target="https://www.yousign.org/Make-Climate-Change-Literacy-Mandatory-In-All-US-High-Schools-t-68" TargetMode="External"/><Relationship Id="rId4" Type="http://schemas.openxmlformats.org/officeDocument/2006/relationships/image" Target="../media/image55.jpg"/></Relationships>
</file>

<file path=ppt/slides/_rels/slide41.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www.climatecouncil.org.au/not-normal-climate-change-bushfire-web/" TargetMode="External"/><Relationship Id="rId2" Type="http://schemas.openxmlformats.org/officeDocument/2006/relationships/hyperlink" Target="https://www.carbonbrief.org/mapped-how-climate-change-affects-extreme-weather-around-the-world" TargetMode="External"/><Relationship Id="rId1" Type="http://schemas.openxmlformats.org/officeDocument/2006/relationships/slideLayout" Target="../slideLayouts/slideLayout2.xml"/><Relationship Id="rId4" Type="http://schemas.openxmlformats.org/officeDocument/2006/relationships/image" Target="../media/image57.jpeg"/></Relationships>
</file>

<file path=ppt/slides/_rels/slide43.xml.rels><?xml version="1.0" encoding="UTF-8" standalone="yes"?>
<Relationships xmlns="http://schemas.openxmlformats.org/package/2006/relationships"><Relationship Id="rId3" Type="http://schemas.openxmlformats.org/officeDocument/2006/relationships/hyperlink" Target="https://www.youtube.com/watch?v=J__4V0ujlaU" TargetMode="External"/><Relationship Id="rId2" Type="http://schemas.openxmlformats.org/officeDocument/2006/relationships/hyperlink" Target="http://blacksaturdayfires.com/" TargetMode="External"/><Relationship Id="rId1" Type="http://schemas.openxmlformats.org/officeDocument/2006/relationships/slideLayout" Target="../slideLayouts/slideLayout2.xml"/><Relationship Id="rId4" Type="http://schemas.openxmlformats.org/officeDocument/2006/relationships/image" Target="../media/image58.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healthywa.wa.gov.au/Articles/N_R/Ross-River-virus-and-Barmah-Forest-virus" TargetMode="External"/><Relationship Id="rId2" Type="http://schemas.openxmlformats.org/officeDocument/2006/relationships/hyperlink" Target="https://www.theage.com.au/national/victoria/explosion-of-ross-river-virus-prompts-mosquito-warning-for-victoria-20170104-gtlyn8.html" TargetMode="External"/><Relationship Id="rId1" Type="http://schemas.openxmlformats.org/officeDocument/2006/relationships/slideLayout" Target="../slideLayouts/slideLayout2.xml"/><Relationship Id="rId4" Type="http://schemas.openxmlformats.org/officeDocument/2006/relationships/image" Target="../media/image59.jpeg"/></Relationships>
</file>

<file path=ppt/slides/_rels/slide4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hyperlink" Target="https://www.abc.net.au/news/2020-01-14/bureau-of-meteorology-chart-shows-how-temperatures-soared/11857404"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hyperlink" Target="https://healthywa.wa.gov.au/Articles/A_E/Air-pollution-and-health"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hyperlink" Target="https://thewest.com.au/news/wa/welshpool-chemical-spill-warning-issued-for-residents-and-workers-ng-b88353754z"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hyperlink" Target="https://www.youtube.com/watch?v=-rj9Wx_jg40"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www.greentea.tk/2005/12/bounty-from-great-southern-land.html" TargetMode="External"/><Relationship Id="rId2" Type="http://schemas.openxmlformats.org/officeDocument/2006/relationships/image" Target="../media/image64.jpg"/><Relationship Id="rId1" Type="http://schemas.openxmlformats.org/officeDocument/2006/relationships/slideLayout" Target="../slideLayouts/slideLayout2.xml"/><Relationship Id="rId4" Type="http://schemas.openxmlformats.org/officeDocument/2006/relationships/hyperlink" Target="https://creativecommons.org/licenses/by-nc-nd/3.0/" TargetMode="External"/></Relationships>
</file>

<file path=ppt/slides/_rels/slide53.xml.rels><?xml version="1.0" encoding="UTF-8" standalone="yes"?>
<Relationships xmlns="http://schemas.openxmlformats.org/package/2006/relationships"><Relationship Id="rId3" Type="http://schemas.openxmlformats.org/officeDocument/2006/relationships/hyperlink" Target="http://blog.tedmed.com/tag/social-determinants-of-health/"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57.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58.xml.rels><?xml version="1.0" encoding="UTF-8" standalone="yes"?>
<Relationships xmlns="http://schemas.openxmlformats.org/package/2006/relationships"><Relationship Id="rId3" Type="http://schemas.openxmlformats.org/officeDocument/2006/relationships/hyperlink" Target="https://en.wikipedia.org/wiki/Financial_crisis_of_2007%E2%80%9308" TargetMode="External"/><Relationship Id="rId2" Type="http://schemas.openxmlformats.org/officeDocument/2006/relationships/image" Target="../media/image67.png"/><Relationship Id="rId1" Type="http://schemas.openxmlformats.org/officeDocument/2006/relationships/slideLayout" Target="../slideLayouts/slideLayout2.xml"/><Relationship Id="rId6" Type="http://schemas.openxmlformats.org/officeDocument/2006/relationships/hyperlink" Target="https://creativecommons.org/licenses/by-sa/3.0/" TargetMode="External"/><Relationship Id="rId5" Type="http://schemas.openxmlformats.org/officeDocument/2006/relationships/hyperlink" Target="https://pxhere.com/en/photo/1445221" TargetMode="External"/><Relationship Id="rId4" Type="http://schemas.openxmlformats.org/officeDocument/2006/relationships/image" Target="../media/image68.jpeg"/></Relationships>
</file>

<file path=ppt/slides/_rels/slide59.xml.rels><?xml version="1.0" encoding="UTF-8" standalone="yes"?>
<Relationships xmlns="http://schemas.openxmlformats.org/package/2006/relationships"><Relationship Id="rId3" Type="http://schemas.openxmlformats.org/officeDocument/2006/relationships/hyperlink" Target="http://www.leadcenter.org/system/files/resource/downloadable_version/impact_of_employment_health_status_health_care_costs_0.pdf" TargetMode="External"/><Relationship Id="rId2" Type="http://schemas.openxmlformats.org/officeDocument/2006/relationships/hyperlink" Target="https://www.ncbi.nlm.nih.gov/pmc/articles/PMC1088996/" TargetMode="External"/><Relationship Id="rId1" Type="http://schemas.openxmlformats.org/officeDocument/2006/relationships/slideLayout" Target="../slideLayouts/slideLayout2.xml"/><Relationship Id="rId4" Type="http://schemas.openxmlformats.org/officeDocument/2006/relationships/hyperlink" Target="https://societyhealth.vcu.edu/work/the-projects/why-education-matters-to-health-exploring-the-causes.html" TargetMode="External"/></Relationships>
</file>

<file path=ppt/slides/_rels/slide60.xml.rels><?xml version="1.0" encoding="UTF-8" standalone="yes"?>
<Relationships xmlns="http://schemas.openxmlformats.org/package/2006/relationships"><Relationship Id="rId3" Type="http://schemas.openxmlformats.org/officeDocument/2006/relationships/hyperlink" Target="https://www1.health.gov.au/internet/publications/publishing.nsf/Content/whdp-09~whdp-09-ch5~whdp-09-ch5-2~whdp-09-ch5-2-3" TargetMode="External"/><Relationship Id="rId2" Type="http://schemas.openxmlformats.org/officeDocument/2006/relationships/hyperlink" Target="https://www.who.int/hia/housing/en/" TargetMode="External"/><Relationship Id="rId1" Type="http://schemas.openxmlformats.org/officeDocument/2006/relationships/slideLayout" Target="../slideLayouts/slideLayout2.xml"/><Relationship Id="rId4" Type="http://schemas.openxmlformats.org/officeDocument/2006/relationships/hyperlink" Target="http://www.uniteforsight.org/gender-power/module1" TargetMode="External"/></Relationships>
</file>

<file path=ppt/slides/_rels/slide61.xml.rels><?xml version="1.0" encoding="UTF-8" standalone="yes"?>
<Relationships xmlns="http://schemas.openxmlformats.org/package/2006/relationships"><Relationship Id="rId3" Type="http://schemas.openxmlformats.org/officeDocument/2006/relationships/hyperlink" Target="https://www.ruralhealth.org.au/advocacy/current-focus-areas/food-security" TargetMode="External"/><Relationship Id="rId2" Type="http://schemas.openxmlformats.org/officeDocument/2006/relationships/hyperlink" Target="https://www.ncbi.nlm.nih.gov/pmc/articles/PMC6068754/"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hyperlink" Target="http://www.huffingtonpost.com.au/2016/02/24/australia-obesity-statistics_n_9154422.html" TargetMode="External"/><Relationship Id="rId2" Type="http://schemas.openxmlformats.org/officeDocument/2006/relationships/hyperlink" Target="https://www.aihw.gov.au/reports/overweight-obesity/interactive-insight-into-overweight-and-obesity/contents/how-many-people-are-overweight-or-obese" TargetMode="External"/><Relationship Id="rId1" Type="http://schemas.openxmlformats.org/officeDocument/2006/relationships/slideLayout" Target="../slideLayouts/slideLayout2.xml"/><Relationship Id="rId5" Type="http://schemas.openxmlformats.org/officeDocument/2006/relationships/hyperlink" Target="http://www.healthline.com/health-blogs/diet-diva/dangers-underweight" TargetMode="External"/><Relationship Id="rId4" Type="http://schemas.openxmlformats.org/officeDocument/2006/relationships/hyperlink" Target="https://www.worldobesitydata.org/map/overview-adults"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http://www.healthline.com/health-blogs/diet-diva/dangers-underweight" TargetMode="External"/><Relationship Id="rId7" Type="http://schemas.openxmlformats.org/officeDocument/2006/relationships/hyperlink" Target="http://www.babycentre.co.uk/a1033196/low-birth-weight-in-babies" TargetMode="External"/><Relationship Id="rId2" Type="http://schemas.openxmlformats.org/officeDocument/2006/relationships/hyperlink" Target="http://www.buzzhubmedia.com/10-income-streams-for-your-business-janelle-belle/#prettyPhoto" TargetMode="External"/><Relationship Id="rId1" Type="http://schemas.openxmlformats.org/officeDocument/2006/relationships/slideLayout" Target="../slideLayouts/slideLayout2.xml"/><Relationship Id="rId6" Type="http://schemas.openxmlformats.org/officeDocument/2006/relationships/hyperlink" Target="http://www.huffingtonpost.com.au/2016/02/24/australia-obesity-statistics_n_9154422.html" TargetMode="External"/><Relationship Id="rId5" Type="http://schemas.openxmlformats.org/officeDocument/2006/relationships/hyperlink" Target="http://www.perthnow.com.au/news/western-australia/near6kg-baby-born-in-perth-on-australia-day-a-huge-bundle-of-joy-for-tassell-family/news-story/a433513db4d40a9f3f113748f1bffc07" TargetMode="External"/><Relationship Id="rId4" Type="http://schemas.openxmlformats.org/officeDocument/2006/relationships/hyperlink" Target="https://www.nhlbi.nih.gov/health/health-topics/topics/obe/risks" TargetMode="External"/></Relationships>
</file>

<file path=ppt/slides/_rels/slide69.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70.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71.xml.rels><?xml version="1.0" encoding="UTF-8" standalone="yes"?>
<Relationships xmlns="http://schemas.openxmlformats.org/package/2006/relationships"><Relationship Id="rId3" Type="http://schemas.openxmlformats.org/officeDocument/2006/relationships/hyperlink" Target="https://www.griffith.edu.au/griffith-health/learning-and-teaching/transition-and-tertiary-preparedness/tips-for-writing-essay-body-paragraphs" TargetMode="External"/><Relationship Id="rId2" Type="http://schemas.openxmlformats.org/officeDocument/2006/relationships/hyperlink" Target="https://www.monash.edu/rlo/assignment-samples/assignment-types/writing-an-essay" TargetMode="External"/><Relationship Id="rId1" Type="http://schemas.openxmlformats.org/officeDocument/2006/relationships/slideLayout" Target="../slideLayouts/slideLayout2.xml"/><Relationship Id="rId5" Type="http://schemas.openxmlformats.org/officeDocument/2006/relationships/hyperlink" Target="https://library.nd.edu.au/referencing/apa" TargetMode="External"/><Relationship Id="rId4" Type="http://schemas.openxmlformats.org/officeDocument/2006/relationships/hyperlink" Target="https://libguides.murdoch.edu.au/APA/examples" TargetMode="External"/></Relationships>
</file>

<file path=ppt/slides/_rels/slide72.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74.xml.rels><?xml version="1.0" encoding="UTF-8" standalone="yes"?>
<Relationships xmlns="http://schemas.openxmlformats.org/package/2006/relationships"><Relationship Id="rId3" Type="http://schemas.openxmlformats.org/officeDocument/2006/relationships/hyperlink" Target="https://www.griffith.edu.au/griffith-health/learning-and-teaching/transition-and-tertiary-preparedness/tips-for-writing-essay-body-paragraphs" TargetMode="External"/><Relationship Id="rId2" Type="http://schemas.openxmlformats.org/officeDocument/2006/relationships/hyperlink" Target="https://www.monash.edu/rlo/assignment-samples/assignment-types/writing-an-essay" TargetMode="Externa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hyperlink" Target="http://belindaconnolly88.wordpress.com/2013/07/26/week-one-swot-analysis" TargetMode="External"/><Relationship Id="rId2" Type="http://schemas.openxmlformats.org/officeDocument/2006/relationships/image" Target="../media/image83.jp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diagramData" Target="../diagrams/data22.xml"/><Relationship Id="rId7" Type="http://schemas.microsoft.com/office/2007/relationships/diagramDrawing" Target="../diagrams/drawing22.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s>
</file>

<file path=ppt/slides/_rels/slide78.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hyperlink" Target="https://www.youtube.com/watch?v=G2quVLcJVBk" TargetMode="Externa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hyperlink" Target="https://www.mja.com.au/journal/2015/203/10/upstream-or-downstream" TargetMode="Externa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88.xml.rels><?xml version="1.0" encoding="UTF-8" standalone="yes"?>
<Relationships xmlns="http://schemas.openxmlformats.org/package/2006/relationships"><Relationship Id="rId2" Type="http://schemas.openxmlformats.org/officeDocument/2006/relationships/hyperlink" Target="http://www.winprogroup.com/About_Ottawa/page_2197526.html" TargetMode="Externa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hyperlink" Target="http://commons.wikimedia.org/wiki/File:Dawn_at_Ottawa's_Parliament_Hill.jpg" TargetMode="External"/><Relationship Id="rId2" Type="http://schemas.openxmlformats.org/officeDocument/2006/relationships/image" Target="../media/image92.jpe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_rels/slide91.xml.rels><?xml version="1.0" encoding="UTF-8" standalone="yes"?>
<Relationships xmlns="http://schemas.openxmlformats.org/package/2006/relationships"><Relationship Id="rId3" Type="http://schemas.openxmlformats.org/officeDocument/2006/relationships/hyperlink" Target="http://theconversation.com/aboriginal-maori-how-indigenous-health-suffers-on-both-sides-of-the-ditch-48238" TargetMode="External"/><Relationship Id="rId2" Type="http://schemas.openxmlformats.org/officeDocument/2006/relationships/image" Target="../media/image93.jpeg"/><Relationship Id="rId1" Type="http://schemas.openxmlformats.org/officeDocument/2006/relationships/slideLayout" Target="../slideLayouts/slideLayout2.xml"/><Relationship Id="rId4" Type="http://schemas.openxmlformats.org/officeDocument/2006/relationships/hyperlink" Target="https://creativecommons.org/licenses/by-nd/3.0/" TargetMode="External"/></Relationships>
</file>

<file path=ppt/slides/_rels/slide92.xml.rels><?xml version="1.0" encoding="UTF-8" standalone="yes"?>
<Relationships xmlns="http://schemas.openxmlformats.org/package/2006/relationships"><Relationship Id="rId2" Type="http://schemas.openxmlformats.org/officeDocument/2006/relationships/hyperlink" Target="https://www.who.int/healthpromotion/conferences/previous/ottawa/en/" TargetMode="Externa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8" Type="http://schemas.openxmlformats.org/officeDocument/2006/relationships/hyperlink" Target="https://en.wikipedia.org/wiki/TikTok" TargetMode="External"/><Relationship Id="rId3" Type="http://schemas.openxmlformats.org/officeDocument/2006/relationships/image" Target="../media/image95.jpeg"/><Relationship Id="rId7" Type="http://schemas.openxmlformats.org/officeDocument/2006/relationships/image" Target="../media/image97.png"/><Relationship Id="rId2" Type="http://schemas.openxmlformats.org/officeDocument/2006/relationships/image" Target="../media/image94.png"/><Relationship Id="rId1" Type="http://schemas.openxmlformats.org/officeDocument/2006/relationships/slideLayout" Target="../slideLayouts/slideLayout2.xml"/><Relationship Id="rId6" Type="http://schemas.openxmlformats.org/officeDocument/2006/relationships/hyperlink" Target="http://www.cruxcatalyst.com/2013/08/22/taming-the-argument-as-war-beast/" TargetMode="External"/><Relationship Id="rId5" Type="http://schemas.openxmlformats.org/officeDocument/2006/relationships/image" Target="../media/image96.gif"/><Relationship Id="rId4" Type="http://schemas.openxmlformats.org/officeDocument/2006/relationships/hyperlink" Target="https://flickr.com/141421460@N05/27967818161" TargetMode="External"/><Relationship Id="rId9" Type="http://schemas.openxmlformats.org/officeDocument/2006/relationships/hyperlink" Target="https://creativecommons.org/licenses/by-sa/3.0/" TargetMode="External"/></Relationships>
</file>

<file path=ppt/slides/_rels/slide95.xml.rels><?xml version="1.0" encoding="UTF-8" standalone="yes"?>
<Relationships xmlns="http://schemas.openxmlformats.org/package/2006/relationships"><Relationship Id="rId8" Type="http://schemas.openxmlformats.org/officeDocument/2006/relationships/image" Target="../media/image101.png"/><Relationship Id="rId3" Type="http://schemas.openxmlformats.org/officeDocument/2006/relationships/hyperlink" Target="http://www.focolare.org/usa/en/professional-life/law-ethics/" TargetMode="External"/><Relationship Id="rId7" Type="http://schemas.openxmlformats.org/officeDocument/2006/relationships/hyperlink" Target="https://80000hours.org/career-guide/community/" TargetMode="External"/><Relationship Id="rId2" Type="http://schemas.openxmlformats.org/officeDocument/2006/relationships/image" Target="../media/image98.jpeg"/><Relationship Id="rId1" Type="http://schemas.openxmlformats.org/officeDocument/2006/relationships/slideLayout" Target="../slideLayouts/slideLayout2.xml"/><Relationship Id="rId6" Type="http://schemas.openxmlformats.org/officeDocument/2006/relationships/image" Target="../media/image100.jpeg"/><Relationship Id="rId11" Type="http://schemas.openxmlformats.org/officeDocument/2006/relationships/hyperlink" Target="https://pxhere.com/en/photo/1197145" TargetMode="External"/><Relationship Id="rId5" Type="http://schemas.openxmlformats.org/officeDocument/2006/relationships/hyperlink" Target="http://flickr.com/photos/sharynmorrow/1923985105" TargetMode="External"/><Relationship Id="rId10" Type="http://schemas.openxmlformats.org/officeDocument/2006/relationships/image" Target="../media/image102.jpeg"/><Relationship Id="rId4" Type="http://schemas.openxmlformats.org/officeDocument/2006/relationships/image" Target="../media/image99.jpeg"/><Relationship Id="rId9" Type="http://schemas.openxmlformats.org/officeDocument/2006/relationships/hyperlink" Target="https://en.wikipedia.org/wiki/Wellness_(alternative_medicine)" TargetMode="External"/></Relationships>
</file>

<file path=ppt/slides/_rels/slide96.xml.rels><?xml version="1.0" encoding="UTF-8" standalone="yes"?>
<Relationships xmlns="http://schemas.openxmlformats.org/package/2006/relationships"><Relationship Id="rId3" Type="http://schemas.openxmlformats.org/officeDocument/2006/relationships/hyperlink" Target="http://www.thebluediamondgallery.com/wooden-tile/t/tax.html" TargetMode="External"/><Relationship Id="rId2" Type="http://schemas.openxmlformats.org/officeDocument/2006/relationships/image" Target="../media/image103.jpe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_rels/slide97.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hyperlink" Target="https://creativecommons.org/licenses/by-sa/3.0/" TargetMode="External"/><Relationship Id="rId4" Type="http://schemas.openxmlformats.org/officeDocument/2006/relationships/hyperlink" Target="https://commons.wikimedia.org/wiki/File:Barrowford_Memorial_Park_Outdoor_Gym_Equipment.jpg" TargetMode="External"/></Relationships>
</file>

<file path=ppt/slides/_rels/slide98.xml.rels><?xml version="1.0" encoding="UTF-8" standalone="yes"?>
<Relationships xmlns="http://schemas.openxmlformats.org/package/2006/relationships"><Relationship Id="rId3" Type="http://schemas.openxmlformats.org/officeDocument/2006/relationships/hyperlink" Target="https://commons.wikimedia.org/wiki/File:Community_action_parade.jpg" TargetMode="External"/><Relationship Id="rId2" Type="http://schemas.openxmlformats.org/officeDocument/2006/relationships/image" Target="../media/image105.jpe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_rels/slide99.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hyperlink" Target="https://creativecommons.org/licenses/by-nc/3.0/" TargetMode="External"/><Relationship Id="rId4" Type="http://schemas.openxmlformats.org/officeDocument/2006/relationships/hyperlink" Target="https://bmjopen.bmj.com/content/4/4/e004611" TargetMode="External"/></Relationships>
</file>

<file path=ppt/slides/_rels/slide100.xml.rels><?xml version="1.0" encoding="UTF-8" standalone="yes"?>
<Relationships xmlns="http://schemas.openxmlformats.org/package/2006/relationships"><Relationship Id="rId3" Type="http://schemas.openxmlformats.org/officeDocument/2006/relationships/hyperlink" Target="https://theconversation.com/choose-your-future-a-new-law-aims-to-provide-better-support-for-skills-development-39225" TargetMode="External"/><Relationship Id="rId2" Type="http://schemas.openxmlformats.org/officeDocument/2006/relationships/image" Target="../media/image107.jpeg"/><Relationship Id="rId1" Type="http://schemas.openxmlformats.org/officeDocument/2006/relationships/slideLayout" Target="../slideLayouts/slideLayout2.xml"/><Relationship Id="rId4" Type="http://schemas.openxmlformats.org/officeDocument/2006/relationships/hyperlink" Target="https://creativecommons.org/licenses/by-nd/3.0/" TargetMode="Externa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hyperlink" Target="https://www.childabuseroyalcommission.gov.au/final-report" TargetMode="External"/><Relationship Id="rId2" Type="http://schemas.openxmlformats.org/officeDocument/2006/relationships/hyperlink" Target="https://www.aph.gov.au/About_Parliament/Parliamentary_Departments/Parliamentary_Library/Browse_by_Topic/law/royalcommissions" TargetMode="External"/><Relationship Id="rId1" Type="http://schemas.openxmlformats.org/officeDocument/2006/relationships/slideLayout" Target="../slideLayouts/slideLayout2.xml"/><Relationship Id="rId5" Type="http://schemas.openxmlformats.org/officeDocument/2006/relationships/hyperlink" Target="https://agedcare.royalcommission.gov.au/Pages/default.aspx" TargetMode="External"/><Relationship Id="rId4" Type="http://schemas.openxmlformats.org/officeDocument/2006/relationships/hyperlink" Target="https://www.abc.net.au/news/2019-02-04/banking-royal-commission-report-at-a-glance/10777188" TargetMode="Externa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10.jpe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hyperlink" Target="https://ohiostate.pressbooks.pub/choosingsources/chapter/developing-research-question/" TargetMode="External"/><Relationship Id="rId2" Type="http://schemas.openxmlformats.org/officeDocument/2006/relationships/image" Target="../media/image111.png"/><Relationship Id="rId1" Type="http://schemas.openxmlformats.org/officeDocument/2006/relationships/slideLayout" Target="../slideLayouts/slideLayout2.xml"/><Relationship Id="rId4" Type="http://schemas.openxmlformats.org/officeDocument/2006/relationships/hyperlink" Target="https://creativecommons.org/licenses/by/3.0/" TargetMode="External"/></Relationships>
</file>

<file path=ppt/slides/_rels/slide111.xml.rels><?xml version="1.0" encoding="UTF-8" standalone="yes"?>
<Relationships xmlns="http://schemas.openxmlformats.org/package/2006/relationships"><Relationship Id="rId3" Type="http://schemas.openxmlformats.org/officeDocument/2006/relationships/image" Target="../media/image112.jp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hyperlink" Target="https://creativecommons.org/licenses/by-nc-nd/3.0/" TargetMode="External"/><Relationship Id="rId4" Type="http://schemas.openxmlformats.org/officeDocument/2006/relationships/hyperlink" Target="https://www.tci-thaijo.org/index.php/jhealthres/article/view/79959" TargetMode="Externa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13.jp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hyperlink" Target="https://creativecommons.org/licenses/by-nc/3.0/" TargetMode="External"/><Relationship Id="rId4" Type="http://schemas.openxmlformats.org/officeDocument/2006/relationships/hyperlink" Target="http://arthistoryteachingresources.org/2014/04/taking-note-of-art-history/" TargetMode="External"/></Relationships>
</file>

<file path=ppt/slides/_rels/slide114.xml.rels><?xml version="1.0" encoding="UTF-8" standalone="yes"?>
<Relationships xmlns="http://schemas.openxmlformats.org/package/2006/relationships"><Relationship Id="rId3" Type="http://schemas.openxmlformats.org/officeDocument/2006/relationships/hyperlink" Target="http://www.hippohoorayforsecondgrade.com/2014/03/summarizing-literary-texts-with-freebie.html" TargetMode="External"/><Relationship Id="rId2" Type="http://schemas.openxmlformats.org/officeDocument/2006/relationships/image" Target="../media/image114.jpe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hyperlink" Target="https://www.flickr.com/photos/deeplifequotes/6936189336" TargetMode="External"/><Relationship Id="rId2" Type="http://schemas.openxmlformats.org/officeDocument/2006/relationships/image" Target="../media/image115.jpg"/><Relationship Id="rId1" Type="http://schemas.openxmlformats.org/officeDocument/2006/relationships/slideLayout" Target="../slideLayouts/slideLayout2.xml"/><Relationship Id="rId4" Type="http://schemas.openxmlformats.org/officeDocument/2006/relationships/hyperlink" Target="https://creativecommons.org/licenses/by-nc-sa/3.0/" TargetMode="External"/></Relationships>
</file>

<file path=ppt/slides/_rels/slide116.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hyperlink" Target="https://pixabay.com/en/chart-line-line-chart-diagram-trend-148256/" TargetMode="External"/><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119.jp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120.jp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hyperlink" Target="https://www.aihw.gov.au/reports-data" TargetMode="Externa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hyperlink" Target="http://www.grlc.vic.gov.au/book-clubs" TargetMode="External"/><Relationship Id="rId2" Type="http://schemas.openxmlformats.org/officeDocument/2006/relationships/hyperlink" Target="http://yemenembassy.ca/eng/" TargetMode="External"/><Relationship Id="rId1" Type="http://schemas.openxmlformats.org/officeDocument/2006/relationships/slideLayout" Target="../slideLayouts/slideLayout2.xml"/><Relationship Id="rId5" Type="http://schemas.openxmlformats.org/officeDocument/2006/relationships/hyperlink" Target="http://theconversation.com/fat-nation-why-so-many-australians-are-obese-and-how-to-fix-it-23783" TargetMode="External"/><Relationship Id="rId4" Type="http://schemas.openxmlformats.org/officeDocument/2006/relationships/hyperlink" Target="http://www.aihw.gov.au/australias-health/2014/indigenous-health/" TargetMode="External"/></Relationships>
</file>

<file path=ppt/slides/_rels/slide126.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3" Type="http://schemas.openxmlformats.org/officeDocument/2006/relationships/hyperlink" Target="https://www.youtube.com/watch?v=kGrVhM_Gi8k"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26.png"/></Relationships>
</file>

<file path=ppt/slides/_rels/slide129.xml.rels><?xml version="1.0" encoding="UTF-8" standalone="yes"?>
<Relationships xmlns="http://schemas.openxmlformats.org/package/2006/relationships"><Relationship Id="rId3" Type="http://schemas.openxmlformats.org/officeDocument/2006/relationships/hyperlink" Target="http://www.freeismylife.com/2013/04/beauty-free-samples-at-imancometics-bb.html" TargetMode="External"/><Relationship Id="rId2" Type="http://schemas.openxmlformats.org/officeDocument/2006/relationships/image" Target="../media/image127.png"/><Relationship Id="rId1" Type="http://schemas.openxmlformats.org/officeDocument/2006/relationships/slideLayout" Target="../slideLayouts/slideLayout2.xml"/><Relationship Id="rId4" Type="http://schemas.openxmlformats.org/officeDocument/2006/relationships/hyperlink" Target="https://creativecommons.org/licenses/by-nc-nd/3.0/" TargetMode="External"/></Relationships>
</file>

<file path=ppt/slides/_rels/slide130.xml.rels><?xml version="1.0" encoding="UTF-8" standalone="yes"?>
<Relationships xmlns="http://schemas.openxmlformats.org/package/2006/relationships"><Relationship Id="rId3" Type="http://schemas.openxmlformats.org/officeDocument/2006/relationships/hyperlink" Target="https://commons.wikimedia.org/wiki/File:Asch-Experiment.jpg" TargetMode="External"/><Relationship Id="rId2" Type="http://schemas.openxmlformats.org/officeDocument/2006/relationships/image" Target="../media/image128.jpg"/><Relationship Id="rId1" Type="http://schemas.openxmlformats.org/officeDocument/2006/relationships/slideLayout" Target="../slideLayouts/slideLayout2.xml"/><Relationship Id="rId6" Type="http://schemas.openxmlformats.org/officeDocument/2006/relationships/hyperlink" Target="https://creativecommons.org/licenses/by-sa/3.0/" TargetMode="External"/><Relationship Id="rId5" Type="http://schemas.openxmlformats.org/officeDocument/2006/relationships/hyperlink" Target="https://www.simplypsychology.org/social-roles.html" TargetMode="External"/><Relationship Id="rId4" Type="http://schemas.openxmlformats.org/officeDocument/2006/relationships/hyperlink" Target="https://courses.lumenlearning.com/alamo-sociology/chapter/reading-conformity/" TargetMode="External"/></Relationships>
</file>

<file path=ppt/slides/_rels/slide131.xml.rels><?xml version="1.0" encoding="UTF-8" standalone="yes"?>
<Relationships xmlns="http://schemas.openxmlformats.org/package/2006/relationships"><Relationship Id="rId2" Type="http://schemas.openxmlformats.org/officeDocument/2006/relationships/hyperlink" Target="https://www.sbs.com.au/ondemand/video/1469778499693/dateline-forced-to-be-fat" TargetMode="Externa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8" Type="http://schemas.openxmlformats.org/officeDocument/2006/relationships/image" Target="../media/image137.jpeg"/><Relationship Id="rId3" Type="http://schemas.openxmlformats.org/officeDocument/2006/relationships/hyperlink" Target="https://scaniaz.blogspot.com/2011/02/funny-signs.html" TargetMode="External"/><Relationship Id="rId7" Type="http://schemas.openxmlformats.org/officeDocument/2006/relationships/hyperlink" Target="https://creativecommons.org/licenses/by-nc-nd/3.0/" TargetMode="External"/><Relationship Id="rId2" Type="http://schemas.openxmlformats.org/officeDocument/2006/relationships/image" Target="../media/image135.jpeg"/><Relationship Id="rId1" Type="http://schemas.openxmlformats.org/officeDocument/2006/relationships/slideLayout" Target="../slideLayouts/slideLayout2.xml"/><Relationship Id="rId6" Type="http://schemas.openxmlformats.org/officeDocument/2006/relationships/hyperlink" Target="http://presurfer.blogspot.com/2011_04_01_archive.html" TargetMode="External"/><Relationship Id="rId5" Type="http://schemas.openxmlformats.org/officeDocument/2006/relationships/image" Target="../media/image136.jpg"/><Relationship Id="rId4" Type="http://schemas.openxmlformats.org/officeDocument/2006/relationships/hyperlink" Target="https://creativecommons.org/licenses/by-sa/3.0/" TargetMode="External"/><Relationship Id="rId9" Type="http://schemas.openxmlformats.org/officeDocument/2006/relationships/image" Target="../media/image138.jpeg"/></Relationships>
</file>

<file path=ppt/slides/_rels/slide135.xml.rels><?xml version="1.0" encoding="UTF-8" standalone="yes"?>
<Relationships xmlns="http://schemas.openxmlformats.org/package/2006/relationships"><Relationship Id="rId2" Type="http://schemas.openxmlformats.org/officeDocument/2006/relationships/hyperlink" Target="https://www.youtube.com/watch?v=UbruJh0MODI" TargetMode="Externa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2.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137.xml.rels><?xml version="1.0" encoding="UTF-8" standalone="yes"?>
<Relationships xmlns="http://schemas.openxmlformats.org/package/2006/relationships"><Relationship Id="rId3" Type="http://schemas.openxmlformats.org/officeDocument/2006/relationships/hyperlink" Target="https://www.youtube.com/watch?v=U-DbMF94GLk" TargetMode="External"/><Relationship Id="rId2" Type="http://schemas.openxmlformats.org/officeDocument/2006/relationships/hyperlink" Target="https://www.thethings.com/15-ways-kardashians-influenced-us-didnt-even-know/" TargetMode="External"/><Relationship Id="rId1" Type="http://schemas.openxmlformats.org/officeDocument/2006/relationships/slideLayout" Target="../slideLayouts/slideLayout2.xml"/><Relationship Id="rId4" Type="http://schemas.openxmlformats.org/officeDocument/2006/relationships/hyperlink" Target="https://www.youtube.com/watch?v=MXSpEgGpQ2A" TargetMode="Externa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40.svg"/><Relationship Id="rId2" Type="http://schemas.openxmlformats.org/officeDocument/2006/relationships/image" Target="../media/image139.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Health Studies Unit 1</a:t>
            </a:r>
            <a:endParaRPr lang="en-AU" dirty="0"/>
          </a:p>
        </p:txBody>
      </p:sp>
      <p:sp>
        <p:nvSpPr>
          <p:cNvPr id="3" name="Subtitle 2"/>
          <p:cNvSpPr>
            <a:spLocks noGrp="1"/>
          </p:cNvSpPr>
          <p:nvPr>
            <p:ph type="subTitle" idx="1"/>
          </p:nvPr>
        </p:nvSpPr>
        <p:spPr/>
        <p:txBody>
          <a:bodyPr>
            <a:normAutofit/>
          </a:bodyPr>
          <a:lstStyle/>
          <a:p>
            <a:r>
              <a:rPr lang="en-US" dirty="0"/>
              <a:t>Year 11</a:t>
            </a:r>
          </a:p>
          <a:p>
            <a:r>
              <a:rPr lang="en-US" dirty="0"/>
              <a:t>2020</a:t>
            </a:r>
          </a:p>
        </p:txBody>
      </p:sp>
      <p:pic>
        <p:nvPicPr>
          <p:cNvPr id="1026" name="Picture 2" descr="Image result for oar">
            <a:extLst>
              <a:ext uri="{FF2B5EF4-FFF2-40B4-BE49-F238E27FC236}">
                <a16:creationId xmlns:a16="http://schemas.microsoft.com/office/drawing/2014/main" id="{B218C11B-C7C4-4E02-B129-D17461C4F95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970" y="5445224"/>
            <a:ext cx="1259250" cy="8004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19655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gradFill>
          <a:gsLst>
            <a:gs pos="28000">
              <a:schemeClr val="tx1"/>
            </a:gs>
            <a:gs pos="81000">
              <a:srgbClr val="FF0000"/>
            </a:gs>
            <a:gs pos="89328">
              <a:srgbClr val="760000"/>
            </a:gs>
            <a:gs pos="100000">
              <a:schemeClr val="tx1"/>
            </a:gs>
            <a:gs pos="49000">
              <a:srgbClr val="FFFF00"/>
            </a:gs>
          </a:gsLst>
          <a:lin ang="5400000" scaled="1"/>
        </a:gra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908A948-4F74-40BB-AA8F-6B5F32E46D18}"/>
              </a:ext>
            </a:extLst>
          </p:cNvPr>
          <p:cNvSpPr txBox="1">
            <a:spLocks/>
          </p:cNvSpPr>
          <p:nvPr/>
        </p:nvSpPr>
        <p:spPr>
          <a:xfrm>
            <a:off x="447465" y="746870"/>
            <a:ext cx="3155754" cy="1669752"/>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2800" dirty="0">
                <a:solidFill>
                  <a:srgbClr val="FF0000"/>
                </a:solidFill>
              </a:rPr>
              <a:t>Acknowledgment of Country</a:t>
            </a:r>
            <a:endParaRPr lang="en-AU" sz="2800" dirty="0">
              <a:solidFill>
                <a:srgbClr val="FF0000"/>
              </a:solidFill>
            </a:endParaRPr>
          </a:p>
        </p:txBody>
      </p:sp>
      <p:sp>
        <p:nvSpPr>
          <p:cNvPr id="5" name="Content Placeholder 2">
            <a:extLst>
              <a:ext uri="{FF2B5EF4-FFF2-40B4-BE49-F238E27FC236}">
                <a16:creationId xmlns:a16="http://schemas.microsoft.com/office/drawing/2014/main" id="{3CA35C4C-0DA2-4BDF-9854-6C8B1737840B}"/>
              </a:ext>
            </a:extLst>
          </p:cNvPr>
          <p:cNvSpPr txBox="1">
            <a:spLocks/>
          </p:cNvSpPr>
          <p:nvPr/>
        </p:nvSpPr>
        <p:spPr>
          <a:xfrm>
            <a:off x="0" y="2760856"/>
            <a:ext cx="3707904"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lnSpc>
                <a:spcPct val="90000"/>
              </a:lnSpc>
              <a:buNone/>
            </a:pPr>
            <a:r>
              <a:rPr lang="en-US" sz="1500" b="1" dirty="0">
                <a:solidFill>
                  <a:schemeClr val="tx1"/>
                </a:solidFill>
              </a:rPr>
              <a:t>“I respectfully acknowledge the past and present traditional custodians of this land on which we are meeting, the </a:t>
            </a:r>
            <a:r>
              <a:rPr lang="en-US" sz="1500" b="1" dirty="0" err="1">
                <a:solidFill>
                  <a:schemeClr val="tx1"/>
                </a:solidFill>
              </a:rPr>
              <a:t>Whadjuk</a:t>
            </a:r>
            <a:r>
              <a:rPr lang="en-US" sz="1500" b="1" dirty="0">
                <a:solidFill>
                  <a:schemeClr val="tx1"/>
                </a:solidFill>
              </a:rPr>
              <a:t> people of the </a:t>
            </a:r>
            <a:r>
              <a:rPr lang="en-US" sz="1500" b="1" dirty="0" err="1">
                <a:solidFill>
                  <a:schemeClr val="tx1"/>
                </a:solidFill>
              </a:rPr>
              <a:t>Noongar</a:t>
            </a:r>
            <a:r>
              <a:rPr lang="en-US" sz="1500" b="1" dirty="0">
                <a:solidFill>
                  <a:schemeClr val="tx1"/>
                </a:solidFill>
              </a:rPr>
              <a:t> Nation. It is a privilege to be standing on country. I also acknowledge the contributions of Aboriginal Australians and non-Aboriginal Australians to the education of all children and people in this country we all live in and share together – Australia.”</a:t>
            </a:r>
            <a:endParaRPr lang="en-AU" sz="1500" b="1" dirty="0">
              <a:solidFill>
                <a:schemeClr val="tx1"/>
              </a:solidFill>
            </a:endParaRPr>
          </a:p>
        </p:txBody>
      </p:sp>
      <p:pic>
        <p:nvPicPr>
          <p:cNvPr id="2" name="Picture 1">
            <a:extLst>
              <a:ext uri="{FF2B5EF4-FFF2-40B4-BE49-F238E27FC236}">
                <a16:creationId xmlns:a16="http://schemas.microsoft.com/office/drawing/2014/main" id="{F1E41C8B-2EAC-461B-B159-7D496A4C2695}"/>
              </a:ext>
            </a:extLst>
          </p:cNvPr>
          <p:cNvPicPr>
            <a:picLocks noChangeAspect="1"/>
          </p:cNvPicPr>
          <p:nvPr/>
        </p:nvPicPr>
        <p:blipFill>
          <a:blip r:embed="rId2"/>
          <a:stretch>
            <a:fillRect/>
          </a:stretch>
        </p:blipFill>
        <p:spPr>
          <a:xfrm>
            <a:off x="3978194" y="1559625"/>
            <a:ext cx="5158073" cy="5246627"/>
          </a:xfrm>
          <a:prstGeom prst="rect">
            <a:avLst/>
          </a:prstGeom>
        </p:spPr>
      </p:pic>
    </p:spTree>
    <p:extLst>
      <p:ext uri="{BB962C8B-B14F-4D97-AF65-F5344CB8AC3E}">
        <p14:creationId xmlns:p14="http://schemas.microsoft.com/office/powerpoint/2010/main" val="995473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8F8A7-6F94-40A9-A749-B600AA0DB990}"/>
              </a:ext>
            </a:extLst>
          </p:cNvPr>
          <p:cNvSpPr>
            <a:spLocks noGrp="1"/>
          </p:cNvSpPr>
          <p:nvPr>
            <p:ph type="title"/>
          </p:nvPr>
        </p:nvSpPr>
        <p:spPr>
          <a:xfrm>
            <a:off x="4152550" y="609600"/>
            <a:ext cx="2802951" cy="1320800"/>
          </a:xfrm>
        </p:spPr>
        <p:txBody>
          <a:bodyPr>
            <a:normAutofit/>
          </a:bodyPr>
          <a:lstStyle/>
          <a:p>
            <a:r>
              <a:rPr lang="en-US" dirty="0"/>
              <a:t>Who are you? </a:t>
            </a:r>
            <a:endParaRPr lang="en-AU" dirty="0"/>
          </a:p>
        </p:txBody>
      </p:sp>
      <p:sp>
        <p:nvSpPr>
          <p:cNvPr id="3" name="Content Placeholder 2">
            <a:extLst>
              <a:ext uri="{FF2B5EF4-FFF2-40B4-BE49-F238E27FC236}">
                <a16:creationId xmlns:a16="http://schemas.microsoft.com/office/drawing/2014/main" id="{465FB7FF-A69A-487B-B74A-2AA8DD3847DD}"/>
              </a:ext>
            </a:extLst>
          </p:cNvPr>
          <p:cNvSpPr>
            <a:spLocks noGrp="1"/>
          </p:cNvSpPr>
          <p:nvPr>
            <p:ph idx="1"/>
          </p:nvPr>
        </p:nvSpPr>
        <p:spPr>
          <a:xfrm>
            <a:off x="3907172" y="2160589"/>
            <a:ext cx="3048329" cy="3880773"/>
          </a:xfrm>
        </p:spPr>
        <p:txBody>
          <a:bodyPr>
            <a:normAutofit/>
          </a:bodyPr>
          <a:lstStyle/>
          <a:p>
            <a:r>
              <a:rPr lang="en-US" dirty="0"/>
              <a:t>Why are you doing Health Studies?</a:t>
            </a:r>
          </a:p>
          <a:p>
            <a:r>
              <a:rPr lang="en-US" dirty="0"/>
              <a:t>What do you think Health Studies is?</a:t>
            </a:r>
          </a:p>
          <a:p>
            <a:r>
              <a:rPr lang="en-US" dirty="0"/>
              <a:t>What can health studies lead to?</a:t>
            </a:r>
          </a:p>
          <a:p>
            <a:pPr lvl="1"/>
            <a:r>
              <a:rPr lang="en-US" dirty="0"/>
              <a:t>Any medical field </a:t>
            </a:r>
          </a:p>
          <a:p>
            <a:pPr lvl="1"/>
            <a:r>
              <a:rPr lang="en-US" dirty="0"/>
              <a:t>E.g. doctors, psychologists, physio</a:t>
            </a:r>
          </a:p>
          <a:p>
            <a:endParaRPr lang="en-AU" dirty="0"/>
          </a:p>
        </p:txBody>
      </p:sp>
      <p:pic>
        <p:nvPicPr>
          <p:cNvPr id="5" name="Picture 4" descr="A picture containing aircraft, balloon&#10;&#10;Description automatically generated">
            <a:extLst>
              <a:ext uri="{FF2B5EF4-FFF2-40B4-BE49-F238E27FC236}">
                <a16:creationId xmlns:a16="http://schemas.microsoft.com/office/drawing/2014/main" id="{0EB5365E-BCC6-44A8-B00F-DCF1F558E344}"/>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4500" r="24466" b="1"/>
          <a:stretch/>
        </p:blipFill>
        <p:spPr>
          <a:xfrm>
            <a:off x="20" y="-1"/>
            <a:ext cx="4046200" cy="6858001"/>
          </a:xfrm>
          <a:custGeom>
            <a:avLst/>
            <a:gdLst>
              <a:gd name="connsiteX0" fmla="*/ 842596 w 5394960"/>
              <a:gd name="connsiteY0" fmla="*/ 0 h 6858000"/>
              <a:gd name="connsiteX1" fmla="*/ 5394960 w 5394960"/>
              <a:gd name="connsiteY1" fmla="*/ 0 h 6858000"/>
              <a:gd name="connsiteX2" fmla="*/ 5394960 w 5394960"/>
              <a:gd name="connsiteY2" fmla="*/ 21851 h 6858000"/>
              <a:gd name="connsiteX3" fmla="*/ 4365943 w 5394960"/>
              <a:gd name="connsiteY3" fmla="*/ 6858000 h 6858000"/>
              <a:gd name="connsiteX4" fmla="*/ 0 w 5394960"/>
              <a:gd name="connsiteY4" fmla="*/ 6858000 h 6858000"/>
              <a:gd name="connsiteX5" fmla="*/ 0 w 5394960"/>
              <a:gd name="connsiteY5" fmla="*/ 566615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1" name="Isosceles Triangle 10">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a:extLst>
              <a:ext uri="{FF2B5EF4-FFF2-40B4-BE49-F238E27FC236}">
                <a16:creationId xmlns:a16="http://schemas.microsoft.com/office/drawing/2014/main" id="{B35CCC22-CD09-4940-A869-815A99DBDA50}"/>
              </a:ext>
            </a:extLst>
          </p:cNvPr>
          <p:cNvSpPr txBox="1"/>
          <p:nvPr/>
        </p:nvSpPr>
        <p:spPr>
          <a:xfrm>
            <a:off x="6617347" y="6657945"/>
            <a:ext cx="2526653"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3" tooltip="http://minorkeystone3205.wikidot.com/">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4" tooltip="https://creativecommons.org/licenses/by-sa/3.0/">
                  <a:extLst>
                    <a:ext uri="{A12FA001-AC4F-418D-AE19-62706E023703}">
                      <ahyp:hlinkClr xmlns:ahyp="http://schemas.microsoft.com/office/drawing/2018/hyperlinkcolor" val="tx"/>
                    </a:ext>
                  </a:extLst>
                </a:hlinkClick>
              </a:rPr>
              <a:t>CC BY-SA</a:t>
            </a:r>
            <a:endParaRPr lang="en-AU" sz="700">
              <a:solidFill>
                <a:srgbClr val="FFFFFF"/>
              </a:solidFill>
            </a:endParaRPr>
          </a:p>
        </p:txBody>
      </p:sp>
    </p:spTree>
    <p:extLst>
      <p:ext uri="{BB962C8B-B14F-4D97-AF65-F5344CB8AC3E}">
        <p14:creationId xmlns:p14="http://schemas.microsoft.com/office/powerpoint/2010/main" val="3900155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down)">
                                      <p:cBhvr>
                                        <p:cTn id="7" dur="500"/>
                                        <p:tgtEl>
                                          <p:spTgt spid="3">
                                            <p:txEl>
                                              <p:pRg st="3" end="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wipe(down)">
                                      <p:cBhvr>
                                        <p:cTn id="1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HEALTH STUDIES </a:t>
            </a:r>
            <a:br>
              <a:rPr lang="en-US" dirty="0"/>
            </a:br>
            <a:r>
              <a:rPr lang="en-US" dirty="0"/>
              <a:t>Unit 1 &amp; 2</a:t>
            </a:r>
            <a:endParaRPr lang="en-AU" dirty="0"/>
          </a:p>
        </p:txBody>
      </p:sp>
      <p:sp>
        <p:nvSpPr>
          <p:cNvPr id="3" name="Subtitle 2"/>
          <p:cNvSpPr>
            <a:spLocks noGrp="1"/>
          </p:cNvSpPr>
          <p:nvPr>
            <p:ph type="subTitle" idx="1"/>
          </p:nvPr>
        </p:nvSpPr>
        <p:spPr/>
        <p:txBody>
          <a:bodyPr>
            <a:normAutofit lnSpcReduction="10000"/>
          </a:bodyPr>
          <a:lstStyle/>
          <a:p>
            <a:r>
              <a:rPr lang="en-US" dirty="0"/>
              <a:t>Year 11</a:t>
            </a:r>
          </a:p>
          <a:p>
            <a:r>
              <a:rPr lang="en-US" dirty="0"/>
              <a:t>2020</a:t>
            </a:r>
          </a:p>
          <a:p>
            <a:r>
              <a:rPr lang="en-US" dirty="0" err="1"/>
              <a:t>Mr</a:t>
            </a:r>
            <a:r>
              <a:rPr lang="en-US" dirty="0"/>
              <a:t> Orr</a:t>
            </a:r>
            <a:endParaRPr lang="en-AU" dirty="0"/>
          </a:p>
        </p:txBody>
      </p:sp>
    </p:spTree>
    <p:extLst>
      <p:ext uri="{BB962C8B-B14F-4D97-AF65-F5344CB8AC3E}">
        <p14:creationId xmlns:p14="http://schemas.microsoft.com/office/powerpoint/2010/main" val="386899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55AE6B0-AC9E-4167-806F-E9DB135FC4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9360" y="1382486"/>
            <a:ext cx="2660686" cy="4093028"/>
          </a:xfrm>
        </p:spPr>
        <p:txBody>
          <a:bodyPr anchor="ctr">
            <a:normAutofit/>
          </a:bodyPr>
          <a:lstStyle/>
          <a:p>
            <a:r>
              <a:rPr lang="en-US" sz="3800"/>
              <a:t>Program Outline</a:t>
            </a:r>
            <a:endParaRPr lang="en-AU" sz="3800"/>
          </a:p>
        </p:txBody>
      </p:sp>
      <p:grpSp>
        <p:nvGrpSpPr>
          <p:cNvPr id="12" name="Group 11">
            <a:extLst>
              <a:ext uri="{FF2B5EF4-FFF2-40B4-BE49-F238E27FC236}">
                <a16:creationId xmlns:a16="http://schemas.microsoft.com/office/drawing/2014/main" id="{3523416A-383B-4FDC-B4C9-D8EDDFE9C0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6950" y="-8467"/>
            <a:ext cx="3575050" cy="6866467"/>
            <a:chOff x="7425267" y="-8467"/>
            <a:chExt cx="4766733" cy="6866467"/>
          </a:xfrm>
        </p:grpSpPr>
        <p:cxnSp>
          <p:nvCxnSpPr>
            <p:cNvPr id="13" name="Straight Connector 12">
              <a:extLst>
                <a:ext uri="{FF2B5EF4-FFF2-40B4-BE49-F238E27FC236}">
                  <a16:creationId xmlns:a16="http://schemas.microsoft.com/office/drawing/2014/main" id="{CB0D29D5-3F7C-4197-821B-6D60A66CC0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47FB49A-3541-428A-AADE-682A3C505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D96F53DC-08F1-42C6-B558-B83D54B27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5">
              <a:extLst>
                <a:ext uri="{FF2B5EF4-FFF2-40B4-BE49-F238E27FC236}">
                  <a16:creationId xmlns:a16="http://schemas.microsoft.com/office/drawing/2014/main" id="{AFE48CAF-A51C-463F-A570-ED99439A5C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Isosceles Triangle 16">
              <a:extLst>
                <a:ext uri="{FF2B5EF4-FFF2-40B4-BE49-F238E27FC236}">
                  <a16:creationId xmlns:a16="http://schemas.microsoft.com/office/drawing/2014/main" id="{01F0C48B-50FF-4351-8207-16D0960483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7">
              <a:extLst>
                <a:ext uri="{FF2B5EF4-FFF2-40B4-BE49-F238E27FC236}">
                  <a16:creationId xmlns:a16="http://schemas.microsoft.com/office/drawing/2014/main" id="{300384B6-5ED6-4F91-A548-B706D8375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28">
              <a:extLst>
                <a:ext uri="{FF2B5EF4-FFF2-40B4-BE49-F238E27FC236}">
                  <a16:creationId xmlns:a16="http://schemas.microsoft.com/office/drawing/2014/main" id="{337AFFAE-C182-463C-9459-8AB3C69D9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29">
              <a:extLst>
                <a:ext uri="{FF2B5EF4-FFF2-40B4-BE49-F238E27FC236}">
                  <a16:creationId xmlns:a16="http://schemas.microsoft.com/office/drawing/2014/main" id="{510ACF17-C3F0-42BF-BDEB-D07927712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Isosceles Triangle 20">
              <a:extLst>
                <a:ext uri="{FF2B5EF4-FFF2-40B4-BE49-F238E27FC236}">
                  <a16:creationId xmlns:a16="http://schemas.microsoft.com/office/drawing/2014/main" id="{E804EFD0-B84E-476F-9FC6-6C4A42EA0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3" name="Rectangle 22">
            <a:extLst>
              <a:ext uri="{FF2B5EF4-FFF2-40B4-BE49-F238E27FC236}">
                <a16:creationId xmlns:a16="http://schemas.microsoft.com/office/drawing/2014/main" id="{87BD1F4E-A66D-4C06-86DA-8D56CA7A3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3289" y="0"/>
            <a:ext cx="466071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B8B1C967-2DE6-4AD0-93CA-FA10D0C12B6B}"/>
              </a:ext>
            </a:extLst>
          </p:cNvPr>
          <p:cNvGraphicFramePr>
            <a:graphicFrameLocks noGrp="1"/>
          </p:cNvGraphicFramePr>
          <p:nvPr>
            <p:ph idx="1"/>
            <p:extLst>
              <p:ext uri="{D42A27DB-BD31-4B8C-83A1-F6EECF244321}">
                <p14:modId xmlns:p14="http://schemas.microsoft.com/office/powerpoint/2010/main" val="767352232"/>
              </p:ext>
            </p:extLst>
          </p:nvPr>
        </p:nvGraphicFramePr>
        <p:xfrm>
          <a:off x="3687414" y="944563"/>
          <a:ext cx="4971603" cy="49795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27621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181353"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82600" y="816638"/>
            <a:ext cx="2525519" cy="5224724"/>
          </a:xfrm>
        </p:spPr>
        <p:txBody>
          <a:bodyPr anchor="ctr">
            <a:normAutofit/>
          </a:bodyPr>
          <a:lstStyle/>
          <a:p>
            <a:r>
              <a:rPr lang="en-US" sz="3100"/>
              <a:t>Class Expectations</a:t>
            </a:r>
            <a:endParaRPr lang="en-AU" sz="3100"/>
          </a:p>
        </p:txBody>
      </p:sp>
      <p:sp>
        <p:nvSpPr>
          <p:cNvPr id="3" name="Content Placeholder 2"/>
          <p:cNvSpPr>
            <a:spLocks noGrp="1"/>
          </p:cNvSpPr>
          <p:nvPr>
            <p:ph idx="1"/>
          </p:nvPr>
        </p:nvSpPr>
        <p:spPr>
          <a:xfrm>
            <a:off x="3490721" y="816638"/>
            <a:ext cx="3464779" cy="5224724"/>
          </a:xfrm>
        </p:spPr>
        <p:txBody>
          <a:bodyPr anchor="ctr">
            <a:normAutofit/>
          </a:bodyPr>
          <a:lstStyle/>
          <a:p>
            <a:r>
              <a:rPr lang="en-US"/>
              <a:t>Attention</a:t>
            </a:r>
          </a:p>
          <a:p>
            <a:r>
              <a:rPr lang="en-US"/>
              <a:t>Engagement</a:t>
            </a:r>
          </a:p>
          <a:p>
            <a:r>
              <a:rPr lang="en-US" err="1"/>
              <a:t>Organisation</a:t>
            </a:r>
            <a:endParaRPr lang="en-US"/>
          </a:p>
          <a:p>
            <a:r>
              <a:rPr lang="en-US" err="1"/>
              <a:t>Behaviour</a:t>
            </a:r>
            <a:endParaRPr lang="en-US"/>
          </a:p>
          <a:p>
            <a:r>
              <a:rPr lang="en-US"/>
              <a:t>Ask Questions</a:t>
            </a:r>
          </a:p>
          <a:p>
            <a:endParaRPr lang="en-AU" dirty="0"/>
          </a:p>
        </p:txBody>
      </p:sp>
    </p:spTree>
    <p:extLst>
      <p:ext uri="{BB962C8B-B14F-4D97-AF65-F5344CB8AC3E}">
        <p14:creationId xmlns:p14="http://schemas.microsoft.com/office/powerpoint/2010/main" val="3166049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0F653-6552-4703-8B86-8D90E06AB8C3}"/>
              </a:ext>
            </a:extLst>
          </p:cNvPr>
          <p:cNvSpPr>
            <a:spLocks noGrp="1"/>
          </p:cNvSpPr>
          <p:nvPr>
            <p:ph type="title"/>
          </p:nvPr>
        </p:nvSpPr>
        <p:spPr/>
        <p:txBody>
          <a:bodyPr/>
          <a:lstStyle/>
          <a:p>
            <a:r>
              <a:rPr lang="en-US" dirty="0"/>
              <a:t>Expectations of this course</a:t>
            </a:r>
            <a:endParaRPr lang="en-AU" dirty="0"/>
          </a:p>
        </p:txBody>
      </p:sp>
      <p:sp>
        <p:nvSpPr>
          <p:cNvPr id="3" name="Content Placeholder 2">
            <a:extLst>
              <a:ext uri="{FF2B5EF4-FFF2-40B4-BE49-F238E27FC236}">
                <a16:creationId xmlns:a16="http://schemas.microsoft.com/office/drawing/2014/main" id="{B206D54C-1CE0-4FE6-9A07-5FC0DE5F59C5}"/>
              </a:ext>
            </a:extLst>
          </p:cNvPr>
          <p:cNvSpPr>
            <a:spLocks noGrp="1"/>
          </p:cNvSpPr>
          <p:nvPr>
            <p:ph idx="1"/>
          </p:nvPr>
        </p:nvSpPr>
        <p:spPr>
          <a:xfrm>
            <a:off x="589861" y="1930400"/>
            <a:ext cx="6347714" cy="3880773"/>
          </a:xfrm>
        </p:spPr>
        <p:txBody>
          <a:bodyPr/>
          <a:lstStyle/>
          <a:p>
            <a:endParaRPr lang="en-US" dirty="0"/>
          </a:p>
          <a:p>
            <a:r>
              <a:rPr lang="en-US" dirty="0"/>
              <a:t>Be organized </a:t>
            </a:r>
          </a:p>
          <a:p>
            <a:pPr lvl="1"/>
            <a:r>
              <a:rPr lang="en-US" dirty="0"/>
              <a:t>Find a system and use it</a:t>
            </a:r>
          </a:p>
          <a:p>
            <a:pPr lvl="1"/>
            <a:r>
              <a:rPr lang="en-US" dirty="0"/>
              <a:t>Hand written notes are most effective</a:t>
            </a:r>
          </a:p>
          <a:p>
            <a:pPr lvl="1"/>
            <a:r>
              <a:rPr lang="en-US" dirty="0"/>
              <a:t>Lecture content fill in blanks (negotiable)</a:t>
            </a:r>
          </a:p>
          <a:p>
            <a:endParaRPr lang="en-US" dirty="0"/>
          </a:p>
          <a:p>
            <a:r>
              <a:rPr lang="en-US" dirty="0"/>
              <a:t>Crossing of syllabus as we go (remind me!)</a:t>
            </a:r>
          </a:p>
          <a:p>
            <a:r>
              <a:rPr lang="en-US" dirty="0"/>
              <a:t>Everything is on SEQTA if you lose hard copies/forget</a:t>
            </a:r>
          </a:p>
          <a:p>
            <a:r>
              <a:rPr lang="en-US" dirty="0"/>
              <a:t>Tutoring is provided (Thursday afternoon) use it!</a:t>
            </a:r>
          </a:p>
          <a:p>
            <a:pPr lvl="1"/>
            <a:endParaRPr lang="en-US" dirty="0"/>
          </a:p>
        </p:txBody>
      </p:sp>
    </p:spTree>
    <p:extLst>
      <p:ext uri="{BB962C8B-B14F-4D97-AF65-F5344CB8AC3E}">
        <p14:creationId xmlns:p14="http://schemas.microsoft.com/office/powerpoint/2010/main" val="1389601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55AE6B0-AC9E-4167-806F-E9DB135FC4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40F653-6552-4703-8B86-8D90E06AB8C3}"/>
              </a:ext>
            </a:extLst>
          </p:cNvPr>
          <p:cNvSpPr>
            <a:spLocks noGrp="1"/>
          </p:cNvSpPr>
          <p:nvPr>
            <p:ph type="title"/>
          </p:nvPr>
        </p:nvSpPr>
        <p:spPr>
          <a:xfrm>
            <a:off x="489360" y="1382486"/>
            <a:ext cx="2660686" cy="4093028"/>
          </a:xfrm>
        </p:spPr>
        <p:txBody>
          <a:bodyPr anchor="ctr">
            <a:normAutofit/>
          </a:bodyPr>
          <a:lstStyle/>
          <a:p>
            <a:r>
              <a:rPr lang="en-US" sz="3200"/>
              <a:t>Expectations of this course</a:t>
            </a:r>
            <a:endParaRPr lang="en-AU" sz="3200"/>
          </a:p>
        </p:txBody>
      </p:sp>
      <p:grpSp>
        <p:nvGrpSpPr>
          <p:cNvPr id="12" name="Group 11">
            <a:extLst>
              <a:ext uri="{FF2B5EF4-FFF2-40B4-BE49-F238E27FC236}">
                <a16:creationId xmlns:a16="http://schemas.microsoft.com/office/drawing/2014/main" id="{3523416A-383B-4FDC-B4C9-D8EDDFE9C0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6950" y="-8467"/>
            <a:ext cx="3575050" cy="6866467"/>
            <a:chOff x="7425267" y="-8467"/>
            <a:chExt cx="4766733" cy="6866467"/>
          </a:xfrm>
        </p:grpSpPr>
        <p:cxnSp>
          <p:nvCxnSpPr>
            <p:cNvPr id="13" name="Straight Connector 12">
              <a:extLst>
                <a:ext uri="{FF2B5EF4-FFF2-40B4-BE49-F238E27FC236}">
                  <a16:creationId xmlns:a16="http://schemas.microsoft.com/office/drawing/2014/main" id="{CB0D29D5-3F7C-4197-821B-6D60A66CC0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47FB49A-3541-428A-AADE-682A3C505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D96F53DC-08F1-42C6-B558-B83D54B27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5">
              <a:extLst>
                <a:ext uri="{FF2B5EF4-FFF2-40B4-BE49-F238E27FC236}">
                  <a16:creationId xmlns:a16="http://schemas.microsoft.com/office/drawing/2014/main" id="{AFE48CAF-A51C-463F-A570-ED99439A5C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Isosceles Triangle 16">
              <a:extLst>
                <a:ext uri="{FF2B5EF4-FFF2-40B4-BE49-F238E27FC236}">
                  <a16:creationId xmlns:a16="http://schemas.microsoft.com/office/drawing/2014/main" id="{01F0C48B-50FF-4351-8207-16D0960483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7">
              <a:extLst>
                <a:ext uri="{FF2B5EF4-FFF2-40B4-BE49-F238E27FC236}">
                  <a16:creationId xmlns:a16="http://schemas.microsoft.com/office/drawing/2014/main" id="{300384B6-5ED6-4F91-A548-B706D8375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28">
              <a:extLst>
                <a:ext uri="{FF2B5EF4-FFF2-40B4-BE49-F238E27FC236}">
                  <a16:creationId xmlns:a16="http://schemas.microsoft.com/office/drawing/2014/main" id="{337AFFAE-C182-463C-9459-8AB3C69D9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29">
              <a:extLst>
                <a:ext uri="{FF2B5EF4-FFF2-40B4-BE49-F238E27FC236}">
                  <a16:creationId xmlns:a16="http://schemas.microsoft.com/office/drawing/2014/main" id="{510ACF17-C3F0-42BF-BDEB-D07927712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Isosceles Triangle 20">
              <a:extLst>
                <a:ext uri="{FF2B5EF4-FFF2-40B4-BE49-F238E27FC236}">
                  <a16:creationId xmlns:a16="http://schemas.microsoft.com/office/drawing/2014/main" id="{E804EFD0-B84E-476F-9FC6-6C4A42EA0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3" name="Rectangle 22">
            <a:extLst>
              <a:ext uri="{FF2B5EF4-FFF2-40B4-BE49-F238E27FC236}">
                <a16:creationId xmlns:a16="http://schemas.microsoft.com/office/drawing/2014/main" id="{87BD1F4E-A66D-4C06-86DA-8D56CA7A3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3289" y="0"/>
            <a:ext cx="466071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E53A1AF6-74AB-47A9-B2CF-970B6E2E6F87}"/>
              </a:ext>
            </a:extLst>
          </p:cNvPr>
          <p:cNvGraphicFramePr>
            <a:graphicFrameLocks noGrp="1"/>
          </p:cNvGraphicFramePr>
          <p:nvPr>
            <p:ph idx="1"/>
            <p:extLst>
              <p:ext uri="{D42A27DB-BD31-4B8C-83A1-F6EECF244321}">
                <p14:modId xmlns:p14="http://schemas.microsoft.com/office/powerpoint/2010/main" val="3593261514"/>
              </p:ext>
            </p:extLst>
          </p:nvPr>
        </p:nvGraphicFramePr>
        <p:xfrm>
          <a:off x="3687414" y="944563"/>
          <a:ext cx="4971603" cy="49795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766576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55AE6B0-AC9E-4167-806F-E9DB135FC4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9360" y="1382486"/>
            <a:ext cx="2660686" cy="4093028"/>
          </a:xfrm>
        </p:spPr>
        <p:txBody>
          <a:bodyPr anchor="ctr">
            <a:normAutofit/>
          </a:bodyPr>
          <a:lstStyle/>
          <a:p>
            <a:r>
              <a:rPr lang="en-US" sz="3800"/>
              <a:t>What You’ll Need</a:t>
            </a:r>
            <a:endParaRPr lang="en-AU" sz="3800"/>
          </a:p>
        </p:txBody>
      </p:sp>
      <p:grpSp>
        <p:nvGrpSpPr>
          <p:cNvPr id="12" name="Group 11">
            <a:extLst>
              <a:ext uri="{FF2B5EF4-FFF2-40B4-BE49-F238E27FC236}">
                <a16:creationId xmlns:a16="http://schemas.microsoft.com/office/drawing/2014/main" id="{3523416A-383B-4FDC-B4C9-D8EDDFE9C0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6950" y="-8467"/>
            <a:ext cx="3575050" cy="6866467"/>
            <a:chOff x="7425267" y="-8467"/>
            <a:chExt cx="4766733" cy="6866467"/>
          </a:xfrm>
        </p:grpSpPr>
        <p:cxnSp>
          <p:nvCxnSpPr>
            <p:cNvPr id="13" name="Straight Connector 12">
              <a:extLst>
                <a:ext uri="{FF2B5EF4-FFF2-40B4-BE49-F238E27FC236}">
                  <a16:creationId xmlns:a16="http://schemas.microsoft.com/office/drawing/2014/main" id="{CB0D29D5-3F7C-4197-821B-6D60A66CC0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47FB49A-3541-428A-AADE-682A3C505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D96F53DC-08F1-42C6-B558-B83D54B27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5">
              <a:extLst>
                <a:ext uri="{FF2B5EF4-FFF2-40B4-BE49-F238E27FC236}">
                  <a16:creationId xmlns:a16="http://schemas.microsoft.com/office/drawing/2014/main" id="{AFE48CAF-A51C-463F-A570-ED99439A5C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Isosceles Triangle 16">
              <a:extLst>
                <a:ext uri="{FF2B5EF4-FFF2-40B4-BE49-F238E27FC236}">
                  <a16:creationId xmlns:a16="http://schemas.microsoft.com/office/drawing/2014/main" id="{01F0C48B-50FF-4351-8207-16D0960483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7">
              <a:extLst>
                <a:ext uri="{FF2B5EF4-FFF2-40B4-BE49-F238E27FC236}">
                  <a16:creationId xmlns:a16="http://schemas.microsoft.com/office/drawing/2014/main" id="{300384B6-5ED6-4F91-A548-B706D8375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28">
              <a:extLst>
                <a:ext uri="{FF2B5EF4-FFF2-40B4-BE49-F238E27FC236}">
                  <a16:creationId xmlns:a16="http://schemas.microsoft.com/office/drawing/2014/main" id="{337AFFAE-C182-463C-9459-8AB3C69D9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29">
              <a:extLst>
                <a:ext uri="{FF2B5EF4-FFF2-40B4-BE49-F238E27FC236}">
                  <a16:creationId xmlns:a16="http://schemas.microsoft.com/office/drawing/2014/main" id="{510ACF17-C3F0-42BF-BDEB-D07927712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Isosceles Triangle 20">
              <a:extLst>
                <a:ext uri="{FF2B5EF4-FFF2-40B4-BE49-F238E27FC236}">
                  <a16:creationId xmlns:a16="http://schemas.microsoft.com/office/drawing/2014/main" id="{E804EFD0-B84E-476F-9FC6-6C4A42EA0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3" name="Rectangle 22">
            <a:extLst>
              <a:ext uri="{FF2B5EF4-FFF2-40B4-BE49-F238E27FC236}">
                <a16:creationId xmlns:a16="http://schemas.microsoft.com/office/drawing/2014/main" id="{87BD1F4E-A66D-4C06-86DA-8D56CA7A3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3289" y="0"/>
            <a:ext cx="466071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BF13A95B-7C25-4226-9441-C91BCA2AA731}"/>
              </a:ext>
            </a:extLst>
          </p:cNvPr>
          <p:cNvGraphicFramePr>
            <a:graphicFrameLocks noGrp="1"/>
          </p:cNvGraphicFramePr>
          <p:nvPr>
            <p:ph idx="1"/>
            <p:extLst>
              <p:ext uri="{D42A27DB-BD31-4B8C-83A1-F6EECF244321}">
                <p14:modId xmlns:p14="http://schemas.microsoft.com/office/powerpoint/2010/main" val="3775003867"/>
              </p:ext>
            </p:extLst>
          </p:nvPr>
        </p:nvGraphicFramePr>
        <p:xfrm>
          <a:off x="3687414" y="944563"/>
          <a:ext cx="4971603" cy="49795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02728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9">
            <a:extLst>
              <a:ext uri="{FF2B5EF4-FFF2-40B4-BE49-F238E27FC236}">
                <a16:creationId xmlns:a16="http://schemas.microsoft.com/office/drawing/2014/main" id="{655AE6B0-AC9E-4167-806F-E9DB135FC4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9360" y="1382486"/>
            <a:ext cx="2660686" cy="4093028"/>
          </a:xfrm>
        </p:spPr>
        <p:txBody>
          <a:bodyPr anchor="ctr">
            <a:normAutofit/>
          </a:bodyPr>
          <a:lstStyle/>
          <a:p>
            <a:r>
              <a:rPr lang="en-US" sz="3800"/>
              <a:t>GET TO KNOW YOU GAMES:</a:t>
            </a:r>
            <a:endParaRPr lang="en-AU" sz="3800"/>
          </a:p>
        </p:txBody>
      </p:sp>
      <p:grpSp>
        <p:nvGrpSpPr>
          <p:cNvPr id="29" name="Group 11">
            <a:extLst>
              <a:ext uri="{FF2B5EF4-FFF2-40B4-BE49-F238E27FC236}">
                <a16:creationId xmlns:a16="http://schemas.microsoft.com/office/drawing/2014/main" id="{3523416A-383B-4FDC-B4C9-D8EDDFE9C0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6950" y="-8467"/>
            <a:ext cx="3575050" cy="6866467"/>
            <a:chOff x="7425267" y="-8467"/>
            <a:chExt cx="4766733" cy="6866467"/>
          </a:xfrm>
        </p:grpSpPr>
        <p:cxnSp>
          <p:nvCxnSpPr>
            <p:cNvPr id="13" name="Straight Connector 12">
              <a:extLst>
                <a:ext uri="{FF2B5EF4-FFF2-40B4-BE49-F238E27FC236}">
                  <a16:creationId xmlns:a16="http://schemas.microsoft.com/office/drawing/2014/main" id="{CB0D29D5-3F7C-4197-821B-6D60A66CC0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30" name="Straight Connector 13">
              <a:extLst>
                <a:ext uri="{FF2B5EF4-FFF2-40B4-BE49-F238E27FC236}">
                  <a16:creationId xmlns:a16="http://schemas.microsoft.com/office/drawing/2014/main" id="{347FB49A-3541-428A-AADE-682A3C505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D96F53DC-08F1-42C6-B558-B83D54B27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Rectangle 25">
              <a:extLst>
                <a:ext uri="{FF2B5EF4-FFF2-40B4-BE49-F238E27FC236}">
                  <a16:creationId xmlns:a16="http://schemas.microsoft.com/office/drawing/2014/main" id="{AFE48CAF-A51C-463F-A570-ED99439A5C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Isosceles Triangle 16">
              <a:extLst>
                <a:ext uri="{FF2B5EF4-FFF2-40B4-BE49-F238E27FC236}">
                  <a16:creationId xmlns:a16="http://schemas.microsoft.com/office/drawing/2014/main" id="{01F0C48B-50FF-4351-8207-16D0960483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Rectangle 27">
              <a:extLst>
                <a:ext uri="{FF2B5EF4-FFF2-40B4-BE49-F238E27FC236}">
                  <a16:creationId xmlns:a16="http://schemas.microsoft.com/office/drawing/2014/main" id="{300384B6-5ED6-4F91-A548-B706D8375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28">
              <a:extLst>
                <a:ext uri="{FF2B5EF4-FFF2-40B4-BE49-F238E27FC236}">
                  <a16:creationId xmlns:a16="http://schemas.microsoft.com/office/drawing/2014/main" id="{337AFFAE-C182-463C-9459-8AB3C69D9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3" name="Rectangle 29">
              <a:extLst>
                <a:ext uri="{FF2B5EF4-FFF2-40B4-BE49-F238E27FC236}">
                  <a16:creationId xmlns:a16="http://schemas.microsoft.com/office/drawing/2014/main" id="{510ACF17-C3F0-42BF-BDEB-D07927712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Isosceles Triangle 20">
              <a:extLst>
                <a:ext uri="{FF2B5EF4-FFF2-40B4-BE49-F238E27FC236}">
                  <a16:creationId xmlns:a16="http://schemas.microsoft.com/office/drawing/2014/main" id="{E804EFD0-B84E-476F-9FC6-6C4A42EA0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3" name="Rectangle 22">
            <a:extLst>
              <a:ext uri="{FF2B5EF4-FFF2-40B4-BE49-F238E27FC236}">
                <a16:creationId xmlns:a16="http://schemas.microsoft.com/office/drawing/2014/main" id="{87BD1F4E-A66D-4C06-86DA-8D56CA7A3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3289" y="0"/>
            <a:ext cx="466071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82AB4483-7E9A-4EF3-B365-3DB3D8CDC74C}"/>
              </a:ext>
            </a:extLst>
          </p:cNvPr>
          <p:cNvGraphicFramePr>
            <a:graphicFrameLocks noGrp="1"/>
          </p:cNvGraphicFramePr>
          <p:nvPr>
            <p:ph idx="1"/>
            <p:extLst>
              <p:ext uri="{D42A27DB-BD31-4B8C-83A1-F6EECF244321}">
                <p14:modId xmlns:p14="http://schemas.microsoft.com/office/powerpoint/2010/main" val="2677177504"/>
              </p:ext>
            </p:extLst>
          </p:nvPr>
        </p:nvGraphicFramePr>
        <p:xfrm>
          <a:off x="3687414" y="944563"/>
          <a:ext cx="4971603" cy="49795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76117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55AE6B0-AC9E-4167-806F-E9DB135FC4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4A97B3-8E06-45F6-999C-15AE8BCCFD76}"/>
              </a:ext>
            </a:extLst>
          </p:cNvPr>
          <p:cNvSpPr>
            <a:spLocks noGrp="1"/>
          </p:cNvSpPr>
          <p:nvPr>
            <p:ph type="title"/>
          </p:nvPr>
        </p:nvSpPr>
        <p:spPr>
          <a:xfrm>
            <a:off x="489360" y="1382486"/>
            <a:ext cx="2660686" cy="4093028"/>
          </a:xfrm>
        </p:spPr>
        <p:txBody>
          <a:bodyPr anchor="ctr">
            <a:normAutofit/>
          </a:bodyPr>
          <a:lstStyle/>
          <a:p>
            <a:r>
              <a:rPr lang="en-US" sz="3800"/>
              <a:t>Documents </a:t>
            </a:r>
            <a:endParaRPr lang="en-AU" sz="3800"/>
          </a:p>
        </p:txBody>
      </p:sp>
      <p:grpSp>
        <p:nvGrpSpPr>
          <p:cNvPr id="12" name="Group 11">
            <a:extLst>
              <a:ext uri="{FF2B5EF4-FFF2-40B4-BE49-F238E27FC236}">
                <a16:creationId xmlns:a16="http://schemas.microsoft.com/office/drawing/2014/main" id="{3523416A-383B-4FDC-B4C9-D8EDDFE9C0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6950" y="-8467"/>
            <a:ext cx="3575050" cy="6866467"/>
            <a:chOff x="7425267" y="-8467"/>
            <a:chExt cx="4766733" cy="6866467"/>
          </a:xfrm>
        </p:grpSpPr>
        <p:cxnSp>
          <p:nvCxnSpPr>
            <p:cNvPr id="13" name="Straight Connector 12">
              <a:extLst>
                <a:ext uri="{FF2B5EF4-FFF2-40B4-BE49-F238E27FC236}">
                  <a16:creationId xmlns:a16="http://schemas.microsoft.com/office/drawing/2014/main" id="{CB0D29D5-3F7C-4197-821B-6D60A66CC0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47FB49A-3541-428A-AADE-682A3C505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D96F53DC-08F1-42C6-B558-B83D54B27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5">
              <a:extLst>
                <a:ext uri="{FF2B5EF4-FFF2-40B4-BE49-F238E27FC236}">
                  <a16:creationId xmlns:a16="http://schemas.microsoft.com/office/drawing/2014/main" id="{AFE48CAF-A51C-463F-A570-ED99439A5C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Isosceles Triangle 16">
              <a:extLst>
                <a:ext uri="{FF2B5EF4-FFF2-40B4-BE49-F238E27FC236}">
                  <a16:creationId xmlns:a16="http://schemas.microsoft.com/office/drawing/2014/main" id="{01F0C48B-50FF-4351-8207-16D0960483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7">
              <a:extLst>
                <a:ext uri="{FF2B5EF4-FFF2-40B4-BE49-F238E27FC236}">
                  <a16:creationId xmlns:a16="http://schemas.microsoft.com/office/drawing/2014/main" id="{300384B6-5ED6-4F91-A548-B706D8375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28">
              <a:extLst>
                <a:ext uri="{FF2B5EF4-FFF2-40B4-BE49-F238E27FC236}">
                  <a16:creationId xmlns:a16="http://schemas.microsoft.com/office/drawing/2014/main" id="{337AFFAE-C182-463C-9459-8AB3C69D9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29">
              <a:extLst>
                <a:ext uri="{FF2B5EF4-FFF2-40B4-BE49-F238E27FC236}">
                  <a16:creationId xmlns:a16="http://schemas.microsoft.com/office/drawing/2014/main" id="{510ACF17-C3F0-42BF-BDEB-D07927712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Isosceles Triangle 20">
              <a:extLst>
                <a:ext uri="{FF2B5EF4-FFF2-40B4-BE49-F238E27FC236}">
                  <a16:creationId xmlns:a16="http://schemas.microsoft.com/office/drawing/2014/main" id="{E804EFD0-B84E-476F-9FC6-6C4A42EA0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3" name="Rectangle 22">
            <a:extLst>
              <a:ext uri="{FF2B5EF4-FFF2-40B4-BE49-F238E27FC236}">
                <a16:creationId xmlns:a16="http://schemas.microsoft.com/office/drawing/2014/main" id="{87BD1F4E-A66D-4C06-86DA-8D56CA7A3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3289" y="0"/>
            <a:ext cx="466071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E7140EBF-8A86-4DA9-B6B1-0CF54E95CFB4}"/>
              </a:ext>
            </a:extLst>
          </p:cNvPr>
          <p:cNvGraphicFramePr>
            <a:graphicFrameLocks noGrp="1"/>
          </p:cNvGraphicFramePr>
          <p:nvPr>
            <p:ph idx="1"/>
            <p:extLst>
              <p:ext uri="{D42A27DB-BD31-4B8C-83A1-F6EECF244321}">
                <p14:modId xmlns:p14="http://schemas.microsoft.com/office/powerpoint/2010/main" val="2167028945"/>
              </p:ext>
            </p:extLst>
          </p:nvPr>
        </p:nvGraphicFramePr>
        <p:xfrm>
          <a:off x="3687414" y="944563"/>
          <a:ext cx="4971603" cy="49795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067774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55AE6B0-AC9E-4167-806F-E9DB135FC4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453BEC-DCDB-4381-9CDE-336F6E219974}"/>
              </a:ext>
            </a:extLst>
          </p:cNvPr>
          <p:cNvSpPr>
            <a:spLocks noGrp="1"/>
          </p:cNvSpPr>
          <p:nvPr>
            <p:ph type="title"/>
          </p:nvPr>
        </p:nvSpPr>
        <p:spPr>
          <a:xfrm>
            <a:off x="489360" y="1382486"/>
            <a:ext cx="2660686" cy="4093028"/>
          </a:xfrm>
        </p:spPr>
        <p:txBody>
          <a:bodyPr anchor="ctr">
            <a:normAutofit/>
          </a:bodyPr>
          <a:lstStyle/>
          <a:p>
            <a:r>
              <a:rPr lang="en-US" sz="3800"/>
              <a:t>What you can expect</a:t>
            </a:r>
            <a:endParaRPr lang="en-AU" sz="3800"/>
          </a:p>
        </p:txBody>
      </p:sp>
      <p:grpSp>
        <p:nvGrpSpPr>
          <p:cNvPr id="12" name="Group 11">
            <a:extLst>
              <a:ext uri="{FF2B5EF4-FFF2-40B4-BE49-F238E27FC236}">
                <a16:creationId xmlns:a16="http://schemas.microsoft.com/office/drawing/2014/main" id="{3523416A-383B-4FDC-B4C9-D8EDDFE9C0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6950" y="-8467"/>
            <a:ext cx="3575050" cy="6866467"/>
            <a:chOff x="7425267" y="-8467"/>
            <a:chExt cx="4766733" cy="6866467"/>
          </a:xfrm>
        </p:grpSpPr>
        <p:cxnSp>
          <p:nvCxnSpPr>
            <p:cNvPr id="13" name="Straight Connector 12">
              <a:extLst>
                <a:ext uri="{FF2B5EF4-FFF2-40B4-BE49-F238E27FC236}">
                  <a16:creationId xmlns:a16="http://schemas.microsoft.com/office/drawing/2014/main" id="{CB0D29D5-3F7C-4197-821B-6D60A66CC0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47FB49A-3541-428A-AADE-682A3C505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D96F53DC-08F1-42C6-B558-B83D54B27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5">
              <a:extLst>
                <a:ext uri="{FF2B5EF4-FFF2-40B4-BE49-F238E27FC236}">
                  <a16:creationId xmlns:a16="http://schemas.microsoft.com/office/drawing/2014/main" id="{AFE48CAF-A51C-463F-A570-ED99439A5C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Isosceles Triangle 16">
              <a:extLst>
                <a:ext uri="{FF2B5EF4-FFF2-40B4-BE49-F238E27FC236}">
                  <a16:creationId xmlns:a16="http://schemas.microsoft.com/office/drawing/2014/main" id="{01F0C48B-50FF-4351-8207-16D0960483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7">
              <a:extLst>
                <a:ext uri="{FF2B5EF4-FFF2-40B4-BE49-F238E27FC236}">
                  <a16:creationId xmlns:a16="http://schemas.microsoft.com/office/drawing/2014/main" id="{300384B6-5ED6-4F91-A548-B706D8375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28">
              <a:extLst>
                <a:ext uri="{FF2B5EF4-FFF2-40B4-BE49-F238E27FC236}">
                  <a16:creationId xmlns:a16="http://schemas.microsoft.com/office/drawing/2014/main" id="{337AFFAE-C182-463C-9459-8AB3C69D9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29">
              <a:extLst>
                <a:ext uri="{FF2B5EF4-FFF2-40B4-BE49-F238E27FC236}">
                  <a16:creationId xmlns:a16="http://schemas.microsoft.com/office/drawing/2014/main" id="{510ACF17-C3F0-42BF-BDEB-D07927712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Isosceles Triangle 20">
              <a:extLst>
                <a:ext uri="{FF2B5EF4-FFF2-40B4-BE49-F238E27FC236}">
                  <a16:creationId xmlns:a16="http://schemas.microsoft.com/office/drawing/2014/main" id="{E804EFD0-B84E-476F-9FC6-6C4A42EA0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3" name="Rectangle 22">
            <a:extLst>
              <a:ext uri="{FF2B5EF4-FFF2-40B4-BE49-F238E27FC236}">
                <a16:creationId xmlns:a16="http://schemas.microsoft.com/office/drawing/2014/main" id="{87BD1F4E-A66D-4C06-86DA-8D56CA7A3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3289" y="0"/>
            <a:ext cx="466071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BF4E8F7F-1568-44D5-BC49-0BEA14237DBD}"/>
              </a:ext>
            </a:extLst>
          </p:cNvPr>
          <p:cNvGraphicFramePr>
            <a:graphicFrameLocks noGrp="1"/>
          </p:cNvGraphicFramePr>
          <p:nvPr>
            <p:ph idx="1"/>
            <p:extLst>
              <p:ext uri="{D42A27DB-BD31-4B8C-83A1-F6EECF244321}">
                <p14:modId xmlns:p14="http://schemas.microsoft.com/office/powerpoint/2010/main" val="1036526167"/>
              </p:ext>
            </p:extLst>
          </p:nvPr>
        </p:nvGraphicFramePr>
        <p:xfrm>
          <a:off x="3687414" y="944563"/>
          <a:ext cx="4971603" cy="49795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683778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965032" y="0"/>
            <a:ext cx="9144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599781" y="3681413"/>
            <a:ext cx="3572669"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93473" y="-8467"/>
            <a:ext cx="2255512"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09947"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06616" y="3048000"/>
            <a:ext cx="2444750"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08241"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6115" y="3589867"/>
            <a:ext cx="1362870"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08000" y="609600"/>
            <a:ext cx="2882531" cy="5175624"/>
          </a:xfrm>
        </p:spPr>
        <p:txBody>
          <a:bodyPr anchor="ctr">
            <a:normAutofit/>
          </a:bodyPr>
          <a:lstStyle/>
          <a:p>
            <a:r>
              <a:rPr lang="en-US">
                <a:solidFill>
                  <a:schemeClr val="tx1">
                    <a:lumMod val="85000"/>
                    <a:lumOff val="15000"/>
                  </a:schemeClr>
                </a:solidFill>
              </a:rPr>
              <a:t>What is Health Studies?</a:t>
            </a:r>
            <a:endParaRPr lang="en-AU">
              <a:solidFill>
                <a:schemeClr val="tx1">
                  <a:lumMod val="85000"/>
                  <a:lumOff val="15000"/>
                </a:schemeClr>
              </a:solidFill>
            </a:endParaRPr>
          </a:p>
        </p:txBody>
      </p:sp>
      <p:sp>
        <p:nvSpPr>
          <p:cNvPr id="26" name="Freeform: Shape 25">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11615" y="-8467"/>
            <a:ext cx="5332385"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p:cNvSpPr>
            <a:spLocks noGrp="1"/>
          </p:cNvSpPr>
          <p:nvPr>
            <p:ph idx="1"/>
          </p:nvPr>
        </p:nvSpPr>
        <p:spPr>
          <a:xfrm>
            <a:off x="4587063" y="609601"/>
            <a:ext cx="4133472" cy="5175624"/>
          </a:xfrm>
        </p:spPr>
        <p:txBody>
          <a:bodyPr anchor="ctr">
            <a:normAutofit/>
          </a:bodyPr>
          <a:lstStyle/>
          <a:p>
            <a:r>
              <a:rPr lang="en-US">
                <a:solidFill>
                  <a:srgbClr val="FFFFFF"/>
                </a:solidFill>
              </a:rPr>
              <a:t>The exploration of health as a DYNAMIC quality of life.</a:t>
            </a:r>
          </a:p>
          <a:p>
            <a:r>
              <a:rPr lang="en-US">
                <a:solidFill>
                  <a:srgbClr val="FFFFFF"/>
                </a:solidFill>
              </a:rPr>
              <a:t>Social, environmental, biological and economic factors that influence individual and community health.</a:t>
            </a:r>
          </a:p>
          <a:p>
            <a:r>
              <a:rPr lang="en-US">
                <a:solidFill>
                  <a:srgbClr val="FFFFFF"/>
                </a:solidFill>
              </a:rPr>
              <a:t>Explores barriers that prevent people groups from experiencing better health.</a:t>
            </a:r>
          </a:p>
          <a:p>
            <a:r>
              <a:rPr lang="en-US">
                <a:solidFill>
                  <a:srgbClr val="FFFFFF"/>
                </a:solidFill>
              </a:rPr>
              <a:t>Application of inquiry skills to analyse health issues.</a:t>
            </a:r>
          </a:p>
          <a:p>
            <a:r>
              <a:rPr lang="en-US">
                <a:solidFill>
                  <a:srgbClr val="FFFFFF"/>
                </a:solidFill>
              </a:rPr>
              <a:t>Discussion of current affairs. Start watching The Project, abc, sbs and all the documentaries </a:t>
            </a:r>
          </a:p>
          <a:p>
            <a:endParaRPr lang="en-AU">
              <a:solidFill>
                <a:srgbClr val="FFFFFF"/>
              </a:solidFill>
            </a:endParaRPr>
          </a:p>
        </p:txBody>
      </p:sp>
    </p:spTree>
    <p:extLst>
      <p:ext uri="{BB962C8B-B14F-4D97-AF65-F5344CB8AC3E}">
        <p14:creationId xmlns:p14="http://schemas.microsoft.com/office/powerpoint/2010/main" val="2609711343"/>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BCCAA-FC68-4B32-9FCD-8E5B98935166}"/>
              </a:ext>
            </a:extLst>
          </p:cNvPr>
          <p:cNvSpPr>
            <a:spLocks noGrp="1"/>
          </p:cNvSpPr>
          <p:nvPr>
            <p:ph type="title"/>
          </p:nvPr>
        </p:nvSpPr>
        <p:spPr>
          <a:xfrm>
            <a:off x="4152550" y="609600"/>
            <a:ext cx="2802951" cy="1320800"/>
          </a:xfrm>
        </p:spPr>
        <p:txBody>
          <a:bodyPr>
            <a:normAutofit/>
          </a:bodyPr>
          <a:lstStyle/>
          <a:p>
            <a:r>
              <a:rPr lang="en-US"/>
              <a:t>Assessments </a:t>
            </a:r>
            <a:endParaRPr lang="en-AU" dirty="0"/>
          </a:p>
        </p:txBody>
      </p:sp>
      <p:sp>
        <p:nvSpPr>
          <p:cNvPr id="3" name="Content Placeholder 2">
            <a:extLst>
              <a:ext uri="{FF2B5EF4-FFF2-40B4-BE49-F238E27FC236}">
                <a16:creationId xmlns:a16="http://schemas.microsoft.com/office/drawing/2014/main" id="{6DCB12FD-D8B4-4657-A62C-C9FA09448A48}"/>
              </a:ext>
            </a:extLst>
          </p:cNvPr>
          <p:cNvSpPr>
            <a:spLocks noGrp="1"/>
          </p:cNvSpPr>
          <p:nvPr>
            <p:ph idx="1"/>
          </p:nvPr>
        </p:nvSpPr>
        <p:spPr>
          <a:xfrm>
            <a:off x="3907172" y="2160589"/>
            <a:ext cx="3048329" cy="3880773"/>
          </a:xfrm>
        </p:spPr>
        <p:txBody>
          <a:bodyPr>
            <a:normAutofit/>
          </a:bodyPr>
          <a:lstStyle/>
          <a:p>
            <a:r>
              <a:rPr lang="en-US" dirty="0"/>
              <a:t>There are 8 plus exams </a:t>
            </a:r>
          </a:p>
          <a:p>
            <a:r>
              <a:rPr lang="en-US" dirty="0"/>
              <a:t>Feedback is the key – Use it </a:t>
            </a:r>
          </a:p>
          <a:p>
            <a:r>
              <a:rPr lang="en-US" dirty="0"/>
              <a:t>Referencing – APA must be included, or it won't be accepted</a:t>
            </a:r>
          </a:p>
          <a:p>
            <a:r>
              <a:rPr lang="en-US" dirty="0"/>
              <a:t>Due Wednesdays</a:t>
            </a:r>
          </a:p>
          <a:p>
            <a:endParaRPr lang="en-US" dirty="0"/>
          </a:p>
          <a:p>
            <a:endParaRPr lang="en-US" dirty="0"/>
          </a:p>
          <a:p>
            <a:endParaRPr lang="en-AU" dirty="0"/>
          </a:p>
        </p:txBody>
      </p:sp>
      <p:pic>
        <p:nvPicPr>
          <p:cNvPr id="5" name="Picture 4">
            <a:extLst>
              <a:ext uri="{FF2B5EF4-FFF2-40B4-BE49-F238E27FC236}">
                <a16:creationId xmlns:a16="http://schemas.microsoft.com/office/drawing/2014/main" id="{E5B0D0EB-6FC7-427A-A045-E23F0015473A}"/>
              </a:ext>
            </a:extLst>
          </p:cNvPr>
          <p:cNvPicPr>
            <a:picLocks noChangeAspect="1"/>
          </p:cNvPicPr>
          <p:nvPr/>
        </p:nvPicPr>
        <p:blipFill rotWithShape="1">
          <a:blip r:embed="rId2"/>
          <a:srcRect l="43048" r="23026" b="-1"/>
          <a:stretch/>
        </p:blipFill>
        <p:spPr>
          <a:xfrm>
            <a:off x="20" y="-1"/>
            <a:ext cx="4046200" cy="6858001"/>
          </a:xfrm>
          <a:custGeom>
            <a:avLst/>
            <a:gdLst>
              <a:gd name="connsiteX0" fmla="*/ 842596 w 5394960"/>
              <a:gd name="connsiteY0" fmla="*/ 0 h 6858000"/>
              <a:gd name="connsiteX1" fmla="*/ 5394960 w 5394960"/>
              <a:gd name="connsiteY1" fmla="*/ 0 h 6858000"/>
              <a:gd name="connsiteX2" fmla="*/ 5394960 w 5394960"/>
              <a:gd name="connsiteY2" fmla="*/ 21851 h 6858000"/>
              <a:gd name="connsiteX3" fmla="*/ 4365943 w 5394960"/>
              <a:gd name="connsiteY3" fmla="*/ 6858000 h 6858000"/>
              <a:gd name="connsiteX4" fmla="*/ 0 w 5394960"/>
              <a:gd name="connsiteY4" fmla="*/ 6858000 h 6858000"/>
              <a:gd name="connsiteX5" fmla="*/ 0 w 5394960"/>
              <a:gd name="connsiteY5" fmla="*/ 566615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0" name="Isosceles Triangle 9">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221526888"/>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9">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28D499-D3DB-4A66-A4A5-A4B69D996C49}"/>
              </a:ext>
            </a:extLst>
          </p:cNvPr>
          <p:cNvSpPr>
            <a:spLocks noGrp="1"/>
          </p:cNvSpPr>
          <p:nvPr>
            <p:ph type="title"/>
          </p:nvPr>
        </p:nvSpPr>
        <p:spPr>
          <a:xfrm>
            <a:off x="965199" y="609600"/>
            <a:ext cx="7648121" cy="1099457"/>
          </a:xfrm>
        </p:spPr>
        <p:txBody>
          <a:bodyPr>
            <a:normAutofit/>
          </a:bodyPr>
          <a:lstStyle/>
          <a:p>
            <a:pPr>
              <a:lnSpc>
                <a:spcPct val="90000"/>
              </a:lnSpc>
            </a:pPr>
            <a:r>
              <a:rPr lang="en-US"/>
              <a:t>Where does our information come from?</a:t>
            </a:r>
            <a:endParaRPr lang="en-AU"/>
          </a:p>
        </p:txBody>
      </p:sp>
      <p:sp>
        <p:nvSpPr>
          <p:cNvPr id="26" name="Isosceles Triangle 11">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3">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aphicFrame>
        <p:nvGraphicFramePr>
          <p:cNvPr id="27" name="Content Placeholder 2">
            <a:extLst>
              <a:ext uri="{FF2B5EF4-FFF2-40B4-BE49-F238E27FC236}">
                <a16:creationId xmlns:a16="http://schemas.microsoft.com/office/drawing/2014/main" id="{6A2762C6-EAB0-43E8-8091-E7DBA7F4109B}"/>
              </a:ext>
            </a:extLst>
          </p:cNvPr>
          <p:cNvGraphicFramePr>
            <a:graphicFrameLocks noGrp="1"/>
          </p:cNvGraphicFramePr>
          <p:nvPr>
            <p:ph idx="1"/>
            <p:extLst>
              <p:ext uri="{D42A27DB-BD31-4B8C-83A1-F6EECF244321}">
                <p14:modId xmlns:p14="http://schemas.microsoft.com/office/powerpoint/2010/main" val="3931110170"/>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621414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3495094"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495095" y="-3"/>
            <a:ext cx="792559"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E4E517A1-3EAA-4089-8966-121B8A7D06D0}"/>
              </a:ext>
            </a:extLst>
          </p:cNvPr>
          <p:cNvSpPr>
            <a:spLocks noGrp="1"/>
          </p:cNvSpPr>
          <p:nvPr>
            <p:ph type="title"/>
          </p:nvPr>
        </p:nvSpPr>
        <p:spPr>
          <a:xfrm>
            <a:off x="505315" y="643467"/>
            <a:ext cx="3152284" cy="1375608"/>
          </a:xfrm>
        </p:spPr>
        <p:txBody>
          <a:bodyPr vert="horz" lIns="91440" tIns="45720" rIns="91440" bIns="45720" rtlCol="0" anchor="ctr">
            <a:normAutofit/>
          </a:bodyPr>
          <a:lstStyle/>
          <a:p>
            <a:r>
              <a:rPr lang="en-US">
                <a:solidFill>
                  <a:schemeClr val="bg1"/>
                </a:solidFill>
              </a:rPr>
              <a:t>Syllabus points</a:t>
            </a:r>
          </a:p>
        </p:txBody>
      </p:sp>
      <p:sp>
        <p:nvSpPr>
          <p:cNvPr id="5" name="TextBox 4">
            <a:extLst>
              <a:ext uri="{FF2B5EF4-FFF2-40B4-BE49-F238E27FC236}">
                <a16:creationId xmlns:a16="http://schemas.microsoft.com/office/drawing/2014/main" id="{6C590341-7799-4661-B94D-BF6535586FCA}"/>
              </a:ext>
            </a:extLst>
          </p:cNvPr>
          <p:cNvSpPr txBox="1"/>
          <p:nvPr/>
        </p:nvSpPr>
        <p:spPr>
          <a:xfrm>
            <a:off x="505315" y="2160590"/>
            <a:ext cx="2980457" cy="3440110"/>
          </a:xfrm>
          <a:prstGeom prst="rect">
            <a:avLst/>
          </a:prstGeom>
        </p:spPr>
        <p:txBody>
          <a:bodyPr vert="horz" lIns="91440" tIns="45720" rIns="91440" bIns="45720" rtlCol="0">
            <a:normAutofit/>
          </a:bodyPr>
          <a:lstStyle/>
          <a:p>
            <a:pPr marL="285750" indent="-285750">
              <a:spcBef>
                <a:spcPts val="1000"/>
              </a:spcBef>
              <a:buClr>
                <a:schemeClr val="accent1"/>
              </a:buClr>
              <a:buSzPct val="80000"/>
              <a:buFont typeface="Wingdings 3" charset="2"/>
              <a:buChar char=""/>
            </a:pPr>
            <a:r>
              <a:rPr lang="en-US">
                <a:solidFill>
                  <a:schemeClr val="bg1"/>
                </a:solidFill>
              </a:rPr>
              <a:t>Apply for individual and communities</a:t>
            </a:r>
          </a:p>
          <a:p>
            <a:pPr marL="285750" indent="-285750">
              <a:spcBef>
                <a:spcPts val="1000"/>
              </a:spcBef>
              <a:buClr>
                <a:schemeClr val="accent1"/>
              </a:buClr>
              <a:buSzPct val="80000"/>
              <a:buFont typeface="Wingdings 3" charset="2"/>
              <a:buChar char=""/>
            </a:pPr>
            <a:r>
              <a:rPr lang="en-US">
                <a:solidFill>
                  <a:schemeClr val="bg1"/>
                </a:solidFill>
              </a:rPr>
              <a:t>What is the determinant</a:t>
            </a:r>
          </a:p>
          <a:p>
            <a:pPr marL="285750" indent="-285750">
              <a:spcBef>
                <a:spcPts val="1000"/>
              </a:spcBef>
              <a:buClr>
                <a:schemeClr val="accent1"/>
              </a:buClr>
              <a:buSzPct val="80000"/>
              <a:buFont typeface="Wingdings 3" charset="2"/>
              <a:buChar char=""/>
            </a:pPr>
            <a:r>
              <a:rPr lang="en-US">
                <a:solidFill>
                  <a:schemeClr val="bg1"/>
                </a:solidFill>
              </a:rPr>
              <a:t>Example for positive and negative</a:t>
            </a:r>
          </a:p>
        </p:txBody>
      </p:sp>
      <p:pic>
        <p:nvPicPr>
          <p:cNvPr id="4" name="Content Placeholder 3">
            <a:extLst>
              <a:ext uri="{FF2B5EF4-FFF2-40B4-BE49-F238E27FC236}">
                <a16:creationId xmlns:a16="http://schemas.microsoft.com/office/drawing/2014/main" id="{E77E03E0-9B89-4745-9EF3-B2AC15E86E9F}"/>
              </a:ext>
            </a:extLst>
          </p:cNvPr>
          <p:cNvPicPr>
            <a:picLocks noGrp="1" noChangeAspect="1"/>
          </p:cNvPicPr>
          <p:nvPr>
            <p:ph idx="1"/>
          </p:nvPr>
        </p:nvPicPr>
        <p:blipFill rotWithShape="1">
          <a:blip r:embed="rId2"/>
          <a:srcRect l="8606" r="30656" b="1"/>
          <a:stretch/>
        </p:blipFill>
        <p:spPr>
          <a:xfrm>
            <a:off x="5258184" y="972608"/>
            <a:ext cx="2485256" cy="4900269"/>
          </a:xfrm>
          <a:prstGeom prst="rect">
            <a:avLst/>
          </a:prstGeom>
        </p:spPr>
      </p:pic>
      <p:sp>
        <p:nvSpPr>
          <p:cNvPr id="31" name="Isosceles Triangle 30">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16772" y="4013200"/>
            <a:ext cx="336549"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146895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057888-812C-490B-8F35-545A0B90F449}"/>
              </a:ext>
            </a:extLst>
          </p:cNvPr>
          <p:cNvSpPr>
            <a:spLocks noGrp="1"/>
          </p:cNvSpPr>
          <p:nvPr>
            <p:ph type="title"/>
          </p:nvPr>
        </p:nvSpPr>
        <p:spPr>
          <a:xfrm>
            <a:off x="965199" y="609600"/>
            <a:ext cx="7648121" cy="1099457"/>
          </a:xfrm>
        </p:spPr>
        <p:txBody>
          <a:bodyPr>
            <a:normAutofit/>
          </a:bodyPr>
          <a:lstStyle/>
          <a:p>
            <a:pPr algn="ctr">
              <a:lnSpc>
                <a:spcPct val="90000"/>
              </a:lnSpc>
            </a:pPr>
            <a:r>
              <a:rPr lang="en-US" dirty="0"/>
              <a:t>Need to know and relate back to </a:t>
            </a:r>
            <a:r>
              <a:rPr lang="en-US" b="1" dirty="0"/>
              <a:t>Health Status</a:t>
            </a:r>
            <a:endParaRPr lang="en-AU" b="1" dirty="0"/>
          </a:p>
        </p:txBody>
      </p:sp>
      <p:sp>
        <p:nvSpPr>
          <p:cNvPr id="12" name="Isosceles Triangle 11">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3">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aphicFrame>
        <p:nvGraphicFramePr>
          <p:cNvPr id="5" name="Content Placeholder 2">
            <a:extLst>
              <a:ext uri="{FF2B5EF4-FFF2-40B4-BE49-F238E27FC236}">
                <a16:creationId xmlns:a16="http://schemas.microsoft.com/office/drawing/2014/main" id="{7EA8DF75-A910-4740-B4AB-BB9039470EDE}"/>
              </a:ext>
            </a:extLst>
          </p:cNvPr>
          <p:cNvGraphicFramePr>
            <a:graphicFrameLocks noGrp="1"/>
          </p:cNvGraphicFramePr>
          <p:nvPr>
            <p:ph idx="1"/>
            <p:extLst>
              <p:ext uri="{D42A27DB-BD31-4B8C-83A1-F6EECF244321}">
                <p14:modId xmlns:p14="http://schemas.microsoft.com/office/powerpoint/2010/main" val="1944750823"/>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355712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6" name="Group 41">
            <a:extLst>
              <a:ext uri="{FF2B5EF4-FFF2-40B4-BE49-F238E27FC236}">
                <a16:creationId xmlns:a16="http://schemas.microsoft.com/office/drawing/2014/main" id="{88C9B83F-64CD-41C1-925F-A08801FFD0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43" name="Straight Connector 42">
              <a:extLst>
                <a:ext uri="{FF2B5EF4-FFF2-40B4-BE49-F238E27FC236}">
                  <a16:creationId xmlns:a16="http://schemas.microsoft.com/office/drawing/2014/main" id="{E1655065-0BD7-4422-BEC0-4401E99809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4DDD90AC-ABEC-4A76-9C9C-AD0A5F8FC7F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5" name="Rectangle 23">
              <a:extLst>
                <a:ext uri="{FF2B5EF4-FFF2-40B4-BE49-F238E27FC236}">
                  <a16:creationId xmlns:a16="http://schemas.microsoft.com/office/drawing/2014/main" id="{21A8AFEF-EC50-4C0B-9C64-814B76C82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6" name="Rectangle 25">
              <a:extLst>
                <a:ext uri="{FF2B5EF4-FFF2-40B4-BE49-F238E27FC236}">
                  <a16:creationId xmlns:a16="http://schemas.microsoft.com/office/drawing/2014/main" id="{CAFAA800-E117-4357-84E4-56B63EA03E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7" name="Isosceles Triangle 46">
              <a:extLst>
                <a:ext uri="{FF2B5EF4-FFF2-40B4-BE49-F238E27FC236}">
                  <a16:creationId xmlns:a16="http://schemas.microsoft.com/office/drawing/2014/main" id="{8DDFC9F4-3B45-402D-8AD7-60B3F08ED7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48" name="Rectangle 27">
              <a:extLst>
                <a:ext uri="{FF2B5EF4-FFF2-40B4-BE49-F238E27FC236}">
                  <a16:creationId xmlns:a16="http://schemas.microsoft.com/office/drawing/2014/main" id="{F26A0854-FBE4-4587-B349-06BE192BD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9" name="Rectangle 28">
              <a:extLst>
                <a:ext uri="{FF2B5EF4-FFF2-40B4-BE49-F238E27FC236}">
                  <a16:creationId xmlns:a16="http://schemas.microsoft.com/office/drawing/2014/main" id="{54A9C4C6-FF7D-470E-BFCA-CE4F60A1F0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50" name="Rectangle 29">
              <a:extLst>
                <a:ext uri="{FF2B5EF4-FFF2-40B4-BE49-F238E27FC236}">
                  <a16:creationId xmlns:a16="http://schemas.microsoft.com/office/drawing/2014/main" id="{B1721EA8-4871-45D4-B78F-AE805A3004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51" name="Isosceles Triangle 50">
              <a:extLst>
                <a:ext uri="{FF2B5EF4-FFF2-40B4-BE49-F238E27FC236}">
                  <a16:creationId xmlns:a16="http://schemas.microsoft.com/office/drawing/2014/main" id="{E5763971-E3A3-45C6-9BA8-2E032C7A55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52" name="Isosceles Triangle 51">
              <a:extLst>
                <a:ext uri="{FF2B5EF4-FFF2-40B4-BE49-F238E27FC236}">
                  <a16:creationId xmlns:a16="http://schemas.microsoft.com/office/drawing/2014/main" id="{32752E94-0E01-4AF5-A43A-F2FAD8737C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pic>
        <p:nvPicPr>
          <p:cNvPr id="4" name="Picture 2" descr="A close up of a map&#10;&#10;Description automatically generated"/>
          <p:cNvPicPr>
            <a:picLocks noChangeAspect="1" noChangeArrowheads="1"/>
          </p:cNvPicPr>
          <p:nvPr/>
        </p:nvPicPr>
        <p:blipFill rotWithShape="1">
          <a:blip r:embed="rId2">
            <a:extLst>
              <a:ext uri="{28A0092B-C50C-407E-A947-70E740481C1C}">
                <a14:useLocalDpi xmlns:a14="http://schemas.microsoft.com/office/drawing/2010/main" val="0"/>
              </a:ext>
            </a:extLst>
          </a:blip>
          <a:srcRect l="23551" t="1668" r="4653"/>
          <a:stretch/>
        </p:blipFill>
        <p:spPr bwMode="auto">
          <a:xfrm>
            <a:off x="3202390" y="-1"/>
            <a:ext cx="5941610" cy="6858001"/>
          </a:xfrm>
          <a:custGeom>
            <a:avLst/>
            <a:gdLst>
              <a:gd name="connsiteX0" fmla="*/ 379987 w 7922146"/>
              <a:gd name="connsiteY0" fmla="*/ 0 h 6858001"/>
              <a:gd name="connsiteX1" fmla="*/ 5304971 w 7922146"/>
              <a:gd name="connsiteY1" fmla="*/ 0 h 6858001"/>
              <a:gd name="connsiteX2" fmla="*/ 7065281 w 7922146"/>
              <a:gd name="connsiteY2" fmla="*/ 0 h 6858001"/>
              <a:gd name="connsiteX3" fmla="*/ 7397540 w 7922146"/>
              <a:gd name="connsiteY3" fmla="*/ 0 h 6858001"/>
              <a:gd name="connsiteX4" fmla="*/ 7397540 w 7922146"/>
              <a:gd name="connsiteY4" fmla="*/ 1 h 6858001"/>
              <a:gd name="connsiteX5" fmla="*/ 7922146 w 7922146"/>
              <a:gd name="connsiteY5" fmla="*/ 1 h 6858001"/>
              <a:gd name="connsiteX6" fmla="*/ 7922146 w 7922146"/>
              <a:gd name="connsiteY6" fmla="*/ 6858001 h 6858001"/>
              <a:gd name="connsiteX7" fmla="*/ 7065281 w 7922146"/>
              <a:gd name="connsiteY7" fmla="*/ 6858001 h 6858001"/>
              <a:gd name="connsiteX8" fmla="*/ 7065281 w 7922146"/>
              <a:gd name="connsiteY8" fmla="*/ 6858000 h 6858001"/>
              <a:gd name="connsiteX9" fmla="*/ 5932989 w 7922146"/>
              <a:gd name="connsiteY9" fmla="*/ 6858000 h 6858001"/>
              <a:gd name="connsiteX10" fmla="*/ 5932989 w 7922146"/>
              <a:gd name="connsiteY10" fmla="*/ 6858001 h 6858001"/>
              <a:gd name="connsiteX11" fmla="*/ 27809 w 7922146"/>
              <a:gd name="connsiteY11" fmla="*/ 6858001 h 6858001"/>
              <a:gd name="connsiteX12" fmla="*/ 1803228 w 7922146"/>
              <a:gd name="connsiteY12" fmla="*/ 4521201 h 6858001"/>
              <a:gd name="connsiteX13" fmla="*/ 0 w 7922146"/>
              <a:gd name="connsiteY13" fmla="*/ 0 h 6858001"/>
              <a:gd name="connsiteX14" fmla="*/ 379987 w 7922146"/>
              <a:gd name="connsiteY14" fmla="*/ 0 h 6858001"/>
              <a:gd name="connsiteX15" fmla="*/ 0 w 7922146"/>
              <a:gd name="connsiteY15" fmla="*/ 407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a:xfrm>
            <a:off x="501650" y="1678666"/>
            <a:ext cx="3066142" cy="2369093"/>
          </a:xfrm>
        </p:spPr>
        <p:txBody>
          <a:bodyPr vert="horz" lIns="91440" tIns="45720" rIns="91440" bIns="45720" rtlCol="0" anchor="b">
            <a:normAutofit/>
          </a:bodyPr>
          <a:lstStyle/>
          <a:p>
            <a:pPr algn="r">
              <a:lnSpc>
                <a:spcPct val="90000"/>
              </a:lnSpc>
            </a:pPr>
            <a:r>
              <a:rPr lang="en-US" sz="3300"/>
              <a:t>SOCIAL DETERMINANTS OF HEALTH</a:t>
            </a:r>
          </a:p>
        </p:txBody>
      </p:sp>
      <p:cxnSp>
        <p:nvCxnSpPr>
          <p:cNvPr id="77" name="Straight Connector 53">
            <a:extLst>
              <a:ext uri="{FF2B5EF4-FFF2-40B4-BE49-F238E27FC236}">
                <a16:creationId xmlns:a16="http://schemas.microsoft.com/office/drawing/2014/main" id="{A57C1A16-B8AB-4D99-A195-A38F556A64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78" name="Straight Connector 55">
            <a:extLst>
              <a:ext uri="{FF2B5EF4-FFF2-40B4-BE49-F238E27FC236}">
                <a16:creationId xmlns:a16="http://schemas.microsoft.com/office/drawing/2014/main" id="{F8A9B20B-D1DD-4573-B5EC-5580295192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9" name="Rectangle 23">
            <a:extLst>
              <a:ext uri="{FF2B5EF4-FFF2-40B4-BE49-F238E27FC236}">
                <a16:creationId xmlns:a16="http://schemas.microsoft.com/office/drawing/2014/main" id="{66D61E08-70C3-48D8-BEA0-787111DC3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0" name="Rectangle 25">
            <a:extLst>
              <a:ext uri="{FF2B5EF4-FFF2-40B4-BE49-F238E27FC236}">
                <a16:creationId xmlns:a16="http://schemas.microsoft.com/office/drawing/2014/main" id="{FC55298F-0AE5-478E-AD2B-03C2614C5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1" name="Isosceles Triangle 24">
            <a:extLst>
              <a:ext uri="{FF2B5EF4-FFF2-40B4-BE49-F238E27FC236}">
                <a16:creationId xmlns:a16="http://schemas.microsoft.com/office/drawing/2014/main" id="{C180E4EA-0B63-4779-A895-7E90E71088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82" name="Rectangle 27">
            <a:extLst>
              <a:ext uri="{FF2B5EF4-FFF2-40B4-BE49-F238E27FC236}">
                <a16:creationId xmlns:a16="http://schemas.microsoft.com/office/drawing/2014/main" id="{CEE01D9D-3DE8-4EED-B0D3-8F3C79CC76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83" name="Rectangle 28">
            <a:extLst>
              <a:ext uri="{FF2B5EF4-FFF2-40B4-BE49-F238E27FC236}">
                <a16:creationId xmlns:a16="http://schemas.microsoft.com/office/drawing/2014/main" id="{89AF5CE9-607F-43F4-8983-DCD6DA4051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4" name="Rectangle 29">
            <a:extLst>
              <a:ext uri="{FF2B5EF4-FFF2-40B4-BE49-F238E27FC236}">
                <a16:creationId xmlns:a16="http://schemas.microsoft.com/office/drawing/2014/main" id="{6EEA2DBD-9E1E-4521-8C01-F32AD18A8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85" name="Isosceles Triangle 29">
            <a:extLst>
              <a:ext uri="{FF2B5EF4-FFF2-40B4-BE49-F238E27FC236}">
                <a16:creationId xmlns:a16="http://schemas.microsoft.com/office/drawing/2014/main" id="{15BBD2C1-BA9B-46A9-A27A-33498B1692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1848051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2ED567-06B3-4107-9773-BBB6BD7867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618"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08000" y="1253067"/>
            <a:ext cx="4616450" cy="4351866"/>
          </a:xfrm>
        </p:spPr>
        <p:txBody>
          <a:bodyPr anchor="ctr">
            <a:normAutofit/>
          </a:bodyPr>
          <a:lstStyle/>
          <a:p>
            <a:r>
              <a:rPr lang="en-AU" dirty="0"/>
              <a:t>Brainstorm on half a page what you think are the aspects of Health </a:t>
            </a:r>
          </a:p>
          <a:p>
            <a:endParaRPr lang="en-AU" dirty="0"/>
          </a:p>
          <a:p>
            <a:endParaRPr lang="en-AU" dirty="0"/>
          </a:p>
          <a:p>
            <a:r>
              <a:rPr lang="en-US" dirty="0"/>
              <a:t>Health is a state of complete physical, mental and social well-being and not merely the absence of disease or infirmity’ (WHO 1946).</a:t>
            </a:r>
          </a:p>
          <a:p>
            <a:endParaRPr lang="en-US" dirty="0"/>
          </a:p>
          <a:p>
            <a:r>
              <a:rPr lang="en-US" dirty="0"/>
              <a:t>What does this mean?</a:t>
            </a:r>
            <a:endParaRPr lang="en-AU" dirty="0"/>
          </a:p>
        </p:txBody>
      </p:sp>
      <p:sp>
        <p:nvSpPr>
          <p:cNvPr id="10" name="Rectangle 9">
            <a:extLst>
              <a:ext uri="{FF2B5EF4-FFF2-40B4-BE49-F238E27FC236}">
                <a16:creationId xmlns:a16="http://schemas.microsoft.com/office/drawing/2014/main" id="{AF551D8B-3775-4477-88B7-7B7C350D3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0992" y="0"/>
            <a:ext cx="3493008"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cxnSp>
        <p:nvCxnSpPr>
          <p:cNvPr id="12" name="Straight Connector 11">
            <a:extLst>
              <a:ext uri="{FF2B5EF4-FFF2-40B4-BE49-F238E27FC236}">
                <a16:creationId xmlns:a16="http://schemas.microsoft.com/office/drawing/2014/main" id="{1A901C3D-CFAE-460D-BD0E-7D22164D7D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942659" y="0"/>
            <a:ext cx="794940" cy="6858000"/>
          </a:xfrm>
          <a:prstGeom prst="line">
            <a:avLst/>
          </a:prstGeom>
          <a:ln w="9525">
            <a:solidFill>
              <a:srgbClr val="BFBFBF">
                <a:alpha val="70000"/>
              </a:srgb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837C0EA9-1437-4437-9D20-2BBDA1AA9F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791200" y="3721395"/>
            <a:ext cx="3259170" cy="3136604"/>
          </a:xfrm>
          <a:prstGeom prst="line">
            <a:avLst/>
          </a:prstGeom>
          <a:ln w="9525">
            <a:solidFill>
              <a:srgbClr val="BFBFBF">
                <a:alpha val="69804"/>
              </a:srgb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BB934D2B-85E2-4375-94EE-B66C16BF7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5">
            <a:extLst>
              <a:ext uri="{FF2B5EF4-FFF2-40B4-BE49-F238E27FC236}">
                <a16:creationId xmlns:a16="http://schemas.microsoft.com/office/drawing/2014/main" id="{9B445E02-D785-4565-B842-9567BBC09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2C153736-D102-4F57-9DE7-615AFC02B0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7">
            <a:extLst>
              <a:ext uri="{FF2B5EF4-FFF2-40B4-BE49-F238E27FC236}">
                <a16:creationId xmlns:a16="http://schemas.microsoft.com/office/drawing/2014/main" id="{BA407A52-66F4-4CDE-A726-FF79F3EC34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8">
            <a:extLst>
              <a:ext uri="{FF2B5EF4-FFF2-40B4-BE49-F238E27FC236}">
                <a16:creationId xmlns:a16="http://schemas.microsoft.com/office/drawing/2014/main" id="{D28FFB34-4FC3-46F5-B900-D3B774FD0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a:extLst>
              <a:ext uri="{FF2B5EF4-FFF2-40B4-BE49-F238E27FC236}">
                <a16:creationId xmlns:a16="http://schemas.microsoft.com/office/drawing/2014/main" id="{205F7B13-ACB5-46BE-8070-0431266B18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a:extLst>
              <a:ext uri="{FF2B5EF4-FFF2-40B4-BE49-F238E27FC236}">
                <a16:creationId xmlns:a16="http://schemas.microsoft.com/office/drawing/2014/main" id="{D52A0D23-45DD-4DF4-ADE6-A81F409BB9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72243" y="1253067"/>
            <a:ext cx="2528807" cy="4351866"/>
          </a:xfrm>
        </p:spPr>
        <p:txBody>
          <a:bodyPr anchor="ctr">
            <a:normAutofit/>
          </a:bodyPr>
          <a:lstStyle/>
          <a:p>
            <a:r>
              <a:rPr lang="en-US">
                <a:solidFill>
                  <a:schemeClr val="bg1"/>
                </a:solidFill>
              </a:rPr>
              <a:t>What is Health?</a:t>
            </a:r>
            <a:endParaRPr lang="en-AU">
              <a:solidFill>
                <a:schemeClr val="bg1"/>
              </a:solidFill>
            </a:endParaRPr>
          </a:p>
        </p:txBody>
      </p:sp>
    </p:spTree>
    <p:extLst>
      <p:ext uri="{BB962C8B-B14F-4D97-AF65-F5344CB8AC3E}">
        <p14:creationId xmlns:p14="http://schemas.microsoft.com/office/powerpoint/2010/main" val="1954125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Determinants of Health</a:t>
            </a:r>
            <a:endParaRPr lang="en-AU" dirty="0"/>
          </a:p>
        </p:txBody>
      </p:sp>
      <p:sp>
        <p:nvSpPr>
          <p:cNvPr id="3" name="Content Placeholder 2"/>
          <p:cNvSpPr>
            <a:spLocks noGrp="1"/>
          </p:cNvSpPr>
          <p:nvPr>
            <p:ph idx="1"/>
          </p:nvPr>
        </p:nvSpPr>
        <p:spPr/>
        <p:txBody>
          <a:bodyPr>
            <a:normAutofit/>
          </a:bodyPr>
          <a:lstStyle/>
          <a:p>
            <a:r>
              <a:rPr lang="en-US" dirty="0"/>
              <a:t>Help to explain and predict trends in health and explain why some populations have better health than other.</a:t>
            </a:r>
          </a:p>
          <a:p>
            <a:r>
              <a:rPr lang="en-US" dirty="0"/>
              <a:t>Play a major role in the prevention of disease, illness and injury.</a:t>
            </a:r>
          </a:p>
          <a:p>
            <a:r>
              <a:rPr lang="en-US" dirty="0"/>
              <a:t>Determinants can be risk factors (e.g. smoking) and other determinants can be protective factors (e.g. healthy food intake)</a:t>
            </a:r>
          </a:p>
          <a:p>
            <a:r>
              <a:rPr lang="en-US" dirty="0" err="1"/>
              <a:t>Behavioural</a:t>
            </a:r>
            <a:r>
              <a:rPr lang="en-US" dirty="0"/>
              <a:t> factors can change.</a:t>
            </a:r>
          </a:p>
          <a:p>
            <a:r>
              <a:rPr lang="en-US" dirty="0"/>
              <a:t>Biological factors (age, sex and genetics) cannot be changed.</a:t>
            </a:r>
          </a:p>
          <a:p>
            <a:endParaRPr lang="en-AU" dirty="0"/>
          </a:p>
        </p:txBody>
      </p:sp>
    </p:spTree>
    <p:extLst>
      <p:ext uri="{BB962C8B-B14F-4D97-AF65-F5344CB8AC3E}">
        <p14:creationId xmlns:p14="http://schemas.microsoft.com/office/powerpoint/2010/main" val="1566269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5199" y="609600"/>
            <a:ext cx="7648121" cy="1099457"/>
          </a:xfrm>
        </p:spPr>
        <p:txBody>
          <a:bodyPr>
            <a:normAutofit/>
          </a:bodyPr>
          <a:lstStyle/>
          <a:p>
            <a:r>
              <a:rPr lang="en-US"/>
              <a:t>Determinants of Health</a:t>
            </a:r>
            <a:endParaRPr lang="en-AU"/>
          </a:p>
        </p:txBody>
      </p:sp>
      <p:sp>
        <p:nvSpPr>
          <p:cNvPr id="30" name="Isosceles Triangle 29">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Isosceles Triangle 31">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aphicFrame>
        <p:nvGraphicFramePr>
          <p:cNvPr id="5" name="Content Placeholder 2">
            <a:extLst>
              <a:ext uri="{FF2B5EF4-FFF2-40B4-BE49-F238E27FC236}">
                <a16:creationId xmlns:a16="http://schemas.microsoft.com/office/drawing/2014/main" id="{127CC025-F50D-4C94-8C48-70B3E22C268A}"/>
              </a:ext>
            </a:extLst>
          </p:cNvPr>
          <p:cNvGraphicFramePr>
            <a:graphicFrameLocks noGrp="1"/>
          </p:cNvGraphicFramePr>
          <p:nvPr>
            <p:ph idx="1"/>
            <p:extLst>
              <p:ext uri="{D42A27DB-BD31-4B8C-83A1-F6EECF244321}">
                <p14:modId xmlns:p14="http://schemas.microsoft.com/office/powerpoint/2010/main" val="1209745987"/>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567599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9">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47F2AD-D7FB-402D-8AF3-0925CE4B57CB}"/>
              </a:ext>
            </a:extLst>
          </p:cNvPr>
          <p:cNvSpPr>
            <a:spLocks noGrp="1"/>
          </p:cNvSpPr>
          <p:nvPr>
            <p:ph type="title"/>
          </p:nvPr>
        </p:nvSpPr>
        <p:spPr>
          <a:xfrm>
            <a:off x="965199" y="609600"/>
            <a:ext cx="7648121" cy="1099457"/>
          </a:xfrm>
        </p:spPr>
        <p:txBody>
          <a:bodyPr>
            <a:normAutofit/>
          </a:bodyPr>
          <a:lstStyle/>
          <a:p>
            <a:r>
              <a:rPr lang="en-US"/>
              <a:t>Determinants of Health</a:t>
            </a:r>
            <a:endParaRPr lang="en-AU" dirty="0"/>
          </a:p>
        </p:txBody>
      </p:sp>
      <p:sp>
        <p:nvSpPr>
          <p:cNvPr id="26" name="Isosceles Triangle 11">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3">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aphicFrame>
        <p:nvGraphicFramePr>
          <p:cNvPr id="27" name="Content Placeholder 2">
            <a:extLst>
              <a:ext uri="{FF2B5EF4-FFF2-40B4-BE49-F238E27FC236}">
                <a16:creationId xmlns:a16="http://schemas.microsoft.com/office/drawing/2014/main" id="{48C042DA-783D-4165-914E-53D759A32233}"/>
              </a:ext>
            </a:extLst>
          </p:cNvPr>
          <p:cNvGraphicFramePr>
            <a:graphicFrameLocks noGrp="1"/>
          </p:cNvGraphicFramePr>
          <p:nvPr>
            <p:ph idx="1"/>
            <p:extLst>
              <p:ext uri="{D42A27DB-BD31-4B8C-83A1-F6EECF244321}">
                <p14:modId xmlns:p14="http://schemas.microsoft.com/office/powerpoint/2010/main" val="675271011"/>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511413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84C6A7-4501-401C-8860-1C3A889F07FE}"/>
              </a:ext>
            </a:extLst>
          </p:cNvPr>
          <p:cNvSpPr>
            <a:spLocks noGrp="1"/>
          </p:cNvSpPr>
          <p:nvPr>
            <p:ph type="title"/>
          </p:nvPr>
        </p:nvSpPr>
        <p:spPr>
          <a:xfrm>
            <a:off x="965199" y="609600"/>
            <a:ext cx="7648121" cy="1099457"/>
          </a:xfrm>
        </p:spPr>
        <p:txBody>
          <a:bodyPr>
            <a:normAutofit/>
          </a:bodyPr>
          <a:lstStyle/>
          <a:p>
            <a:r>
              <a:rPr lang="en-US" dirty="0"/>
              <a:t>Lesson Outcomes</a:t>
            </a:r>
            <a:endParaRPr lang="en-AU" dirty="0"/>
          </a:p>
        </p:txBody>
      </p:sp>
      <p:sp>
        <p:nvSpPr>
          <p:cNvPr id="12" name="Isosceles Triangle 11">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3">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aphicFrame>
        <p:nvGraphicFramePr>
          <p:cNvPr id="5" name="Content Placeholder 2">
            <a:extLst>
              <a:ext uri="{FF2B5EF4-FFF2-40B4-BE49-F238E27FC236}">
                <a16:creationId xmlns:a16="http://schemas.microsoft.com/office/drawing/2014/main" id="{45BAE206-39BA-4FDA-9E46-81A56286B6C4}"/>
              </a:ext>
            </a:extLst>
          </p:cNvPr>
          <p:cNvGraphicFramePr>
            <a:graphicFrameLocks noGrp="1"/>
          </p:cNvGraphicFramePr>
          <p:nvPr>
            <p:ph idx="1"/>
            <p:extLst>
              <p:ext uri="{D42A27DB-BD31-4B8C-83A1-F6EECF244321}">
                <p14:modId xmlns:p14="http://schemas.microsoft.com/office/powerpoint/2010/main" val="605066107"/>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947956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8229600" cy="990600"/>
          </a:xfrm>
        </p:spPr>
        <p:txBody>
          <a:bodyPr/>
          <a:lstStyle/>
          <a:p>
            <a:r>
              <a:rPr lang="en-US" dirty="0"/>
              <a:t>11 Social Determinants of Health </a:t>
            </a:r>
            <a:endParaRPr lang="en-AU" dirty="0"/>
          </a:p>
        </p:txBody>
      </p:sp>
      <p:sp>
        <p:nvSpPr>
          <p:cNvPr id="3" name="Content Placeholder 2"/>
          <p:cNvSpPr>
            <a:spLocks noGrp="1"/>
          </p:cNvSpPr>
          <p:nvPr>
            <p:ph idx="1"/>
          </p:nvPr>
        </p:nvSpPr>
        <p:spPr>
          <a:xfrm>
            <a:off x="467544" y="980728"/>
            <a:ext cx="8352928" cy="5688632"/>
          </a:xfrm>
        </p:spPr>
        <p:txBody>
          <a:bodyPr>
            <a:normAutofit fontScale="55000" lnSpcReduction="20000"/>
          </a:bodyPr>
          <a:lstStyle/>
          <a:p>
            <a:pPr marL="0" indent="0">
              <a:buNone/>
            </a:pPr>
            <a:endParaRPr lang="en-US" sz="5000" b="1" u="sng" dirty="0"/>
          </a:p>
          <a:p>
            <a:pPr marL="0" indent="0">
              <a:buNone/>
            </a:pPr>
            <a:r>
              <a:rPr lang="en-US" sz="5000" b="1" u="sng" dirty="0"/>
              <a:t>1.  </a:t>
            </a:r>
            <a:r>
              <a:rPr lang="en-US" sz="5000" b="1" u="sng" dirty="0">
                <a:hlinkClick r:id="rId2"/>
              </a:rPr>
              <a:t>Social Gradient</a:t>
            </a:r>
            <a:r>
              <a:rPr lang="en-US" sz="5000" b="1" u="sng" dirty="0"/>
              <a:t> – PRE READ TOPIC</a:t>
            </a:r>
          </a:p>
          <a:p>
            <a:pPr>
              <a:buFont typeface="Wingdings" panose="05000000000000000000" pitchFamily="2" charset="2"/>
              <a:buChar char="Ø"/>
            </a:pPr>
            <a:r>
              <a:rPr lang="en-US" dirty="0"/>
              <a:t>Class system-upper, middle, lower</a:t>
            </a:r>
          </a:p>
          <a:p>
            <a:pPr>
              <a:buFont typeface="Wingdings" panose="05000000000000000000" pitchFamily="2" charset="2"/>
              <a:buChar char="Ø"/>
            </a:pPr>
            <a:r>
              <a:rPr lang="en-US" dirty="0"/>
              <a:t>Characterised by income, housing, education and/or wealth</a:t>
            </a:r>
          </a:p>
          <a:p>
            <a:pPr>
              <a:buFont typeface="Wingdings" panose="05000000000000000000" pitchFamily="2" charset="2"/>
              <a:buChar char="Ø"/>
            </a:pPr>
            <a:r>
              <a:rPr lang="en-US" dirty="0"/>
              <a:t>Closely linked to life expectancy (lower on the social gradient tends to lead to a shorter life expectancy)</a:t>
            </a:r>
          </a:p>
          <a:p>
            <a:pPr>
              <a:buFont typeface="Wingdings" panose="05000000000000000000" pitchFamily="2" charset="2"/>
              <a:buChar char="Ø"/>
            </a:pPr>
            <a:r>
              <a:rPr lang="en-US" dirty="0">
                <a:hlinkClick r:id="rId3"/>
              </a:rPr>
              <a:t>More information</a:t>
            </a:r>
            <a:endParaRPr lang="en-US" dirty="0"/>
          </a:p>
          <a:p>
            <a:pPr>
              <a:buFont typeface="Wingdings" panose="05000000000000000000" pitchFamily="2" charset="2"/>
              <a:buChar char="Ø"/>
            </a:pPr>
            <a:endParaRPr lang="en-US" dirty="0"/>
          </a:p>
          <a:p>
            <a:pPr marL="0" indent="0">
              <a:buNone/>
            </a:pPr>
            <a:r>
              <a:rPr lang="en-US" sz="5000" b="1" u="sng" dirty="0">
                <a:hlinkClick r:id="rId4"/>
              </a:rPr>
              <a:t>2. Unemployment</a:t>
            </a:r>
            <a:endParaRPr lang="en-US" sz="5000" b="1" u="sng" dirty="0"/>
          </a:p>
          <a:p>
            <a:pPr>
              <a:buFont typeface="Wingdings" panose="05000000000000000000" pitchFamily="2" charset="2"/>
              <a:buChar char="Ø"/>
            </a:pPr>
            <a:r>
              <a:rPr lang="en-US" dirty="0"/>
              <a:t>More than just money</a:t>
            </a:r>
          </a:p>
          <a:p>
            <a:pPr>
              <a:buFont typeface="Wingdings" panose="05000000000000000000" pitchFamily="2" charset="2"/>
              <a:buChar char="Ø"/>
            </a:pPr>
            <a:r>
              <a:rPr lang="en-US" dirty="0"/>
              <a:t>Psychological, financial and social consequences</a:t>
            </a:r>
          </a:p>
          <a:p>
            <a:pPr>
              <a:buFont typeface="Wingdings" panose="05000000000000000000" pitchFamily="2" charset="2"/>
              <a:buChar char="Ø"/>
            </a:pPr>
            <a:r>
              <a:rPr lang="en-US" dirty="0"/>
              <a:t>Working is better for health than not working</a:t>
            </a:r>
          </a:p>
          <a:p>
            <a:pPr>
              <a:buFont typeface="Wingdings" panose="05000000000000000000" pitchFamily="2" charset="2"/>
              <a:buChar char="Ø"/>
            </a:pPr>
            <a:r>
              <a:rPr lang="en-US" dirty="0"/>
              <a:t>Unemployment tends to lead to increased stress, anxiety and depression</a:t>
            </a:r>
          </a:p>
          <a:p>
            <a:pPr>
              <a:buFont typeface="Wingdings" panose="05000000000000000000" pitchFamily="2" charset="2"/>
              <a:buChar char="Ø"/>
            </a:pPr>
            <a:r>
              <a:rPr lang="en-AU" dirty="0">
                <a:hlinkClick r:id="rId3"/>
              </a:rPr>
              <a:t>http://www.euro.who.int/__data/assets/pdf_file/0005/98438/e81384.pdf</a:t>
            </a:r>
            <a:endParaRPr lang="en-US" dirty="0"/>
          </a:p>
          <a:p>
            <a:pPr>
              <a:buFont typeface="Wingdings" panose="05000000000000000000" pitchFamily="2" charset="2"/>
              <a:buChar char="Ø"/>
            </a:pPr>
            <a:endParaRPr lang="en-US" dirty="0"/>
          </a:p>
          <a:p>
            <a:pPr marL="0" indent="0">
              <a:buNone/>
            </a:pPr>
            <a:r>
              <a:rPr lang="en-US" sz="5000" b="1" u="sng" dirty="0">
                <a:hlinkClick r:id="rId5"/>
              </a:rPr>
              <a:t>3. Early Life</a:t>
            </a:r>
            <a:endParaRPr lang="en-US" sz="5000" b="1" u="sng" dirty="0"/>
          </a:p>
          <a:p>
            <a:pPr>
              <a:buFont typeface="Wingdings" panose="05000000000000000000" pitchFamily="2" charset="2"/>
              <a:buChar char="Ø"/>
            </a:pPr>
            <a:r>
              <a:rPr lang="en-US" dirty="0"/>
              <a:t>First years of life impact heavily on an individual later in life.</a:t>
            </a:r>
          </a:p>
          <a:p>
            <a:pPr>
              <a:buFont typeface="Wingdings" panose="05000000000000000000" pitchFamily="2" charset="2"/>
              <a:buChar char="Ø"/>
            </a:pPr>
            <a:r>
              <a:rPr lang="en-US" dirty="0"/>
              <a:t>Mothers health during pregnancy and birth</a:t>
            </a:r>
          </a:p>
          <a:p>
            <a:pPr>
              <a:buFont typeface="Wingdings" panose="05000000000000000000" pitchFamily="2" charset="2"/>
              <a:buChar char="Ø"/>
            </a:pPr>
            <a:r>
              <a:rPr lang="en-US" dirty="0"/>
              <a:t>Poor fetal development (</a:t>
            </a:r>
            <a:r>
              <a:rPr lang="en-US" dirty="0" err="1"/>
              <a:t>ie</a:t>
            </a:r>
            <a:r>
              <a:rPr lang="en-US" dirty="0"/>
              <a:t>. Malnutrition, stress or drug use by the mother)</a:t>
            </a:r>
          </a:p>
          <a:p>
            <a:pPr>
              <a:buFont typeface="Wingdings" panose="05000000000000000000" pitchFamily="2" charset="2"/>
              <a:buChar char="Ø"/>
            </a:pPr>
            <a:r>
              <a:rPr lang="en-AU" dirty="0">
                <a:hlinkClick r:id="rId3"/>
              </a:rPr>
              <a:t>http://www.euro.who.int/__data/assets/pdf_file/0005/98438/e81384.pdf</a:t>
            </a:r>
            <a:endParaRPr lang="en-US" dirty="0"/>
          </a:p>
          <a:p>
            <a:pPr marL="457200" indent="-457200">
              <a:buAutoNum type="arabicPeriod"/>
            </a:pPr>
            <a:endParaRPr lang="en-US" dirty="0"/>
          </a:p>
          <a:p>
            <a:pPr marL="457200" indent="-457200">
              <a:buAutoNum type="arabicPeriod"/>
            </a:pPr>
            <a:endParaRPr lang="en-US" dirty="0"/>
          </a:p>
          <a:p>
            <a:pPr marL="457200" indent="-457200">
              <a:buAutoNum type="arabicPeriod"/>
            </a:pPr>
            <a:endParaRPr lang="en-US" dirty="0"/>
          </a:p>
          <a:p>
            <a:pPr marL="457200" indent="-457200">
              <a:buAutoNum type="arabicPeriod"/>
            </a:pPr>
            <a:endParaRPr lang="en-US" dirty="0"/>
          </a:p>
          <a:p>
            <a:pPr marL="457200" indent="-457200">
              <a:buAutoNum type="arabicPeriod"/>
            </a:pPr>
            <a:endParaRPr lang="en-US" dirty="0"/>
          </a:p>
          <a:p>
            <a:pPr marL="457200" indent="-457200">
              <a:buAutoNum type="arabicPeriod"/>
            </a:pPr>
            <a:endParaRPr lang="en-US" dirty="0"/>
          </a:p>
          <a:p>
            <a:pPr lvl="1"/>
            <a:endParaRPr lang="en-US" sz="1600" dirty="0"/>
          </a:p>
          <a:p>
            <a:pPr marL="0" indent="0">
              <a:buNone/>
            </a:pPr>
            <a:endParaRPr lang="en-US" dirty="0"/>
          </a:p>
          <a:p>
            <a:pPr marL="0" indent="0">
              <a:buNone/>
            </a:pPr>
            <a:endParaRPr lang="en-AU" dirty="0"/>
          </a:p>
        </p:txBody>
      </p:sp>
    </p:spTree>
    <p:extLst>
      <p:ext uri="{BB962C8B-B14F-4D97-AF65-F5344CB8AC3E}">
        <p14:creationId xmlns:p14="http://schemas.microsoft.com/office/powerpoint/2010/main" val="39444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fade">
                                      <p:cBhvr>
                                        <p:cTn id="52" dur="500"/>
                                        <p:tgtEl>
                                          <p:spTgt spid="3">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2" end="12"/>
                                            </p:txEl>
                                          </p:spTgt>
                                        </p:tgtEl>
                                        <p:attrNameLst>
                                          <p:attrName>style.visibility</p:attrName>
                                        </p:attrNameLst>
                                      </p:cBhvr>
                                      <p:to>
                                        <p:strVal val="visible"/>
                                      </p:to>
                                    </p:set>
                                    <p:animEffect transition="in" filter="fade">
                                      <p:cBhvr>
                                        <p:cTn id="57" dur="500"/>
                                        <p:tgtEl>
                                          <p:spTgt spid="3">
                                            <p:txEl>
                                              <p:pRg st="12" end="1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4" end="14"/>
                                            </p:txEl>
                                          </p:spTgt>
                                        </p:tgtEl>
                                        <p:attrNameLst>
                                          <p:attrName>style.visibility</p:attrName>
                                        </p:attrNameLst>
                                      </p:cBhvr>
                                      <p:to>
                                        <p:strVal val="visible"/>
                                      </p:to>
                                    </p:set>
                                    <p:animEffect transition="in" filter="fade">
                                      <p:cBhvr>
                                        <p:cTn id="62" dur="500"/>
                                        <p:tgtEl>
                                          <p:spTgt spid="3">
                                            <p:txEl>
                                              <p:pRg st="14" end="14"/>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5" end="15"/>
                                            </p:txEl>
                                          </p:spTgt>
                                        </p:tgtEl>
                                        <p:attrNameLst>
                                          <p:attrName>style.visibility</p:attrName>
                                        </p:attrNameLst>
                                      </p:cBhvr>
                                      <p:to>
                                        <p:strVal val="visible"/>
                                      </p:to>
                                    </p:set>
                                    <p:animEffect transition="in" filter="fade">
                                      <p:cBhvr>
                                        <p:cTn id="67" dur="500"/>
                                        <p:tgtEl>
                                          <p:spTgt spid="3">
                                            <p:txEl>
                                              <p:pRg st="15" end="15"/>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6" end="16"/>
                                            </p:txEl>
                                          </p:spTgt>
                                        </p:tgtEl>
                                        <p:attrNameLst>
                                          <p:attrName>style.visibility</p:attrName>
                                        </p:attrNameLst>
                                      </p:cBhvr>
                                      <p:to>
                                        <p:strVal val="visible"/>
                                      </p:to>
                                    </p:set>
                                    <p:animEffect transition="in" filter="fade">
                                      <p:cBhvr>
                                        <p:cTn id="72" dur="500"/>
                                        <p:tgtEl>
                                          <p:spTgt spid="3">
                                            <p:txEl>
                                              <p:pRg st="16" end="16"/>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
                                            <p:txEl>
                                              <p:pRg st="17" end="17"/>
                                            </p:txEl>
                                          </p:spTgt>
                                        </p:tgtEl>
                                        <p:attrNameLst>
                                          <p:attrName>style.visibility</p:attrName>
                                        </p:attrNameLst>
                                      </p:cBhvr>
                                      <p:to>
                                        <p:strVal val="visible"/>
                                      </p:to>
                                    </p:set>
                                    <p:animEffect transition="in" filter="fade">
                                      <p:cBhvr>
                                        <p:cTn id="77" dur="500"/>
                                        <p:tgtEl>
                                          <p:spTgt spid="3">
                                            <p:txEl>
                                              <p:pRg st="17" end="17"/>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
                                            <p:txEl>
                                              <p:pRg st="18" end="18"/>
                                            </p:txEl>
                                          </p:spTgt>
                                        </p:tgtEl>
                                        <p:attrNameLst>
                                          <p:attrName>style.visibility</p:attrName>
                                        </p:attrNameLst>
                                      </p:cBhvr>
                                      <p:to>
                                        <p:strVal val="visible"/>
                                      </p:to>
                                    </p:set>
                                    <p:animEffect transition="in" filter="fade">
                                      <p:cBhvr>
                                        <p:cTn id="82" dur="500"/>
                                        <p:tgtEl>
                                          <p:spTgt spid="3">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128202"/>
            <a:ext cx="7272808" cy="924534"/>
          </a:xfrm>
        </p:spPr>
        <p:txBody>
          <a:bodyPr/>
          <a:lstStyle/>
          <a:p>
            <a:r>
              <a:rPr lang="en-US" dirty="0"/>
              <a:t>Social Determinants of Health</a:t>
            </a:r>
            <a:endParaRPr lang="en-AU" dirty="0"/>
          </a:p>
        </p:txBody>
      </p:sp>
      <p:sp>
        <p:nvSpPr>
          <p:cNvPr id="3" name="Content Placeholder 2"/>
          <p:cNvSpPr>
            <a:spLocks noGrp="1"/>
          </p:cNvSpPr>
          <p:nvPr>
            <p:ph idx="1"/>
          </p:nvPr>
        </p:nvSpPr>
        <p:spPr>
          <a:xfrm>
            <a:off x="251520" y="1052736"/>
            <a:ext cx="8064896" cy="5616624"/>
          </a:xfrm>
        </p:spPr>
        <p:txBody>
          <a:bodyPr>
            <a:normAutofit fontScale="62500" lnSpcReduction="20000"/>
          </a:bodyPr>
          <a:lstStyle/>
          <a:p>
            <a:pPr marL="0" indent="0">
              <a:buNone/>
            </a:pPr>
            <a:r>
              <a:rPr lang="en-US" sz="3800" b="1" u="sng" dirty="0">
                <a:hlinkClick r:id="rId2"/>
              </a:rPr>
              <a:t>4. Social Exclusion</a:t>
            </a:r>
            <a:endParaRPr lang="en-US" sz="3800" b="1" u="sng" dirty="0"/>
          </a:p>
          <a:p>
            <a:pPr>
              <a:buFont typeface="Wingdings" panose="05000000000000000000" pitchFamily="2" charset="2"/>
              <a:buChar char="Ø"/>
            </a:pPr>
            <a:r>
              <a:rPr lang="en-US" dirty="0"/>
              <a:t>Can be due to a range of reasons </a:t>
            </a:r>
            <a:r>
              <a:rPr lang="en-US" dirty="0" err="1"/>
              <a:t>ie</a:t>
            </a:r>
            <a:r>
              <a:rPr lang="en-US" dirty="0"/>
              <a:t>. Poverty, discrimination, disability, location </a:t>
            </a:r>
          </a:p>
          <a:p>
            <a:pPr>
              <a:buFont typeface="Wingdings" panose="05000000000000000000" pitchFamily="2" charset="2"/>
              <a:buChar char="Ø"/>
            </a:pPr>
            <a:r>
              <a:rPr lang="en-US" dirty="0"/>
              <a:t>Withdrawal from community life can lead to lack of support systems and emotional stability-therefore leading to poorer health.</a:t>
            </a:r>
          </a:p>
          <a:p>
            <a:pPr>
              <a:buFont typeface="Wingdings" panose="05000000000000000000" pitchFamily="2" charset="2"/>
              <a:buChar char="Ø"/>
            </a:pPr>
            <a:r>
              <a:rPr lang="en-AU" dirty="0">
                <a:hlinkClick r:id="rId3"/>
              </a:rPr>
              <a:t>http://www.euro.who.int/__data/assets/pdf_file/0005/98438/e81384.pdf</a:t>
            </a:r>
            <a:endParaRPr lang="en-US" dirty="0"/>
          </a:p>
          <a:p>
            <a:pPr marL="0" indent="0">
              <a:buNone/>
            </a:pPr>
            <a:endParaRPr lang="en-US" dirty="0"/>
          </a:p>
          <a:p>
            <a:pPr marL="0" indent="0">
              <a:buNone/>
            </a:pPr>
            <a:r>
              <a:rPr lang="en-US" sz="3800" b="1" u="sng" dirty="0">
                <a:hlinkClick r:id="rId4"/>
              </a:rPr>
              <a:t>5. Work</a:t>
            </a:r>
            <a:endParaRPr lang="en-US" sz="3800" b="1" u="sng" dirty="0"/>
          </a:p>
          <a:p>
            <a:pPr>
              <a:buFont typeface="Wingdings" panose="05000000000000000000" pitchFamily="2" charset="2"/>
              <a:buChar char="Ø"/>
            </a:pPr>
            <a:r>
              <a:rPr lang="en-US" dirty="0"/>
              <a:t>Working (paid or voluntary) is good for health</a:t>
            </a:r>
          </a:p>
          <a:p>
            <a:pPr>
              <a:buFont typeface="Wingdings" panose="05000000000000000000" pitchFamily="2" charset="2"/>
              <a:buChar char="Ø"/>
            </a:pPr>
            <a:r>
              <a:rPr lang="en-US" dirty="0"/>
              <a:t>Highly rewarding workplaces lead to improved self esteem, self worth, motivation and satisfaction</a:t>
            </a:r>
          </a:p>
          <a:p>
            <a:pPr>
              <a:buFont typeface="Wingdings" panose="05000000000000000000" pitchFamily="2" charset="2"/>
              <a:buChar char="Ø"/>
            </a:pPr>
            <a:r>
              <a:rPr lang="en-US" dirty="0"/>
              <a:t>BUT Dangerous or hazardous workplaces can be detrimental to health</a:t>
            </a:r>
          </a:p>
          <a:p>
            <a:pPr>
              <a:buFont typeface="Wingdings" panose="05000000000000000000" pitchFamily="2" charset="2"/>
              <a:buChar char="Ø"/>
            </a:pPr>
            <a:r>
              <a:rPr lang="en-US" dirty="0"/>
              <a:t>Highly stressful workplaces can be detrimental to health.</a:t>
            </a:r>
          </a:p>
          <a:p>
            <a:pPr>
              <a:buFont typeface="Wingdings" panose="05000000000000000000" pitchFamily="2" charset="2"/>
              <a:buChar char="Ø"/>
            </a:pPr>
            <a:r>
              <a:rPr lang="en-US" dirty="0"/>
              <a:t>Demeaning workplaces can be detrimental to an individuals physical, mental and emotional health</a:t>
            </a:r>
          </a:p>
          <a:p>
            <a:pPr>
              <a:buFont typeface="Wingdings" panose="05000000000000000000" pitchFamily="2" charset="2"/>
              <a:buChar char="Ø"/>
            </a:pPr>
            <a:r>
              <a:rPr lang="en-AU" dirty="0">
                <a:hlinkClick r:id="rId3"/>
              </a:rPr>
              <a:t>http://www.euro.who.int/__data/assets/pdf_file/0005/98438/e81384.pdf</a:t>
            </a:r>
            <a:endParaRPr lang="en-US" dirty="0"/>
          </a:p>
          <a:p>
            <a:pPr>
              <a:buFont typeface="Wingdings" panose="05000000000000000000" pitchFamily="2" charset="2"/>
              <a:buChar char="Ø"/>
            </a:pPr>
            <a:endParaRPr lang="en-US" dirty="0"/>
          </a:p>
          <a:p>
            <a:pPr marL="0" indent="0">
              <a:buNone/>
            </a:pPr>
            <a:r>
              <a:rPr lang="en-US" sz="3800" b="1" u="sng" dirty="0">
                <a:hlinkClick r:id="rId5"/>
              </a:rPr>
              <a:t>6. Addiction</a:t>
            </a:r>
            <a:endParaRPr lang="en-US" sz="3800" b="1" u="sng" dirty="0"/>
          </a:p>
          <a:p>
            <a:pPr>
              <a:buFont typeface="Wingdings" panose="05000000000000000000" pitchFamily="2" charset="2"/>
              <a:buChar char="Ø"/>
            </a:pPr>
            <a:r>
              <a:rPr lang="en-US" dirty="0"/>
              <a:t>Addiction to unhealthy substances can be highly detrimental to an individuals physical, mental, emotional, social and financial health</a:t>
            </a:r>
          </a:p>
          <a:p>
            <a:pPr>
              <a:buFont typeface="Wingdings" panose="05000000000000000000" pitchFamily="2" charset="2"/>
              <a:buChar char="Ø"/>
            </a:pPr>
            <a:r>
              <a:rPr lang="en-US" dirty="0"/>
              <a:t>The case of the chicken or the egg…which came first?</a:t>
            </a:r>
          </a:p>
          <a:p>
            <a:pPr>
              <a:buFont typeface="Wingdings" panose="05000000000000000000" pitchFamily="2" charset="2"/>
              <a:buChar char="Ø"/>
            </a:pPr>
            <a:r>
              <a:rPr lang="en-US" dirty="0"/>
              <a:t>Addiction is a vicious cycle (see page 11 Textbook for the Addiction Cycle Diagram)</a:t>
            </a:r>
          </a:p>
          <a:p>
            <a:pPr>
              <a:buFont typeface="Wingdings" panose="05000000000000000000" pitchFamily="2" charset="2"/>
              <a:buChar char="Ø"/>
            </a:pPr>
            <a:r>
              <a:rPr lang="en-AU" dirty="0">
                <a:hlinkClick r:id="rId3"/>
              </a:rPr>
              <a:t>http://www.euro.who.int/__data/assets/pdf_file/0005/98438/e81384.pdf</a:t>
            </a:r>
            <a:endParaRPr lang="en-US" dirty="0"/>
          </a:p>
          <a:p>
            <a:pPr>
              <a:buFont typeface="Wingdings" panose="05000000000000000000" pitchFamily="2" charset="2"/>
              <a:buChar char="Ø"/>
            </a:pPr>
            <a:endParaRPr lang="en-US" dirty="0"/>
          </a:p>
          <a:p>
            <a:endParaRPr lang="en-AU" dirty="0"/>
          </a:p>
        </p:txBody>
      </p:sp>
    </p:spTree>
    <p:extLst>
      <p:ext uri="{BB962C8B-B14F-4D97-AF65-F5344CB8AC3E}">
        <p14:creationId xmlns:p14="http://schemas.microsoft.com/office/powerpoint/2010/main" val="921040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Addiction Cycle</a:t>
            </a:r>
            <a:endParaRPr lang="en-AU"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989869648"/>
              </p:ext>
            </p:extLst>
          </p:nvPr>
        </p:nvGraphicFramePr>
        <p:xfrm>
          <a:off x="609600" y="2160588"/>
          <a:ext cx="6348413" cy="3881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508717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Social Determinants of Health </a:t>
            </a:r>
            <a:endParaRPr lang="en-AU" dirty="0"/>
          </a:p>
        </p:txBody>
      </p:sp>
      <p:sp>
        <p:nvSpPr>
          <p:cNvPr id="3" name="Content Placeholder 2"/>
          <p:cNvSpPr>
            <a:spLocks noGrp="1"/>
          </p:cNvSpPr>
          <p:nvPr>
            <p:ph idx="1"/>
          </p:nvPr>
        </p:nvSpPr>
        <p:spPr>
          <a:xfrm>
            <a:off x="457200" y="1412776"/>
            <a:ext cx="8229600" cy="4713387"/>
          </a:xfrm>
        </p:spPr>
        <p:txBody>
          <a:bodyPr>
            <a:normAutofit fontScale="55000" lnSpcReduction="20000"/>
          </a:bodyPr>
          <a:lstStyle/>
          <a:p>
            <a:pPr marL="0" indent="0">
              <a:buNone/>
            </a:pPr>
            <a:r>
              <a:rPr lang="en-US" sz="4400" b="1" u="sng" dirty="0">
                <a:hlinkClick r:id="rId2"/>
              </a:rPr>
              <a:t>7. Stress</a:t>
            </a:r>
            <a:endParaRPr lang="en-US" sz="4400" b="1" u="sng" dirty="0"/>
          </a:p>
          <a:p>
            <a:pPr>
              <a:buFont typeface="Wingdings" panose="05000000000000000000" pitchFamily="2" charset="2"/>
              <a:buChar char="Ø"/>
            </a:pPr>
            <a:r>
              <a:rPr lang="en-US" sz="2700" dirty="0"/>
              <a:t>Stress itself is not bad, OVERSTRESS and UNDERSTRESS can be detrimental to health</a:t>
            </a:r>
          </a:p>
          <a:p>
            <a:pPr>
              <a:buFont typeface="Wingdings" panose="05000000000000000000" pitchFamily="2" charset="2"/>
              <a:buChar char="Ø"/>
            </a:pPr>
            <a:r>
              <a:rPr lang="en-US" sz="2700" dirty="0"/>
              <a:t>Leads to psychological and physical issues (</a:t>
            </a:r>
            <a:r>
              <a:rPr lang="en-US" sz="2700" dirty="0" err="1"/>
              <a:t>ie</a:t>
            </a:r>
            <a:r>
              <a:rPr lang="en-US" sz="2700" dirty="0"/>
              <a:t>. Lowered immune system, anxiety, headaches, tiredness </a:t>
            </a:r>
            <a:r>
              <a:rPr lang="en-US" sz="2700" dirty="0" err="1"/>
              <a:t>etc</a:t>
            </a:r>
            <a:r>
              <a:rPr lang="en-US" sz="2700" dirty="0"/>
              <a:t>)</a:t>
            </a:r>
          </a:p>
          <a:p>
            <a:pPr>
              <a:buFont typeface="Wingdings" panose="05000000000000000000" pitchFamily="2" charset="2"/>
              <a:buChar char="Ø"/>
            </a:pPr>
            <a:r>
              <a:rPr lang="en-US" sz="2700" dirty="0"/>
              <a:t>Can be caused by a range of factors</a:t>
            </a:r>
          </a:p>
          <a:p>
            <a:pPr>
              <a:buFont typeface="Wingdings" panose="05000000000000000000" pitchFamily="2" charset="2"/>
              <a:buChar char="Ø"/>
            </a:pPr>
            <a:r>
              <a:rPr lang="en-US" sz="2700" dirty="0"/>
              <a:t>Fight or Flight response</a:t>
            </a:r>
          </a:p>
          <a:p>
            <a:pPr>
              <a:buFont typeface="Wingdings" panose="05000000000000000000" pitchFamily="2" charset="2"/>
              <a:buChar char="Ø"/>
            </a:pPr>
            <a:r>
              <a:rPr lang="en-US" sz="2700" dirty="0"/>
              <a:t>Stress/Productivity relationship</a:t>
            </a:r>
          </a:p>
          <a:p>
            <a:pPr marL="0" indent="0">
              <a:buNone/>
            </a:pPr>
            <a:r>
              <a:rPr lang="en-US" sz="4400" b="1" u="sng" dirty="0">
                <a:hlinkClick r:id="rId3"/>
              </a:rPr>
              <a:t>8. Food</a:t>
            </a:r>
            <a:endParaRPr lang="en-US" sz="4400" b="1" u="sng" dirty="0"/>
          </a:p>
          <a:p>
            <a:pPr>
              <a:buFont typeface="Wingdings" panose="05000000000000000000" pitchFamily="2" charset="2"/>
              <a:buChar char="Ø"/>
            </a:pPr>
            <a:r>
              <a:rPr lang="en-US" sz="2700" dirty="0"/>
              <a:t>Very strong correlation between nutrition and physical health.</a:t>
            </a:r>
          </a:p>
          <a:p>
            <a:pPr>
              <a:buFont typeface="Wingdings" panose="05000000000000000000" pitchFamily="2" charset="2"/>
              <a:buChar char="Ø"/>
            </a:pPr>
            <a:r>
              <a:rPr lang="en-US" sz="2700" dirty="0"/>
              <a:t>Highly nutritious, balanced diet will lead to better health</a:t>
            </a:r>
          </a:p>
          <a:p>
            <a:pPr>
              <a:buFont typeface="Wingdings" panose="05000000000000000000" pitchFamily="2" charset="2"/>
              <a:buChar char="Ø"/>
            </a:pPr>
            <a:r>
              <a:rPr lang="en-US" sz="2700" dirty="0"/>
              <a:t>Individuals who live in developing countries are less fortunate in that they are more limited in their access to nutritious food.</a:t>
            </a:r>
          </a:p>
          <a:p>
            <a:pPr>
              <a:buFont typeface="Wingdings" panose="05000000000000000000" pitchFamily="2" charset="2"/>
              <a:buChar char="Ø"/>
            </a:pPr>
            <a:r>
              <a:rPr lang="en-US" sz="2700" dirty="0"/>
              <a:t>Quantity vs quality</a:t>
            </a:r>
          </a:p>
          <a:p>
            <a:pPr>
              <a:buFont typeface="Wingdings" panose="05000000000000000000" pitchFamily="2" charset="2"/>
              <a:buChar char="Ø"/>
            </a:pPr>
            <a:r>
              <a:rPr lang="en-US" sz="2700" dirty="0"/>
              <a:t>Links to income</a:t>
            </a:r>
          </a:p>
        </p:txBody>
      </p:sp>
    </p:spTree>
    <p:extLst>
      <p:ext uri="{BB962C8B-B14F-4D97-AF65-F5344CB8AC3E}">
        <p14:creationId xmlns:p14="http://schemas.microsoft.com/office/powerpoint/2010/main" val="3897394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Social Determinants of Health</a:t>
            </a:r>
            <a:endParaRPr lang="en-AU" dirty="0"/>
          </a:p>
        </p:txBody>
      </p:sp>
      <p:sp>
        <p:nvSpPr>
          <p:cNvPr id="3" name="Content Placeholder 2"/>
          <p:cNvSpPr>
            <a:spLocks noGrp="1"/>
          </p:cNvSpPr>
          <p:nvPr>
            <p:ph idx="1"/>
          </p:nvPr>
        </p:nvSpPr>
        <p:spPr>
          <a:xfrm>
            <a:off x="323528" y="1556792"/>
            <a:ext cx="7488832" cy="5040560"/>
          </a:xfrm>
        </p:spPr>
        <p:txBody>
          <a:bodyPr>
            <a:normAutofit fontScale="77500" lnSpcReduction="20000"/>
          </a:bodyPr>
          <a:lstStyle/>
          <a:p>
            <a:pPr marL="0" indent="0">
              <a:buNone/>
            </a:pPr>
            <a:r>
              <a:rPr lang="en-US" sz="3000" b="1" u="sng" dirty="0">
                <a:hlinkClick r:id="rId2"/>
              </a:rPr>
              <a:t>9. Transport</a:t>
            </a:r>
            <a:endParaRPr lang="en-US" sz="3000" b="1" u="sng" dirty="0"/>
          </a:p>
          <a:p>
            <a:pPr>
              <a:buFont typeface="Wingdings" panose="05000000000000000000" pitchFamily="2" charset="2"/>
              <a:buChar char="Ø"/>
            </a:pPr>
            <a:r>
              <a:rPr lang="en-US" sz="2200" dirty="0"/>
              <a:t>Exercise as a mode of transport is better for individual health and environmental health</a:t>
            </a:r>
          </a:p>
          <a:p>
            <a:pPr>
              <a:buFont typeface="Wingdings" panose="05000000000000000000" pitchFamily="2" charset="2"/>
              <a:buChar char="Ø"/>
            </a:pPr>
            <a:r>
              <a:rPr lang="en-US" sz="2200" dirty="0"/>
              <a:t>Private vehicles vs public transport</a:t>
            </a:r>
          </a:p>
          <a:p>
            <a:pPr>
              <a:buFont typeface="Wingdings" panose="05000000000000000000" pitchFamily="2" charset="2"/>
              <a:buChar char="Ø"/>
            </a:pPr>
            <a:r>
              <a:rPr lang="en-US" sz="2200" dirty="0"/>
              <a:t>Transport provides increased accessibility to medical services</a:t>
            </a:r>
          </a:p>
          <a:p>
            <a:pPr marL="0" indent="0">
              <a:buNone/>
            </a:pPr>
            <a:r>
              <a:rPr lang="en-US" sz="3000" b="1" u="sng" dirty="0">
                <a:hlinkClick r:id="rId3"/>
              </a:rPr>
              <a:t>10. Social Support</a:t>
            </a:r>
            <a:endParaRPr lang="en-US" sz="3000" b="1" u="sng" dirty="0"/>
          </a:p>
          <a:p>
            <a:pPr>
              <a:buFont typeface="Wingdings" panose="05000000000000000000" pitchFamily="2" charset="2"/>
              <a:buChar char="Ø"/>
            </a:pPr>
            <a:r>
              <a:rPr lang="en-US" sz="2200" dirty="0"/>
              <a:t>Individuals with positive, rewarding, close friendships tend to have better health that those who are isolated or have unhealthy relationships</a:t>
            </a:r>
          </a:p>
          <a:p>
            <a:pPr>
              <a:buFont typeface="Wingdings" panose="05000000000000000000" pitchFamily="2" charset="2"/>
              <a:buChar char="Ø"/>
            </a:pPr>
            <a:r>
              <a:rPr lang="en-US" sz="2200" dirty="0"/>
              <a:t>Communities with lower levels of cohesions suffer from more crime, violence and lack of social respect-therefore tending to produce individuals who have poorer health. </a:t>
            </a:r>
          </a:p>
          <a:p>
            <a:pPr marL="0" indent="0">
              <a:buNone/>
            </a:pPr>
            <a:r>
              <a:rPr lang="en-US" sz="3000" b="1" u="sng" dirty="0">
                <a:hlinkClick r:id="rId4"/>
              </a:rPr>
              <a:t>11. Culture</a:t>
            </a:r>
            <a:endParaRPr lang="en-US" sz="3000" b="1" u="sng" dirty="0"/>
          </a:p>
          <a:p>
            <a:pPr>
              <a:buFont typeface="Wingdings" panose="05000000000000000000" pitchFamily="2" charset="2"/>
              <a:buChar char="Ø"/>
            </a:pPr>
            <a:r>
              <a:rPr lang="en-US" sz="2200" dirty="0"/>
              <a:t>Cultural expectations can influence an individuals decisions regarding things like food choices, help seeking, rituals and traditions</a:t>
            </a:r>
          </a:p>
          <a:p>
            <a:pPr>
              <a:buFont typeface="Wingdings" panose="05000000000000000000" pitchFamily="2" charset="2"/>
              <a:buChar char="Ø"/>
            </a:pPr>
            <a:r>
              <a:rPr lang="en-US" sz="2200" dirty="0"/>
              <a:t>Different cultures may have healing rituals or faith rituals</a:t>
            </a:r>
          </a:p>
          <a:p>
            <a:pPr marL="0" indent="0">
              <a:buNone/>
            </a:pPr>
            <a:endParaRPr lang="en-AU" dirty="0"/>
          </a:p>
        </p:txBody>
      </p:sp>
    </p:spTree>
    <p:extLst>
      <p:ext uri="{BB962C8B-B14F-4D97-AF65-F5344CB8AC3E}">
        <p14:creationId xmlns:p14="http://schemas.microsoft.com/office/powerpoint/2010/main" val="1877607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a:solidFill>
                  <a:srgbClr val="FF0000"/>
                </a:solidFill>
              </a:rPr>
              <a:t>SUE WAS F</a:t>
            </a:r>
            <a:r>
              <a:rPr lang="en-US" dirty="0"/>
              <a:t>orced </a:t>
            </a:r>
            <a:r>
              <a:rPr lang="en-US" dirty="0">
                <a:solidFill>
                  <a:srgbClr val="FF0000"/>
                </a:solidFill>
              </a:rPr>
              <a:t>T</a:t>
            </a:r>
            <a:r>
              <a:rPr lang="en-US" dirty="0"/>
              <a:t>o</a:t>
            </a:r>
          </a:p>
          <a:p>
            <a:pPr marL="0" indent="0">
              <a:buNone/>
            </a:pPr>
            <a:r>
              <a:rPr lang="en-US" dirty="0"/>
              <a:t> </a:t>
            </a:r>
            <a:r>
              <a:rPr lang="en-US" dirty="0">
                <a:solidFill>
                  <a:srgbClr val="FF0000"/>
                </a:solidFill>
              </a:rPr>
              <a:t>S</a:t>
            </a:r>
            <a:r>
              <a:rPr lang="en-US" dirty="0"/>
              <a:t>ing </a:t>
            </a:r>
            <a:r>
              <a:rPr lang="en-US" dirty="0">
                <a:solidFill>
                  <a:srgbClr val="FF0000"/>
                </a:solidFill>
              </a:rPr>
              <a:t>S</a:t>
            </a:r>
            <a:r>
              <a:rPr lang="en-US" dirty="0"/>
              <a:t>ongs </a:t>
            </a:r>
            <a:r>
              <a:rPr lang="en-US" dirty="0">
                <a:solidFill>
                  <a:srgbClr val="FF0000"/>
                </a:solidFill>
              </a:rPr>
              <a:t>C</a:t>
            </a:r>
            <a:r>
              <a:rPr lang="en-US" dirty="0"/>
              <a:t>onstantly</a:t>
            </a:r>
            <a:endParaRPr lang="en-AU"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5976" y="456397"/>
            <a:ext cx="4248472" cy="54235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46546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Source</a:t>
            </a:r>
            <a:endParaRPr lang="en-AU" dirty="0"/>
          </a:p>
        </p:txBody>
      </p:sp>
      <p:sp>
        <p:nvSpPr>
          <p:cNvPr id="3" name="Content Placeholder 2"/>
          <p:cNvSpPr>
            <a:spLocks noGrp="1"/>
          </p:cNvSpPr>
          <p:nvPr>
            <p:ph idx="1"/>
          </p:nvPr>
        </p:nvSpPr>
        <p:spPr/>
        <p:txBody>
          <a:bodyPr/>
          <a:lstStyle/>
          <a:p>
            <a:pPr marL="0" indent="0">
              <a:buNone/>
            </a:pPr>
            <a:r>
              <a:rPr lang="en-US" dirty="0"/>
              <a:t>Lockhart, E. (2010). </a:t>
            </a:r>
            <a:r>
              <a:rPr lang="en-US" i="1" dirty="0"/>
              <a:t>Health Studies Stage 2A-b. </a:t>
            </a:r>
            <a:r>
              <a:rPr lang="en-US" dirty="0" err="1"/>
              <a:t>Madeley</a:t>
            </a:r>
            <a:r>
              <a:rPr lang="en-US" dirty="0"/>
              <a:t>: Print Publishing.</a:t>
            </a:r>
          </a:p>
          <a:p>
            <a:pPr marL="0" indent="0">
              <a:buNone/>
            </a:pPr>
            <a:r>
              <a:rPr lang="en-AU" dirty="0"/>
              <a:t>Image from:</a:t>
            </a:r>
          </a:p>
          <a:p>
            <a:pPr marL="0" indent="0">
              <a:buNone/>
            </a:pPr>
            <a:r>
              <a:rPr lang="en-AU" u="sng" dirty="0"/>
              <a:t>http://drawingchange.com/gathering-wisdom-visuals-for-a-healthy-future/</a:t>
            </a:r>
          </a:p>
          <a:p>
            <a:pPr marL="0" indent="0">
              <a:buNone/>
            </a:pPr>
            <a:endParaRPr lang="en-AU" dirty="0"/>
          </a:p>
        </p:txBody>
      </p:sp>
    </p:spTree>
    <p:extLst>
      <p:ext uri="{BB962C8B-B14F-4D97-AF65-F5344CB8AC3E}">
        <p14:creationId xmlns:p14="http://schemas.microsoft.com/office/powerpoint/2010/main" val="27134401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2" name="Rectangle 11">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33484" y="0"/>
            <a:ext cx="9144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468234" y="3681413"/>
            <a:ext cx="357266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8"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61926"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8400"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Isosceles Triangle 21">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068"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6694"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Isosceles Triangle 25">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4568"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Shape 27">
            <a:extLst>
              <a:ext uri="{FF2B5EF4-FFF2-40B4-BE49-F238E27FC236}">
                <a16:creationId xmlns:a16="http://schemas.microsoft.com/office/drawing/2014/main" id="{A5EC319D-0FEA-4B95-A3EA-01E35672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8223" y="-8467"/>
            <a:ext cx="4495777"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C16E647-6A88-4C17-B834-8C2576251990}"/>
              </a:ext>
            </a:extLst>
          </p:cNvPr>
          <p:cNvSpPr>
            <a:spLocks noGrp="1"/>
          </p:cNvSpPr>
          <p:nvPr>
            <p:ph type="title"/>
          </p:nvPr>
        </p:nvSpPr>
        <p:spPr>
          <a:xfrm>
            <a:off x="5386292" y="609600"/>
            <a:ext cx="3384742" cy="2227730"/>
          </a:xfrm>
        </p:spPr>
        <p:txBody>
          <a:bodyPr anchor="ctr">
            <a:normAutofit/>
          </a:bodyPr>
          <a:lstStyle/>
          <a:p>
            <a:r>
              <a:rPr lang="en-US">
                <a:solidFill>
                  <a:srgbClr val="FFFFFF"/>
                </a:solidFill>
              </a:rPr>
              <a:t>Case study </a:t>
            </a:r>
            <a:endParaRPr lang="en-AU">
              <a:solidFill>
                <a:srgbClr val="FFFFFF"/>
              </a:solidFill>
            </a:endParaRPr>
          </a:p>
        </p:txBody>
      </p:sp>
      <p:pic>
        <p:nvPicPr>
          <p:cNvPr id="7" name="Graphic 6" descr="Books">
            <a:extLst>
              <a:ext uri="{FF2B5EF4-FFF2-40B4-BE49-F238E27FC236}">
                <a16:creationId xmlns:a16="http://schemas.microsoft.com/office/drawing/2014/main" id="{D6AE49CA-3062-46BB-82DA-A84208ED3B0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7938" y="2027159"/>
            <a:ext cx="2892580" cy="2892580"/>
          </a:xfrm>
          <a:prstGeom prst="rect">
            <a:avLst/>
          </a:prstGeom>
        </p:spPr>
      </p:pic>
      <p:sp>
        <p:nvSpPr>
          <p:cNvPr id="3" name="Content Placeholder 2">
            <a:extLst>
              <a:ext uri="{FF2B5EF4-FFF2-40B4-BE49-F238E27FC236}">
                <a16:creationId xmlns:a16="http://schemas.microsoft.com/office/drawing/2014/main" id="{8E75E1F6-29CA-4DFE-A1A7-CD50EC5AD6CD}"/>
              </a:ext>
            </a:extLst>
          </p:cNvPr>
          <p:cNvSpPr>
            <a:spLocks noGrp="1"/>
          </p:cNvSpPr>
          <p:nvPr>
            <p:ph idx="1"/>
          </p:nvPr>
        </p:nvSpPr>
        <p:spPr>
          <a:xfrm>
            <a:off x="5386293" y="2837329"/>
            <a:ext cx="3384741" cy="3317938"/>
          </a:xfrm>
        </p:spPr>
        <p:txBody>
          <a:bodyPr anchor="t">
            <a:normAutofit/>
          </a:bodyPr>
          <a:lstStyle/>
          <a:p>
            <a:r>
              <a:rPr lang="en-US" dirty="0">
                <a:solidFill>
                  <a:srgbClr val="FFFFFF"/>
                </a:solidFill>
              </a:rPr>
              <a:t>Health Studies Page 9</a:t>
            </a:r>
          </a:p>
          <a:p>
            <a:endParaRPr lang="en-US" dirty="0">
              <a:solidFill>
                <a:srgbClr val="FFFFFF"/>
              </a:solidFill>
            </a:endParaRPr>
          </a:p>
          <a:p>
            <a:r>
              <a:rPr lang="en-US" dirty="0">
                <a:solidFill>
                  <a:srgbClr val="FFFFFF"/>
                </a:solidFill>
              </a:rPr>
              <a:t>Then quiz</a:t>
            </a:r>
            <a:endParaRPr lang="en-AU" dirty="0">
              <a:solidFill>
                <a:srgbClr val="FFFFFF"/>
              </a:solidFill>
            </a:endParaRPr>
          </a:p>
        </p:txBody>
      </p:sp>
    </p:spTree>
    <p:extLst>
      <p:ext uri="{BB962C8B-B14F-4D97-AF65-F5344CB8AC3E}">
        <p14:creationId xmlns:p14="http://schemas.microsoft.com/office/powerpoint/2010/main" val="2701776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57888-812C-490B-8F35-545A0B90F449}"/>
              </a:ext>
            </a:extLst>
          </p:cNvPr>
          <p:cNvSpPr>
            <a:spLocks noGrp="1"/>
          </p:cNvSpPr>
          <p:nvPr>
            <p:ph type="title"/>
          </p:nvPr>
        </p:nvSpPr>
        <p:spPr>
          <a:xfrm>
            <a:off x="965199" y="609600"/>
            <a:ext cx="7648121" cy="1099457"/>
          </a:xfrm>
        </p:spPr>
        <p:txBody>
          <a:bodyPr>
            <a:normAutofit/>
          </a:bodyPr>
          <a:lstStyle/>
          <a:p>
            <a:pPr algn="ctr">
              <a:lnSpc>
                <a:spcPct val="90000"/>
              </a:lnSpc>
            </a:pPr>
            <a:r>
              <a:rPr lang="en-US" dirty="0"/>
              <a:t>Need to know and relate back to </a:t>
            </a:r>
            <a:r>
              <a:rPr lang="en-US" b="1" dirty="0"/>
              <a:t>Health Status</a:t>
            </a:r>
            <a:endParaRPr lang="en-AU" b="1" dirty="0"/>
          </a:p>
        </p:txBody>
      </p:sp>
      <p:graphicFrame>
        <p:nvGraphicFramePr>
          <p:cNvPr id="5" name="Content Placeholder 2">
            <a:extLst>
              <a:ext uri="{FF2B5EF4-FFF2-40B4-BE49-F238E27FC236}">
                <a16:creationId xmlns:a16="http://schemas.microsoft.com/office/drawing/2014/main" id="{7EA8DF75-A910-4740-B4AB-BB9039470EDE}"/>
              </a:ext>
            </a:extLst>
          </p:cNvPr>
          <p:cNvGraphicFramePr>
            <a:graphicFrameLocks noGrp="1"/>
          </p:cNvGraphicFramePr>
          <p:nvPr>
            <p:ph idx="1"/>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460343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6333" r="1" b="1"/>
          <a:stretch/>
        </p:blipFill>
        <p:spPr bwMode="auto">
          <a:xfrm>
            <a:off x="20" y="10"/>
            <a:ext cx="9143980" cy="685799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1" name="Isosceles Triangle 70">
            <a:extLst>
              <a:ext uri="{FF2B5EF4-FFF2-40B4-BE49-F238E27FC236}">
                <a16:creationId xmlns:a16="http://schemas.microsoft.com/office/drawing/2014/main" id="{3559A5F2-8BE0-4998-A1E4-1B145465A9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73" name="Parallelogram 72">
            <a:extLst>
              <a:ext uri="{FF2B5EF4-FFF2-40B4-BE49-F238E27FC236}">
                <a16:creationId xmlns:a16="http://schemas.microsoft.com/office/drawing/2014/main" id="{3A6596D4-D53C-424F-9F16-CC8686C079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3405" y="0"/>
            <a:ext cx="5486400" cy="6858000"/>
          </a:xfrm>
          <a:prstGeom prst="parallelogram">
            <a:avLst>
              <a:gd name="adj" fmla="val 14937"/>
            </a:avLst>
          </a:prstGeom>
          <a:solidFill>
            <a:schemeClr val="tx1">
              <a:alpha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5" name="Straight Connector 74">
            <a:extLst>
              <a:ext uri="{FF2B5EF4-FFF2-40B4-BE49-F238E27FC236}">
                <a16:creationId xmlns:a16="http://schemas.microsoft.com/office/drawing/2014/main" id="{81BB890B-70D4-42FE-A599-6AEF1A42D9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3842D646-B58C-43C8-8152-01BC782B72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9" name="Rectangle 23">
            <a:extLst>
              <a:ext uri="{FF2B5EF4-FFF2-40B4-BE49-F238E27FC236}">
                <a16:creationId xmlns:a16="http://schemas.microsoft.com/office/drawing/2014/main" id="{9772CABD-4211-42AA-B349-D4002E52F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1" name="Rectangle 25">
            <a:extLst>
              <a:ext uri="{FF2B5EF4-FFF2-40B4-BE49-F238E27FC236}">
                <a16:creationId xmlns:a16="http://schemas.microsoft.com/office/drawing/2014/main" id="{BBD91630-4DBA-4294-8016-FEB5C3B0C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3" name="Isosceles Triangle 82">
            <a:extLst>
              <a:ext uri="{FF2B5EF4-FFF2-40B4-BE49-F238E27FC236}">
                <a16:creationId xmlns:a16="http://schemas.microsoft.com/office/drawing/2014/main" id="{E67D1587-504D-41BC-9D48-B61257BFB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528150" y="1678665"/>
            <a:ext cx="3427352" cy="2369131"/>
          </a:xfrm>
        </p:spPr>
        <p:txBody>
          <a:bodyPr>
            <a:normAutofit/>
          </a:bodyPr>
          <a:lstStyle/>
          <a:p>
            <a:pPr>
              <a:lnSpc>
                <a:spcPct val="90000"/>
              </a:lnSpc>
            </a:pPr>
            <a:r>
              <a:rPr lang="en-US" sz="3400"/>
              <a:t>ENVIRONMENTAL DETERMINANTS OF HEALTH</a:t>
            </a:r>
            <a:endParaRPr lang="en-AU" sz="3400"/>
          </a:p>
        </p:txBody>
      </p:sp>
      <p:sp>
        <p:nvSpPr>
          <p:cNvPr id="85" name="Rectangle 27">
            <a:extLst>
              <a:ext uri="{FF2B5EF4-FFF2-40B4-BE49-F238E27FC236}">
                <a16:creationId xmlns:a16="http://schemas.microsoft.com/office/drawing/2014/main" id="{8765DD1A-F044-4DE7-8A9B-7C30DC85A4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87" name="Rectangle 28">
            <a:extLst>
              <a:ext uri="{FF2B5EF4-FFF2-40B4-BE49-F238E27FC236}">
                <a16:creationId xmlns:a16="http://schemas.microsoft.com/office/drawing/2014/main" id="{2FE2170D-72D6-48A8-8E9A-BFF3BF03D0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9" name="Rectangle 29">
            <a:extLst>
              <a:ext uri="{FF2B5EF4-FFF2-40B4-BE49-F238E27FC236}">
                <a16:creationId xmlns:a16="http://schemas.microsoft.com/office/drawing/2014/main" id="{01D19436-094D-463D-AFEA-870FDBD03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91" name="Isosceles Triangle 90">
            <a:extLst>
              <a:ext uri="{FF2B5EF4-FFF2-40B4-BE49-F238E27FC236}">
                <a16:creationId xmlns:a16="http://schemas.microsoft.com/office/drawing/2014/main" id="{9A2DE6E0-967C-4C58-8558-EC08F1138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2666485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57888-812C-490B-8F35-545A0B90F449}"/>
              </a:ext>
            </a:extLst>
          </p:cNvPr>
          <p:cNvSpPr>
            <a:spLocks noGrp="1"/>
          </p:cNvSpPr>
          <p:nvPr>
            <p:ph type="title"/>
          </p:nvPr>
        </p:nvSpPr>
        <p:spPr>
          <a:xfrm>
            <a:off x="965199" y="609600"/>
            <a:ext cx="7648121" cy="1099457"/>
          </a:xfrm>
        </p:spPr>
        <p:txBody>
          <a:bodyPr>
            <a:normAutofit/>
          </a:bodyPr>
          <a:lstStyle/>
          <a:p>
            <a:pPr algn="ctr">
              <a:lnSpc>
                <a:spcPct val="90000"/>
              </a:lnSpc>
            </a:pPr>
            <a:r>
              <a:rPr lang="en-US" dirty="0"/>
              <a:t>Need to know and relate back to </a:t>
            </a:r>
            <a:r>
              <a:rPr lang="en-US" b="1" dirty="0"/>
              <a:t>Health Status</a:t>
            </a:r>
            <a:endParaRPr lang="en-AU" b="1" dirty="0"/>
          </a:p>
        </p:txBody>
      </p:sp>
      <p:graphicFrame>
        <p:nvGraphicFramePr>
          <p:cNvPr id="5" name="Content Placeholder 2">
            <a:extLst>
              <a:ext uri="{FF2B5EF4-FFF2-40B4-BE49-F238E27FC236}">
                <a16:creationId xmlns:a16="http://schemas.microsoft.com/office/drawing/2014/main" id="{7EA8DF75-A910-4740-B4AB-BB9039470EDE}"/>
              </a:ext>
            </a:extLst>
          </p:cNvPr>
          <p:cNvGraphicFramePr>
            <a:graphicFrameLocks noGrp="1"/>
          </p:cNvGraphicFramePr>
          <p:nvPr>
            <p:ph idx="1"/>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494045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4C6A7-4501-401C-8860-1C3A889F07FE}"/>
              </a:ext>
            </a:extLst>
          </p:cNvPr>
          <p:cNvSpPr>
            <a:spLocks noGrp="1"/>
          </p:cNvSpPr>
          <p:nvPr>
            <p:ph type="title"/>
          </p:nvPr>
        </p:nvSpPr>
        <p:spPr>
          <a:xfrm>
            <a:off x="965199" y="609600"/>
            <a:ext cx="7648121" cy="1099457"/>
          </a:xfrm>
        </p:spPr>
        <p:txBody>
          <a:bodyPr>
            <a:normAutofit/>
          </a:bodyPr>
          <a:lstStyle/>
          <a:p>
            <a:r>
              <a:rPr lang="en-US" dirty="0"/>
              <a:t>Lesson Outcomes</a:t>
            </a:r>
            <a:endParaRPr lang="en-AU" dirty="0"/>
          </a:p>
        </p:txBody>
      </p:sp>
      <p:graphicFrame>
        <p:nvGraphicFramePr>
          <p:cNvPr id="5" name="Content Placeholder 2">
            <a:extLst>
              <a:ext uri="{FF2B5EF4-FFF2-40B4-BE49-F238E27FC236}">
                <a16:creationId xmlns:a16="http://schemas.microsoft.com/office/drawing/2014/main" id="{45BAE206-39BA-4FDA-9E46-81A56286B6C4}"/>
              </a:ext>
            </a:extLst>
          </p:cNvPr>
          <p:cNvGraphicFramePr>
            <a:graphicFrameLocks noGrp="1"/>
          </p:cNvGraphicFramePr>
          <p:nvPr>
            <p:ph idx="1"/>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098929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43608" y="1988840"/>
            <a:ext cx="6347714" cy="3880773"/>
          </a:xfrm>
        </p:spPr>
        <p:txBody>
          <a:bodyPr>
            <a:normAutofit/>
          </a:bodyPr>
          <a:lstStyle/>
          <a:p>
            <a:pPr marL="0" indent="0">
              <a:buNone/>
            </a:pPr>
            <a:r>
              <a:rPr lang="en-AU" dirty="0"/>
              <a:t>What environmental factors impact health? </a:t>
            </a:r>
          </a:p>
          <a:p>
            <a:pPr marL="0" indent="0">
              <a:buNone/>
            </a:pPr>
            <a:endParaRPr lang="en-AU" dirty="0"/>
          </a:p>
          <a:p>
            <a:pPr marL="0" indent="0">
              <a:buNone/>
            </a:pPr>
            <a:r>
              <a:rPr lang="en-AU" dirty="0"/>
              <a:t>2020 what is our main environmental concern?</a:t>
            </a:r>
          </a:p>
          <a:p>
            <a:endParaRPr lang="en-US" dirty="0"/>
          </a:p>
          <a:p>
            <a:endParaRPr lang="en-US" dirty="0"/>
          </a:p>
          <a:p>
            <a:endParaRPr lang="en-US" dirty="0"/>
          </a:p>
          <a:p>
            <a:endParaRPr lang="en-US" dirty="0"/>
          </a:p>
          <a:p>
            <a:pPr marL="0" indent="0">
              <a:buNone/>
            </a:pPr>
            <a:endParaRPr lang="en-US" dirty="0"/>
          </a:p>
          <a:p>
            <a:endParaRPr lang="en-US" dirty="0"/>
          </a:p>
          <a:p>
            <a:endParaRPr lang="en-AU" dirty="0"/>
          </a:p>
        </p:txBody>
      </p:sp>
    </p:spTree>
    <p:extLst>
      <p:ext uri="{BB962C8B-B14F-4D97-AF65-F5344CB8AC3E}">
        <p14:creationId xmlns:p14="http://schemas.microsoft.com/office/powerpoint/2010/main" val="3587098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a:t>
            </a:r>
            <a:endParaRPr lang="en-AU" dirty="0"/>
          </a:p>
        </p:txBody>
      </p:sp>
      <p:sp>
        <p:nvSpPr>
          <p:cNvPr id="3" name="Content Placeholder 2"/>
          <p:cNvSpPr>
            <a:spLocks noGrp="1"/>
          </p:cNvSpPr>
          <p:nvPr>
            <p:ph idx="1"/>
          </p:nvPr>
        </p:nvSpPr>
        <p:spPr/>
        <p:txBody>
          <a:bodyPr/>
          <a:lstStyle/>
          <a:p>
            <a:pPr marL="0" indent="0">
              <a:buNone/>
            </a:pPr>
            <a:r>
              <a:rPr lang="en-US" dirty="0"/>
              <a:t>Environmental Factors:</a:t>
            </a:r>
            <a:endParaRPr lang="en-AU" dirty="0"/>
          </a:p>
          <a:p>
            <a:pPr marL="0" indent="0">
              <a:buNone/>
            </a:pPr>
            <a:r>
              <a:rPr lang="en-AU" dirty="0"/>
              <a:t>“Factors occurring externally to the person (usually out of the control of the individual) but also including behaviours undertaken by an individual that place them at risk of health effects due to an avoidable environmental factor”</a:t>
            </a:r>
          </a:p>
          <a:p>
            <a:pPr marL="0" indent="0">
              <a:buNone/>
            </a:pPr>
            <a:r>
              <a:rPr lang="en-AU" dirty="0"/>
              <a:t> (Lockhart, 2010).</a:t>
            </a:r>
          </a:p>
          <a:p>
            <a:endParaRPr lang="en-AU" dirty="0"/>
          </a:p>
        </p:txBody>
      </p:sp>
    </p:spTree>
    <p:extLst>
      <p:ext uri="{BB962C8B-B14F-4D97-AF65-F5344CB8AC3E}">
        <p14:creationId xmlns:p14="http://schemas.microsoft.com/office/powerpoint/2010/main" val="36059466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p:sp>
        <p:nvSpPr>
          <p:cNvPr id="3" name="Content Placeholder 2"/>
          <p:cNvSpPr>
            <a:spLocks noGrp="1"/>
          </p:cNvSpPr>
          <p:nvPr>
            <p:ph idx="1"/>
          </p:nvPr>
        </p:nvSpPr>
        <p:spPr/>
        <p:txBody>
          <a:bodyPr>
            <a:normAutofit/>
          </a:bodyPr>
          <a:lstStyle/>
          <a:p>
            <a:pPr marL="0" indent="0">
              <a:buNone/>
            </a:pPr>
            <a:r>
              <a:rPr lang="en-US" dirty="0"/>
              <a:t>Topic for Discussion:</a:t>
            </a:r>
          </a:p>
          <a:p>
            <a:pPr marL="0" indent="0">
              <a:buNone/>
            </a:pPr>
            <a:endParaRPr lang="en-US" dirty="0"/>
          </a:p>
          <a:p>
            <a:pPr marL="0" indent="0">
              <a:buNone/>
            </a:pPr>
            <a:r>
              <a:rPr lang="en-US" dirty="0"/>
              <a:t> </a:t>
            </a:r>
            <a:r>
              <a:rPr lang="en-US" b="1" u="sng" dirty="0"/>
              <a:t>Sunbaking?? </a:t>
            </a:r>
          </a:p>
          <a:p>
            <a:pPr marL="0" indent="0">
              <a:buNone/>
            </a:pPr>
            <a:endParaRPr lang="en-US" b="1" u="sng" dirty="0"/>
          </a:p>
          <a:p>
            <a:pPr marL="0" indent="0">
              <a:buNone/>
            </a:pPr>
            <a:r>
              <a:rPr lang="en-US" dirty="0"/>
              <a:t>Chat with your partner and whether you think it would be classified as an environmental determinant using the above definition.</a:t>
            </a:r>
          </a:p>
          <a:p>
            <a:pPr marL="0" indent="0">
              <a:buNone/>
            </a:pPr>
            <a:r>
              <a:rPr lang="en-US" b="1" u="sng" dirty="0"/>
              <a:t>Other examples?</a:t>
            </a:r>
            <a:endParaRPr lang="en-AU" b="1" u="sng" dirty="0"/>
          </a:p>
        </p:txBody>
      </p:sp>
    </p:spTree>
    <p:extLst>
      <p:ext uri="{BB962C8B-B14F-4D97-AF65-F5344CB8AC3E}">
        <p14:creationId xmlns:p14="http://schemas.microsoft.com/office/powerpoint/2010/main" val="23449361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7C31E-767E-409E-A654-0E8D16390837}"/>
              </a:ext>
            </a:extLst>
          </p:cNvPr>
          <p:cNvSpPr>
            <a:spLocks noGrp="1"/>
          </p:cNvSpPr>
          <p:nvPr>
            <p:ph type="title"/>
          </p:nvPr>
        </p:nvSpPr>
        <p:spPr/>
        <p:txBody>
          <a:bodyPr/>
          <a:lstStyle/>
          <a:p>
            <a:r>
              <a:rPr lang="en-US" dirty="0"/>
              <a:t>Syllabus points </a:t>
            </a:r>
            <a:endParaRPr lang="en-AU" dirty="0"/>
          </a:p>
        </p:txBody>
      </p:sp>
      <p:pic>
        <p:nvPicPr>
          <p:cNvPr id="4" name="Content Placeholder 3">
            <a:extLst>
              <a:ext uri="{FF2B5EF4-FFF2-40B4-BE49-F238E27FC236}">
                <a16:creationId xmlns:a16="http://schemas.microsoft.com/office/drawing/2014/main" id="{55B4A654-851A-4128-9D66-3027D6641D45}"/>
              </a:ext>
            </a:extLst>
          </p:cNvPr>
          <p:cNvPicPr>
            <a:picLocks noGrp="1" noChangeAspect="1"/>
          </p:cNvPicPr>
          <p:nvPr>
            <p:ph idx="1"/>
          </p:nvPr>
        </p:nvPicPr>
        <p:blipFill>
          <a:blip r:embed="rId2"/>
          <a:stretch>
            <a:fillRect/>
          </a:stretch>
        </p:blipFill>
        <p:spPr>
          <a:xfrm>
            <a:off x="35496" y="2204864"/>
            <a:ext cx="6348413" cy="1115931"/>
          </a:xfrm>
          <a:prstGeom prst="rect">
            <a:avLst/>
          </a:prstGeom>
        </p:spPr>
      </p:pic>
    </p:spTree>
    <p:extLst>
      <p:ext uri="{BB962C8B-B14F-4D97-AF65-F5344CB8AC3E}">
        <p14:creationId xmlns:p14="http://schemas.microsoft.com/office/powerpoint/2010/main" val="17714441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46E2C1D0-2072-4664-9C67-3B12866F5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87" y="-1"/>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pic>
        <p:nvPicPr>
          <p:cNvPr id="8" name="Picture 7" descr="A group of people walking down a busy city street&#10;&#10;Description automatically generated">
            <a:extLst>
              <a:ext uri="{FF2B5EF4-FFF2-40B4-BE49-F238E27FC236}">
                <a16:creationId xmlns:a16="http://schemas.microsoft.com/office/drawing/2014/main" id="{A6C86909-4F9E-4B82-BECD-806144840AF8}"/>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6738" r="24069"/>
          <a:stretch/>
        </p:blipFill>
        <p:spPr>
          <a:xfrm>
            <a:off x="4645776" y="10"/>
            <a:ext cx="4498224" cy="6857990"/>
          </a:xfrm>
          <a:custGeom>
            <a:avLst/>
            <a:gdLst>
              <a:gd name="connsiteX0" fmla="*/ 0 w 5997632"/>
              <a:gd name="connsiteY0" fmla="*/ 0 h 6858000"/>
              <a:gd name="connsiteX1" fmla="*/ 5997632 w 5997632"/>
              <a:gd name="connsiteY1" fmla="*/ 0 h 6858000"/>
              <a:gd name="connsiteX2" fmla="*/ 5997632 w 5997632"/>
              <a:gd name="connsiteY2" fmla="*/ 6858000 h 6858000"/>
              <a:gd name="connsiteX3" fmla="*/ 3178693 w 599763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997632" h="6858000">
                <a:moveTo>
                  <a:pt x="0" y="0"/>
                </a:moveTo>
                <a:lnTo>
                  <a:pt x="5997632" y="0"/>
                </a:lnTo>
                <a:lnTo>
                  <a:pt x="5997632" y="6858000"/>
                </a:lnTo>
                <a:lnTo>
                  <a:pt x="3178693" y="6858000"/>
                </a:lnTo>
                <a:close/>
              </a:path>
            </a:pathLst>
          </a:custGeom>
        </p:spPr>
      </p:pic>
      <p:pic>
        <p:nvPicPr>
          <p:cNvPr id="4" name="Picture 3" descr="A picture containing pizza, photo, sitting, black&#10;&#10;Description automatically generated">
            <a:extLst>
              <a:ext uri="{FF2B5EF4-FFF2-40B4-BE49-F238E27FC236}">
                <a16:creationId xmlns:a16="http://schemas.microsoft.com/office/drawing/2014/main" id="{91192A57-AD6F-44C4-ADF0-56CAD4CF67F2}"/>
              </a:ext>
            </a:extLst>
          </p:cNvPr>
          <p:cNvPicPr>
            <a:picLocks noChangeAspect="1"/>
          </p:cNvPicPr>
          <p:nvPr/>
        </p:nvPicPr>
        <p:blipFill rotWithShape="1">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18137" r="25628"/>
          <a:stretch/>
        </p:blipFill>
        <p:spPr>
          <a:xfrm>
            <a:off x="20" y="10"/>
            <a:ext cx="6856287" cy="6857990"/>
          </a:xfrm>
          <a:custGeom>
            <a:avLst/>
            <a:gdLst>
              <a:gd name="connsiteX0" fmla="*/ 0 w 9141744"/>
              <a:gd name="connsiteY0" fmla="*/ 0 h 6863485"/>
              <a:gd name="connsiteX1" fmla="*/ 5963051 w 9141744"/>
              <a:gd name="connsiteY1" fmla="*/ 0 h 6863485"/>
              <a:gd name="connsiteX2" fmla="*/ 9141744 w 9141744"/>
              <a:gd name="connsiteY2" fmla="*/ 6863485 h 6863485"/>
              <a:gd name="connsiteX3" fmla="*/ 0 w 9141744"/>
              <a:gd name="connsiteY3" fmla="*/ 6863485 h 6863485"/>
              <a:gd name="connsiteX4" fmla="*/ 0 w 9141744"/>
              <a:gd name="connsiteY4" fmla="*/ 0 h 6863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1744" h="6863485">
                <a:moveTo>
                  <a:pt x="0" y="0"/>
                </a:moveTo>
                <a:lnTo>
                  <a:pt x="5963051" y="0"/>
                </a:lnTo>
                <a:lnTo>
                  <a:pt x="9141744" y="6863485"/>
                </a:lnTo>
                <a:lnTo>
                  <a:pt x="0" y="6863485"/>
                </a:lnTo>
                <a:lnTo>
                  <a:pt x="0" y="0"/>
                </a:lnTo>
                <a:close/>
              </a:path>
            </a:pathLst>
          </a:custGeom>
        </p:spPr>
      </p:pic>
      <p:sp>
        <p:nvSpPr>
          <p:cNvPr id="39" name="Freeform: Shape 38">
            <a:extLst>
              <a:ext uri="{FF2B5EF4-FFF2-40B4-BE49-F238E27FC236}">
                <a16:creationId xmlns:a16="http://schemas.microsoft.com/office/drawing/2014/main" id="{37FEB674-D811-4FFE-A878-29D0C0ED1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773847"/>
            <a:ext cx="4826087" cy="3310306"/>
          </a:xfrm>
          <a:custGeom>
            <a:avLst/>
            <a:gdLst>
              <a:gd name="connsiteX0" fmla="*/ 0 w 6434783"/>
              <a:gd name="connsiteY0" fmla="*/ 0 h 3310306"/>
              <a:gd name="connsiteX1" fmla="*/ 3829872 w 6434783"/>
              <a:gd name="connsiteY1" fmla="*/ 0 h 3310306"/>
              <a:gd name="connsiteX2" fmla="*/ 4896100 w 6434783"/>
              <a:gd name="connsiteY2" fmla="*/ 0 h 3310306"/>
              <a:gd name="connsiteX3" fmla="*/ 4901677 w 6434783"/>
              <a:gd name="connsiteY3" fmla="*/ 0 h 3310306"/>
              <a:gd name="connsiteX4" fmla="*/ 6434783 w 6434783"/>
              <a:gd name="connsiteY4" fmla="*/ 3310306 h 3310306"/>
              <a:gd name="connsiteX5" fmla="*/ 0 w 6434783"/>
              <a:gd name="connsiteY5" fmla="*/ 3310306 h 3310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34783" h="3310306">
                <a:moveTo>
                  <a:pt x="0" y="0"/>
                </a:moveTo>
                <a:lnTo>
                  <a:pt x="3829872" y="0"/>
                </a:lnTo>
                <a:lnTo>
                  <a:pt x="4896100" y="0"/>
                </a:lnTo>
                <a:lnTo>
                  <a:pt x="4901677" y="0"/>
                </a:lnTo>
                <a:lnTo>
                  <a:pt x="6434783" y="3310306"/>
                </a:lnTo>
                <a:lnTo>
                  <a:pt x="0" y="3310306"/>
                </a:lnTo>
                <a:close/>
              </a:path>
            </a:pathLst>
          </a:custGeom>
          <a:solidFill>
            <a:schemeClr val="bg1">
              <a:lumMod val="85000"/>
              <a:lumOff val="1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463548" y="2093887"/>
            <a:ext cx="3145357" cy="880985"/>
          </a:xfrm>
        </p:spPr>
        <p:txBody>
          <a:bodyPr anchor="ctr">
            <a:normAutofit/>
          </a:bodyPr>
          <a:lstStyle/>
          <a:p>
            <a:r>
              <a:rPr lang="en-US" sz="2200"/>
              <a:t>Environmental Determinants of Health</a:t>
            </a:r>
            <a:endParaRPr lang="en-AU" sz="2200"/>
          </a:p>
        </p:txBody>
      </p:sp>
      <p:sp>
        <p:nvSpPr>
          <p:cNvPr id="7" name="Content Placeholder 6"/>
          <p:cNvSpPr>
            <a:spLocks noGrp="1"/>
          </p:cNvSpPr>
          <p:nvPr>
            <p:ph idx="1"/>
          </p:nvPr>
        </p:nvSpPr>
        <p:spPr>
          <a:xfrm>
            <a:off x="463548" y="2984423"/>
            <a:ext cx="3465408" cy="1873327"/>
          </a:xfrm>
        </p:spPr>
        <p:txBody>
          <a:bodyPr>
            <a:normAutofit/>
          </a:bodyPr>
          <a:lstStyle/>
          <a:p>
            <a:pPr marL="0" indent="0">
              <a:buNone/>
            </a:pPr>
            <a:r>
              <a:rPr lang="en-US" sz="1400"/>
              <a:t>There are TWO CATEGORIES:</a:t>
            </a:r>
          </a:p>
          <a:p>
            <a:pPr marL="0" indent="0">
              <a:buNone/>
            </a:pPr>
            <a:endParaRPr lang="en-US" sz="1400"/>
          </a:p>
          <a:p>
            <a:r>
              <a:rPr lang="en-US" sz="1400"/>
              <a:t>1. Natural Environment</a:t>
            </a:r>
          </a:p>
          <a:p>
            <a:r>
              <a:rPr lang="en-US" sz="1400"/>
              <a:t>2. Man Made/Built Environment</a:t>
            </a:r>
            <a:endParaRPr lang="en-AU" sz="1400"/>
          </a:p>
        </p:txBody>
      </p:sp>
      <p:sp>
        <p:nvSpPr>
          <p:cNvPr id="5" name="TextBox 4">
            <a:extLst>
              <a:ext uri="{FF2B5EF4-FFF2-40B4-BE49-F238E27FC236}">
                <a16:creationId xmlns:a16="http://schemas.microsoft.com/office/drawing/2014/main" id="{93D85FD0-6CDA-4C4B-B3B0-611064A869D7}"/>
              </a:ext>
            </a:extLst>
          </p:cNvPr>
          <p:cNvSpPr txBox="1"/>
          <p:nvPr/>
        </p:nvSpPr>
        <p:spPr>
          <a:xfrm>
            <a:off x="6617346" y="6870700"/>
            <a:ext cx="2526654"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5" tooltip="https://www.yousign.org/Make-Climate-Change-Literacy-Mandatory-In-All-US-High-Schools-t-68">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6" tooltip="https://creativecommons.org/licenses/by-sa/3.0/">
                  <a:extLst>
                    <a:ext uri="{A12FA001-AC4F-418D-AE19-62706E023703}">
                      <ahyp:hlinkClr xmlns:ahyp="http://schemas.microsoft.com/office/drawing/2018/hyperlinkcolor" val="tx"/>
                    </a:ext>
                  </a:extLst>
                </a:hlinkClick>
              </a:rPr>
              <a:t>CC BY-SA</a:t>
            </a:r>
            <a:endParaRPr lang="en-AU" sz="700">
              <a:solidFill>
                <a:srgbClr val="FFFFFF"/>
              </a:solidFill>
            </a:endParaRPr>
          </a:p>
        </p:txBody>
      </p:sp>
      <p:sp>
        <p:nvSpPr>
          <p:cNvPr id="9" name="TextBox 8">
            <a:extLst>
              <a:ext uri="{FF2B5EF4-FFF2-40B4-BE49-F238E27FC236}">
                <a16:creationId xmlns:a16="http://schemas.microsoft.com/office/drawing/2014/main" id="{D6A0922C-7B7F-47D5-8503-52BD11C0B9CC}"/>
              </a:ext>
            </a:extLst>
          </p:cNvPr>
          <p:cNvSpPr txBox="1"/>
          <p:nvPr/>
        </p:nvSpPr>
        <p:spPr>
          <a:xfrm>
            <a:off x="4077993" y="6870700"/>
            <a:ext cx="2526653"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3" tooltip="https://en.wikipedia.org/wiki/Hillier_Street">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6" tooltip="https://creativecommons.org/licenses/by-sa/3.0/">
                  <a:extLst>
                    <a:ext uri="{A12FA001-AC4F-418D-AE19-62706E023703}">
                      <ahyp:hlinkClr xmlns:ahyp="http://schemas.microsoft.com/office/drawing/2018/hyperlinkcolor" val="tx"/>
                    </a:ext>
                  </a:extLst>
                </a:hlinkClick>
              </a:rPr>
              <a:t>CC BY-SA</a:t>
            </a:r>
            <a:endParaRPr lang="en-AU" sz="700">
              <a:solidFill>
                <a:srgbClr val="FFFFFF"/>
              </a:solidFill>
            </a:endParaRPr>
          </a:p>
        </p:txBody>
      </p:sp>
    </p:spTree>
    <p:extLst>
      <p:ext uri="{BB962C8B-B14F-4D97-AF65-F5344CB8AC3E}">
        <p14:creationId xmlns:p14="http://schemas.microsoft.com/office/powerpoint/2010/main" val="50029155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1" name="Group 70">
            <a:extLst>
              <a:ext uri="{FF2B5EF4-FFF2-40B4-BE49-F238E27FC236}">
                <a16:creationId xmlns:a16="http://schemas.microsoft.com/office/drawing/2014/main" id="{88C9B83F-64CD-41C1-925F-A08801FFD0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72" name="Straight Connector 71">
              <a:extLst>
                <a:ext uri="{FF2B5EF4-FFF2-40B4-BE49-F238E27FC236}">
                  <a16:creationId xmlns:a16="http://schemas.microsoft.com/office/drawing/2014/main" id="{E1655065-0BD7-4422-BEC0-4401E99809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4DDD90AC-ABEC-4A76-9C9C-AD0A5F8FC7F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4" name="Rectangle 23">
              <a:extLst>
                <a:ext uri="{FF2B5EF4-FFF2-40B4-BE49-F238E27FC236}">
                  <a16:creationId xmlns:a16="http://schemas.microsoft.com/office/drawing/2014/main" id="{21A8AFEF-EC50-4C0B-9C64-814B76C82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75" name="Rectangle 25">
              <a:extLst>
                <a:ext uri="{FF2B5EF4-FFF2-40B4-BE49-F238E27FC236}">
                  <a16:creationId xmlns:a16="http://schemas.microsoft.com/office/drawing/2014/main" id="{CAFAA800-E117-4357-84E4-56B63EA03E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76" name="Isosceles Triangle 75">
              <a:extLst>
                <a:ext uri="{FF2B5EF4-FFF2-40B4-BE49-F238E27FC236}">
                  <a16:creationId xmlns:a16="http://schemas.microsoft.com/office/drawing/2014/main" id="{8DDFC9F4-3B45-402D-8AD7-60B3F08ED7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77" name="Rectangle 27">
              <a:extLst>
                <a:ext uri="{FF2B5EF4-FFF2-40B4-BE49-F238E27FC236}">
                  <a16:creationId xmlns:a16="http://schemas.microsoft.com/office/drawing/2014/main" id="{F26A0854-FBE4-4587-B349-06BE192BD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78" name="Rectangle 28">
              <a:extLst>
                <a:ext uri="{FF2B5EF4-FFF2-40B4-BE49-F238E27FC236}">
                  <a16:creationId xmlns:a16="http://schemas.microsoft.com/office/drawing/2014/main" id="{54A9C4C6-FF7D-470E-BFCA-CE4F60A1F0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79" name="Rectangle 29">
              <a:extLst>
                <a:ext uri="{FF2B5EF4-FFF2-40B4-BE49-F238E27FC236}">
                  <a16:creationId xmlns:a16="http://schemas.microsoft.com/office/drawing/2014/main" id="{B1721EA8-4871-45D4-B78F-AE805A3004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80" name="Isosceles Triangle 79">
              <a:extLst>
                <a:ext uri="{FF2B5EF4-FFF2-40B4-BE49-F238E27FC236}">
                  <a16:creationId xmlns:a16="http://schemas.microsoft.com/office/drawing/2014/main" id="{E5763971-E3A3-45C6-9BA8-2E032C7A55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1" name="Isosceles Triangle 80">
              <a:extLst>
                <a:ext uri="{FF2B5EF4-FFF2-40B4-BE49-F238E27FC236}">
                  <a16:creationId xmlns:a16="http://schemas.microsoft.com/office/drawing/2014/main" id="{32752E94-0E01-4AF5-A43A-F2FAD8737C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pic>
        <p:nvPicPr>
          <p:cNvPr id="1026" name="Picture 2" descr="Related image">
            <a:extLst>
              <a:ext uri="{FF2B5EF4-FFF2-40B4-BE49-F238E27FC236}">
                <a16:creationId xmlns:a16="http://schemas.microsoft.com/office/drawing/2014/main" id="{0E603276-5E83-4125-A348-7605B98310D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936" t="9091" r="23491"/>
          <a:stretch/>
        </p:blipFill>
        <p:spPr bwMode="auto">
          <a:xfrm>
            <a:off x="3202390" y="-1"/>
            <a:ext cx="5941610" cy="6858001"/>
          </a:xfrm>
          <a:custGeom>
            <a:avLst/>
            <a:gdLst>
              <a:gd name="connsiteX0" fmla="*/ 379987 w 7922146"/>
              <a:gd name="connsiteY0" fmla="*/ 0 h 6858001"/>
              <a:gd name="connsiteX1" fmla="*/ 5304971 w 7922146"/>
              <a:gd name="connsiteY1" fmla="*/ 0 h 6858001"/>
              <a:gd name="connsiteX2" fmla="*/ 7065281 w 7922146"/>
              <a:gd name="connsiteY2" fmla="*/ 0 h 6858001"/>
              <a:gd name="connsiteX3" fmla="*/ 7397540 w 7922146"/>
              <a:gd name="connsiteY3" fmla="*/ 0 h 6858001"/>
              <a:gd name="connsiteX4" fmla="*/ 7397540 w 7922146"/>
              <a:gd name="connsiteY4" fmla="*/ 1 h 6858001"/>
              <a:gd name="connsiteX5" fmla="*/ 7922146 w 7922146"/>
              <a:gd name="connsiteY5" fmla="*/ 1 h 6858001"/>
              <a:gd name="connsiteX6" fmla="*/ 7922146 w 7922146"/>
              <a:gd name="connsiteY6" fmla="*/ 6858001 h 6858001"/>
              <a:gd name="connsiteX7" fmla="*/ 7065281 w 7922146"/>
              <a:gd name="connsiteY7" fmla="*/ 6858001 h 6858001"/>
              <a:gd name="connsiteX8" fmla="*/ 7065281 w 7922146"/>
              <a:gd name="connsiteY8" fmla="*/ 6858000 h 6858001"/>
              <a:gd name="connsiteX9" fmla="*/ 5932989 w 7922146"/>
              <a:gd name="connsiteY9" fmla="*/ 6858000 h 6858001"/>
              <a:gd name="connsiteX10" fmla="*/ 5932989 w 7922146"/>
              <a:gd name="connsiteY10" fmla="*/ 6858001 h 6858001"/>
              <a:gd name="connsiteX11" fmla="*/ 27809 w 7922146"/>
              <a:gd name="connsiteY11" fmla="*/ 6858001 h 6858001"/>
              <a:gd name="connsiteX12" fmla="*/ 1803228 w 7922146"/>
              <a:gd name="connsiteY12" fmla="*/ 4521201 h 6858001"/>
              <a:gd name="connsiteX13" fmla="*/ 0 w 7922146"/>
              <a:gd name="connsiteY13" fmla="*/ 0 h 6858001"/>
              <a:gd name="connsiteX14" fmla="*/ 379987 w 7922146"/>
              <a:gd name="connsiteY14" fmla="*/ 0 h 6858001"/>
              <a:gd name="connsiteX15" fmla="*/ 0 w 7922146"/>
              <a:gd name="connsiteY15" fmla="*/ 407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501650" y="1678666"/>
            <a:ext cx="3066142" cy="2369093"/>
          </a:xfrm>
        </p:spPr>
        <p:txBody>
          <a:bodyPr vert="horz" lIns="91440" tIns="45720" rIns="91440" bIns="45720" rtlCol="0" anchor="b">
            <a:normAutofit/>
          </a:bodyPr>
          <a:lstStyle/>
          <a:p>
            <a:pPr algn="r"/>
            <a:r>
              <a:rPr lang="en-US" sz="3300"/>
              <a:t>Natural Environmental Factors</a:t>
            </a:r>
          </a:p>
        </p:txBody>
      </p:sp>
      <p:cxnSp>
        <p:nvCxnSpPr>
          <p:cNvPr id="83" name="Straight Connector 82">
            <a:extLst>
              <a:ext uri="{FF2B5EF4-FFF2-40B4-BE49-F238E27FC236}">
                <a16:creationId xmlns:a16="http://schemas.microsoft.com/office/drawing/2014/main" id="{A57C1A16-B8AB-4D99-A195-A38F556A64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F8A9B20B-D1DD-4573-B5EC-5580295192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87" name="Rectangle 23">
            <a:extLst>
              <a:ext uri="{FF2B5EF4-FFF2-40B4-BE49-F238E27FC236}">
                <a16:creationId xmlns:a16="http://schemas.microsoft.com/office/drawing/2014/main" id="{66D61E08-70C3-48D8-BEA0-787111DC3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9" name="Rectangle 25">
            <a:extLst>
              <a:ext uri="{FF2B5EF4-FFF2-40B4-BE49-F238E27FC236}">
                <a16:creationId xmlns:a16="http://schemas.microsoft.com/office/drawing/2014/main" id="{FC55298F-0AE5-478E-AD2B-03C2614C5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1" name="Isosceles Triangle 24">
            <a:extLst>
              <a:ext uri="{FF2B5EF4-FFF2-40B4-BE49-F238E27FC236}">
                <a16:creationId xmlns:a16="http://schemas.microsoft.com/office/drawing/2014/main" id="{C180E4EA-0B63-4779-A895-7E90E71088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93" name="Rectangle 27">
            <a:extLst>
              <a:ext uri="{FF2B5EF4-FFF2-40B4-BE49-F238E27FC236}">
                <a16:creationId xmlns:a16="http://schemas.microsoft.com/office/drawing/2014/main" id="{CEE01D9D-3DE8-4EED-B0D3-8F3C79CC76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95" name="Rectangle 28">
            <a:extLst>
              <a:ext uri="{FF2B5EF4-FFF2-40B4-BE49-F238E27FC236}">
                <a16:creationId xmlns:a16="http://schemas.microsoft.com/office/drawing/2014/main" id="{89AF5CE9-607F-43F4-8983-DCD6DA4051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7" name="Rectangle 29">
            <a:extLst>
              <a:ext uri="{FF2B5EF4-FFF2-40B4-BE49-F238E27FC236}">
                <a16:creationId xmlns:a16="http://schemas.microsoft.com/office/drawing/2014/main" id="{6EEA2DBD-9E1E-4521-8C01-F32AD18A8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99" name="Isosceles Triangle 29">
            <a:extLst>
              <a:ext uri="{FF2B5EF4-FFF2-40B4-BE49-F238E27FC236}">
                <a16:creationId xmlns:a16="http://schemas.microsoft.com/office/drawing/2014/main" id="{15BBD2C1-BA9B-46A9-A27A-33498B1692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2464510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3F6AE-7759-46C4-ADA4-8554242F6005}"/>
              </a:ext>
            </a:extLst>
          </p:cNvPr>
          <p:cNvSpPr>
            <a:spLocks noGrp="1"/>
          </p:cNvSpPr>
          <p:nvPr>
            <p:ph type="title"/>
          </p:nvPr>
        </p:nvSpPr>
        <p:spPr>
          <a:xfrm>
            <a:off x="4152550" y="609600"/>
            <a:ext cx="2802951" cy="1320800"/>
          </a:xfrm>
        </p:spPr>
        <p:txBody>
          <a:bodyPr>
            <a:normAutofit/>
          </a:bodyPr>
          <a:lstStyle/>
          <a:p>
            <a:r>
              <a:rPr lang="en-US" dirty="0"/>
              <a:t>Natural Environment </a:t>
            </a:r>
            <a:endParaRPr lang="en-AU" dirty="0"/>
          </a:p>
        </p:txBody>
      </p:sp>
      <p:sp>
        <p:nvSpPr>
          <p:cNvPr id="3" name="Content Placeholder 2">
            <a:extLst>
              <a:ext uri="{FF2B5EF4-FFF2-40B4-BE49-F238E27FC236}">
                <a16:creationId xmlns:a16="http://schemas.microsoft.com/office/drawing/2014/main" id="{77FF330C-62C9-419E-B6FE-9E4B4D43119F}"/>
              </a:ext>
            </a:extLst>
          </p:cNvPr>
          <p:cNvSpPr>
            <a:spLocks noGrp="1"/>
          </p:cNvSpPr>
          <p:nvPr>
            <p:ph idx="1"/>
          </p:nvPr>
        </p:nvSpPr>
        <p:spPr>
          <a:xfrm>
            <a:off x="3907172" y="2160589"/>
            <a:ext cx="3048329" cy="3880773"/>
          </a:xfrm>
        </p:spPr>
        <p:txBody>
          <a:bodyPr>
            <a:normAutofit/>
          </a:bodyPr>
          <a:lstStyle/>
          <a:p>
            <a:r>
              <a:rPr lang="en-US" u="sng" dirty="0">
                <a:hlinkClick r:id="rId2"/>
              </a:rPr>
              <a:t>Extreme weather </a:t>
            </a:r>
            <a:endParaRPr lang="en-US" u="sng" dirty="0"/>
          </a:p>
          <a:p>
            <a:pPr lvl="1"/>
            <a:r>
              <a:rPr lang="en-US" dirty="0"/>
              <a:t>Cyclones, </a:t>
            </a:r>
            <a:r>
              <a:rPr lang="en-US" dirty="0">
                <a:hlinkClick r:id="rId3"/>
              </a:rPr>
              <a:t>bushfires, </a:t>
            </a:r>
            <a:r>
              <a:rPr lang="en-US" dirty="0"/>
              <a:t>drought, flooding, tsunamis </a:t>
            </a:r>
            <a:r>
              <a:rPr lang="en-US" dirty="0" err="1"/>
              <a:t>ect</a:t>
            </a:r>
            <a:endParaRPr lang="en-US" dirty="0"/>
          </a:p>
          <a:p>
            <a:pPr lvl="1"/>
            <a:r>
              <a:rPr lang="en-US" dirty="0"/>
              <a:t>Includes not only physical harm but indirect harm (Mental, emotional, social)</a:t>
            </a:r>
          </a:p>
        </p:txBody>
      </p:sp>
      <p:pic>
        <p:nvPicPr>
          <p:cNvPr id="2056" name="Picture 8" descr="https://i1.wp.com/electroverse.net/wp-content/uploads/2018/08/Perth-Aug-Record-Rain.jpg?fit=1600%2C1118&amp;ssl=1">
            <a:extLst>
              <a:ext uri="{FF2B5EF4-FFF2-40B4-BE49-F238E27FC236}">
                <a16:creationId xmlns:a16="http://schemas.microsoft.com/office/drawing/2014/main" id="{FB724B4A-3243-465D-989E-9FA5DEB8DEE8}"/>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7127" r="41574" b="1"/>
          <a:stretch/>
        </p:blipFill>
        <p:spPr bwMode="auto">
          <a:xfrm>
            <a:off x="20" y="-1"/>
            <a:ext cx="4046200" cy="6858001"/>
          </a:xfrm>
          <a:custGeom>
            <a:avLst/>
            <a:gdLst>
              <a:gd name="connsiteX0" fmla="*/ 842596 w 5394960"/>
              <a:gd name="connsiteY0" fmla="*/ 0 h 6858000"/>
              <a:gd name="connsiteX1" fmla="*/ 5394960 w 5394960"/>
              <a:gd name="connsiteY1" fmla="*/ 0 h 6858000"/>
              <a:gd name="connsiteX2" fmla="*/ 5394960 w 5394960"/>
              <a:gd name="connsiteY2" fmla="*/ 21851 h 6858000"/>
              <a:gd name="connsiteX3" fmla="*/ 4365943 w 5394960"/>
              <a:gd name="connsiteY3" fmla="*/ 6858000 h 6858000"/>
              <a:gd name="connsiteX4" fmla="*/ 0 w 5394960"/>
              <a:gd name="connsiteY4" fmla="*/ 6858000 h 6858000"/>
              <a:gd name="connsiteX5" fmla="*/ 0 w 5394960"/>
              <a:gd name="connsiteY5" fmla="*/ 566615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960" h="6858000">
                <a:moveTo>
                  <a:pt x="842596" y="0"/>
                </a:moveTo>
                <a:lnTo>
                  <a:pt x="5394960" y="0"/>
                </a:lnTo>
                <a:lnTo>
                  <a:pt x="5394960" y="21851"/>
                </a:lnTo>
                <a:lnTo>
                  <a:pt x="4365943" y="6858000"/>
                </a:lnTo>
                <a:lnTo>
                  <a:pt x="0" y="6858000"/>
                </a:lnTo>
                <a:lnTo>
                  <a:pt x="0" y="5666154"/>
                </a:lnTo>
                <a:close/>
              </a:path>
            </a:pathLst>
          </a:custGeom>
          <a:noFill/>
          <a:extLst>
            <a:ext uri="{909E8E84-426E-40DD-AFC4-6F175D3DCCD1}">
              <a14:hiddenFill xmlns:a14="http://schemas.microsoft.com/office/drawing/2010/main">
                <a:solidFill>
                  <a:srgbClr val="FFFFFF"/>
                </a:solidFill>
              </a14:hiddenFill>
            </a:ext>
          </a:extLst>
        </p:spPr>
      </p:pic>
      <p:sp>
        <p:nvSpPr>
          <p:cNvPr id="77" name="Isosceles Triangle 76">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1916692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AUSTRALIA</a:t>
            </a:r>
            <a:endParaRPr lang="en-AU" dirty="0"/>
          </a:p>
        </p:txBody>
      </p:sp>
      <p:sp>
        <p:nvSpPr>
          <p:cNvPr id="3" name="Content Placeholder 2"/>
          <p:cNvSpPr>
            <a:spLocks noGrp="1"/>
          </p:cNvSpPr>
          <p:nvPr>
            <p:ph idx="1"/>
          </p:nvPr>
        </p:nvSpPr>
        <p:spPr/>
        <p:txBody>
          <a:bodyPr>
            <a:normAutofit/>
          </a:bodyPr>
          <a:lstStyle/>
          <a:p>
            <a:r>
              <a:rPr lang="en-US" dirty="0"/>
              <a:t>There are 5 commonly identified natural environmental factors that impact the health of Australians.</a:t>
            </a:r>
          </a:p>
          <a:p>
            <a:pPr marL="514350" indent="-514350">
              <a:buAutoNum type="arabicPeriod"/>
            </a:pPr>
            <a:r>
              <a:rPr lang="en-US" dirty="0"/>
              <a:t>Extreme weather</a:t>
            </a:r>
          </a:p>
          <a:p>
            <a:pPr marL="0" indent="0">
              <a:buNone/>
            </a:pPr>
            <a:r>
              <a:rPr lang="en-US" dirty="0">
                <a:hlinkClick r:id="rId2"/>
              </a:rPr>
              <a:t>http://blacksaturdayfires.com/</a:t>
            </a:r>
            <a:r>
              <a:rPr lang="en-US" dirty="0"/>
              <a:t> (most deaths) </a:t>
            </a:r>
          </a:p>
          <a:p>
            <a:pPr marL="0" indent="0">
              <a:buNone/>
            </a:pPr>
            <a:r>
              <a:rPr lang="en-AU" dirty="0">
                <a:hlinkClick r:id="rId3"/>
              </a:rPr>
              <a:t>https://www.youtube.com/watch?v=J__4V0ujlaU</a:t>
            </a:r>
            <a:r>
              <a:rPr lang="en-AU" dirty="0"/>
              <a:t> </a:t>
            </a:r>
            <a:r>
              <a:rPr lang="en-US" dirty="0"/>
              <a:t>12:10min</a:t>
            </a:r>
          </a:p>
          <a:p>
            <a:pPr marL="514350" indent="-514350">
              <a:buAutoNum type="arabicPeriod"/>
            </a:pPr>
            <a:r>
              <a:rPr lang="en-US" dirty="0"/>
              <a:t>UV Rays</a:t>
            </a:r>
          </a:p>
          <a:p>
            <a:pPr marL="514350" indent="-514350">
              <a:buFont typeface="Arial" panose="020B0604020202020204" pitchFamily="34" charset="0"/>
              <a:buAutoNum type="arabicPeriod"/>
            </a:pPr>
            <a:r>
              <a:rPr lang="en-US" dirty="0"/>
              <a:t>Air quality</a:t>
            </a:r>
            <a:endParaRPr lang="en-AU" dirty="0"/>
          </a:p>
          <a:p>
            <a:pPr marL="514350" indent="-514350">
              <a:buFont typeface="Arial" panose="020B0604020202020204" pitchFamily="34" charset="0"/>
              <a:buAutoNum type="arabicPeriod"/>
            </a:pPr>
            <a:r>
              <a:rPr lang="en-US" dirty="0"/>
              <a:t>Vector agents</a:t>
            </a:r>
          </a:p>
          <a:p>
            <a:pPr marL="514350" indent="-514350">
              <a:buAutoNum type="arabicPeriod"/>
            </a:pPr>
            <a:r>
              <a:rPr lang="en-US" dirty="0"/>
              <a:t>Food and water quality</a:t>
            </a:r>
          </a:p>
        </p:txBody>
      </p:sp>
      <p:pic>
        <p:nvPicPr>
          <p:cNvPr id="1026" name="Picture 2" descr="Image result for australian bushfires">
            <a:extLst>
              <a:ext uri="{FF2B5EF4-FFF2-40B4-BE49-F238E27FC236}">
                <a16:creationId xmlns:a16="http://schemas.microsoft.com/office/drawing/2014/main" id="{617C58E2-4E08-450D-926E-BF47DAF934B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44008" y="4437112"/>
            <a:ext cx="4058057" cy="22805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4090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3F6AE-7759-46C4-ADA4-8554242F6005}"/>
              </a:ext>
            </a:extLst>
          </p:cNvPr>
          <p:cNvSpPr>
            <a:spLocks noGrp="1"/>
          </p:cNvSpPr>
          <p:nvPr>
            <p:ph type="title"/>
          </p:nvPr>
        </p:nvSpPr>
        <p:spPr/>
        <p:txBody>
          <a:bodyPr/>
          <a:lstStyle/>
          <a:p>
            <a:r>
              <a:rPr lang="en-US" dirty="0"/>
              <a:t>Natural Environment </a:t>
            </a:r>
            <a:endParaRPr lang="en-AU" dirty="0"/>
          </a:p>
        </p:txBody>
      </p:sp>
      <p:sp>
        <p:nvSpPr>
          <p:cNvPr id="3" name="Content Placeholder 2">
            <a:extLst>
              <a:ext uri="{FF2B5EF4-FFF2-40B4-BE49-F238E27FC236}">
                <a16:creationId xmlns:a16="http://schemas.microsoft.com/office/drawing/2014/main" id="{77FF330C-62C9-419E-B6FE-9E4B4D43119F}"/>
              </a:ext>
            </a:extLst>
          </p:cNvPr>
          <p:cNvSpPr>
            <a:spLocks noGrp="1"/>
          </p:cNvSpPr>
          <p:nvPr>
            <p:ph idx="1"/>
          </p:nvPr>
        </p:nvSpPr>
        <p:spPr>
          <a:xfrm>
            <a:off x="323528" y="1484784"/>
            <a:ext cx="7200800" cy="4824536"/>
          </a:xfrm>
        </p:spPr>
        <p:txBody>
          <a:bodyPr>
            <a:normAutofit/>
          </a:bodyPr>
          <a:lstStyle/>
          <a:p>
            <a:r>
              <a:rPr lang="en-US" sz="2400" u="sng" dirty="0"/>
              <a:t>Food and water quality </a:t>
            </a:r>
          </a:p>
          <a:p>
            <a:pPr lvl="1"/>
            <a:r>
              <a:rPr lang="en-US" dirty="0"/>
              <a:t>Virus and bacteria present in food or water can be dangerous to health </a:t>
            </a:r>
          </a:p>
          <a:p>
            <a:pPr lvl="1"/>
            <a:r>
              <a:rPr lang="en-US" dirty="0"/>
              <a:t>Salmonellosis – Bacteria causes fever, headaches, nausea, vomiting, abdominal pain, and </a:t>
            </a:r>
            <a:r>
              <a:rPr lang="en-US" dirty="0" err="1"/>
              <a:t>diarrhoea</a:t>
            </a:r>
            <a:r>
              <a:rPr lang="en-US" dirty="0"/>
              <a:t>. Occurs in eggs, poultry, and other meats, raw milk and chocolate. </a:t>
            </a:r>
          </a:p>
          <a:p>
            <a:pPr lvl="1"/>
            <a:r>
              <a:rPr lang="en-US" dirty="0"/>
              <a:t>In 2010 there were</a:t>
            </a:r>
            <a:r>
              <a:rPr lang="en-AU" dirty="0"/>
              <a:t>15.9 million foodborne cases reported annually in Australia (Kirk et al, 2014)</a:t>
            </a:r>
          </a:p>
          <a:p>
            <a:pPr lvl="1"/>
            <a:r>
              <a:rPr lang="en-US" dirty="0"/>
              <a:t>I</a:t>
            </a:r>
            <a:r>
              <a:rPr lang="en-AU" dirty="0"/>
              <a:t>n 2014 it was estimated that due to foodborne illness, Australia and New Zealand combined had a financial loss of approximately $1.289 billion and $86 million respectively (</a:t>
            </a:r>
            <a:r>
              <a:rPr lang="en-AU" dirty="0" err="1"/>
              <a:t>McLinden</a:t>
            </a:r>
            <a:r>
              <a:rPr lang="en-AU" dirty="0"/>
              <a:t> et al, 2014)</a:t>
            </a:r>
            <a:endParaRPr lang="en-US" dirty="0"/>
          </a:p>
          <a:p>
            <a:pPr lvl="1"/>
            <a:endParaRPr lang="en-US" dirty="0"/>
          </a:p>
        </p:txBody>
      </p:sp>
    </p:spTree>
    <p:extLst>
      <p:ext uri="{BB962C8B-B14F-4D97-AF65-F5344CB8AC3E}">
        <p14:creationId xmlns:p14="http://schemas.microsoft.com/office/powerpoint/2010/main" val="19342091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3F6AE-7759-46C4-ADA4-8554242F6005}"/>
              </a:ext>
            </a:extLst>
          </p:cNvPr>
          <p:cNvSpPr>
            <a:spLocks noGrp="1"/>
          </p:cNvSpPr>
          <p:nvPr>
            <p:ph type="title"/>
          </p:nvPr>
        </p:nvSpPr>
        <p:spPr/>
        <p:txBody>
          <a:bodyPr/>
          <a:lstStyle/>
          <a:p>
            <a:r>
              <a:rPr lang="en-US" dirty="0"/>
              <a:t>Natural Environment </a:t>
            </a:r>
            <a:endParaRPr lang="en-AU" dirty="0"/>
          </a:p>
        </p:txBody>
      </p:sp>
      <p:sp>
        <p:nvSpPr>
          <p:cNvPr id="3" name="Content Placeholder 2">
            <a:extLst>
              <a:ext uri="{FF2B5EF4-FFF2-40B4-BE49-F238E27FC236}">
                <a16:creationId xmlns:a16="http://schemas.microsoft.com/office/drawing/2014/main" id="{77FF330C-62C9-419E-B6FE-9E4B4D43119F}"/>
              </a:ext>
            </a:extLst>
          </p:cNvPr>
          <p:cNvSpPr>
            <a:spLocks noGrp="1"/>
          </p:cNvSpPr>
          <p:nvPr>
            <p:ph idx="1"/>
          </p:nvPr>
        </p:nvSpPr>
        <p:spPr>
          <a:xfrm>
            <a:off x="323528" y="1484784"/>
            <a:ext cx="7200800" cy="4824536"/>
          </a:xfrm>
        </p:spPr>
        <p:txBody>
          <a:bodyPr>
            <a:normAutofit/>
          </a:bodyPr>
          <a:lstStyle/>
          <a:p>
            <a:r>
              <a:rPr lang="en-US" sz="2400" u="sng" dirty="0">
                <a:hlinkClick r:id="rId2"/>
              </a:rPr>
              <a:t>Vector agents</a:t>
            </a:r>
            <a:endParaRPr lang="en-US" sz="2400" u="sng" dirty="0"/>
          </a:p>
          <a:p>
            <a:pPr lvl="1"/>
            <a:r>
              <a:rPr lang="en-US" dirty="0"/>
              <a:t>Organism that transmits a disease, parasite or infection from one host to another</a:t>
            </a:r>
          </a:p>
          <a:p>
            <a:pPr lvl="1"/>
            <a:r>
              <a:rPr lang="en-US" dirty="0"/>
              <a:t>Most common vector agent disease in Australia are caused by mosquitos</a:t>
            </a:r>
          </a:p>
          <a:p>
            <a:pPr lvl="1"/>
            <a:endParaRPr lang="en-US" dirty="0"/>
          </a:p>
          <a:p>
            <a:pPr lvl="2"/>
            <a:r>
              <a:rPr lang="en-US" dirty="0"/>
              <a:t>Ross River and </a:t>
            </a:r>
            <a:r>
              <a:rPr lang="en-US" dirty="0" err="1"/>
              <a:t>Barmah</a:t>
            </a:r>
            <a:r>
              <a:rPr lang="en-US" dirty="0"/>
              <a:t> Forest Virus</a:t>
            </a:r>
          </a:p>
          <a:p>
            <a:pPr lvl="2"/>
            <a:r>
              <a:rPr lang="en-US" dirty="0">
                <a:hlinkClick r:id="rId3"/>
              </a:rPr>
              <a:t>https://healthywa.wa.gov.au/Articles/N_R/Ross-River-virus-and-Barmah-Forest-virus</a:t>
            </a:r>
            <a:r>
              <a:rPr lang="en-US" dirty="0"/>
              <a:t> </a:t>
            </a:r>
          </a:p>
          <a:p>
            <a:pPr lvl="2"/>
            <a:r>
              <a:rPr lang="en-US" dirty="0" err="1"/>
              <a:t>Malaira</a:t>
            </a:r>
            <a:r>
              <a:rPr lang="en-US" dirty="0"/>
              <a:t> - https://www.mydr.com.au/travel-health/malaria-overview</a:t>
            </a:r>
          </a:p>
          <a:p>
            <a:pPr lvl="1"/>
            <a:endParaRPr lang="en-US" dirty="0"/>
          </a:p>
        </p:txBody>
      </p:sp>
      <p:pic>
        <p:nvPicPr>
          <p:cNvPr id="4098" name="Picture 2" descr="Image result for mosquito">
            <a:extLst>
              <a:ext uri="{FF2B5EF4-FFF2-40B4-BE49-F238E27FC236}">
                <a16:creationId xmlns:a16="http://schemas.microsoft.com/office/drawing/2014/main" id="{6FE58CB2-62CC-4348-B86E-27907A4F59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608" y="4725144"/>
            <a:ext cx="3124200" cy="2343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7574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3495094"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Isosceles Triangle 12">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495095" y="-3"/>
            <a:ext cx="792559"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E67E3133-D028-46E3-861C-796CA74D454A}"/>
              </a:ext>
            </a:extLst>
          </p:cNvPr>
          <p:cNvSpPr>
            <a:spLocks noGrp="1"/>
          </p:cNvSpPr>
          <p:nvPr>
            <p:ph type="title"/>
          </p:nvPr>
        </p:nvSpPr>
        <p:spPr>
          <a:xfrm>
            <a:off x="505315" y="643467"/>
            <a:ext cx="3152284" cy="1375608"/>
          </a:xfrm>
        </p:spPr>
        <p:txBody>
          <a:bodyPr anchor="ctr">
            <a:normAutofit/>
          </a:bodyPr>
          <a:lstStyle/>
          <a:p>
            <a:r>
              <a:rPr lang="en-US" sz="3300">
                <a:solidFill>
                  <a:schemeClr val="bg1"/>
                </a:solidFill>
              </a:rPr>
              <a:t>Climate change in Australia </a:t>
            </a:r>
            <a:endParaRPr lang="en-AU" sz="3300">
              <a:solidFill>
                <a:schemeClr val="bg1"/>
              </a:solidFill>
            </a:endParaRPr>
          </a:p>
        </p:txBody>
      </p:sp>
      <p:sp>
        <p:nvSpPr>
          <p:cNvPr id="3" name="Content Placeholder 2">
            <a:extLst>
              <a:ext uri="{FF2B5EF4-FFF2-40B4-BE49-F238E27FC236}">
                <a16:creationId xmlns:a16="http://schemas.microsoft.com/office/drawing/2014/main" id="{817BF416-7644-4357-A7BC-524ED1F54502}"/>
              </a:ext>
            </a:extLst>
          </p:cNvPr>
          <p:cNvSpPr>
            <a:spLocks noGrp="1"/>
          </p:cNvSpPr>
          <p:nvPr>
            <p:ph idx="1"/>
          </p:nvPr>
        </p:nvSpPr>
        <p:spPr>
          <a:xfrm>
            <a:off x="505315" y="2160590"/>
            <a:ext cx="2980457" cy="3440110"/>
          </a:xfrm>
        </p:spPr>
        <p:txBody>
          <a:bodyPr>
            <a:normAutofit/>
          </a:bodyPr>
          <a:lstStyle/>
          <a:p>
            <a:r>
              <a:rPr lang="en-AU">
                <a:solidFill>
                  <a:schemeClr val="bg1"/>
                </a:solidFill>
                <a:hlinkClick r:id="rId2"/>
              </a:rPr>
              <a:t>https://www.abc.net.au/news/2020-01-14/bureau-of-meteorology-chart-shows-how-temperatures-soared/11857404</a:t>
            </a:r>
            <a:endParaRPr lang="en-AU">
              <a:solidFill>
                <a:schemeClr val="bg1"/>
              </a:solidFill>
            </a:endParaRPr>
          </a:p>
          <a:p>
            <a:endParaRPr lang="en-AU">
              <a:solidFill>
                <a:schemeClr val="bg1"/>
              </a:solidFill>
            </a:endParaRPr>
          </a:p>
          <a:p>
            <a:endParaRPr lang="en-AU">
              <a:solidFill>
                <a:schemeClr val="bg1"/>
              </a:solidFill>
            </a:endParaRPr>
          </a:p>
        </p:txBody>
      </p:sp>
      <p:pic>
        <p:nvPicPr>
          <p:cNvPr id="4" name="Picture 3">
            <a:extLst>
              <a:ext uri="{FF2B5EF4-FFF2-40B4-BE49-F238E27FC236}">
                <a16:creationId xmlns:a16="http://schemas.microsoft.com/office/drawing/2014/main" id="{B41F0516-EE57-4A57-A864-37C0F6544848}"/>
              </a:ext>
            </a:extLst>
          </p:cNvPr>
          <p:cNvPicPr>
            <a:picLocks noChangeAspect="1"/>
          </p:cNvPicPr>
          <p:nvPr/>
        </p:nvPicPr>
        <p:blipFill>
          <a:blip r:embed="rId3"/>
          <a:stretch>
            <a:fillRect/>
          </a:stretch>
        </p:blipFill>
        <p:spPr>
          <a:xfrm>
            <a:off x="4572000" y="1291458"/>
            <a:ext cx="3857625" cy="4262569"/>
          </a:xfrm>
          <a:prstGeom prst="rect">
            <a:avLst/>
          </a:prstGeom>
        </p:spPr>
      </p:pic>
      <p:sp>
        <p:nvSpPr>
          <p:cNvPr id="15" name="Isosceles Triangle 14">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16772" y="4013200"/>
            <a:ext cx="336549"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2318570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8267EEE4-6354-4F1C-9484-951F0EB92F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2" y="0"/>
            <a:ext cx="913923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 name="Title 1">
            <a:extLst>
              <a:ext uri="{FF2B5EF4-FFF2-40B4-BE49-F238E27FC236}">
                <a16:creationId xmlns:a16="http://schemas.microsoft.com/office/drawing/2014/main" id="{76E3F6AE-7759-46C4-ADA4-8554242F6005}"/>
              </a:ext>
            </a:extLst>
          </p:cNvPr>
          <p:cNvSpPr>
            <a:spLocks noGrp="1"/>
          </p:cNvSpPr>
          <p:nvPr>
            <p:ph type="title"/>
          </p:nvPr>
        </p:nvSpPr>
        <p:spPr>
          <a:xfrm>
            <a:off x="742326" y="609600"/>
            <a:ext cx="4123770" cy="1320800"/>
          </a:xfrm>
        </p:spPr>
        <p:txBody>
          <a:bodyPr anchor="ctr">
            <a:normAutofit/>
          </a:bodyPr>
          <a:lstStyle/>
          <a:p>
            <a:r>
              <a:rPr lang="en-US" dirty="0"/>
              <a:t>Natural Environment </a:t>
            </a:r>
            <a:endParaRPr lang="en-AU" dirty="0"/>
          </a:p>
        </p:txBody>
      </p:sp>
      <p:sp>
        <p:nvSpPr>
          <p:cNvPr id="75" name="Isosceles Triangle 74">
            <a:extLst>
              <a:ext uri="{FF2B5EF4-FFF2-40B4-BE49-F238E27FC236}">
                <a16:creationId xmlns:a16="http://schemas.microsoft.com/office/drawing/2014/main" id="{0E5A83F9-E6B8-40BD-9C0D-9A6F156507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rgbClr val="614C45"/>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77FF330C-62C9-419E-B6FE-9E4B4D43119F}"/>
              </a:ext>
            </a:extLst>
          </p:cNvPr>
          <p:cNvSpPr>
            <a:spLocks noGrp="1"/>
          </p:cNvSpPr>
          <p:nvPr>
            <p:ph idx="1"/>
          </p:nvPr>
        </p:nvSpPr>
        <p:spPr>
          <a:xfrm>
            <a:off x="742327" y="2160589"/>
            <a:ext cx="4162299" cy="3880773"/>
          </a:xfrm>
        </p:spPr>
        <p:txBody>
          <a:bodyPr>
            <a:normAutofit/>
          </a:bodyPr>
          <a:lstStyle/>
          <a:p>
            <a:r>
              <a:rPr lang="en-US" u="sng" dirty="0"/>
              <a:t>UV Radiation </a:t>
            </a:r>
          </a:p>
          <a:p>
            <a:pPr lvl="1"/>
            <a:r>
              <a:rPr lang="en-US" dirty="0"/>
              <a:t>High energy rays most commonly coming from the sun</a:t>
            </a:r>
          </a:p>
          <a:p>
            <a:pPr lvl="1"/>
            <a:r>
              <a:rPr lang="en-US" dirty="0"/>
              <a:t>Low exposure – Vit D deficiency (can lead to osteoporosis/rickets) </a:t>
            </a:r>
          </a:p>
          <a:p>
            <a:pPr lvl="1"/>
            <a:r>
              <a:rPr lang="en-US" dirty="0"/>
              <a:t>High exposure – Strong epidemiology link between high exposure and chronic skin/eye disease (cancers). In 2016, an estimated 13,280 new </a:t>
            </a:r>
            <a:r>
              <a:rPr lang="en-US" b="1" dirty="0"/>
              <a:t>cases</a:t>
            </a:r>
            <a:r>
              <a:rPr lang="en-US" dirty="0"/>
              <a:t> of melanoma will be diagnosed in </a:t>
            </a:r>
            <a:r>
              <a:rPr lang="en-US" b="1" dirty="0"/>
              <a:t>Australia</a:t>
            </a:r>
            <a:r>
              <a:rPr lang="en-US" dirty="0"/>
              <a:t>, and 1,770 people will die from this disease</a:t>
            </a:r>
          </a:p>
          <a:p>
            <a:pPr lvl="1"/>
            <a:endParaRPr lang="en-US" dirty="0"/>
          </a:p>
          <a:p>
            <a:pPr lvl="1"/>
            <a:endParaRPr lang="en-US" dirty="0"/>
          </a:p>
        </p:txBody>
      </p:sp>
      <p:pic>
        <p:nvPicPr>
          <p:cNvPr id="3076" name="Picture 4" descr="Image result for osteoporosis">
            <a:extLst>
              <a:ext uri="{FF2B5EF4-FFF2-40B4-BE49-F238E27FC236}">
                <a16:creationId xmlns:a16="http://schemas.microsoft.com/office/drawing/2014/main" id="{2B36C096-397D-46A1-826B-844E9C14F02F}"/>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7286" r="29789" b="2"/>
          <a:stretch/>
        </p:blipFill>
        <p:spPr bwMode="auto">
          <a:xfrm>
            <a:off x="5648611" y="10"/>
            <a:ext cx="3493006" cy="3448414"/>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Image result for uv radiation">
            <a:extLst>
              <a:ext uri="{FF2B5EF4-FFF2-40B4-BE49-F238E27FC236}">
                <a16:creationId xmlns:a16="http://schemas.microsoft.com/office/drawing/2014/main" id="{2B2F6725-B14C-4FF3-8DAF-BD9FB6BD912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492" r="16127"/>
          <a:stretch/>
        </p:blipFill>
        <p:spPr bwMode="auto">
          <a:xfrm>
            <a:off x="5646231" y="3437472"/>
            <a:ext cx="3493005" cy="3428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49721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3F6AE-7759-46C4-ADA4-8554242F6005}"/>
              </a:ext>
            </a:extLst>
          </p:cNvPr>
          <p:cNvSpPr>
            <a:spLocks noGrp="1"/>
          </p:cNvSpPr>
          <p:nvPr>
            <p:ph type="title"/>
          </p:nvPr>
        </p:nvSpPr>
        <p:spPr/>
        <p:txBody>
          <a:bodyPr/>
          <a:lstStyle/>
          <a:p>
            <a:r>
              <a:rPr lang="en-US" dirty="0"/>
              <a:t>Natural Environment </a:t>
            </a:r>
            <a:endParaRPr lang="en-AU" dirty="0"/>
          </a:p>
        </p:txBody>
      </p:sp>
      <p:sp>
        <p:nvSpPr>
          <p:cNvPr id="3" name="Content Placeholder 2">
            <a:extLst>
              <a:ext uri="{FF2B5EF4-FFF2-40B4-BE49-F238E27FC236}">
                <a16:creationId xmlns:a16="http://schemas.microsoft.com/office/drawing/2014/main" id="{77FF330C-62C9-419E-B6FE-9E4B4D43119F}"/>
              </a:ext>
            </a:extLst>
          </p:cNvPr>
          <p:cNvSpPr>
            <a:spLocks noGrp="1"/>
          </p:cNvSpPr>
          <p:nvPr>
            <p:ph idx="1"/>
          </p:nvPr>
        </p:nvSpPr>
        <p:spPr>
          <a:xfrm>
            <a:off x="672158" y="1276772"/>
            <a:ext cx="7200800" cy="4824536"/>
          </a:xfrm>
        </p:spPr>
        <p:txBody>
          <a:bodyPr>
            <a:normAutofit/>
          </a:bodyPr>
          <a:lstStyle/>
          <a:p>
            <a:r>
              <a:rPr lang="en-US" sz="2400" u="sng" dirty="0">
                <a:hlinkClick r:id="rId2"/>
              </a:rPr>
              <a:t>Air quality  </a:t>
            </a:r>
            <a:endParaRPr lang="en-US" sz="2400" u="sng" dirty="0"/>
          </a:p>
          <a:p>
            <a:pPr lvl="1"/>
            <a:r>
              <a:rPr lang="en-US" dirty="0"/>
              <a:t>Pollution in atmosphere </a:t>
            </a:r>
          </a:p>
          <a:p>
            <a:pPr lvl="1"/>
            <a:r>
              <a:rPr lang="en-US" dirty="0"/>
              <a:t>Increase CO2/ </a:t>
            </a:r>
          </a:p>
          <a:p>
            <a:pPr lvl="1"/>
            <a:r>
              <a:rPr lang="en-US" dirty="0"/>
              <a:t>Most common adverse health outcomes</a:t>
            </a:r>
          </a:p>
          <a:p>
            <a:pPr lvl="2"/>
            <a:r>
              <a:rPr lang="en-US" dirty="0"/>
              <a:t>Disorders of the respiratory system and cardiovascular system</a:t>
            </a:r>
          </a:p>
          <a:p>
            <a:pPr lvl="1"/>
            <a:endParaRPr lang="en-US" dirty="0"/>
          </a:p>
          <a:p>
            <a:pPr lvl="1"/>
            <a:endParaRPr lang="en-US" dirty="0"/>
          </a:p>
        </p:txBody>
      </p:sp>
      <p:pic>
        <p:nvPicPr>
          <p:cNvPr id="6146" name="Picture 2" descr="Image result for pollution city">
            <a:extLst>
              <a:ext uri="{FF2B5EF4-FFF2-40B4-BE49-F238E27FC236}">
                <a16:creationId xmlns:a16="http://schemas.microsoft.com/office/drawing/2014/main" id="{8C0CE0DE-9CB0-4741-B29E-2794C2F045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4007632"/>
            <a:ext cx="3528392" cy="1975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9686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35280" cy="1143000"/>
          </a:xfrm>
        </p:spPr>
        <p:txBody>
          <a:bodyPr>
            <a:normAutofit/>
          </a:bodyPr>
          <a:lstStyle/>
          <a:p>
            <a:r>
              <a:rPr lang="en-US" dirty="0"/>
              <a:t>Man-Made/Built Environmental Factors</a:t>
            </a:r>
            <a:endParaRPr lang="en-AU" dirty="0"/>
          </a:p>
        </p:txBody>
      </p:sp>
      <p:sp>
        <p:nvSpPr>
          <p:cNvPr id="3" name="Content Placeholder 2"/>
          <p:cNvSpPr>
            <a:spLocks noGrp="1"/>
          </p:cNvSpPr>
          <p:nvPr>
            <p:ph idx="1"/>
          </p:nvPr>
        </p:nvSpPr>
        <p:spPr/>
        <p:txBody>
          <a:bodyPr>
            <a:normAutofit fontScale="92500" lnSpcReduction="20000"/>
          </a:bodyPr>
          <a:lstStyle/>
          <a:p>
            <a:r>
              <a:rPr lang="en-US" dirty="0"/>
              <a:t>TEXTBOOK pages 18-20</a:t>
            </a:r>
          </a:p>
          <a:p>
            <a:r>
              <a:rPr lang="en-US" dirty="0"/>
              <a:t>Indoor Air quality </a:t>
            </a:r>
          </a:p>
          <a:p>
            <a:r>
              <a:rPr lang="en-US" dirty="0"/>
              <a:t>Walkability </a:t>
            </a:r>
          </a:p>
          <a:p>
            <a:r>
              <a:rPr lang="en-US" dirty="0"/>
              <a:t>Transport </a:t>
            </a:r>
          </a:p>
          <a:p>
            <a:r>
              <a:rPr lang="en-US" dirty="0"/>
              <a:t>Green space</a:t>
            </a:r>
          </a:p>
          <a:p>
            <a:r>
              <a:rPr lang="en-US" dirty="0"/>
              <a:t>Environmental noise </a:t>
            </a:r>
          </a:p>
          <a:p>
            <a:r>
              <a:rPr lang="en-US" dirty="0"/>
              <a:t>Housing </a:t>
            </a:r>
          </a:p>
          <a:p>
            <a:pPr lvl="1"/>
            <a:r>
              <a:rPr lang="en-US" dirty="0"/>
              <a:t>Swan River </a:t>
            </a:r>
            <a:r>
              <a:rPr lang="en-US" dirty="0">
                <a:hlinkClick r:id="rId2"/>
              </a:rPr>
              <a:t>https://thewest.com.au/news/wa/welshpool-chemical-spill-warning-issued-for-residents-and-workers-ng-b88353754z</a:t>
            </a:r>
            <a:endParaRPr lang="en-US" dirty="0"/>
          </a:p>
          <a:p>
            <a:r>
              <a:rPr lang="en-US" dirty="0"/>
              <a:t>Waste Products</a:t>
            </a:r>
          </a:p>
          <a:p>
            <a:r>
              <a:rPr lang="en-US" dirty="0"/>
              <a:t>Any others?????????????????????</a:t>
            </a:r>
          </a:p>
        </p:txBody>
      </p:sp>
    </p:spTree>
    <p:extLst>
      <p:ext uri="{BB962C8B-B14F-4D97-AF65-F5344CB8AC3E}">
        <p14:creationId xmlns:p14="http://schemas.microsoft.com/office/powerpoint/2010/main" val="2157976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Enivronmental</a:t>
            </a:r>
            <a:r>
              <a:rPr lang="en-US" dirty="0"/>
              <a:t> factors examples?</a:t>
            </a:r>
            <a:endParaRPr lang="en-AU" dirty="0"/>
          </a:p>
        </p:txBody>
      </p:sp>
      <p:sp>
        <p:nvSpPr>
          <p:cNvPr id="3" name="Content Placeholder 2"/>
          <p:cNvSpPr>
            <a:spLocks noGrp="1"/>
          </p:cNvSpPr>
          <p:nvPr>
            <p:ph idx="1"/>
          </p:nvPr>
        </p:nvSpPr>
        <p:spPr/>
        <p:txBody>
          <a:bodyPr/>
          <a:lstStyle/>
          <a:p>
            <a:r>
              <a:rPr lang="en-US" dirty="0"/>
              <a:t>Some examples for both natural and man made:</a:t>
            </a:r>
          </a:p>
          <a:p>
            <a:pPr lvl="1"/>
            <a:r>
              <a:rPr lang="en-US" dirty="0"/>
              <a:t>Water Quality</a:t>
            </a:r>
          </a:p>
          <a:p>
            <a:pPr lvl="1"/>
            <a:r>
              <a:rPr lang="en-US" dirty="0"/>
              <a:t>Food</a:t>
            </a:r>
          </a:p>
          <a:p>
            <a:pPr lvl="1"/>
            <a:r>
              <a:rPr lang="en-US" dirty="0"/>
              <a:t>Farming/Agriculture</a:t>
            </a:r>
          </a:p>
          <a:p>
            <a:pPr lvl="2"/>
            <a:r>
              <a:rPr lang="en-US" dirty="0"/>
              <a:t>Fisheries</a:t>
            </a:r>
          </a:p>
          <a:p>
            <a:pPr lvl="2"/>
            <a:r>
              <a:rPr lang="en-US" dirty="0"/>
              <a:t>Livestock</a:t>
            </a:r>
          </a:p>
          <a:p>
            <a:pPr lvl="2"/>
            <a:r>
              <a:rPr lang="en-US" dirty="0"/>
              <a:t>Forests</a:t>
            </a:r>
          </a:p>
          <a:p>
            <a:pPr lvl="1"/>
            <a:r>
              <a:rPr lang="en-US" dirty="0"/>
              <a:t>Livelihood</a:t>
            </a:r>
          </a:p>
          <a:p>
            <a:pPr marL="457200" lvl="1" indent="0">
              <a:buNone/>
            </a:pPr>
            <a:r>
              <a:rPr lang="en-AU" dirty="0"/>
              <a:t>“a means of securing the necessities of life.”</a:t>
            </a:r>
            <a:endParaRPr lang="en-US" dirty="0"/>
          </a:p>
          <a:p>
            <a:pPr lvl="1"/>
            <a:endParaRPr lang="en-AU" dirty="0"/>
          </a:p>
        </p:txBody>
      </p:sp>
    </p:spTree>
    <p:extLst>
      <p:ext uri="{BB962C8B-B14F-4D97-AF65-F5344CB8AC3E}">
        <p14:creationId xmlns:p14="http://schemas.microsoft.com/office/powerpoint/2010/main" val="1102524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181353"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82600" y="816638"/>
            <a:ext cx="2525519" cy="5224724"/>
          </a:xfrm>
        </p:spPr>
        <p:txBody>
          <a:bodyPr anchor="ctr">
            <a:normAutofit/>
          </a:bodyPr>
          <a:lstStyle/>
          <a:p>
            <a:r>
              <a:rPr lang="en-US" dirty="0"/>
              <a:t>Chinese Cancer Villages</a:t>
            </a:r>
            <a:endParaRPr lang="en-AU" dirty="0"/>
          </a:p>
        </p:txBody>
      </p:sp>
      <p:sp>
        <p:nvSpPr>
          <p:cNvPr id="3" name="Content Placeholder 2"/>
          <p:cNvSpPr>
            <a:spLocks noGrp="1"/>
          </p:cNvSpPr>
          <p:nvPr>
            <p:ph idx="1"/>
          </p:nvPr>
        </p:nvSpPr>
        <p:spPr>
          <a:xfrm>
            <a:off x="3490721" y="816638"/>
            <a:ext cx="3464779" cy="5224724"/>
          </a:xfrm>
        </p:spPr>
        <p:txBody>
          <a:bodyPr anchor="ctr">
            <a:normAutofit/>
          </a:bodyPr>
          <a:lstStyle/>
          <a:p>
            <a:r>
              <a:rPr lang="en-AU" dirty="0">
                <a:hlinkClick r:id="rId2"/>
              </a:rPr>
              <a:t>https://www.youtube.com/watch?v=-rj9Wx_jg40</a:t>
            </a:r>
            <a:endParaRPr lang="en-AU" dirty="0"/>
          </a:p>
          <a:p>
            <a:r>
              <a:rPr lang="en-US" dirty="0"/>
              <a:t>15 mins</a:t>
            </a:r>
          </a:p>
          <a:p>
            <a:r>
              <a:rPr lang="en-US" dirty="0"/>
              <a:t>Bring tissues</a:t>
            </a:r>
          </a:p>
        </p:txBody>
      </p:sp>
    </p:spTree>
    <p:extLst>
      <p:ext uri="{BB962C8B-B14F-4D97-AF65-F5344CB8AC3E}">
        <p14:creationId xmlns:p14="http://schemas.microsoft.com/office/powerpoint/2010/main" val="35711177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52550" y="609600"/>
            <a:ext cx="2802951" cy="1320800"/>
          </a:xfrm>
        </p:spPr>
        <p:txBody>
          <a:bodyPr>
            <a:normAutofit/>
          </a:bodyPr>
          <a:lstStyle/>
          <a:p>
            <a:r>
              <a:rPr lang="en-US" dirty="0"/>
              <a:t>Quiz and revision </a:t>
            </a:r>
            <a:endParaRPr lang="en-AU" dirty="0"/>
          </a:p>
        </p:txBody>
      </p:sp>
      <p:sp>
        <p:nvSpPr>
          <p:cNvPr id="3" name="Content Placeholder 2"/>
          <p:cNvSpPr>
            <a:spLocks noGrp="1"/>
          </p:cNvSpPr>
          <p:nvPr>
            <p:ph idx="1"/>
          </p:nvPr>
        </p:nvSpPr>
        <p:spPr>
          <a:xfrm>
            <a:off x="3907172" y="2160589"/>
            <a:ext cx="3048329" cy="3880773"/>
          </a:xfrm>
        </p:spPr>
        <p:txBody>
          <a:bodyPr>
            <a:normAutofit/>
          </a:bodyPr>
          <a:lstStyle/>
          <a:p>
            <a:pPr>
              <a:lnSpc>
                <a:spcPct val="90000"/>
              </a:lnSpc>
              <a:buFontTx/>
              <a:buChar char="-"/>
            </a:pPr>
            <a:r>
              <a:rPr lang="en-US" dirty="0"/>
              <a:t>Quiz</a:t>
            </a:r>
            <a:endParaRPr lang="en-US"/>
          </a:p>
          <a:p>
            <a:pPr>
              <a:lnSpc>
                <a:spcPct val="90000"/>
              </a:lnSpc>
              <a:buFontTx/>
              <a:buChar char="-"/>
            </a:pPr>
            <a:endParaRPr lang="en-US"/>
          </a:p>
          <a:p>
            <a:pPr>
              <a:lnSpc>
                <a:spcPct val="90000"/>
              </a:lnSpc>
              <a:buFontTx/>
              <a:buChar char="-"/>
            </a:pPr>
            <a:r>
              <a:rPr lang="en-US" dirty="0"/>
              <a:t>Best response debate</a:t>
            </a:r>
            <a:endParaRPr lang="en-US"/>
          </a:p>
          <a:p>
            <a:pPr lvl="1">
              <a:lnSpc>
                <a:spcPct val="90000"/>
              </a:lnSpc>
              <a:buFontTx/>
              <a:buChar char="-"/>
            </a:pPr>
            <a:r>
              <a:rPr lang="en-US" dirty="0"/>
              <a:t>- you have 90 second to construct, written or verbal the most convincing reason why climate change can impact health status</a:t>
            </a:r>
            <a:endParaRPr lang="en-US"/>
          </a:p>
          <a:p>
            <a:pPr lvl="1">
              <a:lnSpc>
                <a:spcPct val="90000"/>
              </a:lnSpc>
              <a:buFontTx/>
              <a:buChar char="-"/>
            </a:pPr>
            <a:endParaRPr lang="en-US"/>
          </a:p>
          <a:p>
            <a:pPr lvl="1">
              <a:lnSpc>
                <a:spcPct val="90000"/>
              </a:lnSpc>
              <a:buFontTx/>
              <a:buChar char="-"/>
            </a:pPr>
            <a:r>
              <a:rPr lang="en-US" dirty="0"/>
              <a:t>3 entrants only and the rest are the judges</a:t>
            </a:r>
            <a:endParaRPr lang="en-US"/>
          </a:p>
          <a:p>
            <a:pPr lvl="1">
              <a:lnSpc>
                <a:spcPct val="90000"/>
              </a:lnSpc>
              <a:buFontTx/>
              <a:buChar char="-"/>
            </a:pPr>
            <a:r>
              <a:rPr lang="en-US" dirty="0"/>
              <a:t>Winner gets a freddo </a:t>
            </a:r>
            <a:endParaRPr lang="en-US"/>
          </a:p>
          <a:p>
            <a:pPr>
              <a:lnSpc>
                <a:spcPct val="90000"/>
              </a:lnSpc>
              <a:buFontTx/>
              <a:buChar char="-"/>
            </a:pPr>
            <a:endParaRPr lang="en-AU"/>
          </a:p>
        </p:txBody>
      </p:sp>
      <p:pic>
        <p:nvPicPr>
          <p:cNvPr id="5" name="Picture 4" descr="A picture containing food, sitting, small, different&#10;&#10;Description automatically generated">
            <a:extLst>
              <a:ext uri="{FF2B5EF4-FFF2-40B4-BE49-F238E27FC236}">
                <a16:creationId xmlns:a16="http://schemas.microsoft.com/office/drawing/2014/main" id="{3E0B7CBF-0798-4FE5-8240-3B6F64A88762}"/>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31259" r="24491"/>
          <a:stretch/>
        </p:blipFill>
        <p:spPr>
          <a:xfrm>
            <a:off x="20" y="-1"/>
            <a:ext cx="4046200" cy="6858001"/>
          </a:xfrm>
          <a:custGeom>
            <a:avLst/>
            <a:gdLst>
              <a:gd name="connsiteX0" fmla="*/ 842596 w 5394960"/>
              <a:gd name="connsiteY0" fmla="*/ 0 h 6858000"/>
              <a:gd name="connsiteX1" fmla="*/ 5394960 w 5394960"/>
              <a:gd name="connsiteY1" fmla="*/ 0 h 6858000"/>
              <a:gd name="connsiteX2" fmla="*/ 5394960 w 5394960"/>
              <a:gd name="connsiteY2" fmla="*/ 21851 h 6858000"/>
              <a:gd name="connsiteX3" fmla="*/ 4365943 w 5394960"/>
              <a:gd name="connsiteY3" fmla="*/ 6858000 h 6858000"/>
              <a:gd name="connsiteX4" fmla="*/ 0 w 5394960"/>
              <a:gd name="connsiteY4" fmla="*/ 6858000 h 6858000"/>
              <a:gd name="connsiteX5" fmla="*/ 0 w 5394960"/>
              <a:gd name="connsiteY5" fmla="*/ 566615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1" name="Isosceles Triangle 10">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a:extLst>
              <a:ext uri="{FF2B5EF4-FFF2-40B4-BE49-F238E27FC236}">
                <a16:creationId xmlns:a16="http://schemas.microsoft.com/office/drawing/2014/main" id="{491D57E8-EF0E-4265-A96F-5C2EA6AAA90F}"/>
              </a:ext>
            </a:extLst>
          </p:cNvPr>
          <p:cNvSpPr txBox="1"/>
          <p:nvPr/>
        </p:nvSpPr>
        <p:spPr>
          <a:xfrm>
            <a:off x="6457047" y="6657945"/>
            <a:ext cx="2686953"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3" tooltip="http://www.greentea.tk/2005/12/bounty-from-great-southern-land.html">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4" tooltip="https://creativecommons.org/licenses/by-nc-nd/3.0/">
                  <a:extLst>
                    <a:ext uri="{A12FA001-AC4F-418D-AE19-62706E023703}">
                      <ahyp:hlinkClr xmlns:ahyp="http://schemas.microsoft.com/office/drawing/2018/hyperlinkcolor" val="tx"/>
                    </a:ext>
                  </a:extLst>
                </a:hlinkClick>
              </a:rPr>
              <a:t>CC BY-NC-ND</a:t>
            </a:r>
            <a:endParaRPr lang="en-AU" sz="700">
              <a:solidFill>
                <a:srgbClr val="FFFFFF"/>
              </a:solidFill>
            </a:endParaRPr>
          </a:p>
        </p:txBody>
      </p:sp>
    </p:spTree>
    <p:extLst>
      <p:ext uri="{BB962C8B-B14F-4D97-AF65-F5344CB8AC3E}">
        <p14:creationId xmlns:p14="http://schemas.microsoft.com/office/powerpoint/2010/main" val="16459865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Source</a:t>
            </a:r>
            <a:endParaRPr lang="en-AU" dirty="0"/>
          </a:p>
        </p:txBody>
      </p:sp>
      <p:sp>
        <p:nvSpPr>
          <p:cNvPr id="3" name="Content Placeholder 2"/>
          <p:cNvSpPr>
            <a:spLocks noGrp="1"/>
          </p:cNvSpPr>
          <p:nvPr>
            <p:ph idx="1"/>
          </p:nvPr>
        </p:nvSpPr>
        <p:spPr/>
        <p:txBody>
          <a:bodyPr>
            <a:normAutofit lnSpcReduction="10000"/>
          </a:bodyPr>
          <a:lstStyle/>
          <a:p>
            <a:pPr marL="0" indent="0">
              <a:buNone/>
            </a:pPr>
            <a:r>
              <a:rPr lang="en-US" dirty="0"/>
              <a:t>Lockhart, E. (2010). </a:t>
            </a:r>
            <a:r>
              <a:rPr lang="en-US" i="1" dirty="0"/>
              <a:t>Health Studies Stage 2A-b. </a:t>
            </a:r>
            <a:r>
              <a:rPr lang="en-US" dirty="0" err="1"/>
              <a:t>Madeley</a:t>
            </a:r>
            <a:r>
              <a:rPr lang="en-US" dirty="0"/>
              <a:t>: Print Publishing.</a:t>
            </a:r>
          </a:p>
          <a:p>
            <a:pPr marL="0" indent="0">
              <a:buNone/>
            </a:pPr>
            <a:r>
              <a:rPr lang="en-US" dirty="0"/>
              <a:t>Image from:</a:t>
            </a:r>
          </a:p>
          <a:p>
            <a:pPr marL="0" indent="0">
              <a:buNone/>
            </a:pPr>
            <a:r>
              <a:rPr lang="en-AU" dirty="0">
                <a:hlinkClick r:id="rId3"/>
              </a:rPr>
              <a:t>http://blog.tedmed.com/tag/social-determinants-of-health/</a:t>
            </a:r>
            <a:endParaRPr lang="en-AU" dirty="0"/>
          </a:p>
          <a:p>
            <a:pPr marL="0" indent="0">
              <a:buNone/>
            </a:pPr>
            <a:r>
              <a:rPr lang="en-AU" dirty="0"/>
              <a:t>Kirk, M., Ford, L., Glass, K., &amp; Hall, G. (2014). Foodborne Illness, Australia, Circa 2000 and Circa 2010. </a:t>
            </a:r>
            <a:r>
              <a:rPr lang="en-AU" i="1" dirty="0"/>
              <a:t>Emerging Infectious Diseases</a:t>
            </a:r>
            <a:r>
              <a:rPr lang="en-AU" dirty="0"/>
              <a:t>, </a:t>
            </a:r>
            <a:r>
              <a:rPr lang="en-AU" i="1" dirty="0"/>
              <a:t>20</a:t>
            </a:r>
            <a:r>
              <a:rPr lang="en-AU" dirty="0"/>
              <a:t>(11), 1857-1864. https://dx.doi.org/10.3201/eid2011.131315.</a:t>
            </a:r>
          </a:p>
          <a:p>
            <a:pPr marL="0" indent="0">
              <a:buNone/>
            </a:pPr>
            <a:r>
              <a:rPr lang="en-AU" dirty="0" err="1"/>
              <a:t>McLinden</a:t>
            </a:r>
            <a:r>
              <a:rPr lang="en-AU" dirty="0"/>
              <a:t>, T., </a:t>
            </a:r>
            <a:r>
              <a:rPr lang="en-AU" dirty="0" err="1"/>
              <a:t>Sargeant</a:t>
            </a:r>
            <a:r>
              <a:rPr lang="en-AU" dirty="0"/>
              <a:t>, J. M., Thomas, M. K., Papadopoulos, A., &amp; </a:t>
            </a:r>
            <a:r>
              <a:rPr lang="en-AU" dirty="0" err="1"/>
              <a:t>Fazil</a:t>
            </a:r>
            <a:r>
              <a:rPr lang="en-AU" dirty="0"/>
              <a:t>, A. (2014). Component costs of foodborne illness: a scoping review. </a:t>
            </a:r>
            <a:r>
              <a:rPr lang="en-AU" i="1" dirty="0"/>
              <a:t>BMC public health</a:t>
            </a:r>
            <a:r>
              <a:rPr lang="en-AU" dirty="0"/>
              <a:t>, </a:t>
            </a:r>
            <a:r>
              <a:rPr lang="en-AU" i="1" dirty="0"/>
              <a:t>14</a:t>
            </a:r>
            <a:r>
              <a:rPr lang="en-AU" dirty="0"/>
              <a:t>, 509. doi:10.1186/1471-2458-14-509</a:t>
            </a:r>
          </a:p>
        </p:txBody>
      </p:sp>
    </p:spTree>
    <p:extLst>
      <p:ext uri="{BB962C8B-B14F-4D97-AF65-F5344CB8AC3E}">
        <p14:creationId xmlns:p14="http://schemas.microsoft.com/office/powerpoint/2010/main" val="14102757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DB676-611A-4D55-955B-CD858F658DF9}"/>
              </a:ext>
            </a:extLst>
          </p:cNvPr>
          <p:cNvSpPr>
            <a:spLocks noGrp="1"/>
          </p:cNvSpPr>
          <p:nvPr>
            <p:ph type="title"/>
          </p:nvPr>
        </p:nvSpPr>
        <p:spPr>
          <a:xfrm>
            <a:off x="146421" y="332656"/>
            <a:ext cx="7274769" cy="1320800"/>
          </a:xfrm>
        </p:spPr>
        <p:txBody>
          <a:bodyPr/>
          <a:lstStyle/>
          <a:p>
            <a:r>
              <a:rPr lang="en-US" dirty="0"/>
              <a:t>Syllabus points – Socio-economic</a:t>
            </a:r>
            <a:endParaRPr lang="en-AU" dirty="0"/>
          </a:p>
        </p:txBody>
      </p:sp>
      <p:pic>
        <p:nvPicPr>
          <p:cNvPr id="4" name="Content Placeholder 3">
            <a:extLst>
              <a:ext uri="{FF2B5EF4-FFF2-40B4-BE49-F238E27FC236}">
                <a16:creationId xmlns:a16="http://schemas.microsoft.com/office/drawing/2014/main" id="{86BEB598-9552-4ED3-B627-F85C0E63E771}"/>
              </a:ext>
            </a:extLst>
          </p:cNvPr>
          <p:cNvPicPr>
            <a:picLocks noGrp="1" noChangeAspect="1"/>
          </p:cNvPicPr>
          <p:nvPr>
            <p:ph idx="1"/>
          </p:nvPr>
        </p:nvPicPr>
        <p:blipFill>
          <a:blip r:embed="rId2"/>
          <a:stretch>
            <a:fillRect/>
          </a:stretch>
        </p:blipFill>
        <p:spPr>
          <a:xfrm>
            <a:off x="1683544" y="2305844"/>
            <a:ext cx="4200525" cy="3590925"/>
          </a:xfrm>
          <a:prstGeom prst="rect">
            <a:avLst/>
          </a:prstGeom>
        </p:spPr>
      </p:pic>
    </p:spTree>
    <p:extLst>
      <p:ext uri="{BB962C8B-B14F-4D97-AF65-F5344CB8AC3E}">
        <p14:creationId xmlns:p14="http://schemas.microsoft.com/office/powerpoint/2010/main" val="20987670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9091" t="9091"/>
          <a:stretch/>
        </p:blipFill>
        <p:spPr bwMode="auto">
          <a:xfrm>
            <a:off x="20" y="10"/>
            <a:ext cx="9143980" cy="685799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1" name="Isosceles Triangle 70">
            <a:extLst>
              <a:ext uri="{FF2B5EF4-FFF2-40B4-BE49-F238E27FC236}">
                <a16:creationId xmlns:a16="http://schemas.microsoft.com/office/drawing/2014/main" id="{3559A5F2-8BE0-4998-A1E4-1B145465A9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73" name="Parallelogram 72">
            <a:extLst>
              <a:ext uri="{FF2B5EF4-FFF2-40B4-BE49-F238E27FC236}">
                <a16:creationId xmlns:a16="http://schemas.microsoft.com/office/drawing/2014/main" id="{3A6596D4-D53C-424F-9F16-CC8686C079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3405" y="0"/>
            <a:ext cx="5486400" cy="6858000"/>
          </a:xfrm>
          <a:prstGeom prst="parallelogram">
            <a:avLst>
              <a:gd name="adj" fmla="val 14937"/>
            </a:avLst>
          </a:prstGeom>
          <a:solidFill>
            <a:schemeClr val="tx1">
              <a:alpha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5" name="Straight Connector 74">
            <a:extLst>
              <a:ext uri="{FF2B5EF4-FFF2-40B4-BE49-F238E27FC236}">
                <a16:creationId xmlns:a16="http://schemas.microsoft.com/office/drawing/2014/main" id="{81BB890B-70D4-42FE-A599-6AEF1A42D9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3842D646-B58C-43C8-8152-01BC782B72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9" name="Rectangle 23">
            <a:extLst>
              <a:ext uri="{FF2B5EF4-FFF2-40B4-BE49-F238E27FC236}">
                <a16:creationId xmlns:a16="http://schemas.microsoft.com/office/drawing/2014/main" id="{9772CABD-4211-42AA-B349-D4002E52F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1" name="Rectangle 25">
            <a:extLst>
              <a:ext uri="{FF2B5EF4-FFF2-40B4-BE49-F238E27FC236}">
                <a16:creationId xmlns:a16="http://schemas.microsoft.com/office/drawing/2014/main" id="{BBD91630-4DBA-4294-8016-FEB5C3B0C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3" name="Isosceles Triangle 82">
            <a:extLst>
              <a:ext uri="{FF2B5EF4-FFF2-40B4-BE49-F238E27FC236}">
                <a16:creationId xmlns:a16="http://schemas.microsoft.com/office/drawing/2014/main" id="{E67D1587-504D-41BC-9D48-B61257BFB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528150" y="1678665"/>
            <a:ext cx="3427352" cy="2369131"/>
          </a:xfrm>
        </p:spPr>
        <p:txBody>
          <a:bodyPr>
            <a:normAutofit/>
          </a:bodyPr>
          <a:lstStyle/>
          <a:p>
            <a:pPr>
              <a:lnSpc>
                <a:spcPct val="90000"/>
              </a:lnSpc>
            </a:pPr>
            <a:r>
              <a:rPr lang="en-US" sz="3800"/>
              <a:t>SOCIO-ECONOMIC FACTORS OF HEALTH</a:t>
            </a:r>
            <a:endParaRPr lang="en-AU" sz="3800"/>
          </a:p>
        </p:txBody>
      </p:sp>
      <p:sp>
        <p:nvSpPr>
          <p:cNvPr id="85" name="Rectangle 27">
            <a:extLst>
              <a:ext uri="{FF2B5EF4-FFF2-40B4-BE49-F238E27FC236}">
                <a16:creationId xmlns:a16="http://schemas.microsoft.com/office/drawing/2014/main" id="{8765DD1A-F044-4DE7-8A9B-7C30DC85A4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87" name="Rectangle 28">
            <a:extLst>
              <a:ext uri="{FF2B5EF4-FFF2-40B4-BE49-F238E27FC236}">
                <a16:creationId xmlns:a16="http://schemas.microsoft.com/office/drawing/2014/main" id="{2FE2170D-72D6-48A8-8E9A-BFF3BF03D0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9" name="Rectangle 29">
            <a:extLst>
              <a:ext uri="{FF2B5EF4-FFF2-40B4-BE49-F238E27FC236}">
                <a16:creationId xmlns:a16="http://schemas.microsoft.com/office/drawing/2014/main" id="{01D19436-094D-463D-AFEA-870FDBD03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91" name="Isosceles Triangle 90">
            <a:extLst>
              <a:ext uri="{FF2B5EF4-FFF2-40B4-BE49-F238E27FC236}">
                <a16:creationId xmlns:a16="http://schemas.microsoft.com/office/drawing/2014/main" id="{9A2DE6E0-967C-4C58-8558-EC08F1138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2960216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57888-812C-490B-8F35-545A0B90F449}"/>
              </a:ext>
            </a:extLst>
          </p:cNvPr>
          <p:cNvSpPr>
            <a:spLocks noGrp="1"/>
          </p:cNvSpPr>
          <p:nvPr>
            <p:ph type="title"/>
          </p:nvPr>
        </p:nvSpPr>
        <p:spPr>
          <a:xfrm>
            <a:off x="965199" y="609600"/>
            <a:ext cx="7648121" cy="1099457"/>
          </a:xfrm>
        </p:spPr>
        <p:txBody>
          <a:bodyPr>
            <a:normAutofit/>
          </a:bodyPr>
          <a:lstStyle/>
          <a:p>
            <a:pPr algn="ctr">
              <a:lnSpc>
                <a:spcPct val="90000"/>
              </a:lnSpc>
            </a:pPr>
            <a:r>
              <a:rPr lang="en-US" dirty="0"/>
              <a:t>Need to know and relate back to </a:t>
            </a:r>
            <a:r>
              <a:rPr lang="en-US" b="1" dirty="0"/>
              <a:t>Health Status</a:t>
            </a:r>
            <a:endParaRPr lang="en-AU" b="1" dirty="0"/>
          </a:p>
        </p:txBody>
      </p:sp>
      <p:graphicFrame>
        <p:nvGraphicFramePr>
          <p:cNvPr id="5" name="Content Placeholder 2">
            <a:extLst>
              <a:ext uri="{FF2B5EF4-FFF2-40B4-BE49-F238E27FC236}">
                <a16:creationId xmlns:a16="http://schemas.microsoft.com/office/drawing/2014/main" id="{7EA8DF75-A910-4740-B4AB-BB9039470EDE}"/>
              </a:ext>
            </a:extLst>
          </p:cNvPr>
          <p:cNvGraphicFramePr>
            <a:graphicFrameLocks noGrp="1"/>
          </p:cNvGraphicFramePr>
          <p:nvPr>
            <p:ph idx="1"/>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8525332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4C6A7-4501-401C-8860-1C3A889F07FE}"/>
              </a:ext>
            </a:extLst>
          </p:cNvPr>
          <p:cNvSpPr>
            <a:spLocks noGrp="1"/>
          </p:cNvSpPr>
          <p:nvPr>
            <p:ph type="title"/>
          </p:nvPr>
        </p:nvSpPr>
        <p:spPr>
          <a:xfrm>
            <a:off x="965199" y="609600"/>
            <a:ext cx="7648121" cy="1099457"/>
          </a:xfrm>
        </p:spPr>
        <p:txBody>
          <a:bodyPr>
            <a:normAutofit/>
          </a:bodyPr>
          <a:lstStyle/>
          <a:p>
            <a:r>
              <a:rPr lang="en-US" dirty="0"/>
              <a:t>Lesson Outcomes</a:t>
            </a:r>
            <a:endParaRPr lang="en-AU" dirty="0"/>
          </a:p>
        </p:txBody>
      </p:sp>
      <p:graphicFrame>
        <p:nvGraphicFramePr>
          <p:cNvPr id="5" name="Content Placeholder 2">
            <a:extLst>
              <a:ext uri="{FF2B5EF4-FFF2-40B4-BE49-F238E27FC236}">
                <a16:creationId xmlns:a16="http://schemas.microsoft.com/office/drawing/2014/main" id="{45BAE206-39BA-4FDA-9E46-81A56286B6C4}"/>
              </a:ext>
            </a:extLst>
          </p:cNvPr>
          <p:cNvGraphicFramePr>
            <a:graphicFrameLocks noGrp="1"/>
          </p:cNvGraphicFramePr>
          <p:nvPr>
            <p:ph idx="1"/>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802924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6298" y="609600"/>
            <a:ext cx="2197889" cy="1320800"/>
          </a:xfrm>
        </p:spPr>
        <p:txBody>
          <a:bodyPr anchor="ctr">
            <a:normAutofit/>
          </a:bodyPr>
          <a:lstStyle/>
          <a:p>
            <a:r>
              <a:rPr lang="en-US"/>
              <a:t>Economic </a:t>
            </a:r>
            <a:endParaRPr lang="en-AU"/>
          </a:p>
        </p:txBody>
      </p:sp>
      <p:sp>
        <p:nvSpPr>
          <p:cNvPr id="3" name="Content Placeholder 2"/>
          <p:cNvSpPr>
            <a:spLocks noGrp="1"/>
          </p:cNvSpPr>
          <p:nvPr>
            <p:ph idx="1"/>
          </p:nvPr>
        </p:nvSpPr>
        <p:spPr>
          <a:xfrm>
            <a:off x="503520" y="2160589"/>
            <a:ext cx="2197888" cy="3880773"/>
          </a:xfrm>
        </p:spPr>
        <p:txBody>
          <a:bodyPr>
            <a:normAutofit/>
          </a:bodyPr>
          <a:lstStyle/>
          <a:p>
            <a:pPr>
              <a:lnSpc>
                <a:spcPct val="90000"/>
              </a:lnSpc>
            </a:pPr>
            <a:r>
              <a:rPr lang="en-US" sz="1700"/>
              <a:t>Wealth can be IN THE CONTROL of the individual</a:t>
            </a:r>
          </a:p>
          <a:p>
            <a:pPr marL="0" indent="0">
              <a:lnSpc>
                <a:spcPct val="90000"/>
              </a:lnSpc>
              <a:buNone/>
            </a:pPr>
            <a:r>
              <a:rPr lang="en-US" sz="1700" err="1"/>
              <a:t>Ie</a:t>
            </a:r>
            <a:r>
              <a:rPr lang="en-US" sz="1700"/>
              <a:t>. Education, employment, enterprise.</a:t>
            </a:r>
          </a:p>
          <a:p>
            <a:pPr marL="0" indent="0">
              <a:lnSpc>
                <a:spcPct val="90000"/>
              </a:lnSpc>
              <a:buNone/>
            </a:pPr>
            <a:endParaRPr lang="en-US" sz="1700"/>
          </a:p>
          <a:p>
            <a:pPr>
              <a:lnSpc>
                <a:spcPct val="90000"/>
              </a:lnSpc>
            </a:pPr>
            <a:r>
              <a:rPr lang="en-US" sz="1700"/>
              <a:t>It can also be OUT OF THE CONTROL of the individual</a:t>
            </a:r>
          </a:p>
          <a:p>
            <a:pPr marL="0" indent="0">
              <a:lnSpc>
                <a:spcPct val="90000"/>
              </a:lnSpc>
              <a:buNone/>
            </a:pPr>
            <a:r>
              <a:rPr lang="en-US" sz="1700" err="1"/>
              <a:t>Ie</a:t>
            </a:r>
            <a:r>
              <a:rPr lang="en-US" sz="1700"/>
              <a:t>. Global markets and national economy.</a:t>
            </a:r>
            <a:endParaRPr lang="en-AU" sz="1700"/>
          </a:p>
        </p:txBody>
      </p:sp>
      <p:pic>
        <p:nvPicPr>
          <p:cNvPr id="7" name="Picture 6" descr="A close up of a map&#10;&#10;Description automatically generated">
            <a:extLst>
              <a:ext uri="{FF2B5EF4-FFF2-40B4-BE49-F238E27FC236}">
                <a16:creationId xmlns:a16="http://schemas.microsoft.com/office/drawing/2014/main" id="{AB1BF7E3-FD37-471A-AE82-7438A7A6B73F}"/>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112035" y="3861048"/>
            <a:ext cx="4065872" cy="2541170"/>
          </a:xfrm>
          <a:prstGeom prst="rect">
            <a:avLst/>
          </a:prstGeom>
        </p:spPr>
      </p:pic>
      <p:pic>
        <p:nvPicPr>
          <p:cNvPr id="5" name="Picture 4" descr="A picture containing sign&#10;&#10;Description automatically generated">
            <a:extLst>
              <a:ext uri="{FF2B5EF4-FFF2-40B4-BE49-F238E27FC236}">
                <a16:creationId xmlns:a16="http://schemas.microsoft.com/office/drawing/2014/main" id="{0057AD8D-40F8-47C4-894A-93DE011E9D2F}"/>
              </a:ext>
            </a:extLst>
          </p:cNvPr>
          <p:cNvPicPr>
            <a:picLocks noChangeAspect="1"/>
          </p:cNvPicPr>
          <p:nvPr/>
        </p:nvPicPr>
        <p:blipFill>
          <a:blip r:embed="rId4" cstate="print">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3419872" y="692696"/>
            <a:ext cx="3347062" cy="2602341"/>
          </a:xfrm>
          <a:prstGeom prst="rect">
            <a:avLst/>
          </a:prstGeom>
        </p:spPr>
      </p:pic>
      <p:sp>
        <p:nvSpPr>
          <p:cNvPr id="8" name="TextBox 7">
            <a:extLst>
              <a:ext uri="{FF2B5EF4-FFF2-40B4-BE49-F238E27FC236}">
                <a16:creationId xmlns:a16="http://schemas.microsoft.com/office/drawing/2014/main" id="{7E534450-F34B-458C-9F11-2B18AD9286CE}"/>
              </a:ext>
            </a:extLst>
          </p:cNvPr>
          <p:cNvSpPr txBox="1"/>
          <p:nvPr/>
        </p:nvSpPr>
        <p:spPr>
          <a:xfrm>
            <a:off x="6039210" y="5986139"/>
            <a:ext cx="2526654"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3" tooltip="https://en.wikipedia.org/wiki/Financial_crisis_of_2007%E2%80%9308">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6" tooltip="https://creativecommons.org/licenses/by-sa/3.0/">
                  <a:extLst>
                    <a:ext uri="{A12FA001-AC4F-418D-AE19-62706E023703}">
                      <ahyp:hlinkClr xmlns:ahyp="http://schemas.microsoft.com/office/drawing/2018/hyperlinkcolor" val="tx"/>
                    </a:ext>
                  </a:extLst>
                </a:hlinkClick>
              </a:rPr>
              <a:t>CC BY-SA</a:t>
            </a:r>
            <a:endParaRPr lang="en-AU" sz="700">
              <a:solidFill>
                <a:srgbClr val="FFFFFF"/>
              </a:solidFill>
            </a:endParaRPr>
          </a:p>
        </p:txBody>
      </p:sp>
    </p:spTree>
    <p:extLst>
      <p:ext uri="{BB962C8B-B14F-4D97-AF65-F5344CB8AC3E}">
        <p14:creationId xmlns:p14="http://schemas.microsoft.com/office/powerpoint/2010/main" val="422444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DF4D7F6-81B5-452A-9CE6-76D81F91D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54829" y="73505"/>
            <a:ext cx="6447501" cy="1320800"/>
          </a:xfrm>
        </p:spPr>
        <p:txBody>
          <a:bodyPr>
            <a:normAutofit/>
          </a:bodyPr>
          <a:lstStyle/>
          <a:p>
            <a:r>
              <a:rPr lang="en-US" dirty="0"/>
              <a:t>8 Socioeconomic Determinants of Health</a:t>
            </a:r>
            <a:endParaRPr lang="en-AU" dirty="0"/>
          </a:p>
        </p:txBody>
      </p:sp>
      <p:sp>
        <p:nvSpPr>
          <p:cNvPr id="10" name="Isosceles Triangle 9">
            <a:extLst>
              <a:ext uri="{FF2B5EF4-FFF2-40B4-BE49-F238E27FC236}">
                <a16:creationId xmlns:a16="http://schemas.microsoft.com/office/drawing/2014/main" id="{4600514D-20FB-4559-97DC-D1DC39E6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336549"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Isosceles Triangle 11">
            <a:extLst>
              <a:ext uri="{FF2B5EF4-FFF2-40B4-BE49-F238E27FC236}">
                <a16:creationId xmlns:a16="http://schemas.microsoft.com/office/drawing/2014/main" id="{266F638A-E405-4AC0-B984-72E5813B0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03900" y="3818467"/>
            <a:ext cx="3337719" cy="3039533"/>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cxnSp>
        <p:nvCxnSpPr>
          <p:cNvPr id="14" name="Straight Connector 13">
            <a:extLst>
              <a:ext uri="{FF2B5EF4-FFF2-40B4-BE49-F238E27FC236}">
                <a16:creationId xmlns:a16="http://schemas.microsoft.com/office/drawing/2014/main" id="{7D1CBE93-B17D-4509-843C-82287C3803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00950" y="0"/>
            <a:ext cx="12954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AE6277B4-6A43-48AB-89B2-3442221619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3" name="Content Placeholder 2"/>
          <p:cNvSpPr>
            <a:spLocks noGrp="1"/>
          </p:cNvSpPr>
          <p:nvPr>
            <p:ph idx="1"/>
          </p:nvPr>
        </p:nvSpPr>
        <p:spPr>
          <a:xfrm>
            <a:off x="107504" y="1412776"/>
            <a:ext cx="8280920" cy="5184576"/>
          </a:xfrm>
        </p:spPr>
        <p:txBody>
          <a:bodyPr>
            <a:noAutofit/>
          </a:bodyPr>
          <a:lstStyle/>
          <a:p>
            <a:pPr marL="0" indent="0">
              <a:lnSpc>
                <a:spcPct val="90000"/>
              </a:lnSpc>
              <a:buNone/>
            </a:pPr>
            <a:r>
              <a:rPr lang="en-US" sz="1200" b="1" u="sng" dirty="0">
                <a:hlinkClick r:id="rId2"/>
              </a:rPr>
              <a:t>1. Income</a:t>
            </a:r>
            <a:endParaRPr lang="en-US" sz="1200" b="1" u="sng" dirty="0"/>
          </a:p>
          <a:p>
            <a:pPr>
              <a:lnSpc>
                <a:spcPct val="90000"/>
              </a:lnSpc>
              <a:buFontTx/>
              <a:buChar char="-"/>
            </a:pPr>
            <a:r>
              <a:rPr lang="en-US" sz="1200" dirty="0"/>
              <a:t>Links with Social Gradient</a:t>
            </a:r>
          </a:p>
          <a:p>
            <a:pPr>
              <a:lnSpc>
                <a:spcPct val="90000"/>
              </a:lnSpc>
              <a:buFontTx/>
              <a:buChar char="-"/>
            </a:pPr>
            <a:r>
              <a:rPr lang="en-US" sz="1200" dirty="0"/>
              <a:t>Moderate to high income individuals(and their children) will experience less illness, injury and disease.</a:t>
            </a:r>
          </a:p>
          <a:p>
            <a:pPr>
              <a:lnSpc>
                <a:spcPct val="90000"/>
              </a:lnSpc>
              <a:buFontTx/>
              <a:buChar char="-"/>
            </a:pPr>
            <a:r>
              <a:rPr lang="en-US" sz="1200" dirty="0"/>
              <a:t>Links to inequalities within populations relating to distribution of income – See </a:t>
            </a:r>
            <a:r>
              <a:rPr lang="en-US" sz="1200" dirty="0">
                <a:hlinkClick r:id="rId2"/>
              </a:rPr>
              <a:t>Link </a:t>
            </a:r>
            <a:endParaRPr lang="en-US" sz="1200" dirty="0"/>
          </a:p>
          <a:p>
            <a:pPr>
              <a:lnSpc>
                <a:spcPct val="90000"/>
              </a:lnSpc>
              <a:buFontTx/>
              <a:buChar char="-"/>
            </a:pPr>
            <a:r>
              <a:rPr lang="en-US" sz="1200" dirty="0"/>
              <a:t>LOW income and VERY HIGH income individuals experience poorer health.</a:t>
            </a:r>
          </a:p>
          <a:p>
            <a:pPr>
              <a:lnSpc>
                <a:spcPct val="90000"/>
              </a:lnSpc>
              <a:buFontTx/>
              <a:buChar char="-"/>
            </a:pPr>
            <a:endParaRPr lang="en-US" sz="1200" dirty="0"/>
          </a:p>
          <a:p>
            <a:pPr>
              <a:lnSpc>
                <a:spcPct val="90000"/>
              </a:lnSpc>
              <a:buFontTx/>
              <a:buChar char="-"/>
            </a:pPr>
            <a:endParaRPr lang="en-US" sz="1200" dirty="0"/>
          </a:p>
          <a:p>
            <a:pPr marL="0" indent="0">
              <a:lnSpc>
                <a:spcPct val="90000"/>
              </a:lnSpc>
              <a:buNone/>
            </a:pPr>
            <a:r>
              <a:rPr lang="en-US" sz="1200" b="1" u="sng" dirty="0"/>
              <a:t>2. </a:t>
            </a:r>
            <a:r>
              <a:rPr lang="en-US" sz="1200" b="1" u="sng" dirty="0">
                <a:hlinkClick r:id="rId3"/>
              </a:rPr>
              <a:t>Employment</a:t>
            </a:r>
            <a:endParaRPr lang="en-US" sz="1200" b="1" u="sng" dirty="0"/>
          </a:p>
          <a:p>
            <a:pPr marL="0" indent="0">
              <a:lnSpc>
                <a:spcPct val="90000"/>
              </a:lnSpc>
              <a:buNone/>
            </a:pPr>
            <a:r>
              <a:rPr lang="en-US" sz="1200" dirty="0"/>
              <a:t>- employment type, rate and opportunity for promotion all influence income</a:t>
            </a:r>
          </a:p>
          <a:p>
            <a:pPr marL="0" indent="0">
              <a:lnSpc>
                <a:spcPct val="90000"/>
              </a:lnSpc>
              <a:buNone/>
            </a:pPr>
            <a:r>
              <a:rPr lang="en-US" sz="1200" dirty="0"/>
              <a:t>- not always within the control of the individual (</a:t>
            </a:r>
            <a:r>
              <a:rPr lang="en-US" sz="1200" dirty="0" err="1"/>
              <a:t>eg.</a:t>
            </a:r>
            <a:r>
              <a:rPr lang="en-US" sz="1200" dirty="0"/>
              <a:t> unskilled or skills are not required in the community)</a:t>
            </a:r>
          </a:p>
          <a:p>
            <a:pPr marL="0" indent="0">
              <a:lnSpc>
                <a:spcPct val="90000"/>
              </a:lnSpc>
              <a:buNone/>
            </a:pPr>
            <a:endParaRPr lang="en-US" sz="1200" dirty="0"/>
          </a:p>
          <a:p>
            <a:pPr marL="0" indent="0">
              <a:lnSpc>
                <a:spcPct val="90000"/>
              </a:lnSpc>
              <a:buNone/>
            </a:pPr>
            <a:endParaRPr lang="en-US" sz="1200" dirty="0"/>
          </a:p>
          <a:p>
            <a:pPr marL="0" indent="0">
              <a:lnSpc>
                <a:spcPct val="90000"/>
              </a:lnSpc>
              <a:buNone/>
            </a:pPr>
            <a:r>
              <a:rPr lang="en-US" sz="1200" b="1" u="sng" dirty="0">
                <a:hlinkClick r:id="rId4"/>
              </a:rPr>
              <a:t>3. Education</a:t>
            </a:r>
            <a:endParaRPr lang="en-US" sz="1200" b="1" u="sng" dirty="0"/>
          </a:p>
          <a:p>
            <a:pPr>
              <a:lnSpc>
                <a:spcPct val="90000"/>
              </a:lnSpc>
              <a:buFontTx/>
              <a:buChar char="-"/>
            </a:pPr>
            <a:r>
              <a:rPr lang="en-US" sz="1200" dirty="0"/>
              <a:t>High correlation to health</a:t>
            </a:r>
          </a:p>
          <a:p>
            <a:pPr>
              <a:lnSpc>
                <a:spcPct val="90000"/>
              </a:lnSpc>
              <a:buFontTx/>
              <a:buChar char="-"/>
            </a:pPr>
            <a:r>
              <a:rPr lang="en-US" sz="1200" dirty="0"/>
              <a:t>Highly educated individuals live longer, have healthier children and less injury/illness/disease</a:t>
            </a:r>
          </a:p>
          <a:p>
            <a:pPr>
              <a:lnSpc>
                <a:spcPct val="90000"/>
              </a:lnSpc>
              <a:buFontTx/>
              <a:buChar char="-"/>
            </a:pPr>
            <a:r>
              <a:rPr lang="en-US" sz="1200" dirty="0"/>
              <a:t>Low education is associated with negative health behaviours-smoking, alcohol abuse, poor diet, lack of exercise.</a:t>
            </a:r>
          </a:p>
          <a:p>
            <a:pPr>
              <a:lnSpc>
                <a:spcPct val="90000"/>
              </a:lnSpc>
              <a:buFontTx/>
              <a:buChar char="-"/>
            </a:pPr>
            <a:r>
              <a:rPr lang="en-US" sz="1200" dirty="0"/>
              <a:t>Influences income</a:t>
            </a:r>
          </a:p>
          <a:p>
            <a:pPr>
              <a:lnSpc>
                <a:spcPct val="90000"/>
              </a:lnSpc>
              <a:buFontTx/>
              <a:buChar char="-"/>
            </a:pPr>
            <a:endParaRPr lang="en-US" sz="1200" dirty="0"/>
          </a:p>
        </p:txBody>
      </p:sp>
      <p:sp>
        <p:nvSpPr>
          <p:cNvPr id="18" name="Rectangle 27">
            <a:extLst>
              <a:ext uri="{FF2B5EF4-FFF2-40B4-BE49-F238E27FC236}">
                <a16:creationId xmlns:a16="http://schemas.microsoft.com/office/drawing/2014/main" id="{27B538D5-95DB-47ED-9CB4-34AE5BF78E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19230" y="0"/>
            <a:ext cx="1324770"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255282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00126" y="609600"/>
            <a:ext cx="6447501" cy="1320800"/>
          </a:xfrm>
        </p:spPr>
        <p:txBody>
          <a:bodyPr>
            <a:normAutofit/>
          </a:bodyPr>
          <a:lstStyle/>
          <a:p>
            <a:r>
              <a:rPr lang="en-US" dirty="0"/>
              <a:t>Socioeconomic Determinants of health</a:t>
            </a:r>
            <a:endParaRPr lang="en-AU" dirty="0"/>
          </a:p>
        </p:txBody>
      </p:sp>
      <p:sp>
        <p:nvSpPr>
          <p:cNvPr id="10" name="Isosceles Triangle 9">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467544" y="1844825"/>
            <a:ext cx="7920880" cy="4752528"/>
          </a:xfrm>
        </p:spPr>
        <p:txBody>
          <a:bodyPr>
            <a:normAutofit lnSpcReduction="10000"/>
          </a:bodyPr>
          <a:lstStyle/>
          <a:p>
            <a:pPr marL="0" indent="0">
              <a:lnSpc>
                <a:spcPct val="90000"/>
              </a:lnSpc>
              <a:buNone/>
            </a:pPr>
            <a:r>
              <a:rPr lang="en-US" sz="1600" b="1" u="sng" dirty="0">
                <a:hlinkClick r:id="rId2"/>
              </a:rPr>
              <a:t>4. Housing</a:t>
            </a:r>
            <a:endParaRPr lang="en-US" sz="1600" b="1" u="sng" dirty="0"/>
          </a:p>
          <a:p>
            <a:pPr>
              <a:lnSpc>
                <a:spcPct val="90000"/>
              </a:lnSpc>
              <a:buFontTx/>
              <a:buChar char="-"/>
            </a:pPr>
            <a:r>
              <a:rPr lang="en-US" sz="1600" dirty="0"/>
              <a:t>Quality of housing influences childhood health, growth, development and rate of illness/infection</a:t>
            </a:r>
          </a:p>
          <a:p>
            <a:pPr>
              <a:lnSpc>
                <a:spcPct val="90000"/>
              </a:lnSpc>
              <a:buFontTx/>
              <a:buChar char="-"/>
            </a:pPr>
            <a:r>
              <a:rPr lang="en-US" sz="1600" dirty="0"/>
              <a:t>Hygiene, safety, space, ventilation and locality.</a:t>
            </a:r>
          </a:p>
          <a:p>
            <a:pPr>
              <a:lnSpc>
                <a:spcPct val="90000"/>
              </a:lnSpc>
              <a:buFontTx/>
              <a:buChar char="-"/>
            </a:pPr>
            <a:r>
              <a:rPr lang="en-US" sz="1600" dirty="0"/>
              <a:t>Frequent movers, homelessness.</a:t>
            </a:r>
          </a:p>
          <a:p>
            <a:pPr>
              <a:lnSpc>
                <a:spcPct val="90000"/>
              </a:lnSpc>
              <a:buFontTx/>
              <a:buChar char="-"/>
            </a:pPr>
            <a:r>
              <a:rPr lang="en-US" sz="1600" dirty="0"/>
              <a:t>Locality: impacts levels of physical activity, rate of crime, proximity to services etc. </a:t>
            </a:r>
          </a:p>
          <a:p>
            <a:pPr>
              <a:lnSpc>
                <a:spcPct val="90000"/>
              </a:lnSpc>
              <a:buFontTx/>
              <a:buChar char="-"/>
            </a:pPr>
            <a:endParaRPr lang="en-US" sz="2400" dirty="0"/>
          </a:p>
          <a:p>
            <a:pPr marL="0" indent="0">
              <a:lnSpc>
                <a:spcPct val="90000"/>
              </a:lnSpc>
              <a:buNone/>
            </a:pPr>
            <a:r>
              <a:rPr lang="en-US" sz="1600" b="1" u="sng" dirty="0">
                <a:hlinkClick r:id="rId3"/>
              </a:rPr>
              <a:t>5. Access to Services</a:t>
            </a:r>
            <a:endParaRPr lang="en-US" sz="1600" b="1" u="sng" dirty="0"/>
          </a:p>
          <a:p>
            <a:pPr>
              <a:lnSpc>
                <a:spcPct val="90000"/>
              </a:lnSpc>
              <a:buFontTx/>
              <a:buChar char="-"/>
            </a:pPr>
            <a:r>
              <a:rPr lang="en-US" sz="1600" dirty="0"/>
              <a:t>Treatment and prevention of illness/disease if accessibility is high</a:t>
            </a:r>
          </a:p>
          <a:p>
            <a:pPr>
              <a:lnSpc>
                <a:spcPct val="90000"/>
              </a:lnSpc>
              <a:buFontTx/>
              <a:buChar char="-"/>
            </a:pPr>
            <a:r>
              <a:rPr lang="en-US" sz="1600" dirty="0"/>
              <a:t>Geographical location, disability, education, availability</a:t>
            </a:r>
          </a:p>
          <a:p>
            <a:pPr marL="0" indent="0">
              <a:lnSpc>
                <a:spcPct val="90000"/>
              </a:lnSpc>
              <a:buNone/>
            </a:pPr>
            <a:endParaRPr lang="en-US" sz="1600" dirty="0"/>
          </a:p>
          <a:p>
            <a:pPr marL="0" indent="0">
              <a:lnSpc>
                <a:spcPct val="90000"/>
              </a:lnSpc>
              <a:buNone/>
            </a:pPr>
            <a:r>
              <a:rPr lang="en-US" sz="1600" b="1" u="sng" dirty="0">
                <a:hlinkClick r:id="rId4"/>
              </a:rPr>
              <a:t>6. Family</a:t>
            </a:r>
            <a:endParaRPr lang="en-US" sz="1600" b="1" u="sng" dirty="0"/>
          </a:p>
          <a:p>
            <a:pPr marL="0" indent="0">
              <a:lnSpc>
                <a:spcPct val="90000"/>
              </a:lnSpc>
              <a:buNone/>
            </a:pPr>
            <a:r>
              <a:rPr lang="en-US" sz="1600" dirty="0"/>
              <a:t>- greater support from family leads to better health</a:t>
            </a:r>
          </a:p>
          <a:p>
            <a:pPr marL="0" indent="0">
              <a:lnSpc>
                <a:spcPct val="90000"/>
              </a:lnSpc>
              <a:buNone/>
            </a:pPr>
            <a:r>
              <a:rPr lang="en-US" sz="1600" dirty="0"/>
              <a:t>- Family unit (separated parents/broken </a:t>
            </a:r>
            <a:r>
              <a:rPr lang="en-US" sz="2000" dirty="0"/>
              <a:t>families</a:t>
            </a:r>
            <a:r>
              <a:rPr lang="en-US" sz="1600" dirty="0"/>
              <a:t>)</a:t>
            </a:r>
          </a:p>
          <a:p>
            <a:pPr>
              <a:lnSpc>
                <a:spcPct val="90000"/>
              </a:lnSpc>
            </a:pPr>
            <a:endParaRPr lang="en-AU" sz="1100" dirty="0"/>
          </a:p>
        </p:txBody>
      </p:sp>
      <p:sp>
        <p:nvSpPr>
          <p:cNvPr id="12" name="Isosceles Triangle 11">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236831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DF4D7F6-81B5-452A-9CE6-76D81F91D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00126" y="609600"/>
            <a:ext cx="6447501" cy="1320800"/>
          </a:xfrm>
        </p:spPr>
        <p:txBody>
          <a:bodyPr>
            <a:normAutofit/>
          </a:bodyPr>
          <a:lstStyle/>
          <a:p>
            <a:r>
              <a:rPr lang="en-US" dirty="0"/>
              <a:t>Socioeconomic Determinants</a:t>
            </a:r>
            <a:endParaRPr lang="en-AU" dirty="0"/>
          </a:p>
        </p:txBody>
      </p:sp>
      <p:sp>
        <p:nvSpPr>
          <p:cNvPr id="10" name="Isosceles Triangle 9">
            <a:extLst>
              <a:ext uri="{FF2B5EF4-FFF2-40B4-BE49-F238E27FC236}">
                <a16:creationId xmlns:a16="http://schemas.microsoft.com/office/drawing/2014/main" id="{4600514D-20FB-4559-97DC-D1DC39E6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336549"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Isosceles Triangle 11">
            <a:extLst>
              <a:ext uri="{FF2B5EF4-FFF2-40B4-BE49-F238E27FC236}">
                <a16:creationId xmlns:a16="http://schemas.microsoft.com/office/drawing/2014/main" id="{266F638A-E405-4AC0-B984-72E5813B0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03900" y="3818467"/>
            <a:ext cx="3337719" cy="3039533"/>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cxnSp>
        <p:nvCxnSpPr>
          <p:cNvPr id="14" name="Straight Connector 13">
            <a:extLst>
              <a:ext uri="{FF2B5EF4-FFF2-40B4-BE49-F238E27FC236}">
                <a16:creationId xmlns:a16="http://schemas.microsoft.com/office/drawing/2014/main" id="{7D1CBE93-B17D-4509-843C-82287C3803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00950" y="0"/>
            <a:ext cx="12954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AE6277B4-6A43-48AB-89B2-3442221619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3" name="Content Placeholder 2"/>
          <p:cNvSpPr>
            <a:spLocks noGrp="1"/>
          </p:cNvSpPr>
          <p:nvPr>
            <p:ph idx="1"/>
          </p:nvPr>
        </p:nvSpPr>
        <p:spPr>
          <a:xfrm>
            <a:off x="1000126" y="2160590"/>
            <a:ext cx="6668218" cy="4364754"/>
          </a:xfrm>
        </p:spPr>
        <p:txBody>
          <a:bodyPr>
            <a:normAutofit lnSpcReduction="10000"/>
          </a:bodyPr>
          <a:lstStyle/>
          <a:p>
            <a:pPr marL="0" indent="0">
              <a:buNone/>
            </a:pPr>
            <a:r>
              <a:rPr lang="en-US" b="1" u="sng" dirty="0">
                <a:hlinkClick r:id="rId2"/>
              </a:rPr>
              <a:t>7. Migration/refugee status</a:t>
            </a:r>
            <a:endParaRPr lang="en-US" b="1" u="sng" dirty="0"/>
          </a:p>
          <a:p>
            <a:pPr>
              <a:buFontTx/>
              <a:buChar char="-"/>
            </a:pPr>
            <a:r>
              <a:rPr lang="en-US" dirty="0"/>
              <a:t>The ability to work/earn a living</a:t>
            </a:r>
          </a:p>
          <a:p>
            <a:pPr>
              <a:buFontTx/>
              <a:buChar char="-"/>
            </a:pPr>
            <a:r>
              <a:rPr lang="en-US" dirty="0"/>
              <a:t>Being accepted into society</a:t>
            </a:r>
          </a:p>
          <a:p>
            <a:pPr>
              <a:buFontTx/>
              <a:buChar char="-"/>
            </a:pPr>
            <a:r>
              <a:rPr lang="en-US" dirty="0"/>
              <a:t>“dislocation of land” –stress</a:t>
            </a:r>
          </a:p>
          <a:p>
            <a:pPr>
              <a:buFontTx/>
              <a:buChar char="-"/>
            </a:pPr>
            <a:r>
              <a:rPr lang="en-US" dirty="0"/>
              <a:t>Trauma and mental health</a:t>
            </a:r>
          </a:p>
          <a:p>
            <a:pPr>
              <a:buFontTx/>
              <a:buChar char="-"/>
            </a:pPr>
            <a:r>
              <a:rPr lang="en-US" dirty="0"/>
              <a:t>Access to services </a:t>
            </a:r>
          </a:p>
          <a:p>
            <a:pPr marL="0" indent="0">
              <a:buNone/>
            </a:pPr>
            <a:endParaRPr lang="en-US" dirty="0"/>
          </a:p>
          <a:p>
            <a:pPr marL="0" indent="0">
              <a:buNone/>
            </a:pPr>
            <a:r>
              <a:rPr lang="en-US" b="1" u="sng" dirty="0">
                <a:hlinkClick r:id="rId3"/>
              </a:rPr>
              <a:t>8. Food Security</a:t>
            </a:r>
            <a:endParaRPr lang="en-US" b="1" u="sng" dirty="0"/>
          </a:p>
          <a:p>
            <a:pPr>
              <a:buFontTx/>
              <a:buChar char="-"/>
            </a:pPr>
            <a:r>
              <a:rPr lang="en-US" dirty="0"/>
              <a:t>Having reliable access to adequate food at all times. (quality and quantity)</a:t>
            </a:r>
          </a:p>
          <a:p>
            <a:pPr>
              <a:buFontTx/>
              <a:buChar char="-"/>
            </a:pPr>
            <a:r>
              <a:rPr lang="en-US" dirty="0"/>
              <a:t>Climate change</a:t>
            </a:r>
          </a:p>
          <a:p>
            <a:pPr>
              <a:buFontTx/>
              <a:buChar char="-"/>
            </a:pPr>
            <a:r>
              <a:rPr lang="en-US" dirty="0"/>
              <a:t>Product contamination (needles in fruit)</a:t>
            </a:r>
            <a:endParaRPr lang="en-AU" dirty="0"/>
          </a:p>
          <a:p>
            <a:endParaRPr lang="en-AU" dirty="0"/>
          </a:p>
        </p:txBody>
      </p:sp>
      <p:sp>
        <p:nvSpPr>
          <p:cNvPr id="18" name="Rectangle 27">
            <a:extLst>
              <a:ext uri="{FF2B5EF4-FFF2-40B4-BE49-F238E27FC236}">
                <a16:creationId xmlns:a16="http://schemas.microsoft.com/office/drawing/2014/main" id="{27B538D5-95DB-47ED-9CB4-34AE5BF78E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19230" y="0"/>
            <a:ext cx="1324770"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755648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Syllabus points</a:t>
            </a:r>
            <a:endParaRPr lang="en-AU" dirty="0"/>
          </a:p>
        </p:txBody>
      </p:sp>
      <p:sp>
        <p:nvSpPr>
          <p:cNvPr id="3" name="Content Placeholder 2"/>
          <p:cNvSpPr>
            <a:spLocks noGrp="1"/>
          </p:cNvSpPr>
          <p:nvPr>
            <p:ph idx="1"/>
          </p:nvPr>
        </p:nvSpPr>
        <p:spPr/>
        <p:txBody>
          <a:bodyPr/>
          <a:lstStyle/>
          <a:p>
            <a:endParaRPr lang="en-AU"/>
          </a:p>
        </p:txBody>
      </p:sp>
      <p:pic>
        <p:nvPicPr>
          <p:cNvPr id="4" name="Picture 3">
            <a:extLst>
              <a:ext uri="{FF2B5EF4-FFF2-40B4-BE49-F238E27FC236}">
                <a16:creationId xmlns:a16="http://schemas.microsoft.com/office/drawing/2014/main" id="{F842868C-C910-48B0-814A-7713172A269B}"/>
              </a:ext>
            </a:extLst>
          </p:cNvPr>
          <p:cNvPicPr>
            <a:picLocks noChangeAspect="1"/>
          </p:cNvPicPr>
          <p:nvPr/>
        </p:nvPicPr>
        <p:blipFill>
          <a:blip r:embed="rId2"/>
          <a:stretch>
            <a:fillRect/>
          </a:stretch>
        </p:blipFill>
        <p:spPr>
          <a:xfrm>
            <a:off x="899592" y="3501008"/>
            <a:ext cx="3381375" cy="1333500"/>
          </a:xfrm>
          <a:prstGeom prst="rect">
            <a:avLst/>
          </a:prstGeom>
        </p:spPr>
      </p:pic>
    </p:spTree>
    <p:extLst>
      <p:ext uri="{BB962C8B-B14F-4D97-AF65-F5344CB8AC3E}">
        <p14:creationId xmlns:p14="http://schemas.microsoft.com/office/powerpoint/2010/main" val="3062185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BIOLOGICAL FACTORS OF HEALTH</a:t>
            </a:r>
            <a:endParaRPr lang="en-AU" dirty="0"/>
          </a:p>
        </p:txBody>
      </p:sp>
      <p:pic>
        <p:nvPicPr>
          <p:cNvPr id="3074" name="Picture 2">
            <a:extLst>
              <a:ext uri="{FF2B5EF4-FFF2-40B4-BE49-F238E27FC236}">
                <a16:creationId xmlns:a16="http://schemas.microsoft.com/office/drawing/2014/main" id="{C07DC8E8-3983-41ED-ADCC-D1B530227575}"/>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4572" t="14035" r="13695" b="266"/>
          <a:stretch/>
        </p:blipFill>
        <p:spPr bwMode="auto">
          <a:xfrm>
            <a:off x="2699792" y="1484784"/>
            <a:ext cx="4105342" cy="492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640510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88640"/>
            <a:ext cx="8229600" cy="1143000"/>
          </a:xfrm>
        </p:spPr>
        <p:txBody>
          <a:bodyPr/>
          <a:lstStyle/>
          <a:p>
            <a:r>
              <a:rPr lang="en-US" dirty="0"/>
              <a:t>2 Biological Determinants of Health</a:t>
            </a:r>
            <a:endParaRPr lang="en-AU" dirty="0"/>
          </a:p>
        </p:txBody>
      </p:sp>
      <p:graphicFrame>
        <p:nvGraphicFramePr>
          <p:cNvPr id="4" name="Table 3"/>
          <p:cNvGraphicFramePr>
            <a:graphicFrameLocks noGrp="1"/>
          </p:cNvGraphicFramePr>
          <p:nvPr>
            <p:extLst>
              <p:ext uri="{D42A27DB-BD31-4B8C-83A1-F6EECF244321}">
                <p14:modId xmlns:p14="http://schemas.microsoft.com/office/powerpoint/2010/main" val="3110150254"/>
              </p:ext>
            </p:extLst>
          </p:nvPr>
        </p:nvGraphicFramePr>
        <p:xfrm>
          <a:off x="827584" y="2132856"/>
          <a:ext cx="7152456" cy="3976216"/>
        </p:xfrm>
        <a:graphic>
          <a:graphicData uri="http://schemas.openxmlformats.org/drawingml/2006/table">
            <a:tbl>
              <a:tblPr firstRow="1" bandRow="1">
                <a:tableStyleId>{5C22544A-7EE6-4342-B048-85BDC9FD1C3A}</a:tableStyleId>
              </a:tblPr>
              <a:tblGrid>
                <a:gridCol w="3576228">
                  <a:extLst>
                    <a:ext uri="{9D8B030D-6E8A-4147-A177-3AD203B41FA5}">
                      <a16:colId xmlns:a16="http://schemas.microsoft.com/office/drawing/2014/main" val="20000"/>
                    </a:ext>
                  </a:extLst>
                </a:gridCol>
                <a:gridCol w="3576228">
                  <a:extLst>
                    <a:ext uri="{9D8B030D-6E8A-4147-A177-3AD203B41FA5}">
                      <a16:colId xmlns:a16="http://schemas.microsoft.com/office/drawing/2014/main" val="20001"/>
                    </a:ext>
                  </a:extLst>
                </a:gridCol>
              </a:tblGrid>
              <a:tr h="804055">
                <a:tc>
                  <a:txBody>
                    <a:bodyPr/>
                    <a:lstStyle/>
                    <a:p>
                      <a:r>
                        <a:rPr lang="en-US" dirty="0"/>
                        <a:t>UNDERWEIGHT</a:t>
                      </a:r>
                    </a:p>
                    <a:p>
                      <a:r>
                        <a:rPr lang="en-US" dirty="0"/>
                        <a:t>(more detrimental)</a:t>
                      </a:r>
                      <a:endParaRPr lang="en-AU" dirty="0"/>
                    </a:p>
                  </a:txBody>
                  <a:tcPr/>
                </a:tc>
                <a:tc>
                  <a:txBody>
                    <a:bodyPr/>
                    <a:lstStyle/>
                    <a:p>
                      <a:r>
                        <a:rPr lang="en-US" dirty="0"/>
                        <a:t>OVERWEIGHT</a:t>
                      </a:r>
                    </a:p>
                    <a:p>
                      <a:r>
                        <a:rPr lang="en-US" dirty="0"/>
                        <a:t>(less detrimental)</a:t>
                      </a:r>
                      <a:endParaRPr lang="en-AU" dirty="0"/>
                    </a:p>
                  </a:txBody>
                  <a:tcPr/>
                </a:tc>
                <a:extLst>
                  <a:ext uri="{0D108BD9-81ED-4DB2-BD59-A6C34878D82A}">
                    <a16:rowId xmlns:a16="http://schemas.microsoft.com/office/drawing/2014/main" val="10000"/>
                  </a:ext>
                </a:extLst>
              </a:tr>
              <a:tr h="317216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-increased risk of illness</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-can have delayed development or learning disabilities.</a:t>
                      </a:r>
                    </a:p>
                    <a:p>
                      <a:r>
                        <a:rPr lang="en-US" dirty="0"/>
                        <a:t>-more likely if</a:t>
                      </a:r>
                      <a:r>
                        <a:rPr lang="en-US" baseline="0" dirty="0"/>
                        <a:t> the mother smokes.</a:t>
                      </a:r>
                    </a:p>
                    <a:p>
                      <a:r>
                        <a:rPr lang="en-US" baseline="0" dirty="0"/>
                        <a:t>Increased risk of type 2 diabetes, high blood pressure, renal disease, cardiovascular and pulmonary diseases.</a:t>
                      </a:r>
                      <a:endParaRPr lang="en-AU"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-increased risk of obesity</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-increased</a:t>
                      </a:r>
                      <a:r>
                        <a:rPr lang="en-US" baseline="0" dirty="0"/>
                        <a:t> risk of </a:t>
                      </a:r>
                      <a:r>
                        <a:rPr lang="en-US" dirty="0"/>
                        <a:t>heart disease and diabetes </a:t>
                      </a:r>
                    </a:p>
                    <a:p>
                      <a:endParaRPr lang="en-AU" dirty="0"/>
                    </a:p>
                  </a:txBody>
                  <a:tcPr/>
                </a:tc>
                <a:extLst>
                  <a:ext uri="{0D108BD9-81ED-4DB2-BD59-A6C34878D82A}">
                    <a16:rowId xmlns:a16="http://schemas.microsoft.com/office/drawing/2014/main" val="10001"/>
                  </a:ext>
                </a:extLst>
              </a:tr>
            </a:tbl>
          </a:graphicData>
        </a:graphic>
      </p:graphicFrame>
      <p:sp>
        <p:nvSpPr>
          <p:cNvPr id="6" name="TextBox 5"/>
          <p:cNvSpPr txBox="1"/>
          <p:nvPr/>
        </p:nvSpPr>
        <p:spPr>
          <a:xfrm>
            <a:off x="899592" y="1340768"/>
            <a:ext cx="5832648" cy="584775"/>
          </a:xfrm>
          <a:prstGeom prst="rect">
            <a:avLst/>
          </a:prstGeom>
          <a:noFill/>
        </p:spPr>
        <p:txBody>
          <a:bodyPr wrap="square" rtlCol="0">
            <a:spAutoFit/>
          </a:bodyPr>
          <a:lstStyle/>
          <a:p>
            <a:r>
              <a:rPr lang="en-US" sz="3200" u="sng" dirty="0"/>
              <a:t>1. Birth Weight</a:t>
            </a:r>
            <a:endParaRPr lang="en-AU" sz="3200" u="sng" dirty="0"/>
          </a:p>
        </p:txBody>
      </p:sp>
    </p:spTree>
    <p:extLst>
      <p:ext uri="{BB962C8B-B14F-4D97-AF65-F5344CB8AC3E}">
        <p14:creationId xmlns:p14="http://schemas.microsoft.com/office/powerpoint/2010/main" val="256234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3">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aphicFrame>
        <p:nvGraphicFramePr>
          <p:cNvPr id="5" name="Content Placeholder 2">
            <a:extLst>
              <a:ext uri="{FF2B5EF4-FFF2-40B4-BE49-F238E27FC236}">
                <a16:creationId xmlns:a16="http://schemas.microsoft.com/office/drawing/2014/main" id="{17A43F5D-354B-4CD7-B7F8-0B1A9AEB86E7}"/>
              </a:ext>
            </a:extLst>
          </p:cNvPr>
          <p:cNvGraphicFramePr>
            <a:graphicFrameLocks noGrp="1"/>
          </p:cNvGraphicFramePr>
          <p:nvPr>
            <p:ph idx="1"/>
            <p:extLst>
              <p:ext uri="{D42A27DB-BD31-4B8C-83A1-F6EECF244321}">
                <p14:modId xmlns:p14="http://schemas.microsoft.com/office/powerpoint/2010/main" val="3965327330"/>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0399907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Biological Determinants of Health</a:t>
            </a:r>
            <a:endParaRPr lang="en-AU" dirty="0"/>
          </a:p>
        </p:txBody>
      </p:sp>
      <p:sp>
        <p:nvSpPr>
          <p:cNvPr id="3" name="Content Placeholder 2"/>
          <p:cNvSpPr>
            <a:spLocks noGrp="1"/>
          </p:cNvSpPr>
          <p:nvPr>
            <p:ph idx="1"/>
          </p:nvPr>
        </p:nvSpPr>
        <p:spPr/>
        <p:txBody>
          <a:bodyPr/>
          <a:lstStyle/>
          <a:p>
            <a:pPr marL="0" indent="0">
              <a:buNone/>
            </a:pPr>
            <a:r>
              <a:rPr lang="en-US" u="sng" dirty="0"/>
              <a:t>2. Body Weight</a:t>
            </a:r>
          </a:p>
          <a:p>
            <a:pPr marL="0" indent="0">
              <a:buNone/>
            </a:pPr>
            <a:endParaRPr lang="en-US" u="sng" dirty="0"/>
          </a:p>
          <a:p>
            <a:pPr marL="0" indent="0">
              <a:buNone/>
            </a:pPr>
            <a:r>
              <a:rPr lang="en-US" dirty="0"/>
              <a:t>- cholesterol, obesity, blood pressure, diabetes, hormone levels, increased risk of illness/disease, lowered immune system, eating disorders, mental issues…the list goes ON and ON!</a:t>
            </a:r>
          </a:p>
          <a:p>
            <a:endParaRPr lang="en-AU" dirty="0"/>
          </a:p>
        </p:txBody>
      </p:sp>
    </p:spTree>
    <p:extLst>
      <p:ext uri="{BB962C8B-B14F-4D97-AF65-F5344CB8AC3E}">
        <p14:creationId xmlns:p14="http://schemas.microsoft.com/office/powerpoint/2010/main" val="189780909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marL="0" indent="0">
              <a:buNone/>
            </a:pPr>
            <a:r>
              <a:rPr lang="en-AU" dirty="0">
                <a:hlinkClick r:id="rId2"/>
              </a:rPr>
              <a:t>https://www.aihw.gov.au/reports/overweight-obesity/interactive-insight-into-overweight-and-obesity/contents/how-many-people-are-overweight-or-obese</a:t>
            </a:r>
            <a:endParaRPr lang="en-AU" dirty="0"/>
          </a:p>
          <a:p>
            <a:pPr marL="0" indent="0">
              <a:buNone/>
            </a:pPr>
            <a:endParaRPr lang="en-AU" dirty="0">
              <a:hlinkClick r:id="rId3"/>
            </a:endParaRPr>
          </a:p>
          <a:p>
            <a:pPr marL="0" indent="0">
              <a:buNone/>
            </a:pPr>
            <a:r>
              <a:rPr lang="en-AU" dirty="0">
                <a:hlinkClick r:id="rId4"/>
              </a:rPr>
              <a:t>https://www.worldobesitydata.org/map/overview-adults </a:t>
            </a:r>
            <a:endParaRPr lang="en-AU" dirty="0">
              <a:hlinkClick r:id="rId3"/>
            </a:endParaRPr>
          </a:p>
          <a:p>
            <a:pPr marL="0" indent="0">
              <a:buNone/>
            </a:pPr>
            <a:endParaRPr lang="en-AU" dirty="0">
              <a:hlinkClick r:id="rId3"/>
            </a:endParaRPr>
          </a:p>
          <a:p>
            <a:pPr marL="0" indent="0">
              <a:buNone/>
            </a:pPr>
            <a:r>
              <a:rPr lang="en-AU" dirty="0">
                <a:hlinkClick r:id="rId3"/>
              </a:rPr>
              <a:t>http://www.huffingtonpost.com.au/2016/02/24/australia-obesity-statistics_n_9154422.html</a:t>
            </a:r>
            <a:endParaRPr lang="en-AU" dirty="0"/>
          </a:p>
          <a:p>
            <a:pPr marL="0" indent="0">
              <a:buNone/>
            </a:pPr>
            <a:endParaRPr lang="en-US" dirty="0"/>
          </a:p>
          <a:p>
            <a:pPr marL="0" indent="0">
              <a:buNone/>
            </a:pPr>
            <a:r>
              <a:rPr lang="en-AU" dirty="0">
                <a:hlinkClick r:id="rId5"/>
              </a:rPr>
              <a:t>http://www.healthline.com/health-blogs/diet-diva/dangers-underweight</a:t>
            </a:r>
            <a:endParaRPr lang="en-AU" dirty="0"/>
          </a:p>
          <a:p>
            <a:pPr marL="0" indent="0">
              <a:buNone/>
            </a:pPr>
            <a:endParaRPr lang="en-US" dirty="0"/>
          </a:p>
          <a:p>
            <a:pPr marL="0" indent="0">
              <a:buNone/>
            </a:pPr>
            <a:endParaRPr lang="en-AU" dirty="0"/>
          </a:p>
        </p:txBody>
      </p:sp>
    </p:spTree>
    <p:extLst>
      <p:ext uri="{BB962C8B-B14F-4D97-AF65-F5344CB8AC3E}">
        <p14:creationId xmlns:p14="http://schemas.microsoft.com/office/powerpoint/2010/main" val="172541408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Source:</a:t>
            </a:r>
            <a:endParaRPr lang="en-AU" dirty="0"/>
          </a:p>
        </p:txBody>
      </p:sp>
      <p:sp>
        <p:nvSpPr>
          <p:cNvPr id="3" name="Content Placeholder 2"/>
          <p:cNvSpPr>
            <a:spLocks noGrp="1"/>
          </p:cNvSpPr>
          <p:nvPr>
            <p:ph idx="1"/>
          </p:nvPr>
        </p:nvSpPr>
        <p:spPr/>
        <p:txBody>
          <a:bodyPr>
            <a:normAutofit fontScale="77500" lnSpcReduction="20000"/>
          </a:bodyPr>
          <a:lstStyle/>
          <a:p>
            <a:r>
              <a:rPr lang="en-US" sz="1400" dirty="0"/>
              <a:t>Lockhart, E. (2010). </a:t>
            </a:r>
            <a:r>
              <a:rPr lang="en-US" sz="1400" i="1" dirty="0"/>
              <a:t>Health Studies Stage 2A-b. </a:t>
            </a:r>
            <a:r>
              <a:rPr lang="en-US" sz="1400" dirty="0" err="1"/>
              <a:t>Madeley</a:t>
            </a:r>
            <a:r>
              <a:rPr lang="en-US" sz="1400" dirty="0"/>
              <a:t>: Print Publishing. </a:t>
            </a:r>
          </a:p>
          <a:p>
            <a:r>
              <a:rPr lang="en-US" sz="1400" dirty="0"/>
              <a:t>Images from:</a:t>
            </a:r>
          </a:p>
          <a:p>
            <a:pPr marL="0" indent="0">
              <a:buNone/>
            </a:pPr>
            <a:r>
              <a:rPr lang="en-AU" sz="1400" dirty="0">
                <a:hlinkClick r:id="rId2"/>
              </a:rPr>
              <a:t>http://www.buzzhubmedia.com/10-income-streams-for-your-business-janelle-belle/#prettyPhoto</a:t>
            </a:r>
            <a:endParaRPr lang="en-AU" sz="1400" dirty="0"/>
          </a:p>
          <a:p>
            <a:pPr marL="0" indent="0">
              <a:buNone/>
            </a:pPr>
            <a:r>
              <a:rPr lang="en-AU" sz="1400" dirty="0"/>
              <a:t>http://www.sheknows.com/parenting/articles/968857/the-hottest-new-baby-boy-names-of-2012</a:t>
            </a:r>
          </a:p>
          <a:p>
            <a:pPr marL="0" indent="0">
              <a:buNone/>
            </a:pPr>
            <a:r>
              <a:rPr lang="en-AU" sz="1400" dirty="0">
                <a:hlinkClick r:id="rId3"/>
              </a:rPr>
              <a:t>http://www.healthline.com/health-blogs/diet-diva/dangers-underweight</a:t>
            </a:r>
            <a:endParaRPr lang="en-AU" sz="1400" dirty="0"/>
          </a:p>
          <a:p>
            <a:pPr marL="0" indent="0">
              <a:buNone/>
            </a:pPr>
            <a:r>
              <a:rPr lang="en-AU" sz="1400" dirty="0">
                <a:hlinkClick r:id="rId4"/>
              </a:rPr>
              <a:t>https://www.nhlbi.nih.gov/health/health-topics/topics/obe/risks</a:t>
            </a:r>
            <a:endParaRPr lang="en-AU" sz="1400" dirty="0"/>
          </a:p>
          <a:p>
            <a:pPr marL="0" indent="0">
              <a:buNone/>
            </a:pPr>
            <a:r>
              <a:rPr lang="en-AU" sz="1900" dirty="0">
                <a:hlinkClick r:id="rId5"/>
              </a:rPr>
              <a:t>http://www.perthnow.com.au/news/western-australia/near6kg-baby-born-in-perth-on-australia-day-a-huge-bundle-of-joy-for-tassell-family/news-story/a433513db4d40a9f3f113748f1bffc07</a:t>
            </a:r>
            <a:endParaRPr lang="en-AU" sz="1900" dirty="0"/>
          </a:p>
          <a:p>
            <a:r>
              <a:rPr lang="en-US" sz="1900" dirty="0">
                <a:hlinkClick r:id="rId6"/>
              </a:rPr>
              <a:t>http://www.huffingtonpost.com.au/2016/02/24/australia-obesity-statistics_n_9154422.html</a:t>
            </a:r>
            <a:r>
              <a:rPr lang="en-US" sz="1900" dirty="0"/>
              <a:t> </a:t>
            </a:r>
          </a:p>
          <a:p>
            <a:endParaRPr lang="en-US" sz="1900" dirty="0"/>
          </a:p>
          <a:p>
            <a:pPr marL="0" indent="0">
              <a:buNone/>
            </a:pPr>
            <a:r>
              <a:rPr lang="en-US" sz="1900" dirty="0">
                <a:hlinkClick r:id="rId7"/>
              </a:rPr>
              <a:t>http://www.babycentre.co.uk/a1033196/low-birth-weight-in-babies</a:t>
            </a:r>
            <a:endParaRPr lang="en-US" sz="1900" dirty="0"/>
          </a:p>
          <a:p>
            <a:pPr marL="0" indent="0">
              <a:buNone/>
            </a:pPr>
            <a:endParaRPr lang="en-AU" dirty="0"/>
          </a:p>
        </p:txBody>
      </p:sp>
    </p:spTree>
    <p:extLst>
      <p:ext uri="{BB962C8B-B14F-4D97-AF65-F5344CB8AC3E}">
        <p14:creationId xmlns:p14="http://schemas.microsoft.com/office/powerpoint/2010/main" val="242342940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AD4BB0-E907-4789-8386-A94DF1D13AE6}"/>
              </a:ext>
            </a:extLst>
          </p:cNvPr>
          <p:cNvSpPr>
            <a:spLocks noGrp="1"/>
          </p:cNvSpPr>
          <p:nvPr>
            <p:ph type="title"/>
          </p:nvPr>
        </p:nvSpPr>
        <p:spPr>
          <a:xfrm>
            <a:off x="965199" y="609600"/>
            <a:ext cx="7648121" cy="1099457"/>
          </a:xfrm>
        </p:spPr>
        <p:txBody>
          <a:bodyPr>
            <a:normAutofit/>
          </a:bodyPr>
          <a:lstStyle/>
          <a:p>
            <a:pPr algn="ctr"/>
            <a:r>
              <a:rPr lang="en-US" dirty="0"/>
              <a:t>Revision</a:t>
            </a:r>
            <a:endParaRPr lang="en-AU" dirty="0"/>
          </a:p>
        </p:txBody>
      </p:sp>
      <p:sp>
        <p:nvSpPr>
          <p:cNvPr id="12" name="Isosceles Triangle 11">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3">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aphicFrame>
        <p:nvGraphicFramePr>
          <p:cNvPr id="21" name="Content Placeholder 2">
            <a:extLst>
              <a:ext uri="{FF2B5EF4-FFF2-40B4-BE49-F238E27FC236}">
                <a16:creationId xmlns:a16="http://schemas.microsoft.com/office/drawing/2014/main" id="{72D589AA-2FDD-4E6B-8B12-3D9EC52D1197}"/>
              </a:ext>
            </a:extLst>
          </p:cNvPr>
          <p:cNvGraphicFramePr>
            <a:graphicFrameLocks noGrp="1"/>
          </p:cNvGraphicFramePr>
          <p:nvPr>
            <p:ph idx="1"/>
            <p:extLst>
              <p:ext uri="{D42A27DB-BD31-4B8C-83A1-F6EECF244321}">
                <p14:modId xmlns:p14="http://schemas.microsoft.com/office/powerpoint/2010/main" val="3397412337"/>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2503151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4C6A7-4501-401C-8860-1C3A889F07FE}"/>
              </a:ext>
            </a:extLst>
          </p:cNvPr>
          <p:cNvSpPr>
            <a:spLocks noGrp="1"/>
          </p:cNvSpPr>
          <p:nvPr>
            <p:ph type="title"/>
          </p:nvPr>
        </p:nvSpPr>
        <p:spPr>
          <a:xfrm>
            <a:off x="965199" y="609600"/>
            <a:ext cx="7648121" cy="1099457"/>
          </a:xfrm>
        </p:spPr>
        <p:txBody>
          <a:bodyPr>
            <a:normAutofit/>
          </a:bodyPr>
          <a:lstStyle/>
          <a:p>
            <a:r>
              <a:rPr lang="en-US" dirty="0"/>
              <a:t>Lesson Outcomes</a:t>
            </a:r>
            <a:endParaRPr lang="en-AU" dirty="0"/>
          </a:p>
        </p:txBody>
      </p:sp>
      <p:graphicFrame>
        <p:nvGraphicFramePr>
          <p:cNvPr id="5" name="Content Placeholder 2">
            <a:extLst>
              <a:ext uri="{FF2B5EF4-FFF2-40B4-BE49-F238E27FC236}">
                <a16:creationId xmlns:a16="http://schemas.microsoft.com/office/drawing/2014/main" id="{45BAE206-39BA-4FDA-9E46-81A56286B6C4}"/>
              </a:ext>
            </a:extLst>
          </p:cNvPr>
          <p:cNvGraphicFramePr>
            <a:graphicFrameLocks noGrp="1"/>
          </p:cNvGraphicFramePr>
          <p:nvPr>
            <p:ph idx="1"/>
            <p:extLst>
              <p:ext uri="{D42A27DB-BD31-4B8C-83A1-F6EECF244321}">
                <p14:modId xmlns:p14="http://schemas.microsoft.com/office/powerpoint/2010/main" val="2686748481"/>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2400851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1080E-8F0E-4A77-AA28-FB19B6DECEEA}"/>
              </a:ext>
            </a:extLst>
          </p:cNvPr>
          <p:cNvSpPr>
            <a:spLocks noGrp="1"/>
          </p:cNvSpPr>
          <p:nvPr>
            <p:ph type="title"/>
          </p:nvPr>
        </p:nvSpPr>
        <p:spPr/>
        <p:txBody>
          <a:bodyPr/>
          <a:lstStyle/>
          <a:p>
            <a:r>
              <a:rPr lang="en-US" dirty="0"/>
              <a:t>Writing in Health Studies </a:t>
            </a:r>
            <a:endParaRPr lang="en-AU" dirty="0"/>
          </a:p>
        </p:txBody>
      </p:sp>
      <p:sp>
        <p:nvSpPr>
          <p:cNvPr id="3" name="Content Placeholder 2">
            <a:extLst>
              <a:ext uri="{FF2B5EF4-FFF2-40B4-BE49-F238E27FC236}">
                <a16:creationId xmlns:a16="http://schemas.microsoft.com/office/drawing/2014/main" id="{B999BB90-E719-410F-9D69-6565F5D67999}"/>
              </a:ext>
            </a:extLst>
          </p:cNvPr>
          <p:cNvSpPr>
            <a:spLocks noGrp="1"/>
          </p:cNvSpPr>
          <p:nvPr>
            <p:ph idx="1"/>
          </p:nvPr>
        </p:nvSpPr>
        <p:spPr>
          <a:xfrm>
            <a:off x="609598" y="1412776"/>
            <a:ext cx="7490793" cy="5256584"/>
          </a:xfrm>
        </p:spPr>
        <p:txBody>
          <a:bodyPr>
            <a:normAutofit/>
          </a:bodyPr>
          <a:lstStyle/>
          <a:p>
            <a:r>
              <a:rPr lang="en-US" dirty="0"/>
              <a:t>Monash writing style – </a:t>
            </a:r>
            <a:r>
              <a:rPr lang="en-US" dirty="0">
                <a:hlinkClick r:id="rId2"/>
              </a:rPr>
              <a:t>Click here </a:t>
            </a:r>
            <a:endParaRPr lang="en-US" dirty="0"/>
          </a:p>
          <a:p>
            <a:r>
              <a:rPr lang="en-US" dirty="0"/>
              <a:t>Essays – Intro – body – conclusion – </a:t>
            </a:r>
            <a:r>
              <a:rPr lang="en-US" dirty="0">
                <a:hlinkClick r:id="rId3"/>
              </a:rPr>
              <a:t>Click here</a:t>
            </a:r>
            <a:endParaRPr lang="en-US" dirty="0"/>
          </a:p>
          <a:p>
            <a:r>
              <a:rPr lang="en-US" dirty="0"/>
              <a:t>Exams – answer the question</a:t>
            </a:r>
          </a:p>
          <a:p>
            <a:r>
              <a:rPr lang="en-AU" dirty="0"/>
              <a:t>Referencing styles </a:t>
            </a:r>
          </a:p>
          <a:p>
            <a:pPr lvl="1"/>
            <a:r>
              <a:rPr lang="en-AU" dirty="0">
                <a:hlinkClick r:id="rId4"/>
              </a:rPr>
              <a:t>https://libguides.murdoch.edu.au/APA/examples</a:t>
            </a:r>
            <a:r>
              <a:rPr lang="en-AU" dirty="0"/>
              <a:t> </a:t>
            </a:r>
          </a:p>
          <a:p>
            <a:pPr lvl="1"/>
            <a:r>
              <a:rPr lang="en-AU" dirty="0">
                <a:hlinkClick r:id="rId5"/>
              </a:rPr>
              <a:t>https://library.nd.edu.au/referencing/apa</a:t>
            </a:r>
            <a:r>
              <a:rPr lang="en-AU" dirty="0"/>
              <a:t> </a:t>
            </a:r>
          </a:p>
          <a:p>
            <a:pPr marL="457200" lvl="1" indent="0">
              <a:buNone/>
            </a:pPr>
            <a:endParaRPr lang="en-AU" dirty="0"/>
          </a:p>
          <a:p>
            <a:pPr marL="457200" lvl="1" indent="0">
              <a:buNone/>
            </a:pPr>
            <a:endParaRPr lang="en-AU" dirty="0"/>
          </a:p>
          <a:p>
            <a:pPr marL="457200" lvl="1" indent="0">
              <a:buNone/>
            </a:pPr>
            <a:r>
              <a:rPr lang="en-AU" dirty="0"/>
              <a:t>Practice essay response task:</a:t>
            </a:r>
          </a:p>
          <a:p>
            <a:pPr marL="457200" lvl="1" indent="0">
              <a:buNone/>
            </a:pPr>
            <a:endParaRPr lang="en-AU" dirty="0"/>
          </a:p>
          <a:p>
            <a:pPr marL="457200" lvl="1" indent="0">
              <a:buNone/>
            </a:pPr>
            <a:r>
              <a:rPr lang="en-AU" dirty="0">
                <a:solidFill>
                  <a:srgbClr val="C00000"/>
                </a:solidFill>
              </a:rPr>
              <a:t>Define three determinants of health and explain how each (use examples) could positively or negatively impact an individual's health status.</a:t>
            </a:r>
          </a:p>
        </p:txBody>
      </p:sp>
    </p:spTree>
    <p:extLst>
      <p:ext uri="{BB962C8B-B14F-4D97-AF65-F5344CB8AC3E}">
        <p14:creationId xmlns:p14="http://schemas.microsoft.com/office/powerpoint/2010/main" val="11866616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ERIN BROKOVICH</a:t>
            </a:r>
            <a:endParaRPr lang="en-AU" dirty="0"/>
          </a:p>
        </p:txBody>
      </p:sp>
      <p:sp>
        <p:nvSpPr>
          <p:cNvPr id="3" name="Content Placeholder 2"/>
          <p:cNvSpPr>
            <a:spLocks noGrp="1"/>
          </p:cNvSpPr>
          <p:nvPr>
            <p:ph idx="1"/>
          </p:nvPr>
        </p:nvSpPr>
        <p:spPr>
          <a:xfrm>
            <a:off x="609599" y="1484784"/>
            <a:ext cx="4610474" cy="4556579"/>
          </a:xfrm>
        </p:spPr>
        <p:txBody>
          <a:bodyPr/>
          <a:lstStyle/>
          <a:p>
            <a:endParaRPr lang="en-US" dirty="0"/>
          </a:p>
          <a:p>
            <a:r>
              <a:rPr lang="en-AU" dirty="0"/>
              <a:t>Enjoy the movie</a:t>
            </a:r>
          </a:p>
          <a:p>
            <a:r>
              <a:rPr lang="en-AU" dirty="0"/>
              <a:t>Look for determinants of health and examples </a:t>
            </a:r>
          </a:p>
          <a:p>
            <a:r>
              <a:rPr lang="en-AU" dirty="0"/>
              <a:t>How is health of the characters impacted</a:t>
            </a:r>
          </a:p>
          <a:p>
            <a:r>
              <a:rPr lang="en-AU" dirty="0"/>
              <a:t>Take notes of the above</a:t>
            </a:r>
          </a:p>
          <a:p>
            <a:r>
              <a:rPr lang="en-AU" dirty="0"/>
              <a:t>How </a:t>
            </a:r>
            <a:r>
              <a:rPr lang="en-AU"/>
              <a:t>is the </a:t>
            </a:r>
            <a:r>
              <a:rPr lang="en-AU" dirty="0"/>
              <a:t>health of </a:t>
            </a:r>
            <a:r>
              <a:rPr lang="en-AU"/>
              <a:t>the community? </a:t>
            </a:r>
            <a:endParaRPr lang="en-AU" dirty="0"/>
          </a:p>
        </p:txBody>
      </p:sp>
      <p:pic>
        <p:nvPicPr>
          <p:cNvPr id="1026" name="Picture 2" descr="Image result for erin brockovich">
            <a:extLst>
              <a:ext uri="{FF2B5EF4-FFF2-40B4-BE49-F238E27FC236}">
                <a16:creationId xmlns:a16="http://schemas.microsoft.com/office/drawing/2014/main" id="{48BEF221-4682-45D2-8C53-9DE4D76444B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48480" y="710188"/>
            <a:ext cx="3817664" cy="54376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095578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4C6A7-4501-401C-8860-1C3A889F07FE}"/>
              </a:ext>
            </a:extLst>
          </p:cNvPr>
          <p:cNvSpPr>
            <a:spLocks noGrp="1"/>
          </p:cNvSpPr>
          <p:nvPr>
            <p:ph type="title"/>
          </p:nvPr>
        </p:nvSpPr>
        <p:spPr>
          <a:xfrm>
            <a:off x="965199" y="609600"/>
            <a:ext cx="7648121" cy="1099457"/>
          </a:xfrm>
        </p:spPr>
        <p:txBody>
          <a:bodyPr>
            <a:normAutofit/>
          </a:bodyPr>
          <a:lstStyle/>
          <a:p>
            <a:r>
              <a:rPr lang="en-US" dirty="0"/>
              <a:t>Lesson Outcomes</a:t>
            </a:r>
            <a:endParaRPr lang="en-AU" dirty="0"/>
          </a:p>
        </p:txBody>
      </p:sp>
      <p:graphicFrame>
        <p:nvGraphicFramePr>
          <p:cNvPr id="5" name="Content Placeholder 2">
            <a:extLst>
              <a:ext uri="{FF2B5EF4-FFF2-40B4-BE49-F238E27FC236}">
                <a16:creationId xmlns:a16="http://schemas.microsoft.com/office/drawing/2014/main" id="{45BAE206-39BA-4FDA-9E46-81A56286B6C4}"/>
              </a:ext>
            </a:extLst>
          </p:cNvPr>
          <p:cNvGraphicFramePr>
            <a:graphicFrameLocks noGrp="1"/>
          </p:cNvGraphicFramePr>
          <p:nvPr>
            <p:ph idx="1"/>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4972974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1080E-8F0E-4A77-AA28-FB19B6DECEEA}"/>
              </a:ext>
            </a:extLst>
          </p:cNvPr>
          <p:cNvSpPr>
            <a:spLocks noGrp="1"/>
          </p:cNvSpPr>
          <p:nvPr>
            <p:ph type="title"/>
          </p:nvPr>
        </p:nvSpPr>
        <p:spPr/>
        <p:txBody>
          <a:bodyPr/>
          <a:lstStyle/>
          <a:p>
            <a:r>
              <a:rPr lang="en-US" dirty="0"/>
              <a:t>Writing in Health Studies </a:t>
            </a:r>
            <a:endParaRPr lang="en-AU" dirty="0"/>
          </a:p>
        </p:txBody>
      </p:sp>
      <p:sp>
        <p:nvSpPr>
          <p:cNvPr id="3" name="Content Placeholder 2">
            <a:extLst>
              <a:ext uri="{FF2B5EF4-FFF2-40B4-BE49-F238E27FC236}">
                <a16:creationId xmlns:a16="http://schemas.microsoft.com/office/drawing/2014/main" id="{B999BB90-E719-410F-9D69-6565F5D67999}"/>
              </a:ext>
            </a:extLst>
          </p:cNvPr>
          <p:cNvSpPr>
            <a:spLocks noGrp="1"/>
          </p:cNvSpPr>
          <p:nvPr>
            <p:ph idx="1"/>
          </p:nvPr>
        </p:nvSpPr>
        <p:spPr>
          <a:xfrm>
            <a:off x="609598" y="1412776"/>
            <a:ext cx="7490793" cy="5256584"/>
          </a:xfrm>
        </p:spPr>
        <p:txBody>
          <a:bodyPr>
            <a:normAutofit/>
          </a:bodyPr>
          <a:lstStyle/>
          <a:p>
            <a:r>
              <a:rPr lang="en-US" dirty="0"/>
              <a:t>Monash writing style – </a:t>
            </a:r>
            <a:r>
              <a:rPr lang="en-US" dirty="0">
                <a:hlinkClick r:id="rId2"/>
              </a:rPr>
              <a:t>Click here </a:t>
            </a:r>
            <a:endParaRPr lang="en-US" dirty="0"/>
          </a:p>
          <a:p>
            <a:r>
              <a:rPr lang="en-US" dirty="0"/>
              <a:t>Essays – Intro – body – conclusion – </a:t>
            </a:r>
            <a:r>
              <a:rPr lang="en-US" dirty="0">
                <a:hlinkClick r:id="rId3"/>
              </a:rPr>
              <a:t>Click here</a:t>
            </a:r>
            <a:endParaRPr lang="en-US" dirty="0"/>
          </a:p>
          <a:p>
            <a:r>
              <a:rPr lang="en-US" dirty="0">
                <a:highlight>
                  <a:srgbClr val="FFFF00"/>
                </a:highlight>
              </a:rPr>
              <a:t>Planning an essay </a:t>
            </a:r>
          </a:p>
          <a:p>
            <a:pPr lvl="1"/>
            <a:r>
              <a:rPr lang="en-US" dirty="0">
                <a:highlight>
                  <a:srgbClr val="FFFF00"/>
                </a:highlight>
              </a:rPr>
              <a:t>Identify key points</a:t>
            </a:r>
          </a:p>
          <a:p>
            <a:pPr lvl="1"/>
            <a:r>
              <a:rPr lang="en-US" dirty="0">
                <a:highlight>
                  <a:srgbClr val="FFFF00"/>
                </a:highlight>
              </a:rPr>
              <a:t>Examples</a:t>
            </a:r>
          </a:p>
          <a:p>
            <a:pPr lvl="1"/>
            <a:r>
              <a:rPr lang="en-US" dirty="0">
                <a:highlight>
                  <a:srgbClr val="FFFF00"/>
                </a:highlight>
              </a:rPr>
              <a:t>Basic structure </a:t>
            </a:r>
          </a:p>
          <a:p>
            <a:pPr lvl="1"/>
            <a:r>
              <a:rPr lang="en-US" dirty="0">
                <a:highlight>
                  <a:srgbClr val="FFFF00"/>
                </a:highlight>
              </a:rPr>
              <a:t>Mark allocation</a:t>
            </a:r>
            <a:endParaRPr lang="en-AU" dirty="0">
              <a:highlight>
                <a:srgbClr val="FFFF00"/>
              </a:highlight>
            </a:endParaRPr>
          </a:p>
          <a:p>
            <a:pPr marL="457200" lvl="1" indent="0">
              <a:buNone/>
            </a:pPr>
            <a:endParaRPr lang="en-AU" dirty="0"/>
          </a:p>
          <a:p>
            <a:pPr marL="457200" lvl="1" indent="0">
              <a:buNone/>
            </a:pPr>
            <a:endParaRPr lang="en-AU" dirty="0"/>
          </a:p>
          <a:p>
            <a:pPr marL="457200" lvl="1" indent="0">
              <a:buNone/>
            </a:pPr>
            <a:r>
              <a:rPr lang="en-AU" dirty="0"/>
              <a:t>Practice essay response task:</a:t>
            </a:r>
          </a:p>
          <a:p>
            <a:pPr marL="457200" lvl="1" indent="0">
              <a:buNone/>
            </a:pPr>
            <a:endParaRPr lang="en-AU" dirty="0"/>
          </a:p>
          <a:p>
            <a:pPr marL="457200" lvl="1" indent="0">
              <a:buNone/>
            </a:pPr>
            <a:r>
              <a:rPr lang="en-AU" dirty="0">
                <a:solidFill>
                  <a:srgbClr val="00B0F0"/>
                </a:solidFill>
              </a:rPr>
              <a:t>Identify and explain 2 connected socio-economic determinants of health. Describe the a link between each of them and how they could impact negatively or positively on a communities health status</a:t>
            </a:r>
          </a:p>
        </p:txBody>
      </p:sp>
    </p:spTree>
    <p:extLst>
      <p:ext uri="{BB962C8B-B14F-4D97-AF65-F5344CB8AC3E}">
        <p14:creationId xmlns:p14="http://schemas.microsoft.com/office/powerpoint/2010/main" val="260266446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Syllabus points</a:t>
            </a:r>
            <a:endParaRPr lang="en-AU" dirty="0"/>
          </a:p>
        </p:txBody>
      </p:sp>
      <p:pic>
        <p:nvPicPr>
          <p:cNvPr id="4" name="Picture 3">
            <a:extLst>
              <a:ext uri="{FF2B5EF4-FFF2-40B4-BE49-F238E27FC236}">
                <a16:creationId xmlns:a16="http://schemas.microsoft.com/office/drawing/2014/main" id="{5D522B1E-C114-446D-A8E9-57F978449F37}"/>
              </a:ext>
            </a:extLst>
          </p:cNvPr>
          <p:cNvPicPr>
            <a:picLocks noChangeAspect="1"/>
          </p:cNvPicPr>
          <p:nvPr/>
        </p:nvPicPr>
        <p:blipFill>
          <a:blip r:embed="rId2"/>
          <a:stretch>
            <a:fillRect/>
          </a:stretch>
        </p:blipFill>
        <p:spPr>
          <a:xfrm>
            <a:off x="0" y="2348880"/>
            <a:ext cx="9144000" cy="3194344"/>
          </a:xfrm>
          <a:prstGeom prst="rect">
            <a:avLst/>
          </a:prstGeom>
        </p:spPr>
      </p:pic>
    </p:spTree>
    <p:extLst>
      <p:ext uri="{BB962C8B-B14F-4D97-AF65-F5344CB8AC3E}">
        <p14:creationId xmlns:p14="http://schemas.microsoft.com/office/powerpoint/2010/main" val="110684592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39476" y="4553712"/>
            <a:ext cx="6216024" cy="1096316"/>
          </a:xfrm>
        </p:spPr>
        <p:txBody>
          <a:bodyPr>
            <a:normAutofit/>
          </a:bodyPr>
          <a:lstStyle/>
          <a:p>
            <a:pPr algn="ctr"/>
            <a:r>
              <a:rPr lang="en-US" sz="4200"/>
              <a:t>HEALTH PROMOTION</a:t>
            </a:r>
            <a:endParaRPr lang="en-AU" sz="4200"/>
          </a:p>
        </p:txBody>
      </p:sp>
      <p:sp>
        <p:nvSpPr>
          <p:cNvPr id="3" name="Subtitle 2"/>
          <p:cNvSpPr>
            <a:spLocks noGrp="1"/>
          </p:cNvSpPr>
          <p:nvPr>
            <p:ph type="subTitle" idx="1"/>
          </p:nvPr>
        </p:nvSpPr>
        <p:spPr>
          <a:xfrm>
            <a:off x="739476" y="5650029"/>
            <a:ext cx="6216024" cy="469122"/>
          </a:xfrm>
        </p:spPr>
        <p:txBody>
          <a:bodyPr>
            <a:normAutofit/>
          </a:bodyPr>
          <a:lstStyle/>
          <a:p>
            <a:pPr algn="ctr"/>
            <a:r>
              <a:rPr lang="en-US" dirty="0"/>
              <a:t>Principles, Frameworks, Models and Theories.</a:t>
            </a:r>
            <a:endParaRPr lang="en-AU"/>
          </a:p>
        </p:txBody>
      </p:sp>
      <p:pic>
        <p:nvPicPr>
          <p:cNvPr id="5" name="Picture 4" descr="A picture containing drawing&#10;&#10;Description automatically generated">
            <a:extLst>
              <a:ext uri="{FF2B5EF4-FFF2-40B4-BE49-F238E27FC236}">
                <a16:creationId xmlns:a16="http://schemas.microsoft.com/office/drawing/2014/main" id="{61736B92-205A-4B51-B8EE-40EDBE18D147}"/>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39476" y="2182384"/>
            <a:ext cx="6216024" cy="2051287"/>
          </a:xfrm>
          <a:prstGeom prst="rect">
            <a:avLst/>
          </a:prstGeom>
        </p:spPr>
      </p:pic>
    </p:spTree>
    <p:extLst>
      <p:ext uri="{BB962C8B-B14F-4D97-AF65-F5344CB8AC3E}">
        <p14:creationId xmlns:p14="http://schemas.microsoft.com/office/powerpoint/2010/main" val="196997710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4C6A7-4501-401C-8860-1C3A889F07FE}"/>
              </a:ext>
            </a:extLst>
          </p:cNvPr>
          <p:cNvSpPr>
            <a:spLocks noGrp="1"/>
          </p:cNvSpPr>
          <p:nvPr>
            <p:ph type="title"/>
          </p:nvPr>
        </p:nvSpPr>
        <p:spPr>
          <a:xfrm>
            <a:off x="965199" y="609600"/>
            <a:ext cx="7648121" cy="1099457"/>
          </a:xfrm>
        </p:spPr>
        <p:txBody>
          <a:bodyPr>
            <a:normAutofit/>
          </a:bodyPr>
          <a:lstStyle/>
          <a:p>
            <a:r>
              <a:rPr lang="en-US" dirty="0"/>
              <a:t>Lesson Outcomes</a:t>
            </a:r>
            <a:endParaRPr lang="en-AU" dirty="0"/>
          </a:p>
        </p:txBody>
      </p:sp>
      <p:graphicFrame>
        <p:nvGraphicFramePr>
          <p:cNvPr id="5" name="Content Placeholder 2">
            <a:extLst>
              <a:ext uri="{FF2B5EF4-FFF2-40B4-BE49-F238E27FC236}">
                <a16:creationId xmlns:a16="http://schemas.microsoft.com/office/drawing/2014/main" id="{45BAE206-39BA-4FDA-9E46-81A56286B6C4}"/>
              </a:ext>
            </a:extLst>
          </p:cNvPr>
          <p:cNvGraphicFramePr>
            <a:graphicFrameLocks noGrp="1"/>
          </p:cNvGraphicFramePr>
          <p:nvPr>
            <p:ph idx="1"/>
            <p:extLst>
              <p:ext uri="{D42A27DB-BD31-4B8C-83A1-F6EECF244321}">
                <p14:modId xmlns:p14="http://schemas.microsoft.com/office/powerpoint/2010/main" val="1129082130"/>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5119509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3495094"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5" name="Isosceles Triangle 74">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495095" y="-3"/>
            <a:ext cx="792559"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501E1396-D667-4574-91EF-628F2C325935}"/>
              </a:ext>
            </a:extLst>
          </p:cNvPr>
          <p:cNvSpPr>
            <a:spLocks noGrp="1"/>
          </p:cNvSpPr>
          <p:nvPr>
            <p:ph type="title"/>
          </p:nvPr>
        </p:nvSpPr>
        <p:spPr>
          <a:xfrm>
            <a:off x="505315" y="643467"/>
            <a:ext cx="3152284" cy="1375608"/>
          </a:xfrm>
        </p:spPr>
        <p:txBody>
          <a:bodyPr anchor="ctr">
            <a:normAutofit/>
          </a:bodyPr>
          <a:lstStyle/>
          <a:p>
            <a:r>
              <a:rPr lang="en-US" dirty="0">
                <a:solidFill>
                  <a:schemeClr val="bg1"/>
                </a:solidFill>
              </a:rPr>
              <a:t>Health Promotion</a:t>
            </a:r>
            <a:endParaRPr lang="en-AU" dirty="0">
              <a:solidFill>
                <a:schemeClr val="bg1"/>
              </a:solidFill>
            </a:endParaRPr>
          </a:p>
        </p:txBody>
      </p:sp>
      <p:sp>
        <p:nvSpPr>
          <p:cNvPr id="3" name="Content Placeholder 2">
            <a:extLst>
              <a:ext uri="{FF2B5EF4-FFF2-40B4-BE49-F238E27FC236}">
                <a16:creationId xmlns:a16="http://schemas.microsoft.com/office/drawing/2014/main" id="{B8BD54D6-3FAE-4BBA-BF19-175D56857929}"/>
              </a:ext>
            </a:extLst>
          </p:cNvPr>
          <p:cNvSpPr>
            <a:spLocks noGrp="1"/>
          </p:cNvSpPr>
          <p:nvPr>
            <p:ph idx="1"/>
          </p:nvPr>
        </p:nvSpPr>
        <p:spPr>
          <a:xfrm>
            <a:off x="505315" y="2160590"/>
            <a:ext cx="2980457" cy="3440110"/>
          </a:xfrm>
        </p:spPr>
        <p:txBody>
          <a:bodyPr>
            <a:normAutofit/>
          </a:bodyPr>
          <a:lstStyle/>
          <a:p>
            <a:r>
              <a:rPr lang="en-US">
                <a:solidFill>
                  <a:schemeClr val="bg1"/>
                </a:solidFill>
              </a:rPr>
              <a:t>Brief introduction </a:t>
            </a:r>
          </a:p>
          <a:p>
            <a:pPr lvl="1"/>
            <a:r>
              <a:rPr lang="en-AU">
                <a:solidFill>
                  <a:schemeClr val="bg1"/>
                </a:solidFill>
                <a:hlinkClick r:id="rId2"/>
              </a:rPr>
              <a:t>https://www.youtube.com/watch?v=G2quVLcJVBk</a:t>
            </a:r>
            <a:r>
              <a:rPr lang="en-AU">
                <a:solidFill>
                  <a:schemeClr val="bg1"/>
                </a:solidFill>
              </a:rPr>
              <a:t> </a:t>
            </a:r>
          </a:p>
          <a:p>
            <a:pPr lvl="1"/>
            <a:r>
              <a:rPr lang="en-AU">
                <a:solidFill>
                  <a:schemeClr val="bg1"/>
                </a:solidFill>
              </a:rPr>
              <a:t>5:46 An Introduction to Health Promotion and the Ottawa charte</a:t>
            </a:r>
          </a:p>
          <a:p>
            <a:pPr lvl="1"/>
            <a:endParaRPr lang="en-AU">
              <a:solidFill>
                <a:schemeClr val="bg1"/>
              </a:solidFill>
            </a:endParaRPr>
          </a:p>
        </p:txBody>
      </p:sp>
      <p:pic>
        <p:nvPicPr>
          <p:cNvPr id="1026" name="Picture 2" descr="Image result for health promotion">
            <a:extLst>
              <a:ext uri="{FF2B5EF4-FFF2-40B4-BE49-F238E27FC236}">
                <a16:creationId xmlns:a16="http://schemas.microsoft.com/office/drawing/2014/main" id="{36745C64-F49A-4060-90BE-25BC8F94C76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572000" y="1976133"/>
            <a:ext cx="3857625" cy="2893218"/>
          </a:xfrm>
          <a:prstGeom prst="rect">
            <a:avLst/>
          </a:prstGeom>
          <a:noFill/>
          <a:extLst>
            <a:ext uri="{909E8E84-426E-40DD-AFC4-6F175D3DCCD1}">
              <a14:hiddenFill xmlns:a14="http://schemas.microsoft.com/office/drawing/2010/main">
                <a:solidFill>
                  <a:srgbClr val="FFFFFF"/>
                </a:solidFill>
              </a14:hiddenFill>
            </a:ext>
          </a:extLst>
        </p:spPr>
      </p:pic>
      <p:sp>
        <p:nvSpPr>
          <p:cNvPr id="77" name="Isosceles Triangle 76">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16772" y="4013200"/>
            <a:ext cx="336549"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229057266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is Health Promotion?</a:t>
            </a:r>
            <a:endParaRPr lang="en-AU" dirty="0"/>
          </a:p>
        </p:txBody>
      </p:sp>
      <p:sp>
        <p:nvSpPr>
          <p:cNvPr id="3" name="Content Placeholder 2"/>
          <p:cNvSpPr>
            <a:spLocks noGrp="1"/>
          </p:cNvSpPr>
          <p:nvPr>
            <p:ph idx="1"/>
          </p:nvPr>
        </p:nvSpPr>
        <p:spPr>
          <a:xfrm>
            <a:off x="609599" y="1844824"/>
            <a:ext cx="8066857" cy="4697410"/>
          </a:xfrm>
        </p:spPr>
        <p:txBody>
          <a:bodyPr>
            <a:normAutofit/>
          </a:bodyPr>
          <a:lstStyle/>
          <a:p>
            <a:pPr marL="0" indent="0">
              <a:buNone/>
            </a:pPr>
            <a:r>
              <a:rPr lang="en-US" dirty="0"/>
              <a:t>Definition: </a:t>
            </a:r>
          </a:p>
          <a:p>
            <a:pPr marL="0" indent="0">
              <a:buNone/>
            </a:pPr>
            <a:r>
              <a:rPr lang="en-US" dirty="0"/>
              <a:t>“</a:t>
            </a:r>
            <a:r>
              <a:rPr lang="en-AU" dirty="0"/>
              <a:t>Health promotion is the process of </a:t>
            </a:r>
            <a:r>
              <a:rPr lang="en-AU" dirty="0">
                <a:highlight>
                  <a:srgbClr val="FFFF00"/>
                </a:highlight>
              </a:rPr>
              <a:t>enabling</a:t>
            </a:r>
            <a:r>
              <a:rPr lang="en-AU" dirty="0"/>
              <a:t> people to </a:t>
            </a:r>
            <a:r>
              <a:rPr lang="en-AU" dirty="0">
                <a:highlight>
                  <a:srgbClr val="FFFF00"/>
                </a:highlight>
              </a:rPr>
              <a:t>increase control </a:t>
            </a:r>
            <a:r>
              <a:rPr lang="en-AU" dirty="0"/>
              <a:t>over, and to i</a:t>
            </a:r>
            <a:r>
              <a:rPr lang="en-AU" dirty="0">
                <a:highlight>
                  <a:srgbClr val="FFFF00"/>
                </a:highlight>
              </a:rPr>
              <a:t>mprove</a:t>
            </a:r>
            <a:r>
              <a:rPr lang="en-AU" dirty="0"/>
              <a:t>, their </a:t>
            </a:r>
            <a:r>
              <a:rPr lang="en-AU" dirty="0">
                <a:highlight>
                  <a:srgbClr val="FFFF00"/>
                </a:highlight>
              </a:rPr>
              <a:t>health</a:t>
            </a:r>
            <a:r>
              <a:rPr lang="en-AU" dirty="0"/>
              <a:t>.”</a:t>
            </a:r>
          </a:p>
          <a:p>
            <a:pPr marL="0" indent="0">
              <a:buNone/>
            </a:pPr>
            <a:r>
              <a:rPr lang="en-US" dirty="0"/>
              <a:t>-Ottawa Charter WHO, 1986</a:t>
            </a:r>
          </a:p>
          <a:p>
            <a:pPr marL="0" indent="0">
              <a:buNone/>
            </a:pPr>
            <a:endParaRPr lang="en-US" dirty="0"/>
          </a:p>
          <a:p>
            <a:pPr marL="0" indent="0">
              <a:buNone/>
            </a:pPr>
            <a:endParaRPr lang="en-US" dirty="0"/>
          </a:p>
          <a:p>
            <a:pPr marL="0" indent="0">
              <a:buNone/>
            </a:pPr>
            <a:r>
              <a:rPr lang="en-US" dirty="0"/>
              <a:t>“Prevention is better than Cure”</a:t>
            </a:r>
          </a:p>
          <a:p>
            <a:pPr marL="0" indent="0">
              <a:buNone/>
            </a:pPr>
            <a:r>
              <a:rPr lang="en-US" dirty="0"/>
              <a:t>-the long standing motto of health promoters.</a:t>
            </a:r>
          </a:p>
          <a:p>
            <a:pPr marL="0" indent="0">
              <a:buNone/>
            </a:pPr>
            <a:r>
              <a:rPr lang="en-US" dirty="0"/>
              <a:t>(National Preventative Health Taskforce, 2008)</a:t>
            </a:r>
          </a:p>
          <a:p>
            <a:pPr marL="0" indent="0">
              <a:buNone/>
            </a:pPr>
            <a:endParaRPr lang="en-US" dirty="0"/>
          </a:p>
          <a:p>
            <a:pPr marL="0" indent="0">
              <a:buNone/>
            </a:pPr>
            <a:r>
              <a:rPr lang="en-AU" dirty="0"/>
              <a:t>https://www.australia.gov.au/information-and-services/health/health-promotion</a:t>
            </a:r>
          </a:p>
        </p:txBody>
      </p:sp>
      <p:pic>
        <p:nvPicPr>
          <p:cNvPr id="8194" name="Picture 2" descr="Image result for prevention is better than the cure">
            <a:extLst>
              <a:ext uri="{FF2B5EF4-FFF2-40B4-BE49-F238E27FC236}">
                <a16:creationId xmlns:a16="http://schemas.microsoft.com/office/drawing/2014/main" id="{84AB2304-837A-4770-9234-74DC56A476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2916" y="3068960"/>
            <a:ext cx="3159616" cy="2520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74034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Framework For Health Promotion</a:t>
            </a:r>
            <a:endParaRPr lang="en-AU" dirty="0"/>
          </a:p>
        </p:txBody>
      </p:sp>
    </p:spTree>
    <p:extLst>
      <p:ext uri="{BB962C8B-B14F-4D97-AF65-F5344CB8AC3E}">
        <p14:creationId xmlns:p14="http://schemas.microsoft.com/office/powerpoint/2010/main" val="307175358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Framework for Health Promotion</a:t>
            </a:r>
            <a:endParaRPr lang="en-AU" dirty="0"/>
          </a:p>
        </p:txBody>
      </p:sp>
      <p:sp>
        <p:nvSpPr>
          <p:cNvPr id="3" name="Content Placeholder 2"/>
          <p:cNvSpPr>
            <a:spLocks noGrp="1"/>
          </p:cNvSpPr>
          <p:nvPr>
            <p:ph idx="1"/>
          </p:nvPr>
        </p:nvSpPr>
        <p:spPr/>
        <p:txBody>
          <a:bodyPr>
            <a:normAutofit fontScale="92500" lnSpcReduction="20000"/>
          </a:bodyPr>
          <a:lstStyle/>
          <a:p>
            <a:pPr marL="0" indent="0" algn="ctr">
              <a:buNone/>
            </a:pPr>
            <a:r>
              <a:rPr lang="en-US" sz="3600" b="1" dirty="0"/>
              <a:t>FOCUS</a:t>
            </a:r>
          </a:p>
          <a:p>
            <a:pPr marL="0" indent="0" algn="ctr">
              <a:buNone/>
            </a:pPr>
            <a:endParaRPr lang="en-US" sz="3600" b="1" dirty="0"/>
          </a:p>
          <a:p>
            <a:pPr marL="0" indent="0" algn="ctr">
              <a:buNone/>
            </a:pPr>
            <a:r>
              <a:rPr lang="en-US" sz="3600" b="1" dirty="0"/>
              <a:t>STRATEGIES</a:t>
            </a:r>
          </a:p>
          <a:p>
            <a:pPr marL="0" indent="0" algn="ctr">
              <a:buNone/>
            </a:pPr>
            <a:endParaRPr lang="en-US" sz="3600" b="1" dirty="0"/>
          </a:p>
          <a:p>
            <a:pPr marL="0" indent="0" algn="ctr">
              <a:buNone/>
            </a:pPr>
            <a:r>
              <a:rPr lang="en-US" sz="3600" b="1" dirty="0"/>
              <a:t>IMPACT</a:t>
            </a:r>
          </a:p>
          <a:p>
            <a:pPr marL="0" indent="0" algn="ctr">
              <a:buNone/>
            </a:pPr>
            <a:endParaRPr lang="en-US" sz="3600" b="1" dirty="0"/>
          </a:p>
          <a:p>
            <a:pPr marL="0" indent="0" algn="ctr">
              <a:buNone/>
            </a:pPr>
            <a:r>
              <a:rPr lang="en-US" sz="3600" b="1" dirty="0"/>
              <a:t>OUTCOMES</a:t>
            </a:r>
            <a:endParaRPr lang="en-AU" sz="3600" b="1" dirty="0"/>
          </a:p>
        </p:txBody>
      </p:sp>
      <p:cxnSp>
        <p:nvCxnSpPr>
          <p:cNvPr id="5" name="Straight Arrow Connector 4"/>
          <p:cNvCxnSpPr/>
          <p:nvPr/>
        </p:nvCxnSpPr>
        <p:spPr>
          <a:xfrm>
            <a:off x="4457389" y="2060848"/>
            <a:ext cx="0" cy="7200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4441623" y="3284984"/>
            <a:ext cx="0" cy="7200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4441623" y="4509120"/>
            <a:ext cx="0" cy="7200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2981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Isosceles Triangle 14">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508000" y="609600"/>
            <a:ext cx="6447501" cy="1320800"/>
          </a:xfrm>
        </p:spPr>
        <p:txBody>
          <a:bodyPr>
            <a:normAutofit/>
          </a:bodyPr>
          <a:lstStyle/>
          <a:p>
            <a:r>
              <a:rPr lang="en-US"/>
              <a:t>FOCUS:</a:t>
            </a:r>
            <a:endParaRPr lang="en-AU"/>
          </a:p>
        </p:txBody>
      </p:sp>
      <p:sp>
        <p:nvSpPr>
          <p:cNvPr id="3" name="Content Placeholder 2"/>
          <p:cNvSpPr>
            <a:spLocks noGrp="1"/>
          </p:cNvSpPr>
          <p:nvPr>
            <p:ph idx="1"/>
          </p:nvPr>
        </p:nvSpPr>
        <p:spPr>
          <a:xfrm>
            <a:off x="508000" y="2160589"/>
            <a:ext cx="6447501" cy="3880773"/>
          </a:xfrm>
        </p:spPr>
        <p:txBody>
          <a:bodyPr>
            <a:normAutofit/>
          </a:bodyPr>
          <a:lstStyle/>
          <a:p>
            <a:pPr marL="0" indent="0">
              <a:buNone/>
            </a:pPr>
            <a:r>
              <a:rPr lang="en-US" dirty="0"/>
              <a:t>Who is the TARGET AUDIENCE?</a:t>
            </a:r>
          </a:p>
          <a:p>
            <a:pPr marL="0" indent="0">
              <a:buNone/>
            </a:pPr>
            <a:endParaRPr lang="en-US" dirty="0"/>
          </a:p>
          <a:p>
            <a:pPr marL="0" indent="0">
              <a:buNone/>
            </a:pPr>
            <a:r>
              <a:rPr lang="en-US" dirty="0"/>
              <a:t>1. Individuals </a:t>
            </a:r>
          </a:p>
          <a:p>
            <a:pPr marL="457200" indent="-457200">
              <a:buAutoNum type="arabicPeriod"/>
            </a:pPr>
            <a:endParaRPr lang="en-US" dirty="0"/>
          </a:p>
          <a:p>
            <a:pPr marL="0" indent="0">
              <a:buNone/>
            </a:pPr>
            <a:r>
              <a:rPr lang="en-US" dirty="0"/>
              <a:t>2. Groups – E.g. Aboriginal and Torres Strait islanders, Remote communities, religious groups</a:t>
            </a:r>
          </a:p>
          <a:p>
            <a:pPr marL="0" indent="0">
              <a:buNone/>
            </a:pPr>
            <a:endParaRPr lang="en-US" dirty="0"/>
          </a:p>
          <a:p>
            <a:pPr marL="0" indent="0">
              <a:buNone/>
            </a:pPr>
            <a:r>
              <a:rPr lang="en-US" dirty="0"/>
              <a:t>3. Populations – E.g. States, countries, any differences </a:t>
            </a:r>
          </a:p>
          <a:p>
            <a:pPr marL="0" indent="0">
              <a:buNone/>
            </a:pPr>
            <a:endParaRPr lang="en-US" dirty="0"/>
          </a:p>
          <a:p>
            <a:pPr marL="0" indent="0">
              <a:buNone/>
            </a:pPr>
            <a:r>
              <a:rPr lang="en-US" dirty="0"/>
              <a:t>It also sets a FOCUS for </a:t>
            </a:r>
            <a:r>
              <a:rPr lang="en-US" u="sng" dirty="0"/>
              <a:t>EVALUATION.</a:t>
            </a:r>
            <a:endParaRPr lang="en-AU" u="sng" dirty="0"/>
          </a:p>
        </p:txBody>
      </p:sp>
    </p:spTree>
    <p:extLst>
      <p:ext uri="{BB962C8B-B14F-4D97-AF65-F5344CB8AC3E}">
        <p14:creationId xmlns:p14="http://schemas.microsoft.com/office/powerpoint/2010/main" val="219406534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STRATEGIES</a:t>
            </a:r>
            <a:endParaRPr lang="en-AU" dirty="0"/>
          </a:p>
        </p:txBody>
      </p:sp>
      <p:sp>
        <p:nvSpPr>
          <p:cNvPr id="3" name="Content Placeholder 2"/>
          <p:cNvSpPr>
            <a:spLocks noGrp="1"/>
          </p:cNvSpPr>
          <p:nvPr>
            <p:ph idx="1"/>
          </p:nvPr>
        </p:nvSpPr>
        <p:spPr>
          <a:xfrm>
            <a:off x="395536" y="1359196"/>
            <a:ext cx="7067794" cy="5498804"/>
          </a:xfrm>
        </p:spPr>
        <p:txBody>
          <a:bodyPr>
            <a:normAutofit/>
          </a:bodyPr>
          <a:lstStyle/>
          <a:p>
            <a:pPr marL="0" indent="0">
              <a:buNone/>
            </a:pPr>
            <a:r>
              <a:rPr lang="en-US" dirty="0"/>
              <a:t>Use of a variety of strategies:</a:t>
            </a:r>
          </a:p>
          <a:p>
            <a:pPr marL="0" indent="0">
              <a:buNone/>
            </a:pPr>
            <a:r>
              <a:rPr lang="en-US" dirty="0"/>
              <a:t>(different strategies are effective in different situations)</a:t>
            </a:r>
          </a:p>
          <a:p>
            <a:pPr marL="0" indent="0">
              <a:buNone/>
            </a:pPr>
            <a:endParaRPr lang="en-US" dirty="0"/>
          </a:p>
          <a:p>
            <a:pPr marL="0" indent="0">
              <a:buNone/>
            </a:pPr>
            <a:r>
              <a:rPr lang="en-US" dirty="0"/>
              <a:t>1. Educational                  Educational/Motivational address</a:t>
            </a:r>
          </a:p>
          <a:p>
            <a:pPr marL="0" indent="0">
              <a:buNone/>
            </a:pPr>
            <a:r>
              <a:rPr lang="en-US" dirty="0"/>
              <a:t>2. Motivational                      intra/interpersonal factors.</a:t>
            </a:r>
          </a:p>
          <a:p>
            <a:pPr marL="0" indent="0">
              <a:buNone/>
            </a:pPr>
            <a:endParaRPr lang="en-US" dirty="0"/>
          </a:p>
          <a:p>
            <a:pPr marL="0" indent="0">
              <a:buNone/>
            </a:pPr>
            <a:r>
              <a:rPr lang="en-US" dirty="0"/>
              <a:t>3. Operational                 </a:t>
            </a:r>
            <a:r>
              <a:rPr lang="en-US" dirty="0" err="1"/>
              <a:t>Operational</a:t>
            </a:r>
            <a:r>
              <a:rPr lang="en-US" dirty="0"/>
              <a:t>, Economic, Regulatory</a:t>
            </a:r>
          </a:p>
          <a:p>
            <a:pPr marL="0" indent="0">
              <a:buNone/>
            </a:pPr>
            <a:r>
              <a:rPr lang="en-US" dirty="0"/>
              <a:t>4. Economic                       and Technological are aimed at </a:t>
            </a:r>
          </a:p>
          <a:p>
            <a:pPr marL="0" indent="0">
              <a:buNone/>
            </a:pPr>
            <a:r>
              <a:rPr lang="en-US" dirty="0"/>
              <a:t>5. Regulatory                     socio-cultural and environmental.</a:t>
            </a:r>
          </a:p>
          <a:p>
            <a:pPr marL="0" indent="0">
              <a:buNone/>
            </a:pPr>
            <a:r>
              <a:rPr lang="en-US" dirty="0"/>
              <a:t>6. Technological</a:t>
            </a:r>
          </a:p>
          <a:p>
            <a:endParaRPr lang="en-US" dirty="0"/>
          </a:p>
          <a:p>
            <a:r>
              <a:rPr lang="en-US" dirty="0"/>
              <a:t>Comprehensive studies use a COMBINATION.</a:t>
            </a:r>
            <a:endParaRPr lang="en-AU" dirty="0"/>
          </a:p>
        </p:txBody>
      </p:sp>
      <p:sp>
        <p:nvSpPr>
          <p:cNvPr id="5" name="Double Brace 4"/>
          <p:cNvSpPr/>
          <p:nvPr/>
        </p:nvSpPr>
        <p:spPr>
          <a:xfrm>
            <a:off x="2624486" y="2564904"/>
            <a:ext cx="5040560" cy="914400"/>
          </a:xfrm>
          <a:prstGeom prst="brace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6" name="Double Brace 5"/>
          <p:cNvSpPr/>
          <p:nvPr/>
        </p:nvSpPr>
        <p:spPr>
          <a:xfrm>
            <a:off x="2480470" y="3709494"/>
            <a:ext cx="5328592" cy="1749896"/>
          </a:xfrm>
          <a:prstGeom prst="brace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dirty="0"/>
          </a:p>
        </p:txBody>
      </p:sp>
    </p:spTree>
    <p:extLst>
      <p:ext uri="{BB962C8B-B14F-4D97-AF65-F5344CB8AC3E}">
        <p14:creationId xmlns:p14="http://schemas.microsoft.com/office/powerpoint/2010/main" val="141063656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965032" y="0"/>
            <a:ext cx="9144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599781" y="3681413"/>
            <a:ext cx="3572669"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93473" y="-8467"/>
            <a:ext cx="2255512"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09947"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06616" y="3048000"/>
            <a:ext cx="2444750"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08241"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6115" y="3589867"/>
            <a:ext cx="1362870"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08000" y="609600"/>
            <a:ext cx="2882531" cy="5175624"/>
          </a:xfrm>
        </p:spPr>
        <p:txBody>
          <a:bodyPr anchor="ctr">
            <a:normAutofit/>
          </a:bodyPr>
          <a:lstStyle/>
          <a:p>
            <a:r>
              <a:rPr lang="en-US">
                <a:solidFill>
                  <a:schemeClr val="tx1">
                    <a:lumMod val="85000"/>
                    <a:lumOff val="15000"/>
                  </a:schemeClr>
                </a:solidFill>
              </a:rPr>
              <a:t>IMPACT</a:t>
            </a:r>
            <a:endParaRPr lang="en-AU">
              <a:solidFill>
                <a:schemeClr val="tx1">
                  <a:lumMod val="85000"/>
                  <a:lumOff val="15000"/>
                </a:schemeClr>
              </a:solidFill>
            </a:endParaRPr>
          </a:p>
        </p:txBody>
      </p:sp>
      <p:sp>
        <p:nvSpPr>
          <p:cNvPr id="26" name="Freeform: Shape 25">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11615" y="-8467"/>
            <a:ext cx="5332385"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p:cNvSpPr>
            <a:spLocks noGrp="1"/>
          </p:cNvSpPr>
          <p:nvPr>
            <p:ph idx="1"/>
          </p:nvPr>
        </p:nvSpPr>
        <p:spPr>
          <a:xfrm>
            <a:off x="4587063" y="609601"/>
            <a:ext cx="4133472" cy="5175624"/>
          </a:xfrm>
        </p:spPr>
        <p:txBody>
          <a:bodyPr anchor="ctr">
            <a:normAutofit/>
          </a:bodyPr>
          <a:lstStyle/>
          <a:p>
            <a:pPr marL="457200" indent="-457200">
              <a:buAutoNum type="arabicPeriod"/>
            </a:pPr>
            <a:r>
              <a:rPr lang="en-US" u="sng" dirty="0" err="1">
                <a:solidFill>
                  <a:srgbClr val="FFFFFF"/>
                </a:solidFill>
              </a:rPr>
              <a:t>Behavioural</a:t>
            </a:r>
            <a:r>
              <a:rPr lang="en-US" u="sng" dirty="0">
                <a:solidFill>
                  <a:srgbClr val="FFFFFF"/>
                </a:solidFill>
              </a:rPr>
              <a:t> Adaptations</a:t>
            </a:r>
            <a:r>
              <a:rPr lang="en-US" dirty="0">
                <a:solidFill>
                  <a:srgbClr val="FFFFFF"/>
                </a:solidFill>
              </a:rPr>
              <a:t>: empowers the individual to change their  own behaviour. </a:t>
            </a:r>
          </a:p>
          <a:p>
            <a:pPr marL="457200" indent="-457200">
              <a:buAutoNum type="arabicPeriod"/>
            </a:pPr>
            <a:endParaRPr lang="en-US" dirty="0">
              <a:solidFill>
                <a:srgbClr val="FFFFFF"/>
              </a:solidFill>
            </a:endParaRPr>
          </a:p>
          <a:p>
            <a:pPr marL="457200" indent="-457200">
              <a:buAutoNum type="arabicPeriod"/>
            </a:pPr>
            <a:endParaRPr lang="en-US" dirty="0">
              <a:solidFill>
                <a:srgbClr val="FFFFFF"/>
              </a:solidFill>
            </a:endParaRPr>
          </a:p>
          <a:p>
            <a:pPr marL="457200" indent="-457200">
              <a:buAutoNum type="arabicPeriod"/>
            </a:pPr>
            <a:r>
              <a:rPr lang="en-US" u="sng" dirty="0">
                <a:solidFill>
                  <a:srgbClr val="FFFFFF"/>
                </a:solidFill>
              </a:rPr>
              <a:t>Environmental Adaptations</a:t>
            </a:r>
            <a:r>
              <a:rPr lang="en-US" dirty="0">
                <a:solidFill>
                  <a:srgbClr val="FFFFFF"/>
                </a:solidFill>
              </a:rPr>
              <a:t>: changes the environment which encourages or forces a change in the individual/community. </a:t>
            </a:r>
            <a:endParaRPr lang="en-AU" dirty="0">
              <a:solidFill>
                <a:srgbClr val="FFFFFF"/>
              </a:solidFill>
            </a:endParaRPr>
          </a:p>
        </p:txBody>
      </p:sp>
    </p:spTree>
    <p:extLst>
      <p:ext uri="{BB962C8B-B14F-4D97-AF65-F5344CB8AC3E}">
        <p14:creationId xmlns:p14="http://schemas.microsoft.com/office/powerpoint/2010/main" val="338460040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Isosceles Triangle 14">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508000" y="609600"/>
            <a:ext cx="6447501" cy="1320800"/>
          </a:xfrm>
        </p:spPr>
        <p:txBody>
          <a:bodyPr>
            <a:normAutofit/>
          </a:bodyPr>
          <a:lstStyle/>
          <a:p>
            <a:r>
              <a:rPr lang="en-US" dirty="0"/>
              <a:t>OUTCOMES:</a:t>
            </a:r>
            <a:endParaRPr lang="en-AU"/>
          </a:p>
        </p:txBody>
      </p:sp>
      <p:sp>
        <p:nvSpPr>
          <p:cNvPr id="3" name="Content Placeholder 2"/>
          <p:cNvSpPr>
            <a:spLocks noGrp="1"/>
          </p:cNvSpPr>
          <p:nvPr>
            <p:ph idx="1"/>
          </p:nvPr>
        </p:nvSpPr>
        <p:spPr>
          <a:xfrm>
            <a:off x="508000" y="2160589"/>
            <a:ext cx="6447501" cy="3880773"/>
          </a:xfrm>
        </p:spPr>
        <p:txBody>
          <a:bodyPr>
            <a:normAutofit/>
          </a:bodyPr>
          <a:lstStyle/>
          <a:p>
            <a:r>
              <a:rPr lang="en-US" dirty="0"/>
              <a:t>Better Health!!!</a:t>
            </a:r>
          </a:p>
          <a:p>
            <a:endParaRPr lang="en-US" dirty="0"/>
          </a:p>
          <a:p>
            <a:r>
              <a:rPr lang="en-US" dirty="0"/>
              <a:t>Decreased Morbidity and Mortality </a:t>
            </a:r>
          </a:p>
          <a:p>
            <a:endParaRPr lang="en-US" dirty="0"/>
          </a:p>
          <a:p>
            <a:r>
              <a:rPr lang="en-US" dirty="0"/>
              <a:t>Ultimately, improved Quality of Life.</a:t>
            </a:r>
          </a:p>
          <a:p>
            <a:endParaRPr lang="en-US" dirty="0"/>
          </a:p>
          <a:p>
            <a:r>
              <a:rPr lang="en-US" dirty="0"/>
              <a:t>Assessment of outcomes to see how effective the intervention was.</a:t>
            </a:r>
            <a:endParaRPr lang="en-AU" dirty="0"/>
          </a:p>
        </p:txBody>
      </p:sp>
    </p:spTree>
    <p:extLst>
      <p:ext uri="{BB962C8B-B14F-4D97-AF65-F5344CB8AC3E}">
        <p14:creationId xmlns:p14="http://schemas.microsoft.com/office/powerpoint/2010/main" val="28117423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3495094"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Isosceles Triangle 12">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495095" y="-3"/>
            <a:ext cx="792559"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E2800BAE-3AC7-459F-9A37-5F6DB02B8F79}"/>
              </a:ext>
            </a:extLst>
          </p:cNvPr>
          <p:cNvSpPr>
            <a:spLocks noGrp="1"/>
          </p:cNvSpPr>
          <p:nvPr>
            <p:ph type="title"/>
          </p:nvPr>
        </p:nvSpPr>
        <p:spPr>
          <a:xfrm>
            <a:off x="505315" y="643467"/>
            <a:ext cx="3152284" cy="1375608"/>
          </a:xfrm>
        </p:spPr>
        <p:txBody>
          <a:bodyPr anchor="ctr">
            <a:normAutofit/>
          </a:bodyPr>
          <a:lstStyle/>
          <a:p>
            <a:r>
              <a:rPr lang="en-US">
                <a:solidFill>
                  <a:schemeClr val="bg1"/>
                </a:solidFill>
              </a:rPr>
              <a:t>The analogy </a:t>
            </a:r>
            <a:endParaRPr lang="en-AU">
              <a:solidFill>
                <a:schemeClr val="bg1"/>
              </a:solidFill>
            </a:endParaRPr>
          </a:p>
        </p:txBody>
      </p:sp>
      <p:sp>
        <p:nvSpPr>
          <p:cNvPr id="3" name="Content Placeholder 2">
            <a:extLst>
              <a:ext uri="{FF2B5EF4-FFF2-40B4-BE49-F238E27FC236}">
                <a16:creationId xmlns:a16="http://schemas.microsoft.com/office/drawing/2014/main" id="{A327F3B9-8AFF-46E9-8224-A008EB366B4B}"/>
              </a:ext>
            </a:extLst>
          </p:cNvPr>
          <p:cNvSpPr>
            <a:spLocks noGrp="1"/>
          </p:cNvSpPr>
          <p:nvPr>
            <p:ph idx="1"/>
          </p:nvPr>
        </p:nvSpPr>
        <p:spPr>
          <a:xfrm>
            <a:off x="505315" y="2160590"/>
            <a:ext cx="2980457" cy="3440110"/>
          </a:xfrm>
        </p:spPr>
        <p:txBody>
          <a:bodyPr>
            <a:normAutofit/>
          </a:bodyPr>
          <a:lstStyle/>
          <a:p>
            <a:r>
              <a:rPr lang="en-US">
                <a:solidFill>
                  <a:schemeClr val="bg1"/>
                </a:solidFill>
              </a:rPr>
              <a:t>A comparison between one thing and another, typically for the purpose of explanation or clarification</a:t>
            </a:r>
          </a:p>
          <a:p>
            <a:endParaRPr lang="en-US">
              <a:solidFill>
                <a:schemeClr val="bg1"/>
              </a:solidFill>
            </a:endParaRPr>
          </a:p>
          <a:p>
            <a:r>
              <a:rPr lang="en-US">
                <a:solidFill>
                  <a:schemeClr val="bg1"/>
                </a:solidFill>
              </a:rPr>
              <a:t>Read the following analogy – Click the river</a:t>
            </a:r>
            <a:endParaRPr lang="en-AU">
              <a:solidFill>
                <a:schemeClr val="bg1"/>
              </a:solidFill>
            </a:endParaRPr>
          </a:p>
        </p:txBody>
      </p:sp>
      <p:pic>
        <p:nvPicPr>
          <p:cNvPr id="4" name="Picture 3">
            <a:hlinkClick r:id="rId2"/>
            <a:extLst>
              <a:ext uri="{FF2B5EF4-FFF2-40B4-BE49-F238E27FC236}">
                <a16:creationId xmlns:a16="http://schemas.microsoft.com/office/drawing/2014/main" id="{BB1C7DB0-CFFF-4857-BC07-4CD5B21C752E}"/>
              </a:ext>
            </a:extLst>
          </p:cNvPr>
          <p:cNvPicPr>
            <a:picLocks noChangeAspect="1"/>
          </p:cNvPicPr>
          <p:nvPr/>
        </p:nvPicPr>
        <p:blipFill>
          <a:blip r:embed="rId3"/>
          <a:stretch>
            <a:fillRect/>
          </a:stretch>
        </p:blipFill>
        <p:spPr>
          <a:xfrm>
            <a:off x="4572000" y="1633769"/>
            <a:ext cx="3857625" cy="3577946"/>
          </a:xfrm>
          <a:prstGeom prst="rect">
            <a:avLst/>
          </a:prstGeom>
        </p:spPr>
      </p:pic>
      <p:sp>
        <p:nvSpPr>
          <p:cNvPr id="15" name="Isosceles Triangle 14">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16772" y="4013200"/>
            <a:ext cx="336549"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173743004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55AE6B0-AC9E-4167-806F-E9DB135FC4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9360" y="1382486"/>
            <a:ext cx="2660686" cy="4093028"/>
          </a:xfrm>
        </p:spPr>
        <p:txBody>
          <a:bodyPr anchor="ctr">
            <a:normAutofit/>
          </a:bodyPr>
          <a:lstStyle/>
          <a:p>
            <a:r>
              <a:rPr lang="en-US" sz="3800"/>
              <a:t>REVISION QUESTION:</a:t>
            </a:r>
            <a:endParaRPr lang="en-AU" sz="3800"/>
          </a:p>
        </p:txBody>
      </p:sp>
      <p:grpSp>
        <p:nvGrpSpPr>
          <p:cNvPr id="12" name="Group 11">
            <a:extLst>
              <a:ext uri="{FF2B5EF4-FFF2-40B4-BE49-F238E27FC236}">
                <a16:creationId xmlns:a16="http://schemas.microsoft.com/office/drawing/2014/main" id="{3523416A-383B-4FDC-B4C9-D8EDDFE9C0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6950" y="-8467"/>
            <a:ext cx="3575050" cy="6866467"/>
            <a:chOff x="7425267" y="-8467"/>
            <a:chExt cx="4766733" cy="6866467"/>
          </a:xfrm>
        </p:grpSpPr>
        <p:cxnSp>
          <p:nvCxnSpPr>
            <p:cNvPr id="13" name="Straight Connector 12">
              <a:extLst>
                <a:ext uri="{FF2B5EF4-FFF2-40B4-BE49-F238E27FC236}">
                  <a16:creationId xmlns:a16="http://schemas.microsoft.com/office/drawing/2014/main" id="{CB0D29D5-3F7C-4197-821B-6D60A66CC0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47FB49A-3541-428A-AADE-682A3C505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D96F53DC-08F1-42C6-B558-B83D54B27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5">
              <a:extLst>
                <a:ext uri="{FF2B5EF4-FFF2-40B4-BE49-F238E27FC236}">
                  <a16:creationId xmlns:a16="http://schemas.microsoft.com/office/drawing/2014/main" id="{AFE48CAF-A51C-463F-A570-ED99439A5C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Isosceles Triangle 16">
              <a:extLst>
                <a:ext uri="{FF2B5EF4-FFF2-40B4-BE49-F238E27FC236}">
                  <a16:creationId xmlns:a16="http://schemas.microsoft.com/office/drawing/2014/main" id="{01F0C48B-50FF-4351-8207-16D0960483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7">
              <a:extLst>
                <a:ext uri="{FF2B5EF4-FFF2-40B4-BE49-F238E27FC236}">
                  <a16:creationId xmlns:a16="http://schemas.microsoft.com/office/drawing/2014/main" id="{300384B6-5ED6-4F91-A548-B706D8375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28">
              <a:extLst>
                <a:ext uri="{FF2B5EF4-FFF2-40B4-BE49-F238E27FC236}">
                  <a16:creationId xmlns:a16="http://schemas.microsoft.com/office/drawing/2014/main" id="{337AFFAE-C182-463C-9459-8AB3C69D9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29">
              <a:extLst>
                <a:ext uri="{FF2B5EF4-FFF2-40B4-BE49-F238E27FC236}">
                  <a16:creationId xmlns:a16="http://schemas.microsoft.com/office/drawing/2014/main" id="{510ACF17-C3F0-42BF-BDEB-D07927712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Isosceles Triangle 20">
              <a:extLst>
                <a:ext uri="{FF2B5EF4-FFF2-40B4-BE49-F238E27FC236}">
                  <a16:creationId xmlns:a16="http://schemas.microsoft.com/office/drawing/2014/main" id="{E804EFD0-B84E-476F-9FC6-6C4A42EA0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3" name="Rectangle 22">
            <a:extLst>
              <a:ext uri="{FF2B5EF4-FFF2-40B4-BE49-F238E27FC236}">
                <a16:creationId xmlns:a16="http://schemas.microsoft.com/office/drawing/2014/main" id="{87BD1F4E-A66D-4C06-86DA-8D56CA7A3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3289" y="0"/>
            <a:ext cx="466071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5DBA67B4-5FEE-49C8-84C6-1414C58928EA}"/>
              </a:ext>
            </a:extLst>
          </p:cNvPr>
          <p:cNvGraphicFramePr>
            <a:graphicFrameLocks noGrp="1"/>
          </p:cNvGraphicFramePr>
          <p:nvPr>
            <p:ph idx="1"/>
            <p:extLst>
              <p:ext uri="{D42A27DB-BD31-4B8C-83A1-F6EECF244321}">
                <p14:modId xmlns:p14="http://schemas.microsoft.com/office/powerpoint/2010/main" val="1628146275"/>
              </p:ext>
            </p:extLst>
          </p:nvPr>
        </p:nvGraphicFramePr>
        <p:xfrm>
          <a:off x="3687414" y="944563"/>
          <a:ext cx="4971603" cy="49795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2998368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Sources:</a:t>
            </a:r>
            <a:endParaRPr lang="en-AU" dirty="0"/>
          </a:p>
        </p:txBody>
      </p:sp>
      <p:sp>
        <p:nvSpPr>
          <p:cNvPr id="3" name="Content Placeholder 2"/>
          <p:cNvSpPr>
            <a:spLocks noGrp="1"/>
          </p:cNvSpPr>
          <p:nvPr>
            <p:ph idx="1"/>
          </p:nvPr>
        </p:nvSpPr>
        <p:spPr/>
        <p:txBody>
          <a:bodyPr/>
          <a:lstStyle/>
          <a:p>
            <a:r>
              <a:rPr lang="en-US" dirty="0"/>
              <a:t>Lockhart, E. (2010). </a:t>
            </a:r>
            <a:r>
              <a:rPr lang="en-US" i="1" dirty="0"/>
              <a:t>Health Studies Stage 2A-b. </a:t>
            </a:r>
            <a:r>
              <a:rPr lang="en-US" dirty="0" err="1"/>
              <a:t>Madeley</a:t>
            </a:r>
            <a:r>
              <a:rPr lang="en-US" dirty="0"/>
              <a:t>: Print Publishing.</a:t>
            </a:r>
          </a:p>
          <a:p>
            <a:pPr marL="0" indent="0">
              <a:buNone/>
            </a:pPr>
            <a:r>
              <a:rPr lang="en-US" dirty="0"/>
              <a:t>Image from:</a:t>
            </a:r>
          </a:p>
          <a:p>
            <a:pPr marL="0" indent="0">
              <a:buNone/>
            </a:pPr>
            <a:r>
              <a:rPr lang="en-AU" dirty="0">
                <a:hlinkClick r:id="rId2"/>
              </a:rPr>
              <a:t>http://www.winprogroup.com/About_Ottawa/page_2197526.html</a:t>
            </a:r>
            <a:endParaRPr lang="en-AU" dirty="0"/>
          </a:p>
          <a:p>
            <a:pPr marL="0" indent="0">
              <a:buNone/>
            </a:pPr>
            <a:endParaRPr lang="en-AU" dirty="0"/>
          </a:p>
        </p:txBody>
      </p:sp>
    </p:spTree>
    <p:extLst>
      <p:ext uri="{BB962C8B-B14F-4D97-AF65-F5344CB8AC3E}">
        <p14:creationId xmlns:p14="http://schemas.microsoft.com/office/powerpoint/2010/main" val="41062126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Syllabus points</a:t>
            </a:r>
            <a:endParaRPr lang="en-AU" dirty="0"/>
          </a:p>
        </p:txBody>
      </p:sp>
      <p:sp>
        <p:nvSpPr>
          <p:cNvPr id="3" name="Content Placeholder 2"/>
          <p:cNvSpPr>
            <a:spLocks noGrp="1"/>
          </p:cNvSpPr>
          <p:nvPr>
            <p:ph idx="1"/>
          </p:nvPr>
        </p:nvSpPr>
        <p:spPr/>
        <p:txBody>
          <a:bodyPr/>
          <a:lstStyle/>
          <a:p>
            <a:endParaRPr lang="en-AU"/>
          </a:p>
        </p:txBody>
      </p:sp>
      <p:pic>
        <p:nvPicPr>
          <p:cNvPr id="4" name="Picture 3">
            <a:extLst>
              <a:ext uri="{FF2B5EF4-FFF2-40B4-BE49-F238E27FC236}">
                <a16:creationId xmlns:a16="http://schemas.microsoft.com/office/drawing/2014/main" id="{34BFC9EA-CC2D-4F6F-B08E-485F1CBFCE9E}"/>
              </a:ext>
            </a:extLst>
          </p:cNvPr>
          <p:cNvPicPr>
            <a:picLocks noChangeAspect="1"/>
          </p:cNvPicPr>
          <p:nvPr/>
        </p:nvPicPr>
        <p:blipFill>
          <a:blip r:embed="rId2"/>
          <a:stretch>
            <a:fillRect/>
          </a:stretch>
        </p:blipFill>
        <p:spPr>
          <a:xfrm>
            <a:off x="610391" y="2276872"/>
            <a:ext cx="5705475" cy="3343275"/>
          </a:xfrm>
          <a:prstGeom prst="rect">
            <a:avLst/>
          </a:prstGeom>
        </p:spPr>
      </p:pic>
    </p:spTree>
    <p:extLst>
      <p:ext uri="{BB962C8B-B14F-4D97-AF65-F5344CB8AC3E}">
        <p14:creationId xmlns:p14="http://schemas.microsoft.com/office/powerpoint/2010/main" val="341750647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ridge over a body of water with a city in the background&#10;&#10;Description automatically generated">
            <a:extLst>
              <a:ext uri="{FF2B5EF4-FFF2-40B4-BE49-F238E27FC236}">
                <a16:creationId xmlns:a16="http://schemas.microsoft.com/office/drawing/2014/main" id="{C4FB3087-F802-4F7B-B598-E89F755E9B2D}"/>
              </a:ext>
            </a:extLst>
          </p:cNvPr>
          <p:cNvPicPr>
            <a:picLocks noChangeAspect="1"/>
          </p:cNvPicPr>
          <p:nvPr/>
        </p:nvPicPr>
        <p:blipFill rotWithShape="1">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0715" r="14307"/>
          <a:stretch/>
        </p:blipFill>
        <p:spPr>
          <a:xfrm>
            <a:off x="3202390" y="-1"/>
            <a:ext cx="5941610" cy="6858001"/>
          </a:xfrm>
          <a:custGeom>
            <a:avLst/>
            <a:gdLst>
              <a:gd name="connsiteX0" fmla="*/ 379987 w 7922146"/>
              <a:gd name="connsiteY0" fmla="*/ 0 h 6858001"/>
              <a:gd name="connsiteX1" fmla="*/ 5304971 w 7922146"/>
              <a:gd name="connsiteY1" fmla="*/ 0 h 6858001"/>
              <a:gd name="connsiteX2" fmla="*/ 7065281 w 7922146"/>
              <a:gd name="connsiteY2" fmla="*/ 0 h 6858001"/>
              <a:gd name="connsiteX3" fmla="*/ 7397540 w 7922146"/>
              <a:gd name="connsiteY3" fmla="*/ 0 h 6858001"/>
              <a:gd name="connsiteX4" fmla="*/ 7397540 w 7922146"/>
              <a:gd name="connsiteY4" fmla="*/ 1 h 6858001"/>
              <a:gd name="connsiteX5" fmla="*/ 7922146 w 7922146"/>
              <a:gd name="connsiteY5" fmla="*/ 1 h 6858001"/>
              <a:gd name="connsiteX6" fmla="*/ 7922146 w 7922146"/>
              <a:gd name="connsiteY6" fmla="*/ 6858001 h 6858001"/>
              <a:gd name="connsiteX7" fmla="*/ 7065281 w 7922146"/>
              <a:gd name="connsiteY7" fmla="*/ 6858001 h 6858001"/>
              <a:gd name="connsiteX8" fmla="*/ 7065281 w 7922146"/>
              <a:gd name="connsiteY8" fmla="*/ 6858000 h 6858001"/>
              <a:gd name="connsiteX9" fmla="*/ 5932989 w 7922146"/>
              <a:gd name="connsiteY9" fmla="*/ 6858000 h 6858001"/>
              <a:gd name="connsiteX10" fmla="*/ 5932989 w 7922146"/>
              <a:gd name="connsiteY10" fmla="*/ 6858001 h 6858001"/>
              <a:gd name="connsiteX11" fmla="*/ 27809 w 7922146"/>
              <a:gd name="connsiteY11" fmla="*/ 6858001 h 6858001"/>
              <a:gd name="connsiteX12" fmla="*/ 1803228 w 7922146"/>
              <a:gd name="connsiteY12" fmla="*/ 4521201 h 6858001"/>
              <a:gd name="connsiteX13" fmla="*/ 0 w 7922146"/>
              <a:gd name="connsiteY13" fmla="*/ 0 h 6858001"/>
              <a:gd name="connsiteX14" fmla="*/ 379987 w 7922146"/>
              <a:gd name="connsiteY14" fmla="*/ 0 h 6858001"/>
              <a:gd name="connsiteX15" fmla="*/ 0 w 7922146"/>
              <a:gd name="connsiteY15" fmla="*/ 407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p:cNvSpPr>
            <a:spLocks noGrp="1"/>
          </p:cNvSpPr>
          <p:nvPr>
            <p:ph type="title"/>
          </p:nvPr>
        </p:nvSpPr>
        <p:spPr>
          <a:xfrm>
            <a:off x="507999" y="609600"/>
            <a:ext cx="2888343" cy="1320800"/>
          </a:xfrm>
        </p:spPr>
        <p:txBody>
          <a:bodyPr>
            <a:normAutofit/>
          </a:bodyPr>
          <a:lstStyle/>
          <a:p>
            <a:r>
              <a:rPr lang="en-US"/>
              <a:t>Ottawa Charter</a:t>
            </a:r>
            <a:endParaRPr lang="en-AU"/>
          </a:p>
        </p:txBody>
      </p:sp>
      <p:sp>
        <p:nvSpPr>
          <p:cNvPr id="3" name="Content Placeholder 2"/>
          <p:cNvSpPr>
            <a:spLocks noGrp="1"/>
          </p:cNvSpPr>
          <p:nvPr>
            <p:ph idx="1"/>
          </p:nvPr>
        </p:nvSpPr>
        <p:spPr>
          <a:xfrm>
            <a:off x="508000" y="2160589"/>
            <a:ext cx="2888342" cy="3880773"/>
          </a:xfrm>
        </p:spPr>
        <p:txBody>
          <a:bodyPr>
            <a:normAutofit/>
          </a:bodyPr>
          <a:lstStyle/>
          <a:p>
            <a:pPr>
              <a:lnSpc>
                <a:spcPct val="90000"/>
              </a:lnSpc>
            </a:pPr>
            <a:r>
              <a:rPr lang="en-AU"/>
              <a:t>The first International Conference on Health Promotion, meeting in Ottawa this 21st day of November 1986, hereby presents this CHARTER for</a:t>
            </a:r>
          </a:p>
          <a:p>
            <a:pPr>
              <a:lnSpc>
                <a:spcPct val="90000"/>
              </a:lnSpc>
            </a:pPr>
            <a:r>
              <a:rPr lang="en-AU"/>
              <a:t>Action to achieve Health for All by the year 2000 and beyond</a:t>
            </a:r>
            <a:r>
              <a:rPr lang="en-AU" u="sng"/>
              <a:t>.</a:t>
            </a:r>
            <a:r>
              <a:rPr lang="en-AU"/>
              <a:t>”</a:t>
            </a:r>
          </a:p>
          <a:p>
            <a:pPr>
              <a:lnSpc>
                <a:spcPct val="90000"/>
              </a:lnSpc>
            </a:pPr>
            <a:endParaRPr lang="en-US"/>
          </a:p>
          <a:p>
            <a:pPr>
              <a:lnSpc>
                <a:spcPct val="90000"/>
              </a:lnSpc>
            </a:pPr>
            <a:r>
              <a:rPr lang="en-US"/>
              <a:t>OTTOWA  </a:t>
            </a:r>
            <a:r>
              <a:rPr lang="en-US">
                <a:sym typeface="Wingdings" panose="05000000000000000000" pitchFamily="2" charset="2"/>
              </a:rPr>
              <a:t></a:t>
            </a:r>
            <a:endParaRPr lang="en-AU"/>
          </a:p>
          <a:p>
            <a:pPr>
              <a:lnSpc>
                <a:spcPct val="90000"/>
              </a:lnSpc>
            </a:pPr>
            <a:endParaRPr lang="en-AU"/>
          </a:p>
        </p:txBody>
      </p:sp>
      <p:sp>
        <p:nvSpPr>
          <p:cNvPr id="6" name="TextBox 5">
            <a:extLst>
              <a:ext uri="{FF2B5EF4-FFF2-40B4-BE49-F238E27FC236}">
                <a16:creationId xmlns:a16="http://schemas.microsoft.com/office/drawing/2014/main" id="{96976359-5EB2-4506-8F03-6CEFD5943572}"/>
              </a:ext>
            </a:extLst>
          </p:cNvPr>
          <p:cNvSpPr txBox="1"/>
          <p:nvPr/>
        </p:nvSpPr>
        <p:spPr>
          <a:xfrm>
            <a:off x="6617347" y="6657945"/>
            <a:ext cx="2526653"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3" tooltip="http://commons.wikimedia.org/wiki/File:Dawn_at_Ottawa's_Parliament_Hill.jpg">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4" tooltip="https://creativecommons.org/licenses/by-sa/3.0/">
                  <a:extLst>
                    <a:ext uri="{A12FA001-AC4F-418D-AE19-62706E023703}">
                      <ahyp:hlinkClr xmlns:ahyp="http://schemas.microsoft.com/office/drawing/2018/hyperlinkcolor" val="tx"/>
                    </a:ext>
                  </a:extLst>
                </a:hlinkClick>
              </a:rPr>
              <a:t>CC BY-SA</a:t>
            </a:r>
            <a:endParaRPr lang="en-AU" sz="700">
              <a:solidFill>
                <a:srgbClr val="FFFFFF"/>
              </a:solidFill>
            </a:endParaRPr>
          </a:p>
        </p:txBody>
      </p:sp>
    </p:spTree>
    <p:extLst>
      <p:ext uri="{BB962C8B-B14F-4D97-AF65-F5344CB8AC3E}">
        <p14:creationId xmlns:p14="http://schemas.microsoft.com/office/powerpoint/2010/main" val="205150737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94A7024-D948-494D-8920-BBA2DA07D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icture containing table, food, cake, woman&#10;&#10;Description automatically generated">
            <a:extLst>
              <a:ext uri="{FF2B5EF4-FFF2-40B4-BE49-F238E27FC236}">
                <a16:creationId xmlns:a16="http://schemas.microsoft.com/office/drawing/2014/main" id="{756CE0AC-55FB-4F71-9067-AD490E4BD2DB}"/>
              </a:ext>
            </a:extLst>
          </p:cNvPr>
          <p:cNvPicPr>
            <a:picLocks noChangeAspect="1"/>
          </p:cNvPicPr>
          <p:nvPr/>
        </p:nvPicPr>
        <p:blipFill rotWithShape="1">
          <a:blip r:embed="rId2">
            <a:duotone>
              <a:prstClr val="black"/>
              <a:schemeClr val="tx2">
                <a:tint val="45000"/>
                <a:satMod val="400000"/>
              </a:schemeClr>
            </a:duotone>
            <a:alphaModFix amt="40000"/>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9791" r="4542"/>
          <a:stretch/>
        </p:blipFill>
        <p:spPr>
          <a:xfrm>
            <a:off x="20" y="10"/>
            <a:ext cx="9143980" cy="6857990"/>
          </a:xfrm>
          <a:prstGeom prst="rect">
            <a:avLst/>
          </a:prstGeom>
        </p:spPr>
      </p:pic>
      <p:sp>
        <p:nvSpPr>
          <p:cNvPr id="2" name="Title 1"/>
          <p:cNvSpPr>
            <a:spLocks noGrp="1"/>
          </p:cNvSpPr>
          <p:nvPr>
            <p:ph type="title"/>
          </p:nvPr>
        </p:nvSpPr>
        <p:spPr>
          <a:xfrm>
            <a:off x="508000" y="609600"/>
            <a:ext cx="6447501" cy="1320800"/>
          </a:xfrm>
        </p:spPr>
        <p:txBody>
          <a:bodyPr>
            <a:normAutofit/>
          </a:bodyPr>
          <a:lstStyle/>
          <a:p>
            <a:pPr fontAlgn="base">
              <a:lnSpc>
                <a:spcPct val="90000"/>
              </a:lnSpc>
            </a:pPr>
            <a:r>
              <a:rPr lang="en-AU" sz="2000" b="1"/>
              <a:t>8 Prerequisites for Health</a:t>
            </a:r>
            <a:br>
              <a:rPr lang="en-AU" sz="2000" b="1"/>
            </a:br>
            <a:r>
              <a:rPr lang="en-AU" sz="2000"/>
              <a:t>The fundamental conditions/resources for health are as follows:</a:t>
            </a:r>
            <a:br>
              <a:rPr lang="en-AU" sz="2000"/>
            </a:br>
            <a:endParaRPr lang="en-AU" sz="2000"/>
          </a:p>
        </p:txBody>
      </p:sp>
      <p:sp>
        <p:nvSpPr>
          <p:cNvPr id="3" name="Content Placeholder 2"/>
          <p:cNvSpPr>
            <a:spLocks noGrp="1"/>
          </p:cNvSpPr>
          <p:nvPr>
            <p:ph idx="1"/>
          </p:nvPr>
        </p:nvSpPr>
        <p:spPr>
          <a:xfrm>
            <a:off x="508000" y="2160589"/>
            <a:ext cx="6447501" cy="3880773"/>
          </a:xfrm>
        </p:spPr>
        <p:txBody>
          <a:bodyPr>
            <a:normAutofit/>
          </a:bodyPr>
          <a:lstStyle/>
          <a:p>
            <a:pPr fontAlgn="base">
              <a:lnSpc>
                <a:spcPct val="90000"/>
              </a:lnSpc>
            </a:pPr>
            <a:r>
              <a:rPr lang="en-AU" sz="1700">
                <a:solidFill>
                  <a:srgbClr val="FFFFFF"/>
                </a:solidFill>
              </a:rPr>
              <a:t>peace</a:t>
            </a:r>
          </a:p>
          <a:p>
            <a:pPr fontAlgn="base">
              <a:lnSpc>
                <a:spcPct val="90000"/>
              </a:lnSpc>
            </a:pPr>
            <a:r>
              <a:rPr lang="en-AU" sz="1700">
                <a:solidFill>
                  <a:srgbClr val="FFFFFF"/>
                </a:solidFill>
              </a:rPr>
              <a:t>shelter</a:t>
            </a:r>
          </a:p>
          <a:p>
            <a:pPr fontAlgn="base">
              <a:lnSpc>
                <a:spcPct val="90000"/>
              </a:lnSpc>
            </a:pPr>
            <a:r>
              <a:rPr lang="en-AU" sz="1700">
                <a:solidFill>
                  <a:srgbClr val="FFFFFF"/>
                </a:solidFill>
              </a:rPr>
              <a:t>education</a:t>
            </a:r>
          </a:p>
          <a:p>
            <a:pPr fontAlgn="base">
              <a:lnSpc>
                <a:spcPct val="90000"/>
              </a:lnSpc>
            </a:pPr>
            <a:r>
              <a:rPr lang="en-AU" sz="1700">
                <a:solidFill>
                  <a:srgbClr val="FFFFFF"/>
                </a:solidFill>
              </a:rPr>
              <a:t>food</a:t>
            </a:r>
          </a:p>
          <a:p>
            <a:pPr fontAlgn="base">
              <a:lnSpc>
                <a:spcPct val="90000"/>
              </a:lnSpc>
            </a:pPr>
            <a:r>
              <a:rPr lang="en-AU" sz="1700">
                <a:solidFill>
                  <a:srgbClr val="FFFFFF"/>
                </a:solidFill>
              </a:rPr>
              <a:t>income</a:t>
            </a:r>
          </a:p>
          <a:p>
            <a:pPr fontAlgn="base">
              <a:lnSpc>
                <a:spcPct val="90000"/>
              </a:lnSpc>
            </a:pPr>
            <a:r>
              <a:rPr lang="en-AU" sz="1700">
                <a:solidFill>
                  <a:srgbClr val="FFFFFF"/>
                </a:solidFill>
              </a:rPr>
              <a:t>a stable eco-system</a:t>
            </a:r>
          </a:p>
          <a:p>
            <a:pPr fontAlgn="base">
              <a:lnSpc>
                <a:spcPct val="90000"/>
              </a:lnSpc>
            </a:pPr>
            <a:r>
              <a:rPr lang="en-AU" sz="1700">
                <a:solidFill>
                  <a:srgbClr val="FFFFFF"/>
                </a:solidFill>
              </a:rPr>
              <a:t>sustainable resources</a:t>
            </a:r>
          </a:p>
          <a:p>
            <a:pPr fontAlgn="base">
              <a:lnSpc>
                <a:spcPct val="90000"/>
              </a:lnSpc>
            </a:pPr>
            <a:r>
              <a:rPr lang="en-AU" sz="1700">
                <a:solidFill>
                  <a:srgbClr val="FFFFFF"/>
                </a:solidFill>
              </a:rPr>
              <a:t>social justice and equity</a:t>
            </a:r>
          </a:p>
          <a:p>
            <a:pPr fontAlgn="base">
              <a:lnSpc>
                <a:spcPct val="90000"/>
              </a:lnSpc>
            </a:pPr>
            <a:endParaRPr lang="en-AU" sz="1700">
              <a:solidFill>
                <a:srgbClr val="FFFFFF"/>
              </a:solidFill>
            </a:endParaRPr>
          </a:p>
          <a:p>
            <a:pPr fontAlgn="base">
              <a:lnSpc>
                <a:spcPct val="90000"/>
              </a:lnSpc>
              <a:buFont typeface="Wingdings" panose="05000000000000000000" pitchFamily="2" charset="2"/>
              <a:buChar char="Ø"/>
            </a:pPr>
            <a:r>
              <a:rPr lang="en-US" sz="1700">
                <a:solidFill>
                  <a:srgbClr val="FFFFFF"/>
                </a:solidFill>
              </a:rPr>
              <a:t>THIS IS WHAT WE ARE AIMING FOR THROUGH HEALTH PROMOTION!</a:t>
            </a:r>
            <a:endParaRPr lang="en-AU" sz="1700">
              <a:solidFill>
                <a:srgbClr val="FFFFFF"/>
              </a:solidFill>
            </a:endParaRPr>
          </a:p>
          <a:p>
            <a:pPr>
              <a:lnSpc>
                <a:spcPct val="90000"/>
              </a:lnSpc>
            </a:pPr>
            <a:endParaRPr lang="en-AU" sz="1700">
              <a:solidFill>
                <a:srgbClr val="FFFFFF"/>
              </a:solidFill>
            </a:endParaRPr>
          </a:p>
        </p:txBody>
      </p:sp>
      <p:sp>
        <p:nvSpPr>
          <p:cNvPr id="6" name="TextBox 5">
            <a:extLst>
              <a:ext uri="{FF2B5EF4-FFF2-40B4-BE49-F238E27FC236}">
                <a16:creationId xmlns:a16="http://schemas.microsoft.com/office/drawing/2014/main" id="{08F253FF-9A41-417C-998C-4A01BE1152AF}"/>
              </a:ext>
            </a:extLst>
          </p:cNvPr>
          <p:cNvSpPr txBox="1"/>
          <p:nvPr/>
        </p:nvSpPr>
        <p:spPr>
          <a:xfrm>
            <a:off x="6601317" y="6657945"/>
            <a:ext cx="2542683"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3" tooltip="http://theconversation.com/aboriginal-maori-how-indigenous-health-suffers-on-both-sides-of-the-ditch-48238">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4" tooltip="https://creativecommons.org/licenses/by-nd/3.0/">
                  <a:extLst>
                    <a:ext uri="{A12FA001-AC4F-418D-AE19-62706E023703}">
                      <ahyp:hlinkClr xmlns:ahyp="http://schemas.microsoft.com/office/drawing/2018/hyperlinkcolor" val="tx"/>
                    </a:ext>
                  </a:extLst>
                </a:hlinkClick>
              </a:rPr>
              <a:t>CC BY-ND</a:t>
            </a:r>
            <a:endParaRPr lang="en-AU" sz="700">
              <a:solidFill>
                <a:srgbClr val="FFFFFF"/>
              </a:solidFill>
            </a:endParaRPr>
          </a:p>
        </p:txBody>
      </p:sp>
    </p:spTree>
    <p:extLst>
      <p:ext uri="{BB962C8B-B14F-4D97-AF65-F5344CB8AC3E}">
        <p14:creationId xmlns:p14="http://schemas.microsoft.com/office/powerpoint/2010/main" val="366906666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Isosceles Triangle 14">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508000" y="609600"/>
            <a:ext cx="6447501" cy="1320800"/>
          </a:xfrm>
        </p:spPr>
        <p:txBody>
          <a:bodyPr>
            <a:normAutofit/>
          </a:bodyPr>
          <a:lstStyle/>
          <a:p>
            <a:r>
              <a:rPr lang="en-US" dirty="0"/>
              <a:t>Ottawa Charter</a:t>
            </a:r>
            <a:endParaRPr lang="en-AU"/>
          </a:p>
        </p:txBody>
      </p:sp>
      <p:sp>
        <p:nvSpPr>
          <p:cNvPr id="3" name="Content Placeholder 2"/>
          <p:cNvSpPr>
            <a:spLocks noGrp="1"/>
          </p:cNvSpPr>
          <p:nvPr>
            <p:ph idx="1"/>
          </p:nvPr>
        </p:nvSpPr>
        <p:spPr>
          <a:xfrm>
            <a:off x="508000" y="2160589"/>
            <a:ext cx="6447501" cy="3880773"/>
          </a:xfrm>
        </p:spPr>
        <p:txBody>
          <a:bodyPr>
            <a:normAutofit/>
          </a:bodyPr>
          <a:lstStyle/>
          <a:p>
            <a:r>
              <a:rPr lang="en-AU" dirty="0"/>
              <a:t>The first </a:t>
            </a:r>
            <a:r>
              <a:rPr lang="en-AU"/>
              <a:t>International Conference on Health Promotion</a:t>
            </a:r>
            <a:r>
              <a:rPr lang="en-AU" dirty="0"/>
              <a:t>, meeting in Ottawa this 21st day of November </a:t>
            </a:r>
            <a:r>
              <a:rPr lang="en-AU"/>
              <a:t>1986</a:t>
            </a:r>
            <a:r>
              <a:rPr lang="en-AU" dirty="0"/>
              <a:t>, hereby presents this CHARTER for </a:t>
            </a:r>
            <a:r>
              <a:rPr lang="en-AU" u="sng" dirty="0"/>
              <a:t>action to achieve Health for All by the year 2000 and beyond.</a:t>
            </a:r>
            <a:r>
              <a:rPr lang="en-AU" dirty="0"/>
              <a:t>”</a:t>
            </a:r>
          </a:p>
          <a:p>
            <a:endParaRPr lang="en-US" dirty="0"/>
          </a:p>
          <a:p>
            <a:endParaRPr lang="en-US" dirty="0"/>
          </a:p>
          <a:p>
            <a:endParaRPr lang="en-US" dirty="0"/>
          </a:p>
          <a:p>
            <a:r>
              <a:rPr lang="en-US" dirty="0"/>
              <a:t>Ottawa Charter – </a:t>
            </a:r>
            <a:r>
              <a:rPr lang="en-US" dirty="0">
                <a:hlinkClick r:id="rId2"/>
              </a:rPr>
              <a:t>WHO link </a:t>
            </a:r>
            <a:endParaRPr lang="en-US" dirty="0"/>
          </a:p>
          <a:p>
            <a:pPr marL="0" indent="0">
              <a:buNone/>
            </a:pPr>
            <a:endParaRPr lang="en-AU" dirty="0"/>
          </a:p>
        </p:txBody>
      </p:sp>
    </p:spTree>
    <p:extLst>
      <p:ext uri="{BB962C8B-B14F-4D97-AF65-F5344CB8AC3E}">
        <p14:creationId xmlns:p14="http://schemas.microsoft.com/office/powerpoint/2010/main" val="225927209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Isosceles Triangle 14">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3" name="Content Placeholder 2"/>
          <p:cNvSpPr>
            <a:spLocks noGrp="1"/>
          </p:cNvSpPr>
          <p:nvPr>
            <p:ph idx="1"/>
          </p:nvPr>
        </p:nvSpPr>
        <p:spPr>
          <a:xfrm>
            <a:off x="508000" y="2160589"/>
            <a:ext cx="6447501" cy="3880773"/>
          </a:xfrm>
        </p:spPr>
        <p:txBody>
          <a:bodyPr>
            <a:normAutofit/>
          </a:bodyPr>
          <a:lstStyle/>
          <a:p>
            <a:pPr marL="0" indent="0">
              <a:buNone/>
            </a:pPr>
            <a:endParaRPr lang="en-US" dirty="0"/>
          </a:p>
          <a:p>
            <a:endParaRPr lang="en-US" dirty="0"/>
          </a:p>
          <a:p>
            <a:r>
              <a:rPr lang="en-US" dirty="0"/>
              <a:t>A charter was written to outline the “aims, processes and outcomes desired by the World Health Assembly and to motivate nations to promote health.” (Lockhart, 2010)</a:t>
            </a:r>
          </a:p>
          <a:p>
            <a:pPr marL="0" indent="0">
              <a:buNone/>
            </a:pPr>
            <a:endParaRPr lang="en-US" dirty="0"/>
          </a:p>
          <a:p>
            <a:pPr marL="0" indent="0">
              <a:buNone/>
            </a:pPr>
            <a:endParaRPr lang="en-US" dirty="0"/>
          </a:p>
          <a:p>
            <a:pPr marL="0" indent="0">
              <a:buNone/>
            </a:pPr>
            <a:endParaRPr lang="en-AU" dirty="0"/>
          </a:p>
        </p:txBody>
      </p:sp>
    </p:spTree>
    <p:extLst>
      <p:ext uri="{BB962C8B-B14F-4D97-AF65-F5344CB8AC3E}">
        <p14:creationId xmlns:p14="http://schemas.microsoft.com/office/powerpoint/2010/main" val="7828402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34" name="Straight Connector 33">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36"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7"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8" name="Isosceles Triangle 37">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9"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0"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1"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42" name="Isosceles Triangle 41">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3" name="Isosceles Triangle 42">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285340" y="25400"/>
            <a:ext cx="6447501" cy="1320800"/>
          </a:xfrm>
        </p:spPr>
        <p:txBody>
          <a:bodyPr>
            <a:normAutofit/>
          </a:bodyPr>
          <a:lstStyle/>
          <a:p>
            <a:r>
              <a:rPr lang="en-US" dirty="0"/>
              <a:t>3 Ways for Effective Health Promotion</a:t>
            </a:r>
            <a:endParaRPr lang="en-AU" dirty="0"/>
          </a:p>
        </p:txBody>
      </p:sp>
      <p:sp>
        <p:nvSpPr>
          <p:cNvPr id="3" name="Content Placeholder 2"/>
          <p:cNvSpPr>
            <a:spLocks noGrp="1"/>
          </p:cNvSpPr>
          <p:nvPr>
            <p:ph idx="1"/>
          </p:nvPr>
        </p:nvSpPr>
        <p:spPr>
          <a:xfrm>
            <a:off x="125875" y="1371601"/>
            <a:ext cx="6835825" cy="5297760"/>
          </a:xfrm>
        </p:spPr>
        <p:txBody>
          <a:bodyPr>
            <a:normAutofit/>
          </a:bodyPr>
          <a:lstStyle/>
          <a:p>
            <a:pPr marL="0" indent="0">
              <a:buNone/>
            </a:pPr>
            <a:r>
              <a:rPr lang="en-US" b="1" dirty="0"/>
              <a:t>1) Enable – </a:t>
            </a:r>
            <a:r>
              <a:rPr lang="en-US" dirty="0"/>
              <a:t>To make possible by empowering or helping, to give strength to or aid with the ability complete a task – </a:t>
            </a:r>
            <a:r>
              <a:rPr lang="en-US" dirty="0">
                <a:solidFill>
                  <a:schemeClr val="tx1">
                    <a:lumMod val="50000"/>
                  </a:schemeClr>
                </a:solidFill>
              </a:rPr>
              <a:t>I can enable you to dunk… if I give you a trampoline </a:t>
            </a:r>
          </a:p>
          <a:p>
            <a:pPr marL="274320" lvl="1" indent="0">
              <a:buNone/>
            </a:pPr>
            <a:endParaRPr lang="en-US" dirty="0"/>
          </a:p>
          <a:p>
            <a:pPr marL="274320" lvl="1" indent="0">
              <a:buNone/>
            </a:pPr>
            <a:endParaRPr lang="en-US" dirty="0"/>
          </a:p>
          <a:p>
            <a:pPr marL="0" indent="0">
              <a:buNone/>
            </a:pPr>
            <a:r>
              <a:rPr lang="en-US" b="1" dirty="0"/>
              <a:t>2) Mediate </a:t>
            </a:r>
            <a:r>
              <a:rPr lang="en-US" dirty="0"/>
              <a:t>– Act between people to help solve problems or disputes, intervein as negotiator or objectivity to bring about a resolution or agreement – </a:t>
            </a:r>
            <a:r>
              <a:rPr lang="en-US" dirty="0">
                <a:solidFill>
                  <a:schemeClr val="tx1">
                    <a:lumMod val="50000"/>
                  </a:schemeClr>
                </a:solidFill>
              </a:rPr>
              <a:t>I can mediate and argument for you and your BFF</a:t>
            </a:r>
          </a:p>
          <a:p>
            <a:pPr lvl="1"/>
            <a:endParaRPr lang="en-US" dirty="0"/>
          </a:p>
          <a:p>
            <a:pPr marL="0" indent="0">
              <a:buNone/>
            </a:pPr>
            <a:r>
              <a:rPr lang="en-US" b="1" dirty="0"/>
              <a:t>3) Advocate- </a:t>
            </a:r>
            <a:r>
              <a:rPr lang="en-US" dirty="0"/>
              <a:t>to recommend or plead for a cause. To push an agenda or try to influence an outcome – </a:t>
            </a:r>
            <a:r>
              <a:rPr lang="en-US" dirty="0">
                <a:solidFill>
                  <a:schemeClr val="tx1">
                    <a:lumMod val="50000"/>
                  </a:schemeClr>
                </a:solidFill>
              </a:rPr>
              <a:t>I can plead your case that you didn’t do your homework because you were helping me make a </a:t>
            </a:r>
            <a:r>
              <a:rPr lang="en-US" dirty="0" err="1">
                <a:solidFill>
                  <a:schemeClr val="tx1">
                    <a:lumMod val="50000"/>
                  </a:schemeClr>
                </a:solidFill>
              </a:rPr>
              <a:t>tik</a:t>
            </a:r>
            <a:r>
              <a:rPr lang="en-US" dirty="0">
                <a:solidFill>
                  <a:schemeClr val="tx1">
                    <a:lumMod val="50000"/>
                  </a:schemeClr>
                </a:solidFill>
              </a:rPr>
              <a:t> </a:t>
            </a:r>
            <a:r>
              <a:rPr lang="en-US" dirty="0" err="1">
                <a:solidFill>
                  <a:schemeClr val="tx1">
                    <a:lumMod val="50000"/>
                  </a:schemeClr>
                </a:solidFill>
              </a:rPr>
              <a:t>tok</a:t>
            </a:r>
            <a:r>
              <a:rPr lang="en-US" dirty="0">
                <a:solidFill>
                  <a:schemeClr val="tx1">
                    <a:lumMod val="50000"/>
                  </a:schemeClr>
                </a:solidFill>
              </a:rPr>
              <a:t> and that’s educational</a:t>
            </a:r>
            <a:endParaRPr lang="en-AU" dirty="0">
              <a:solidFill>
                <a:schemeClr val="tx1">
                  <a:lumMod val="50000"/>
                </a:schemeClr>
              </a:solidFill>
            </a:endParaRPr>
          </a:p>
        </p:txBody>
      </p:sp>
      <p:sp>
        <p:nvSpPr>
          <p:cNvPr id="5" name="AutoShape 4" descr="Image result for cartoon black girl">
            <a:extLst>
              <a:ext uri="{FF2B5EF4-FFF2-40B4-BE49-F238E27FC236}">
                <a16:creationId xmlns:a16="http://schemas.microsoft.com/office/drawing/2014/main" id="{622D9773-3DD3-44C8-ABDA-24A068CE172E}"/>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9222" name="Picture 6">
            <a:extLst>
              <a:ext uri="{FF2B5EF4-FFF2-40B4-BE49-F238E27FC236}">
                <a16:creationId xmlns:a16="http://schemas.microsoft.com/office/drawing/2014/main" id="{71FB0B58-F38C-4C2A-85B5-7EE7A0F2C8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5150" y="-697971"/>
            <a:ext cx="2892195" cy="374173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DB0F505-3DFA-4FE1-8A08-F26C981A430E}"/>
              </a:ext>
            </a:extLst>
          </p:cNvPr>
          <p:cNvSpPr txBox="1"/>
          <p:nvPr/>
        </p:nvSpPr>
        <p:spPr>
          <a:xfrm>
            <a:off x="7544842" y="2947485"/>
            <a:ext cx="1324402" cy="369332"/>
          </a:xfrm>
          <a:prstGeom prst="rect">
            <a:avLst/>
          </a:prstGeom>
          <a:noFill/>
        </p:spPr>
        <p:txBody>
          <a:bodyPr wrap="none" rtlCol="0">
            <a:spAutoFit/>
          </a:bodyPr>
          <a:lstStyle/>
          <a:p>
            <a:r>
              <a:rPr lang="en-US" dirty="0"/>
              <a:t>This is EMA</a:t>
            </a:r>
            <a:endParaRPr lang="en-AU" dirty="0"/>
          </a:p>
        </p:txBody>
      </p:sp>
      <p:pic>
        <p:nvPicPr>
          <p:cNvPr id="9" name="Picture 8" descr="A picture containing furniture, table&#10;&#10;Description automatically generated">
            <a:extLst>
              <a:ext uri="{FF2B5EF4-FFF2-40B4-BE49-F238E27FC236}">
                <a16:creationId xmlns:a16="http://schemas.microsoft.com/office/drawing/2014/main" id="{9D20BE89-1D0C-4986-A771-871AF3EA17E8}"/>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978079" y="2007275"/>
            <a:ext cx="886033" cy="886033"/>
          </a:xfrm>
          <a:prstGeom prst="rect">
            <a:avLst/>
          </a:prstGeom>
        </p:spPr>
      </p:pic>
      <p:pic>
        <p:nvPicPr>
          <p:cNvPr id="15" name="Picture 14" descr="A drawing of a cartoon character&#10;&#10;Description automatically generated">
            <a:extLst>
              <a:ext uri="{FF2B5EF4-FFF2-40B4-BE49-F238E27FC236}">
                <a16:creationId xmlns:a16="http://schemas.microsoft.com/office/drawing/2014/main" id="{8057F79F-9A2A-4C42-B779-CDC6D1EF9F97}"/>
              </a:ext>
            </a:extLst>
          </p:cNvPr>
          <p:cNvPicPr>
            <a:picLocks noChangeAspect="1"/>
          </p:cNvPicPr>
          <p:nvPr/>
        </p:nvPicPr>
        <p:blipFill>
          <a:blip r:embed="rId5" cstate="print">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7182478" y="3859970"/>
            <a:ext cx="897470" cy="649287"/>
          </a:xfrm>
          <a:prstGeom prst="rect">
            <a:avLst/>
          </a:prstGeom>
        </p:spPr>
      </p:pic>
      <p:pic>
        <p:nvPicPr>
          <p:cNvPr id="21" name="Picture 20" descr="A close up of a sign&#10;&#10;Description automatically generated">
            <a:extLst>
              <a:ext uri="{FF2B5EF4-FFF2-40B4-BE49-F238E27FC236}">
                <a16:creationId xmlns:a16="http://schemas.microsoft.com/office/drawing/2014/main" id="{ABADA306-BBB7-40DC-8BF9-BC52A53DFB14}"/>
              </a:ext>
            </a:extLst>
          </p:cNvPr>
          <p:cNvPicPr>
            <a:picLocks noChangeAspect="1"/>
          </p:cNvPicPr>
          <p:nvPr/>
        </p:nvPicPr>
        <p:blipFill>
          <a:blip r:embed="rId7" cstate="print">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5630840" y="5688633"/>
            <a:ext cx="980728" cy="980728"/>
          </a:xfrm>
          <a:prstGeom prst="rect">
            <a:avLst/>
          </a:prstGeom>
        </p:spPr>
      </p:pic>
      <p:sp>
        <p:nvSpPr>
          <p:cNvPr id="23" name="TextBox 22">
            <a:extLst>
              <a:ext uri="{FF2B5EF4-FFF2-40B4-BE49-F238E27FC236}">
                <a16:creationId xmlns:a16="http://schemas.microsoft.com/office/drawing/2014/main" id="{2376E35A-A338-4B34-8C71-29A38651561C}"/>
              </a:ext>
            </a:extLst>
          </p:cNvPr>
          <p:cNvSpPr txBox="1"/>
          <p:nvPr/>
        </p:nvSpPr>
        <p:spPr>
          <a:xfrm>
            <a:off x="5666368" y="6854473"/>
            <a:ext cx="945200" cy="784830"/>
          </a:xfrm>
          <a:prstGeom prst="rect">
            <a:avLst/>
          </a:prstGeom>
          <a:noFill/>
        </p:spPr>
        <p:txBody>
          <a:bodyPr wrap="square" rtlCol="0">
            <a:spAutoFit/>
          </a:bodyPr>
          <a:lstStyle/>
          <a:p>
            <a:r>
              <a:rPr lang="en-AU" sz="900">
                <a:hlinkClick r:id="rId8" tooltip="https://en.wikipedia.org/wiki/TikTok"/>
              </a:rPr>
              <a:t>This Photo</a:t>
            </a:r>
            <a:r>
              <a:rPr lang="en-AU" sz="900"/>
              <a:t> by Unknown Author is licensed under </a:t>
            </a:r>
            <a:r>
              <a:rPr lang="en-AU" sz="900">
                <a:hlinkClick r:id="rId9" tooltip="https://creativecommons.org/licenses/by-sa/3.0/"/>
              </a:rPr>
              <a:t>CC BY-SA</a:t>
            </a:r>
            <a:endParaRPr lang="en-AU" sz="900"/>
          </a:p>
        </p:txBody>
      </p:sp>
    </p:spTree>
    <p:extLst>
      <p:ext uri="{BB962C8B-B14F-4D97-AF65-F5344CB8AC3E}">
        <p14:creationId xmlns:p14="http://schemas.microsoft.com/office/powerpoint/2010/main" val="211874641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 9">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29" name="Straight Connector 10">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0" name="Straight Connector 11">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Isosceles Triangle 14">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3"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Isosceles Triangle 19">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508000" y="609600"/>
            <a:ext cx="6447501" cy="1320800"/>
          </a:xfrm>
        </p:spPr>
        <p:txBody>
          <a:bodyPr>
            <a:normAutofit/>
          </a:bodyPr>
          <a:lstStyle/>
          <a:p>
            <a:r>
              <a:rPr lang="en-US" dirty="0"/>
              <a:t>5 Action Areas</a:t>
            </a:r>
            <a:endParaRPr lang="en-AU" dirty="0"/>
          </a:p>
        </p:txBody>
      </p:sp>
      <p:sp>
        <p:nvSpPr>
          <p:cNvPr id="3" name="Content Placeholder 2"/>
          <p:cNvSpPr>
            <a:spLocks noGrp="1"/>
          </p:cNvSpPr>
          <p:nvPr>
            <p:ph idx="1"/>
          </p:nvPr>
        </p:nvSpPr>
        <p:spPr>
          <a:xfrm>
            <a:off x="508000" y="2160589"/>
            <a:ext cx="6447501" cy="3880773"/>
          </a:xfrm>
        </p:spPr>
        <p:txBody>
          <a:bodyPr>
            <a:normAutofit/>
          </a:bodyPr>
          <a:lstStyle/>
          <a:p>
            <a:pPr>
              <a:lnSpc>
                <a:spcPct val="90000"/>
              </a:lnSpc>
            </a:pPr>
            <a:r>
              <a:rPr lang="en-US" sz="1500" dirty="0"/>
              <a:t>The Charter identified five areas that can be used to help guide countries with their implementation of health promotion.</a:t>
            </a:r>
          </a:p>
          <a:p>
            <a:pPr>
              <a:lnSpc>
                <a:spcPct val="90000"/>
              </a:lnSpc>
            </a:pPr>
            <a:endParaRPr lang="en-US" sz="1500" dirty="0"/>
          </a:p>
          <a:p>
            <a:pPr>
              <a:lnSpc>
                <a:spcPct val="90000"/>
              </a:lnSpc>
            </a:pPr>
            <a:r>
              <a:rPr lang="en-US" sz="1500" dirty="0"/>
              <a:t>1) Build healthy public policy</a:t>
            </a:r>
          </a:p>
          <a:p>
            <a:pPr>
              <a:lnSpc>
                <a:spcPct val="90000"/>
              </a:lnSpc>
            </a:pPr>
            <a:endParaRPr lang="en-US" sz="1500" dirty="0"/>
          </a:p>
          <a:p>
            <a:pPr>
              <a:lnSpc>
                <a:spcPct val="90000"/>
              </a:lnSpc>
            </a:pPr>
            <a:r>
              <a:rPr lang="en-US" sz="1500" dirty="0"/>
              <a:t>2) Create supportive environments</a:t>
            </a:r>
          </a:p>
          <a:p>
            <a:pPr>
              <a:lnSpc>
                <a:spcPct val="90000"/>
              </a:lnSpc>
            </a:pPr>
            <a:endParaRPr lang="en-US" sz="1500" dirty="0"/>
          </a:p>
          <a:p>
            <a:pPr>
              <a:lnSpc>
                <a:spcPct val="90000"/>
              </a:lnSpc>
            </a:pPr>
            <a:r>
              <a:rPr lang="en-US" sz="1500" dirty="0"/>
              <a:t>3) Strengthen community action</a:t>
            </a:r>
          </a:p>
          <a:p>
            <a:pPr>
              <a:lnSpc>
                <a:spcPct val="90000"/>
              </a:lnSpc>
            </a:pPr>
            <a:endParaRPr lang="en-US" sz="1500" dirty="0"/>
          </a:p>
          <a:p>
            <a:pPr>
              <a:lnSpc>
                <a:spcPct val="90000"/>
              </a:lnSpc>
            </a:pPr>
            <a:r>
              <a:rPr lang="en-US" sz="1500" dirty="0"/>
              <a:t>4) Reorient health services</a:t>
            </a:r>
          </a:p>
          <a:p>
            <a:pPr>
              <a:lnSpc>
                <a:spcPct val="90000"/>
              </a:lnSpc>
            </a:pPr>
            <a:endParaRPr lang="en-US" sz="1500" dirty="0"/>
          </a:p>
          <a:p>
            <a:pPr>
              <a:lnSpc>
                <a:spcPct val="90000"/>
              </a:lnSpc>
            </a:pPr>
            <a:r>
              <a:rPr lang="en-US" sz="1500" dirty="0"/>
              <a:t>5) Develop personal skills</a:t>
            </a:r>
            <a:endParaRPr lang="en-AU" sz="1500" dirty="0"/>
          </a:p>
        </p:txBody>
      </p:sp>
      <p:pic>
        <p:nvPicPr>
          <p:cNvPr id="5" name="Picture 4" descr="A close up of a piece of paper&#10;&#10;Description automatically generated">
            <a:extLst>
              <a:ext uri="{FF2B5EF4-FFF2-40B4-BE49-F238E27FC236}">
                <a16:creationId xmlns:a16="http://schemas.microsoft.com/office/drawing/2014/main" id="{0F6385B5-87D8-4FF3-B60F-9528190F899A}"/>
              </a:ext>
            </a:extLst>
          </p:cNvPr>
          <p:cNvPicPr>
            <a:picLocks noChangeAspect="1"/>
          </p:cNvPicPr>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523779" y="364767"/>
            <a:ext cx="928512" cy="1026435"/>
          </a:xfrm>
          <a:prstGeom prst="rect">
            <a:avLst/>
          </a:prstGeom>
        </p:spPr>
      </p:pic>
      <p:pic>
        <p:nvPicPr>
          <p:cNvPr id="9" name="Picture 8" descr="A group of people in a room&#10;&#10;Description automatically generated">
            <a:extLst>
              <a:ext uri="{FF2B5EF4-FFF2-40B4-BE49-F238E27FC236}">
                <a16:creationId xmlns:a16="http://schemas.microsoft.com/office/drawing/2014/main" id="{93861ECB-5841-4F16-B759-12BF95D5D28B}"/>
              </a:ext>
            </a:extLst>
          </p:cNvPr>
          <p:cNvPicPr>
            <a:picLocks noChangeAspect="1"/>
          </p:cNvPicPr>
          <p:nvPr/>
        </p:nvPicPr>
        <p:blipFill>
          <a:blip r:embed="rId4" cstate="print">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7318065" y="1883227"/>
            <a:ext cx="1544707" cy="1028799"/>
          </a:xfrm>
          <a:prstGeom prst="rect">
            <a:avLst/>
          </a:prstGeom>
        </p:spPr>
      </p:pic>
      <p:pic>
        <p:nvPicPr>
          <p:cNvPr id="36" name="Picture 35" descr="A group of people posing for the camera&#10;&#10;Description automatically generated">
            <a:extLst>
              <a:ext uri="{FF2B5EF4-FFF2-40B4-BE49-F238E27FC236}">
                <a16:creationId xmlns:a16="http://schemas.microsoft.com/office/drawing/2014/main" id="{EB99EE48-F5B5-4205-95ED-73E403F8644C}"/>
              </a:ext>
            </a:extLst>
          </p:cNvPr>
          <p:cNvPicPr>
            <a:picLocks noChangeAspect="1"/>
          </p:cNvPicPr>
          <p:nvPr/>
        </p:nvPicPr>
        <p:blipFill>
          <a:blip r:embed="rId6" cstate="print">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6964876" y="3274429"/>
            <a:ext cx="1913497" cy="1036577"/>
          </a:xfrm>
          <a:prstGeom prst="rect">
            <a:avLst/>
          </a:prstGeom>
        </p:spPr>
      </p:pic>
      <p:pic>
        <p:nvPicPr>
          <p:cNvPr id="39" name="Picture 38">
            <a:extLst>
              <a:ext uri="{FF2B5EF4-FFF2-40B4-BE49-F238E27FC236}">
                <a16:creationId xmlns:a16="http://schemas.microsoft.com/office/drawing/2014/main" id="{A61CA3E8-0816-4565-9D28-24265E7B4277}"/>
              </a:ext>
            </a:extLst>
          </p:cNvPr>
          <p:cNvPicPr>
            <a:picLocks noChangeAspect="1"/>
          </p:cNvPicPr>
          <p:nvPr/>
        </p:nvPicPr>
        <p:blipFill>
          <a:blip r:embed="rId8" cstate="print">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7463501" y="4402552"/>
            <a:ext cx="1275606" cy="1275606"/>
          </a:xfrm>
          <a:prstGeom prst="rect">
            <a:avLst/>
          </a:prstGeom>
        </p:spPr>
      </p:pic>
      <p:pic>
        <p:nvPicPr>
          <p:cNvPr id="42" name="Picture 41" descr="A picture containing table, computer, room, laptop&#10;&#10;Description automatically generated">
            <a:extLst>
              <a:ext uri="{FF2B5EF4-FFF2-40B4-BE49-F238E27FC236}">
                <a16:creationId xmlns:a16="http://schemas.microsoft.com/office/drawing/2014/main" id="{80ACF8D9-EE68-4C09-AB85-C6BD762CE343}"/>
              </a:ext>
            </a:extLst>
          </p:cNvPr>
          <p:cNvPicPr>
            <a:picLocks noChangeAspect="1"/>
          </p:cNvPicPr>
          <p:nvPr/>
        </p:nvPicPr>
        <p:blipFill>
          <a:blip r:embed="rId10" cstate="print">
            <a:extLst>
              <a:ext uri="{28A0092B-C50C-407E-A947-70E740481C1C}">
                <a14:useLocalDpi xmlns:a14="http://schemas.microsoft.com/office/drawing/2010/main" val="0"/>
              </a:ext>
              <a:ext uri="{837473B0-CC2E-450A-ABE3-18F120FF3D39}">
                <a1611:picAttrSrcUrl xmlns:a1611="http://schemas.microsoft.com/office/drawing/2016/11/main" r:id="rId11"/>
              </a:ext>
            </a:extLst>
          </a:blip>
          <a:stretch>
            <a:fillRect/>
          </a:stretch>
        </p:blipFill>
        <p:spPr>
          <a:xfrm>
            <a:off x="7304341" y="5820552"/>
            <a:ext cx="1576336" cy="1052204"/>
          </a:xfrm>
          <a:prstGeom prst="rect">
            <a:avLst/>
          </a:prstGeom>
        </p:spPr>
      </p:pic>
    </p:spTree>
    <p:extLst>
      <p:ext uri="{BB962C8B-B14F-4D97-AF65-F5344CB8AC3E}">
        <p14:creationId xmlns:p14="http://schemas.microsoft.com/office/powerpoint/2010/main" val="320213682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 calcmode="lin" valueType="num">
                                      <p:cBhvr additive="base">
                                        <p:cTn id="3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 calcmode="lin" valueType="num">
                                      <p:cBhvr additive="base">
                                        <p:cTn id="3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D94A7024-D948-494D-8920-BBA2DA07D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FEE546A6-33D1-4105-8D8A-73EBF141749C}"/>
              </a:ext>
            </a:extLst>
          </p:cNvPr>
          <p:cNvPicPr>
            <a:picLocks noChangeAspect="1"/>
          </p:cNvPicPr>
          <p:nvPr/>
        </p:nvPicPr>
        <p:blipFill rotWithShape="1">
          <a:blip r:embed="rId2">
            <a:duotone>
              <a:prstClr val="black"/>
              <a:schemeClr val="tx2">
                <a:tint val="45000"/>
                <a:satMod val="400000"/>
              </a:schemeClr>
            </a:duotone>
            <a:alphaModFix amt="40000"/>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164" r="8835" b="-1"/>
          <a:stretch/>
        </p:blipFill>
        <p:spPr>
          <a:xfrm>
            <a:off x="20" y="10"/>
            <a:ext cx="9143980" cy="6857990"/>
          </a:xfrm>
          <a:prstGeom prst="rect">
            <a:avLst/>
          </a:prstGeom>
        </p:spPr>
      </p:pic>
      <p:sp>
        <p:nvSpPr>
          <p:cNvPr id="2" name="Title 1"/>
          <p:cNvSpPr>
            <a:spLocks noGrp="1"/>
          </p:cNvSpPr>
          <p:nvPr>
            <p:ph type="title"/>
          </p:nvPr>
        </p:nvSpPr>
        <p:spPr>
          <a:xfrm>
            <a:off x="508000" y="609600"/>
            <a:ext cx="6447501" cy="1320800"/>
          </a:xfrm>
        </p:spPr>
        <p:txBody>
          <a:bodyPr vert="horz" lIns="91440" tIns="45720" rIns="91440" bIns="45720" rtlCol="0" anchor="t">
            <a:normAutofit/>
          </a:bodyPr>
          <a:lstStyle/>
          <a:p>
            <a:r>
              <a:rPr lang="en-US"/>
              <a:t>Build Healthy Public Policy</a:t>
            </a:r>
          </a:p>
        </p:txBody>
      </p:sp>
      <p:sp>
        <p:nvSpPr>
          <p:cNvPr id="3" name="TextBox 2"/>
          <p:cNvSpPr txBox="1"/>
          <p:nvPr/>
        </p:nvSpPr>
        <p:spPr>
          <a:xfrm>
            <a:off x="508000" y="2160589"/>
            <a:ext cx="6447501" cy="3880773"/>
          </a:xfrm>
          <a:prstGeom prst="rect">
            <a:avLst/>
          </a:prstGeom>
        </p:spPr>
        <p:txBody>
          <a:bodyPr vert="horz" lIns="91440" tIns="45720" rIns="91440" bIns="45720" rtlCol="0">
            <a:normAutofit/>
          </a:bodyPr>
          <a:lstStyle/>
          <a:p>
            <a:pPr marL="285750" indent="-285750">
              <a:lnSpc>
                <a:spcPct val="90000"/>
              </a:lnSpc>
              <a:spcBef>
                <a:spcPts val="1000"/>
              </a:spcBef>
              <a:buClr>
                <a:schemeClr val="accent1"/>
              </a:buClr>
              <a:buSzPct val="80000"/>
              <a:buFont typeface="Wingdings 3" charset="2"/>
              <a:buChar char=""/>
            </a:pPr>
            <a:r>
              <a:rPr lang="en-US" sz="1500">
                <a:solidFill>
                  <a:srgbClr val="FFFFFF"/>
                </a:solidFill>
              </a:rPr>
              <a:t>What is a policy? </a:t>
            </a:r>
            <a:r>
              <a:rPr lang="en-US" sz="1500" u="sng">
                <a:solidFill>
                  <a:srgbClr val="FFFFFF"/>
                </a:solidFill>
              </a:rPr>
              <a:t>a course or principle of action adopted or proposed by an organization or individual</a:t>
            </a:r>
          </a:p>
          <a:p>
            <a:pPr marL="285750" indent="-285750">
              <a:lnSpc>
                <a:spcPct val="90000"/>
              </a:lnSpc>
              <a:spcBef>
                <a:spcPts val="1000"/>
              </a:spcBef>
              <a:buClr>
                <a:schemeClr val="accent1"/>
              </a:buClr>
              <a:buSzPct val="80000"/>
              <a:buFont typeface="Wingdings 3" charset="2"/>
              <a:buChar char=""/>
            </a:pPr>
            <a:r>
              <a:rPr lang="en-US" sz="1500">
                <a:solidFill>
                  <a:srgbClr val="FFFFFF"/>
                </a:solidFill>
              </a:rPr>
              <a:t>By having a healthy public policy, we are able to legislate healthy behaviours, and ban unhealthy ones.</a:t>
            </a:r>
          </a:p>
          <a:p>
            <a:pPr marL="285750" indent="-285750">
              <a:lnSpc>
                <a:spcPct val="90000"/>
              </a:lnSpc>
              <a:spcBef>
                <a:spcPts val="1000"/>
              </a:spcBef>
              <a:buClr>
                <a:schemeClr val="accent1"/>
              </a:buClr>
              <a:buSzPct val="80000"/>
              <a:buFont typeface="Wingdings 3" charset="2"/>
              <a:buChar char=""/>
            </a:pPr>
            <a:r>
              <a:rPr lang="en-US" sz="1500">
                <a:solidFill>
                  <a:srgbClr val="FFFFFF"/>
                </a:solidFill>
              </a:rPr>
              <a:t>This policy will include:</a:t>
            </a:r>
          </a:p>
          <a:p>
            <a:pPr marL="742950" lvl="1" indent="-285750">
              <a:lnSpc>
                <a:spcPct val="90000"/>
              </a:lnSpc>
              <a:spcBef>
                <a:spcPts val="1000"/>
              </a:spcBef>
              <a:buClr>
                <a:schemeClr val="accent1"/>
              </a:buClr>
              <a:buSzPct val="80000"/>
              <a:buFont typeface="Wingdings 3" charset="2"/>
              <a:buChar char=""/>
            </a:pPr>
            <a:r>
              <a:rPr lang="en-US" sz="1500">
                <a:solidFill>
                  <a:srgbClr val="FFFFFF"/>
                </a:solidFill>
              </a:rPr>
              <a:t>Legislation (laws)</a:t>
            </a:r>
          </a:p>
          <a:p>
            <a:pPr marL="742950" lvl="1" indent="-285750">
              <a:lnSpc>
                <a:spcPct val="90000"/>
              </a:lnSpc>
              <a:spcBef>
                <a:spcPts val="1000"/>
              </a:spcBef>
              <a:buClr>
                <a:schemeClr val="accent1"/>
              </a:buClr>
              <a:buSzPct val="80000"/>
              <a:buFont typeface="Wingdings 3" charset="2"/>
              <a:buChar char=""/>
            </a:pPr>
            <a:r>
              <a:rPr lang="en-US" sz="1500">
                <a:solidFill>
                  <a:srgbClr val="FFFFFF"/>
                </a:solidFill>
              </a:rPr>
              <a:t>Taxation</a:t>
            </a:r>
          </a:p>
          <a:p>
            <a:pPr marL="742950" lvl="1" indent="-285750">
              <a:lnSpc>
                <a:spcPct val="90000"/>
              </a:lnSpc>
              <a:spcBef>
                <a:spcPts val="1000"/>
              </a:spcBef>
              <a:buClr>
                <a:schemeClr val="accent1"/>
              </a:buClr>
              <a:buSzPct val="80000"/>
              <a:buFont typeface="Wingdings 3" charset="2"/>
              <a:buChar char=""/>
            </a:pPr>
            <a:r>
              <a:rPr lang="en-US" sz="1500">
                <a:solidFill>
                  <a:srgbClr val="FFFFFF"/>
                </a:solidFill>
              </a:rPr>
              <a:t>Organisational change</a:t>
            </a:r>
          </a:p>
          <a:p>
            <a:pPr marL="285750" indent="-285750">
              <a:lnSpc>
                <a:spcPct val="90000"/>
              </a:lnSpc>
              <a:spcBef>
                <a:spcPts val="1000"/>
              </a:spcBef>
              <a:buClr>
                <a:schemeClr val="accent1"/>
              </a:buClr>
              <a:buSzPct val="80000"/>
              <a:buFont typeface="Wingdings 3" charset="2"/>
              <a:buChar char=""/>
            </a:pPr>
            <a:r>
              <a:rPr lang="en-US" sz="1500">
                <a:solidFill>
                  <a:srgbClr val="FFFFFF"/>
                </a:solidFill>
              </a:rPr>
              <a:t>Examples?</a:t>
            </a:r>
          </a:p>
          <a:p>
            <a:pPr marL="742950" lvl="1" indent="-285750">
              <a:lnSpc>
                <a:spcPct val="90000"/>
              </a:lnSpc>
              <a:spcBef>
                <a:spcPts val="1000"/>
              </a:spcBef>
              <a:buClr>
                <a:schemeClr val="accent1"/>
              </a:buClr>
              <a:buSzPct val="80000"/>
              <a:buFont typeface="Wingdings 3" charset="2"/>
              <a:buChar char=""/>
            </a:pPr>
            <a:r>
              <a:rPr lang="en-US" sz="1500">
                <a:solidFill>
                  <a:srgbClr val="FFFFFF"/>
                </a:solidFill>
              </a:rPr>
              <a:t>Tobacco</a:t>
            </a:r>
          </a:p>
          <a:p>
            <a:pPr marL="742950" lvl="1" indent="-285750">
              <a:lnSpc>
                <a:spcPct val="90000"/>
              </a:lnSpc>
              <a:spcBef>
                <a:spcPts val="1000"/>
              </a:spcBef>
              <a:buClr>
                <a:schemeClr val="accent1"/>
              </a:buClr>
              <a:buSzPct val="80000"/>
              <a:buFont typeface="Wingdings 3" charset="2"/>
              <a:buChar char=""/>
            </a:pPr>
            <a:r>
              <a:rPr lang="en-US" sz="1500">
                <a:solidFill>
                  <a:srgbClr val="FFFFFF"/>
                </a:solidFill>
              </a:rPr>
              <a:t>Alcohol</a:t>
            </a:r>
          </a:p>
          <a:p>
            <a:pPr marL="742950" lvl="1" indent="-285750">
              <a:lnSpc>
                <a:spcPct val="90000"/>
              </a:lnSpc>
              <a:spcBef>
                <a:spcPts val="1000"/>
              </a:spcBef>
              <a:buClr>
                <a:schemeClr val="accent1"/>
              </a:buClr>
              <a:buSzPct val="80000"/>
              <a:buFont typeface="Wingdings 3" charset="2"/>
              <a:buChar char=""/>
            </a:pPr>
            <a:r>
              <a:rPr lang="en-US" sz="1500">
                <a:solidFill>
                  <a:srgbClr val="FFFFFF"/>
                </a:solidFill>
              </a:rPr>
              <a:t>Physical Activity in Schools</a:t>
            </a:r>
          </a:p>
          <a:p>
            <a:pPr marL="285750" indent="-285750">
              <a:lnSpc>
                <a:spcPct val="90000"/>
              </a:lnSpc>
              <a:spcBef>
                <a:spcPts val="1000"/>
              </a:spcBef>
              <a:buClr>
                <a:schemeClr val="accent1"/>
              </a:buClr>
              <a:buSzPct val="80000"/>
              <a:buFont typeface="Wingdings 3" charset="2"/>
              <a:buChar char=""/>
            </a:pPr>
            <a:endParaRPr lang="en-US" sz="1500">
              <a:solidFill>
                <a:srgbClr val="FFFFFF"/>
              </a:solidFill>
            </a:endParaRPr>
          </a:p>
          <a:p>
            <a:pPr marL="285750" indent="-285750">
              <a:lnSpc>
                <a:spcPct val="90000"/>
              </a:lnSpc>
              <a:spcBef>
                <a:spcPts val="1000"/>
              </a:spcBef>
              <a:buClr>
                <a:schemeClr val="accent1"/>
              </a:buClr>
              <a:buSzPct val="80000"/>
              <a:buFont typeface="Wingdings 3" charset="2"/>
              <a:buChar char=""/>
            </a:pPr>
            <a:endParaRPr lang="en-US" sz="1500">
              <a:solidFill>
                <a:srgbClr val="FFFFFF"/>
              </a:solidFill>
            </a:endParaRPr>
          </a:p>
          <a:p>
            <a:pPr marL="285750" indent="-285750">
              <a:lnSpc>
                <a:spcPct val="90000"/>
              </a:lnSpc>
              <a:spcBef>
                <a:spcPts val="1000"/>
              </a:spcBef>
              <a:buClr>
                <a:schemeClr val="accent1"/>
              </a:buClr>
              <a:buSzPct val="80000"/>
              <a:buFont typeface="Wingdings 3" charset="2"/>
              <a:buChar char=""/>
            </a:pPr>
            <a:endParaRPr lang="en-US" sz="1500">
              <a:solidFill>
                <a:srgbClr val="FFFFFF"/>
              </a:solidFill>
            </a:endParaRPr>
          </a:p>
          <a:p>
            <a:pPr marL="285750" indent="-285750">
              <a:lnSpc>
                <a:spcPct val="90000"/>
              </a:lnSpc>
              <a:spcBef>
                <a:spcPts val="1000"/>
              </a:spcBef>
              <a:buClr>
                <a:schemeClr val="accent1"/>
              </a:buClr>
              <a:buSzPct val="80000"/>
              <a:buFont typeface="Wingdings 3" charset="2"/>
              <a:buChar char=""/>
            </a:pPr>
            <a:endParaRPr lang="en-US" sz="1500">
              <a:solidFill>
                <a:srgbClr val="FFFFFF"/>
              </a:solidFill>
            </a:endParaRPr>
          </a:p>
          <a:p>
            <a:pPr marL="285750" indent="-285750">
              <a:lnSpc>
                <a:spcPct val="90000"/>
              </a:lnSpc>
              <a:spcBef>
                <a:spcPts val="1000"/>
              </a:spcBef>
              <a:buClr>
                <a:schemeClr val="accent1"/>
              </a:buClr>
              <a:buSzPct val="80000"/>
              <a:buFont typeface="Wingdings 3" charset="2"/>
              <a:buChar char=""/>
            </a:pPr>
            <a:endParaRPr lang="en-US" sz="1500">
              <a:solidFill>
                <a:srgbClr val="FFFFFF"/>
              </a:solidFill>
            </a:endParaRPr>
          </a:p>
        </p:txBody>
      </p:sp>
      <p:sp>
        <p:nvSpPr>
          <p:cNvPr id="6" name="TextBox 5">
            <a:extLst>
              <a:ext uri="{FF2B5EF4-FFF2-40B4-BE49-F238E27FC236}">
                <a16:creationId xmlns:a16="http://schemas.microsoft.com/office/drawing/2014/main" id="{A7D8009E-A5D9-47EA-B7D1-AD7A38E38468}"/>
              </a:ext>
            </a:extLst>
          </p:cNvPr>
          <p:cNvSpPr txBox="1"/>
          <p:nvPr/>
        </p:nvSpPr>
        <p:spPr>
          <a:xfrm>
            <a:off x="6617347" y="6657945"/>
            <a:ext cx="2526653"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3" tooltip="http://www.thebluediamondgallery.com/wooden-tile/t/tax.html">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4" tooltip="https://creativecommons.org/licenses/by-sa/3.0/">
                  <a:extLst>
                    <a:ext uri="{A12FA001-AC4F-418D-AE19-62706E023703}">
                      <ahyp:hlinkClr xmlns:ahyp="http://schemas.microsoft.com/office/drawing/2018/hyperlinkcolor" val="tx"/>
                    </a:ext>
                  </a:extLst>
                </a:hlinkClick>
              </a:rPr>
              <a:t>CC BY-SA</a:t>
            </a:r>
            <a:endParaRPr lang="en-AU" sz="700">
              <a:solidFill>
                <a:srgbClr val="FFFFFF"/>
              </a:solidFill>
            </a:endParaRPr>
          </a:p>
        </p:txBody>
      </p:sp>
    </p:spTree>
    <p:extLst>
      <p:ext uri="{BB962C8B-B14F-4D97-AF65-F5344CB8AC3E}">
        <p14:creationId xmlns:p14="http://schemas.microsoft.com/office/powerpoint/2010/main" val="144393145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 calcmode="lin" valueType="num">
                                      <p:cBhvr additive="base">
                                        <p:cTn id="4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 calcmode="lin" valueType="num">
                                      <p:cBhvr additive="base">
                                        <p:cTn id="4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94A7024-D948-494D-8920-BBA2DA07D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ath with trees on the side of a road&#10;&#10;Description automatically generated">
            <a:extLst>
              <a:ext uri="{FF2B5EF4-FFF2-40B4-BE49-F238E27FC236}">
                <a16:creationId xmlns:a16="http://schemas.microsoft.com/office/drawing/2014/main" id="{0F5CFB67-5281-4DE5-AFBA-061C439794D4}"/>
              </a:ext>
            </a:extLst>
          </p:cNvPr>
          <p:cNvPicPr>
            <a:picLocks noChangeAspect="1"/>
          </p:cNvPicPr>
          <p:nvPr/>
        </p:nvPicPr>
        <p:blipFill rotWithShape="1">
          <a:blip r:embed="rId3">
            <a:duotone>
              <a:prstClr val="black"/>
              <a:schemeClr val="tx2">
                <a:tint val="45000"/>
                <a:satMod val="400000"/>
              </a:schemeClr>
            </a:duotone>
            <a:alphaModFix amt="40000"/>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948" r="10386"/>
          <a:stretch/>
        </p:blipFill>
        <p:spPr>
          <a:xfrm>
            <a:off x="20" y="10"/>
            <a:ext cx="9143980" cy="6857990"/>
          </a:xfrm>
          <a:prstGeom prst="rect">
            <a:avLst/>
          </a:prstGeom>
        </p:spPr>
      </p:pic>
      <p:sp>
        <p:nvSpPr>
          <p:cNvPr id="2" name="Title 1"/>
          <p:cNvSpPr>
            <a:spLocks noGrp="1"/>
          </p:cNvSpPr>
          <p:nvPr>
            <p:ph type="title"/>
          </p:nvPr>
        </p:nvSpPr>
        <p:spPr>
          <a:xfrm>
            <a:off x="508000" y="609600"/>
            <a:ext cx="6447501" cy="1320800"/>
          </a:xfrm>
        </p:spPr>
        <p:txBody>
          <a:bodyPr>
            <a:normAutofit/>
          </a:bodyPr>
          <a:lstStyle/>
          <a:p>
            <a:r>
              <a:rPr lang="en-US" dirty="0"/>
              <a:t>Create Supportive Environments</a:t>
            </a:r>
            <a:endParaRPr lang="en-AU" dirty="0"/>
          </a:p>
        </p:txBody>
      </p:sp>
      <p:sp>
        <p:nvSpPr>
          <p:cNvPr id="3" name="Content Placeholder 2"/>
          <p:cNvSpPr>
            <a:spLocks noGrp="1"/>
          </p:cNvSpPr>
          <p:nvPr>
            <p:ph idx="1"/>
          </p:nvPr>
        </p:nvSpPr>
        <p:spPr>
          <a:xfrm>
            <a:off x="508000" y="2160589"/>
            <a:ext cx="6447501" cy="3880773"/>
          </a:xfrm>
        </p:spPr>
        <p:txBody>
          <a:bodyPr>
            <a:normAutofit/>
          </a:bodyPr>
          <a:lstStyle/>
          <a:p>
            <a:pPr>
              <a:lnSpc>
                <a:spcPct val="90000"/>
              </a:lnSpc>
            </a:pPr>
            <a:r>
              <a:rPr lang="en-US">
                <a:solidFill>
                  <a:srgbClr val="FFFFFF"/>
                </a:solidFill>
              </a:rPr>
              <a:t>People will be strongly influenced by their environment, so we must take a socioecological approach to health.</a:t>
            </a:r>
          </a:p>
          <a:p>
            <a:pPr>
              <a:lnSpc>
                <a:spcPct val="90000"/>
              </a:lnSpc>
            </a:pPr>
            <a:r>
              <a:rPr lang="en-US">
                <a:solidFill>
                  <a:srgbClr val="FFFFFF"/>
                </a:solidFill>
              </a:rPr>
              <a:t>To promote health, people need to take care of each other, the community and the surrounding natural environment.</a:t>
            </a:r>
          </a:p>
          <a:p>
            <a:pPr>
              <a:lnSpc>
                <a:spcPct val="90000"/>
              </a:lnSpc>
            </a:pPr>
            <a:r>
              <a:rPr lang="en-US">
                <a:solidFill>
                  <a:srgbClr val="FFFFFF"/>
                </a:solidFill>
              </a:rPr>
              <a:t>The living and working conditions that people are exposed to need to be safe, stimulating, satisfying and enjoyable in order to promote health and wellbeing.</a:t>
            </a:r>
          </a:p>
          <a:p>
            <a:pPr>
              <a:lnSpc>
                <a:spcPct val="90000"/>
              </a:lnSpc>
            </a:pPr>
            <a:r>
              <a:rPr lang="en-US">
                <a:solidFill>
                  <a:srgbClr val="FFFFFF"/>
                </a:solidFill>
              </a:rPr>
              <a:t>Examples?</a:t>
            </a:r>
          </a:p>
          <a:p>
            <a:pPr lvl="1">
              <a:lnSpc>
                <a:spcPct val="90000"/>
              </a:lnSpc>
            </a:pPr>
            <a:r>
              <a:rPr lang="en-US">
                <a:solidFill>
                  <a:srgbClr val="FFFFFF"/>
                </a:solidFill>
              </a:rPr>
              <a:t>WorkSafe (pg 29)</a:t>
            </a:r>
          </a:p>
          <a:p>
            <a:pPr lvl="1">
              <a:lnSpc>
                <a:spcPct val="90000"/>
              </a:lnSpc>
            </a:pPr>
            <a:r>
              <a:rPr lang="en-US">
                <a:solidFill>
                  <a:srgbClr val="FFFFFF"/>
                </a:solidFill>
              </a:rPr>
              <a:t>School</a:t>
            </a:r>
          </a:p>
          <a:p>
            <a:pPr lvl="1">
              <a:lnSpc>
                <a:spcPct val="90000"/>
              </a:lnSpc>
            </a:pPr>
            <a:r>
              <a:rPr lang="en-US">
                <a:solidFill>
                  <a:srgbClr val="FFFFFF"/>
                </a:solidFill>
              </a:rPr>
              <a:t>Mt Henry Bridge</a:t>
            </a:r>
          </a:p>
          <a:p>
            <a:pPr lvl="1">
              <a:lnSpc>
                <a:spcPct val="90000"/>
              </a:lnSpc>
            </a:pPr>
            <a:endParaRPr lang="en-US">
              <a:solidFill>
                <a:srgbClr val="FFFFFF"/>
              </a:solidFill>
            </a:endParaRPr>
          </a:p>
          <a:p>
            <a:pPr lvl="1">
              <a:lnSpc>
                <a:spcPct val="90000"/>
              </a:lnSpc>
            </a:pPr>
            <a:endParaRPr lang="en-US">
              <a:solidFill>
                <a:srgbClr val="FFFFFF"/>
              </a:solidFill>
            </a:endParaRPr>
          </a:p>
          <a:p>
            <a:pPr lvl="1">
              <a:lnSpc>
                <a:spcPct val="90000"/>
              </a:lnSpc>
            </a:pPr>
            <a:endParaRPr lang="en-AU">
              <a:solidFill>
                <a:srgbClr val="FFFFFF"/>
              </a:solidFill>
            </a:endParaRPr>
          </a:p>
        </p:txBody>
      </p:sp>
      <p:sp>
        <p:nvSpPr>
          <p:cNvPr id="6" name="TextBox 5">
            <a:extLst>
              <a:ext uri="{FF2B5EF4-FFF2-40B4-BE49-F238E27FC236}">
                <a16:creationId xmlns:a16="http://schemas.microsoft.com/office/drawing/2014/main" id="{2993EA50-29CC-4D72-80EE-2FEF70AE8592}"/>
              </a:ext>
            </a:extLst>
          </p:cNvPr>
          <p:cNvSpPr txBox="1"/>
          <p:nvPr/>
        </p:nvSpPr>
        <p:spPr>
          <a:xfrm>
            <a:off x="6617347" y="6657945"/>
            <a:ext cx="2526653"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4" tooltip="https://commons.wikimedia.org/wiki/File:Barrowford_Memorial_Park_Outdoor_Gym_Equipment.jpg">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5" tooltip="https://creativecommons.org/licenses/by-sa/3.0/">
                  <a:extLst>
                    <a:ext uri="{A12FA001-AC4F-418D-AE19-62706E023703}">
                      <ahyp:hlinkClr xmlns:ahyp="http://schemas.microsoft.com/office/drawing/2018/hyperlinkcolor" val="tx"/>
                    </a:ext>
                  </a:extLst>
                </a:hlinkClick>
              </a:rPr>
              <a:t>CC BY-SA</a:t>
            </a:r>
            <a:endParaRPr lang="en-AU" sz="700">
              <a:solidFill>
                <a:srgbClr val="FFFFFF"/>
              </a:solidFill>
            </a:endParaRPr>
          </a:p>
        </p:txBody>
      </p:sp>
    </p:spTree>
    <p:extLst>
      <p:ext uri="{BB962C8B-B14F-4D97-AF65-F5344CB8AC3E}">
        <p14:creationId xmlns:p14="http://schemas.microsoft.com/office/powerpoint/2010/main" val="310370710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94A7024-D948-494D-8920-BBA2DA07D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oup of people posing for the camera&#10;&#10;Description automatically generated">
            <a:extLst>
              <a:ext uri="{FF2B5EF4-FFF2-40B4-BE49-F238E27FC236}">
                <a16:creationId xmlns:a16="http://schemas.microsoft.com/office/drawing/2014/main" id="{44E01F62-E7B1-4BA9-8F01-5E93344D3873}"/>
              </a:ext>
            </a:extLst>
          </p:cNvPr>
          <p:cNvPicPr>
            <a:picLocks noChangeAspect="1"/>
          </p:cNvPicPr>
          <p:nvPr/>
        </p:nvPicPr>
        <p:blipFill rotWithShape="1">
          <a:blip r:embed="rId2">
            <a:duotone>
              <a:prstClr val="black"/>
              <a:schemeClr val="tx2">
                <a:tint val="45000"/>
                <a:satMod val="400000"/>
              </a:schemeClr>
            </a:duotone>
            <a:alphaModFix amt="40000"/>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p:blipFill>
        <p:spPr>
          <a:xfrm>
            <a:off x="20" y="10"/>
            <a:ext cx="9143980" cy="6857990"/>
          </a:xfrm>
          <a:prstGeom prst="rect">
            <a:avLst/>
          </a:prstGeom>
        </p:spPr>
      </p:pic>
      <p:sp>
        <p:nvSpPr>
          <p:cNvPr id="2" name="Title 1"/>
          <p:cNvSpPr>
            <a:spLocks noGrp="1"/>
          </p:cNvSpPr>
          <p:nvPr>
            <p:ph type="title"/>
          </p:nvPr>
        </p:nvSpPr>
        <p:spPr>
          <a:xfrm>
            <a:off x="508000" y="609600"/>
            <a:ext cx="6447501" cy="1320800"/>
          </a:xfrm>
        </p:spPr>
        <p:txBody>
          <a:bodyPr>
            <a:normAutofit/>
          </a:bodyPr>
          <a:lstStyle/>
          <a:p>
            <a:r>
              <a:rPr lang="en-US" dirty="0"/>
              <a:t>Strengthen Community Action</a:t>
            </a:r>
            <a:endParaRPr lang="en-AU"/>
          </a:p>
        </p:txBody>
      </p:sp>
      <p:sp>
        <p:nvSpPr>
          <p:cNvPr id="3" name="Content Placeholder 2"/>
          <p:cNvSpPr>
            <a:spLocks noGrp="1"/>
          </p:cNvSpPr>
          <p:nvPr>
            <p:ph idx="1"/>
          </p:nvPr>
        </p:nvSpPr>
        <p:spPr>
          <a:xfrm>
            <a:off x="508000" y="2160589"/>
            <a:ext cx="6447501" cy="3880773"/>
          </a:xfrm>
        </p:spPr>
        <p:txBody>
          <a:bodyPr>
            <a:normAutofit/>
          </a:bodyPr>
          <a:lstStyle/>
          <a:p>
            <a:r>
              <a:rPr lang="en-US">
                <a:solidFill>
                  <a:srgbClr val="FFFFFF"/>
                </a:solidFill>
              </a:rPr>
              <a:t>Community participation in change is needed in order for the community to be empowered.</a:t>
            </a:r>
          </a:p>
          <a:p>
            <a:r>
              <a:rPr lang="en-US">
                <a:solidFill>
                  <a:srgbClr val="FFFFFF"/>
                </a:solidFill>
              </a:rPr>
              <a:t>An empowered community:</a:t>
            </a:r>
            <a:endParaRPr lang="en-AU">
              <a:solidFill>
                <a:srgbClr val="FFFFFF"/>
              </a:solidFill>
            </a:endParaRPr>
          </a:p>
          <a:p>
            <a:pPr lvl="1"/>
            <a:r>
              <a:rPr lang="en-US">
                <a:solidFill>
                  <a:srgbClr val="FFFFFF"/>
                </a:solidFill>
              </a:rPr>
              <a:t>Takes control of their own health</a:t>
            </a:r>
          </a:p>
          <a:p>
            <a:pPr lvl="1"/>
            <a:r>
              <a:rPr lang="en-US">
                <a:solidFill>
                  <a:srgbClr val="FFFFFF"/>
                </a:solidFill>
              </a:rPr>
              <a:t>Sets priorities</a:t>
            </a:r>
          </a:p>
          <a:p>
            <a:pPr lvl="1"/>
            <a:r>
              <a:rPr lang="en-US">
                <a:solidFill>
                  <a:srgbClr val="FFFFFF"/>
                </a:solidFill>
              </a:rPr>
              <a:t>Creates action plans</a:t>
            </a:r>
          </a:p>
          <a:p>
            <a:pPr lvl="1"/>
            <a:r>
              <a:rPr lang="en-US">
                <a:solidFill>
                  <a:srgbClr val="FFFFFF"/>
                </a:solidFill>
              </a:rPr>
              <a:t>Evaluates outcomes</a:t>
            </a:r>
          </a:p>
          <a:p>
            <a:r>
              <a:rPr lang="en-US">
                <a:solidFill>
                  <a:srgbClr val="FFFFFF"/>
                </a:solidFill>
              </a:rPr>
              <a:t>There is a strong link between community empowerment and communities adopting heath initiatives.</a:t>
            </a:r>
          </a:p>
          <a:p>
            <a:r>
              <a:rPr lang="en-US">
                <a:solidFill>
                  <a:srgbClr val="FFFFFF"/>
                </a:solidFill>
              </a:rPr>
              <a:t>Eg. Fundraising for shade at the local park</a:t>
            </a:r>
          </a:p>
          <a:p>
            <a:endParaRPr lang="en-US">
              <a:solidFill>
                <a:srgbClr val="FFFFFF"/>
              </a:solidFill>
            </a:endParaRPr>
          </a:p>
          <a:p>
            <a:endParaRPr lang="en-US">
              <a:solidFill>
                <a:srgbClr val="FFFFFF"/>
              </a:solidFill>
            </a:endParaRPr>
          </a:p>
          <a:p>
            <a:endParaRPr lang="en-US">
              <a:solidFill>
                <a:srgbClr val="FFFFFF"/>
              </a:solidFill>
            </a:endParaRPr>
          </a:p>
          <a:p>
            <a:endParaRPr lang="en-US">
              <a:solidFill>
                <a:srgbClr val="FFFFFF"/>
              </a:solidFill>
            </a:endParaRPr>
          </a:p>
          <a:p>
            <a:endParaRPr lang="en-US">
              <a:solidFill>
                <a:srgbClr val="FFFFFF"/>
              </a:solidFill>
            </a:endParaRPr>
          </a:p>
          <a:p>
            <a:endParaRPr lang="en-US">
              <a:solidFill>
                <a:srgbClr val="FFFFFF"/>
              </a:solidFill>
            </a:endParaRPr>
          </a:p>
        </p:txBody>
      </p:sp>
      <p:sp>
        <p:nvSpPr>
          <p:cNvPr id="6" name="TextBox 5">
            <a:extLst>
              <a:ext uri="{FF2B5EF4-FFF2-40B4-BE49-F238E27FC236}">
                <a16:creationId xmlns:a16="http://schemas.microsoft.com/office/drawing/2014/main" id="{ABF07229-0F3C-4EA9-B841-A5F26FCAC37B}"/>
              </a:ext>
            </a:extLst>
          </p:cNvPr>
          <p:cNvSpPr txBox="1"/>
          <p:nvPr/>
        </p:nvSpPr>
        <p:spPr>
          <a:xfrm>
            <a:off x="6617347" y="6657945"/>
            <a:ext cx="2526653"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3" tooltip="https://commons.wikimedia.org/wiki/File:Community_action_parade.jpg">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4" tooltip="https://creativecommons.org/licenses/by-sa/3.0/">
                  <a:extLst>
                    <a:ext uri="{A12FA001-AC4F-418D-AE19-62706E023703}">
                      <ahyp:hlinkClr xmlns:ahyp="http://schemas.microsoft.com/office/drawing/2018/hyperlinkcolor" val="tx"/>
                    </a:ext>
                  </a:extLst>
                </a:hlinkClick>
              </a:rPr>
              <a:t>CC BY-SA</a:t>
            </a:r>
            <a:endParaRPr lang="en-AU" sz="700">
              <a:solidFill>
                <a:srgbClr val="FFFFFF"/>
              </a:solidFill>
            </a:endParaRPr>
          </a:p>
        </p:txBody>
      </p:sp>
    </p:spTree>
    <p:extLst>
      <p:ext uri="{BB962C8B-B14F-4D97-AF65-F5344CB8AC3E}">
        <p14:creationId xmlns:p14="http://schemas.microsoft.com/office/powerpoint/2010/main" val="16614692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94A7024-D948-494D-8920-BBA2DA07D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5BFE84C4-A96E-42CA-AF3C-BAE603B86DA3}"/>
              </a:ext>
            </a:extLst>
          </p:cNvPr>
          <p:cNvPicPr>
            <a:picLocks noChangeAspect="1"/>
          </p:cNvPicPr>
          <p:nvPr/>
        </p:nvPicPr>
        <p:blipFill rotWithShape="1">
          <a:blip r:embed="rId3">
            <a:duotone>
              <a:prstClr val="black"/>
              <a:schemeClr val="tx2">
                <a:tint val="45000"/>
                <a:satMod val="400000"/>
              </a:schemeClr>
            </a:duotone>
            <a:alphaModFix amt="40000"/>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2000" r="-2" b="-2"/>
          <a:stretch/>
        </p:blipFill>
        <p:spPr>
          <a:xfrm>
            <a:off x="20" y="10"/>
            <a:ext cx="9143980" cy="6857990"/>
          </a:xfrm>
          <a:prstGeom prst="rect">
            <a:avLst/>
          </a:prstGeom>
        </p:spPr>
      </p:pic>
      <p:sp>
        <p:nvSpPr>
          <p:cNvPr id="2" name="Title 1"/>
          <p:cNvSpPr>
            <a:spLocks noGrp="1"/>
          </p:cNvSpPr>
          <p:nvPr>
            <p:ph type="title"/>
          </p:nvPr>
        </p:nvSpPr>
        <p:spPr>
          <a:xfrm>
            <a:off x="508000" y="609600"/>
            <a:ext cx="6447501" cy="1320800"/>
          </a:xfrm>
        </p:spPr>
        <p:txBody>
          <a:bodyPr vert="horz" lIns="91440" tIns="45720" rIns="91440" bIns="45720" rtlCol="0" anchor="t">
            <a:normAutofit/>
          </a:bodyPr>
          <a:lstStyle/>
          <a:p>
            <a:r>
              <a:rPr lang="en-US" dirty="0"/>
              <a:t>Reorient Health Services</a:t>
            </a:r>
            <a:endParaRPr lang="en-US"/>
          </a:p>
        </p:txBody>
      </p:sp>
      <p:sp>
        <p:nvSpPr>
          <p:cNvPr id="4" name="TextBox 3"/>
          <p:cNvSpPr txBox="1"/>
          <p:nvPr/>
        </p:nvSpPr>
        <p:spPr>
          <a:xfrm>
            <a:off x="508000" y="2160589"/>
            <a:ext cx="6447501" cy="3880773"/>
          </a:xfrm>
          <a:prstGeom prst="rect">
            <a:avLst/>
          </a:prstGeom>
        </p:spPr>
        <p:txBody>
          <a:bodyPr vert="horz" lIns="91440" tIns="45720" rIns="91440" bIns="45720" rtlCol="0">
            <a:normAutofit/>
          </a:bodyPr>
          <a:lstStyle/>
          <a:p>
            <a:pPr marL="285750" indent="-285750">
              <a:lnSpc>
                <a:spcPct val="90000"/>
              </a:lnSpc>
              <a:spcBef>
                <a:spcPts val="1000"/>
              </a:spcBef>
              <a:buClr>
                <a:schemeClr val="accent1"/>
              </a:buClr>
              <a:buSzPct val="80000"/>
              <a:buFont typeface="Wingdings 3" charset="2"/>
              <a:buChar char=""/>
            </a:pPr>
            <a:r>
              <a:rPr lang="en-US" sz="1700">
                <a:solidFill>
                  <a:srgbClr val="FFFFFF"/>
                </a:solidFill>
              </a:rPr>
              <a:t>Health care facilities need to change their attitudes and values in order to have a focus on the patient as a whole person.</a:t>
            </a:r>
          </a:p>
          <a:p>
            <a:pPr marL="285750" indent="-285750">
              <a:lnSpc>
                <a:spcPct val="90000"/>
              </a:lnSpc>
              <a:spcBef>
                <a:spcPts val="1000"/>
              </a:spcBef>
              <a:buClr>
                <a:schemeClr val="accent1"/>
              </a:buClr>
              <a:buSzPct val="80000"/>
              <a:buFont typeface="Wingdings 3" charset="2"/>
              <a:buChar char=""/>
            </a:pPr>
            <a:r>
              <a:rPr lang="en-US" sz="1700">
                <a:solidFill>
                  <a:srgbClr val="FFFFFF"/>
                </a:solidFill>
              </a:rPr>
              <a:t>To achieve this, several services can be placed in the one area, or more services can be placed where they are needed.</a:t>
            </a:r>
          </a:p>
          <a:p>
            <a:pPr marL="285750" indent="-285750">
              <a:lnSpc>
                <a:spcPct val="90000"/>
              </a:lnSpc>
              <a:spcBef>
                <a:spcPts val="1000"/>
              </a:spcBef>
              <a:buClr>
                <a:schemeClr val="accent1"/>
              </a:buClr>
              <a:buSzPct val="80000"/>
              <a:buFont typeface="Wingdings 3" charset="2"/>
              <a:buChar char=""/>
            </a:pPr>
            <a:r>
              <a:rPr lang="en-US" sz="1700">
                <a:solidFill>
                  <a:srgbClr val="FFFFFF"/>
                </a:solidFill>
              </a:rPr>
              <a:t>Health care providers need to respect the cultural needs of the individual and community, in order to be able to help support them.</a:t>
            </a:r>
          </a:p>
          <a:p>
            <a:pPr marL="285750" indent="-285750">
              <a:lnSpc>
                <a:spcPct val="90000"/>
              </a:lnSpc>
              <a:spcBef>
                <a:spcPts val="1000"/>
              </a:spcBef>
              <a:buClr>
                <a:schemeClr val="accent1"/>
              </a:buClr>
              <a:buSzPct val="80000"/>
              <a:buFont typeface="Wingdings 3" charset="2"/>
              <a:buChar char=""/>
            </a:pPr>
            <a:r>
              <a:rPr lang="en-US" sz="1700">
                <a:solidFill>
                  <a:srgbClr val="FFFFFF"/>
                </a:solidFill>
              </a:rPr>
              <a:t>Example:</a:t>
            </a:r>
          </a:p>
          <a:p>
            <a:pPr marL="742950" lvl="1" indent="-285750">
              <a:lnSpc>
                <a:spcPct val="90000"/>
              </a:lnSpc>
              <a:spcBef>
                <a:spcPts val="1000"/>
              </a:spcBef>
              <a:buClr>
                <a:schemeClr val="accent1"/>
              </a:buClr>
              <a:buSzPct val="80000"/>
              <a:buFont typeface="Wingdings 3" charset="2"/>
              <a:buChar char=""/>
            </a:pPr>
            <a:r>
              <a:rPr lang="en-US" sz="1700">
                <a:solidFill>
                  <a:srgbClr val="FFFFFF"/>
                </a:solidFill>
              </a:rPr>
              <a:t>Headspace</a:t>
            </a:r>
          </a:p>
          <a:p>
            <a:pPr marL="742950" lvl="1" indent="-285750">
              <a:lnSpc>
                <a:spcPct val="90000"/>
              </a:lnSpc>
              <a:spcBef>
                <a:spcPts val="1000"/>
              </a:spcBef>
              <a:buClr>
                <a:schemeClr val="accent1"/>
              </a:buClr>
              <a:buSzPct val="80000"/>
              <a:buFont typeface="Wingdings 3" charset="2"/>
              <a:buChar char=""/>
            </a:pPr>
            <a:r>
              <a:rPr lang="en-US" sz="1700">
                <a:solidFill>
                  <a:srgbClr val="FFFFFF"/>
                </a:solidFill>
              </a:rPr>
              <a:t>Kids Help Line</a:t>
            </a:r>
          </a:p>
          <a:p>
            <a:pPr marL="742950" lvl="1" indent="-285750">
              <a:lnSpc>
                <a:spcPct val="90000"/>
              </a:lnSpc>
              <a:spcBef>
                <a:spcPts val="1000"/>
              </a:spcBef>
              <a:buClr>
                <a:schemeClr val="accent1"/>
              </a:buClr>
              <a:buSzPct val="80000"/>
              <a:buFont typeface="Wingdings 3" charset="2"/>
              <a:buChar char=""/>
            </a:pPr>
            <a:r>
              <a:rPr lang="en-US" sz="1700">
                <a:solidFill>
                  <a:srgbClr val="FFFFFF"/>
                </a:solidFill>
              </a:rPr>
              <a:t>Fremantle</a:t>
            </a:r>
          </a:p>
        </p:txBody>
      </p:sp>
      <p:sp>
        <p:nvSpPr>
          <p:cNvPr id="3" name="TextBox 2"/>
          <p:cNvSpPr txBox="1"/>
          <p:nvPr/>
        </p:nvSpPr>
        <p:spPr>
          <a:xfrm>
            <a:off x="539552" y="1556792"/>
            <a:ext cx="7992888" cy="369332"/>
          </a:xfrm>
          <a:prstGeom prst="rect">
            <a:avLst/>
          </a:prstGeom>
          <a:noFill/>
        </p:spPr>
        <p:txBody>
          <a:bodyPr wrap="square" rtlCol="0">
            <a:spAutoFit/>
          </a:bodyPr>
          <a:lstStyle/>
          <a:p>
            <a:pPr marL="285750" indent="-285750">
              <a:buFont typeface="Arial" panose="020B0604020202020204" pitchFamily="34" charset="0"/>
              <a:buChar char="•"/>
            </a:pPr>
            <a:endParaRPr lang="en-AU"/>
          </a:p>
        </p:txBody>
      </p:sp>
      <p:sp>
        <p:nvSpPr>
          <p:cNvPr id="7" name="TextBox 6">
            <a:extLst>
              <a:ext uri="{FF2B5EF4-FFF2-40B4-BE49-F238E27FC236}">
                <a16:creationId xmlns:a16="http://schemas.microsoft.com/office/drawing/2014/main" id="{B1B60B39-7084-43F7-8D53-1812691DAF1F}"/>
              </a:ext>
            </a:extLst>
          </p:cNvPr>
          <p:cNvSpPr txBox="1"/>
          <p:nvPr/>
        </p:nvSpPr>
        <p:spPr>
          <a:xfrm>
            <a:off x="6602920" y="6657945"/>
            <a:ext cx="2541080"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4" tooltip="https://bmjopen.bmj.com/content/4/4/e004611">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5" tooltip="https://creativecommons.org/licenses/by-nc/3.0/">
                  <a:extLst>
                    <a:ext uri="{A12FA001-AC4F-418D-AE19-62706E023703}">
                      <ahyp:hlinkClr xmlns:ahyp="http://schemas.microsoft.com/office/drawing/2018/hyperlinkcolor" val="tx"/>
                    </a:ext>
                  </a:extLst>
                </a:hlinkClick>
              </a:rPr>
              <a:t>CC BY-NC</a:t>
            </a:r>
            <a:endParaRPr lang="en-AU" sz="700">
              <a:solidFill>
                <a:srgbClr val="FFFFFF"/>
              </a:solidFill>
            </a:endParaRPr>
          </a:p>
        </p:txBody>
      </p:sp>
    </p:spTree>
    <p:extLst>
      <p:ext uri="{BB962C8B-B14F-4D97-AF65-F5344CB8AC3E}">
        <p14:creationId xmlns:p14="http://schemas.microsoft.com/office/powerpoint/2010/main" val="123179089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 calcmode="lin" valueType="num">
                                      <p:cBhvr additive="base">
                                        <p:cTn id="2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anim calcmode="lin" valueType="num">
                                      <p:cBhvr additive="base">
                                        <p:cTn id="33"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 calcmode="lin" valueType="num">
                                      <p:cBhvr additive="base">
                                        <p:cTn id="3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94A7024-D948-494D-8920-BBA2DA07D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icture containing shirt&#10;&#10;Description automatically generated">
            <a:extLst>
              <a:ext uri="{FF2B5EF4-FFF2-40B4-BE49-F238E27FC236}">
                <a16:creationId xmlns:a16="http://schemas.microsoft.com/office/drawing/2014/main" id="{024BC4C0-76BF-4131-A9AF-DA108A1EA585}"/>
              </a:ext>
            </a:extLst>
          </p:cNvPr>
          <p:cNvPicPr>
            <a:picLocks noChangeAspect="1"/>
          </p:cNvPicPr>
          <p:nvPr/>
        </p:nvPicPr>
        <p:blipFill rotWithShape="1">
          <a:blip r:embed="rId2">
            <a:duotone>
              <a:prstClr val="black"/>
              <a:schemeClr val="tx2">
                <a:tint val="45000"/>
                <a:satMod val="400000"/>
              </a:schemeClr>
            </a:duotone>
            <a:alphaModFix amt="40000"/>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4925" r="9408"/>
          <a:stretch/>
        </p:blipFill>
        <p:spPr>
          <a:xfrm>
            <a:off x="20" y="10"/>
            <a:ext cx="9143980" cy="6857990"/>
          </a:xfrm>
          <a:prstGeom prst="rect">
            <a:avLst/>
          </a:prstGeom>
        </p:spPr>
      </p:pic>
      <p:sp>
        <p:nvSpPr>
          <p:cNvPr id="2" name="Title 1"/>
          <p:cNvSpPr>
            <a:spLocks noGrp="1"/>
          </p:cNvSpPr>
          <p:nvPr>
            <p:ph type="title"/>
          </p:nvPr>
        </p:nvSpPr>
        <p:spPr>
          <a:xfrm>
            <a:off x="508000" y="609600"/>
            <a:ext cx="6447501" cy="1320800"/>
          </a:xfrm>
        </p:spPr>
        <p:txBody>
          <a:bodyPr>
            <a:normAutofit/>
          </a:bodyPr>
          <a:lstStyle/>
          <a:p>
            <a:r>
              <a:rPr lang="en-US" dirty="0"/>
              <a:t>Develop Personal Skills</a:t>
            </a:r>
            <a:endParaRPr lang="en-AU"/>
          </a:p>
        </p:txBody>
      </p:sp>
      <p:sp>
        <p:nvSpPr>
          <p:cNvPr id="3" name="Content Placeholder 2"/>
          <p:cNvSpPr>
            <a:spLocks noGrp="1"/>
          </p:cNvSpPr>
          <p:nvPr>
            <p:ph idx="1"/>
          </p:nvPr>
        </p:nvSpPr>
        <p:spPr>
          <a:xfrm>
            <a:off x="508000" y="2160589"/>
            <a:ext cx="6447501" cy="3880773"/>
          </a:xfrm>
        </p:spPr>
        <p:txBody>
          <a:bodyPr>
            <a:normAutofit lnSpcReduction="10000"/>
          </a:bodyPr>
          <a:lstStyle/>
          <a:p>
            <a:pPr>
              <a:lnSpc>
                <a:spcPct val="90000"/>
              </a:lnSpc>
            </a:pPr>
            <a:r>
              <a:rPr lang="en-US" sz="1700">
                <a:solidFill>
                  <a:srgbClr val="FFFFFF"/>
                </a:solidFill>
              </a:rPr>
              <a:t>“People need to be committed to develop skills necessary to lead fulfilling, independent lives where they can make healthy choices” (Lockhart, 2010).</a:t>
            </a:r>
          </a:p>
          <a:p>
            <a:pPr>
              <a:lnSpc>
                <a:spcPct val="90000"/>
              </a:lnSpc>
            </a:pPr>
            <a:r>
              <a:rPr lang="en-US" sz="1700">
                <a:solidFill>
                  <a:srgbClr val="FFFFFF"/>
                </a:solidFill>
              </a:rPr>
              <a:t>A key tool to helping people with developing these skills is education.</a:t>
            </a:r>
          </a:p>
          <a:p>
            <a:pPr>
              <a:lnSpc>
                <a:spcPct val="90000"/>
              </a:lnSpc>
            </a:pPr>
            <a:r>
              <a:rPr lang="en-US" sz="1700">
                <a:solidFill>
                  <a:srgbClr val="FFFFFF"/>
                </a:solidFill>
              </a:rPr>
              <a:t>Education can take place at:</a:t>
            </a:r>
            <a:endParaRPr lang="en-AU" sz="1700">
              <a:solidFill>
                <a:srgbClr val="FFFFFF"/>
              </a:solidFill>
            </a:endParaRPr>
          </a:p>
          <a:p>
            <a:pPr lvl="1">
              <a:lnSpc>
                <a:spcPct val="90000"/>
              </a:lnSpc>
            </a:pPr>
            <a:r>
              <a:rPr lang="en-US" sz="1700">
                <a:solidFill>
                  <a:srgbClr val="FFFFFF"/>
                </a:solidFill>
              </a:rPr>
              <a:t>School</a:t>
            </a:r>
          </a:p>
          <a:p>
            <a:pPr lvl="1">
              <a:lnSpc>
                <a:spcPct val="90000"/>
              </a:lnSpc>
            </a:pPr>
            <a:r>
              <a:rPr lang="en-US" sz="1700">
                <a:solidFill>
                  <a:srgbClr val="FFFFFF"/>
                </a:solidFill>
              </a:rPr>
              <a:t>Home</a:t>
            </a:r>
          </a:p>
          <a:p>
            <a:pPr lvl="1">
              <a:lnSpc>
                <a:spcPct val="90000"/>
              </a:lnSpc>
            </a:pPr>
            <a:r>
              <a:rPr lang="en-US" sz="1700">
                <a:solidFill>
                  <a:srgbClr val="FFFFFF"/>
                </a:solidFill>
              </a:rPr>
              <a:t>Work</a:t>
            </a:r>
          </a:p>
          <a:p>
            <a:pPr lvl="1">
              <a:lnSpc>
                <a:spcPct val="90000"/>
              </a:lnSpc>
            </a:pPr>
            <a:r>
              <a:rPr lang="en-US" sz="1700">
                <a:solidFill>
                  <a:srgbClr val="FFFFFF"/>
                </a:solidFill>
              </a:rPr>
              <a:t>In Community Settings</a:t>
            </a:r>
          </a:p>
          <a:p>
            <a:pPr marL="457200" lvl="1" indent="0">
              <a:lnSpc>
                <a:spcPct val="90000"/>
              </a:lnSpc>
              <a:buNone/>
            </a:pPr>
            <a:endParaRPr lang="en-US" sz="1700">
              <a:solidFill>
                <a:srgbClr val="FFFFFF"/>
              </a:solidFill>
            </a:endParaRPr>
          </a:p>
          <a:p>
            <a:pPr marL="457200" lvl="1" indent="0">
              <a:lnSpc>
                <a:spcPct val="90000"/>
              </a:lnSpc>
              <a:buNone/>
            </a:pPr>
            <a:r>
              <a:rPr lang="en-US" sz="1700">
                <a:solidFill>
                  <a:srgbClr val="FFFFFF"/>
                </a:solidFill>
              </a:rPr>
              <a:t>Citizens should also work on developing their life skills.</a:t>
            </a:r>
          </a:p>
          <a:p>
            <a:pPr>
              <a:lnSpc>
                <a:spcPct val="90000"/>
              </a:lnSpc>
            </a:pPr>
            <a:endParaRPr lang="en-US" sz="1700">
              <a:solidFill>
                <a:srgbClr val="FFFFFF"/>
              </a:solidFill>
            </a:endParaRPr>
          </a:p>
          <a:p>
            <a:pPr>
              <a:lnSpc>
                <a:spcPct val="90000"/>
              </a:lnSpc>
            </a:pPr>
            <a:endParaRPr lang="en-US" sz="1700">
              <a:solidFill>
                <a:srgbClr val="FFFFFF"/>
              </a:solidFill>
            </a:endParaRPr>
          </a:p>
          <a:p>
            <a:pPr>
              <a:lnSpc>
                <a:spcPct val="90000"/>
              </a:lnSpc>
            </a:pPr>
            <a:endParaRPr lang="en-US" sz="1700">
              <a:solidFill>
                <a:srgbClr val="FFFFFF"/>
              </a:solidFill>
            </a:endParaRPr>
          </a:p>
        </p:txBody>
      </p:sp>
      <p:sp>
        <p:nvSpPr>
          <p:cNvPr id="6" name="TextBox 5">
            <a:extLst>
              <a:ext uri="{FF2B5EF4-FFF2-40B4-BE49-F238E27FC236}">
                <a16:creationId xmlns:a16="http://schemas.microsoft.com/office/drawing/2014/main" id="{2A5E0274-5ECF-46A0-97F0-6E5A16464D6D}"/>
              </a:ext>
            </a:extLst>
          </p:cNvPr>
          <p:cNvSpPr txBox="1"/>
          <p:nvPr/>
        </p:nvSpPr>
        <p:spPr>
          <a:xfrm>
            <a:off x="6601317" y="6657945"/>
            <a:ext cx="2542683"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3" tooltip="https://theconversation.com/choose-your-future-a-new-law-aims-to-provide-better-support-for-skills-development-39225">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4" tooltip="https://creativecommons.org/licenses/by-nd/3.0/">
                  <a:extLst>
                    <a:ext uri="{A12FA001-AC4F-418D-AE19-62706E023703}">
                      <ahyp:hlinkClr xmlns:ahyp="http://schemas.microsoft.com/office/drawing/2018/hyperlinkcolor" val="tx"/>
                    </a:ext>
                  </a:extLst>
                </a:hlinkClick>
              </a:rPr>
              <a:t>CC BY-ND</a:t>
            </a:r>
            <a:endParaRPr lang="en-AU" sz="700">
              <a:solidFill>
                <a:srgbClr val="FFFFFF"/>
              </a:solidFill>
            </a:endParaRPr>
          </a:p>
        </p:txBody>
      </p:sp>
    </p:spTree>
    <p:extLst>
      <p:ext uri="{BB962C8B-B14F-4D97-AF65-F5344CB8AC3E}">
        <p14:creationId xmlns:p14="http://schemas.microsoft.com/office/powerpoint/2010/main" val="34458132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ACTION AREA POSTERS</a:t>
            </a:r>
            <a:endParaRPr lang="en-AU" dirty="0"/>
          </a:p>
        </p:txBody>
      </p:sp>
      <p:sp>
        <p:nvSpPr>
          <p:cNvPr id="3" name="Content Placeholder 2"/>
          <p:cNvSpPr>
            <a:spLocks noGrp="1"/>
          </p:cNvSpPr>
          <p:nvPr>
            <p:ph idx="1"/>
          </p:nvPr>
        </p:nvSpPr>
        <p:spPr/>
        <p:txBody>
          <a:bodyPr/>
          <a:lstStyle/>
          <a:p>
            <a:pPr marL="0" indent="0">
              <a:buNone/>
            </a:pPr>
            <a:r>
              <a:rPr lang="en-US" dirty="0"/>
              <a:t> </a:t>
            </a:r>
            <a:endParaRPr lang="en-AU" dirty="0"/>
          </a:p>
        </p:txBody>
      </p:sp>
      <p:sp>
        <p:nvSpPr>
          <p:cNvPr id="4" name="Rectangle 3"/>
          <p:cNvSpPr/>
          <p:nvPr/>
        </p:nvSpPr>
        <p:spPr>
          <a:xfrm>
            <a:off x="467544" y="1700808"/>
            <a:ext cx="8136904" cy="3970318"/>
          </a:xfrm>
          <a:prstGeom prst="rect">
            <a:avLst/>
          </a:prstGeom>
        </p:spPr>
        <p:txBody>
          <a:bodyPr wrap="square">
            <a:spAutoFit/>
          </a:bodyPr>
          <a:lstStyle/>
          <a:p>
            <a:pPr marL="285750" indent="-285750">
              <a:buFont typeface="Arial" panose="020B0604020202020204" pitchFamily="34" charset="0"/>
              <a:buChar char="•"/>
            </a:pPr>
            <a:r>
              <a:rPr lang="en-AU" dirty="0"/>
              <a:t>Create A3 posters online for each action area. </a:t>
            </a:r>
          </a:p>
          <a:p>
            <a:pPr marL="285750" indent="-285750">
              <a:buFont typeface="Arial" panose="020B0604020202020204" pitchFamily="34" charset="0"/>
              <a:buChar char="•"/>
            </a:pPr>
            <a:endParaRPr lang="en-AU" dirty="0"/>
          </a:p>
          <a:p>
            <a:pPr marL="285750" indent="-285750">
              <a:buFont typeface="Arial" panose="020B0604020202020204" pitchFamily="34" charset="0"/>
              <a:buChar char="•"/>
            </a:pPr>
            <a:r>
              <a:rPr lang="en-AU" dirty="0"/>
              <a:t>Must include </a:t>
            </a:r>
          </a:p>
          <a:p>
            <a:pPr marL="285750" indent="-285750">
              <a:buFontTx/>
              <a:buChar char="-"/>
            </a:pPr>
            <a:r>
              <a:rPr lang="en-AU" dirty="0"/>
              <a:t>Description of the action area</a:t>
            </a:r>
          </a:p>
          <a:p>
            <a:pPr marL="285750" indent="-285750">
              <a:buFontTx/>
              <a:buChar char="-"/>
            </a:pPr>
            <a:r>
              <a:rPr lang="en-AU" dirty="0"/>
              <a:t>A unique example </a:t>
            </a:r>
          </a:p>
          <a:p>
            <a:pPr marL="285750" indent="-285750">
              <a:buFontTx/>
              <a:buChar char="-"/>
            </a:pPr>
            <a:r>
              <a:rPr lang="en-AU" dirty="0"/>
              <a:t>A creative look/imagery </a:t>
            </a:r>
          </a:p>
          <a:p>
            <a:pPr marL="285750" indent="-285750">
              <a:buFontTx/>
              <a:buChar char="-"/>
            </a:pPr>
            <a:endParaRPr lang="en-AU" dirty="0"/>
          </a:p>
          <a:p>
            <a:pPr marL="285750" indent="-285750">
              <a:buFontTx/>
              <a:buChar char="-"/>
            </a:pPr>
            <a:r>
              <a:rPr lang="en-AU" dirty="0"/>
              <a:t>Use Canva.com to create the poster. </a:t>
            </a:r>
          </a:p>
          <a:p>
            <a:pPr marL="285750" indent="-285750">
              <a:buFont typeface="Arial" panose="020B0604020202020204" pitchFamily="34" charset="0"/>
              <a:buChar char="•"/>
            </a:pPr>
            <a:endParaRPr lang="en-AU" dirty="0"/>
          </a:p>
          <a:p>
            <a:pPr marL="285750" indent="-285750">
              <a:buFont typeface="Arial" panose="020B0604020202020204" pitchFamily="34" charset="0"/>
              <a:buChar char="•"/>
            </a:pPr>
            <a:endParaRPr lang="en-AU" dirty="0"/>
          </a:p>
          <a:p>
            <a:pPr marL="285750" indent="-285750">
              <a:buFont typeface="Arial" panose="020B0604020202020204" pitchFamily="34" charset="0"/>
              <a:buChar char="•"/>
            </a:pPr>
            <a:endParaRPr lang="en-AU" dirty="0"/>
          </a:p>
          <a:p>
            <a:pPr marL="285750" indent="-285750">
              <a:buFont typeface="Arial" panose="020B0604020202020204" pitchFamily="34" charset="0"/>
              <a:buChar char="•"/>
            </a:pPr>
            <a:endParaRPr lang="en-AU" dirty="0"/>
          </a:p>
          <a:p>
            <a:pPr marL="285750" indent="-285750">
              <a:buFont typeface="Arial" panose="020B0604020202020204" pitchFamily="34" charset="0"/>
              <a:buChar char="•"/>
            </a:pPr>
            <a:r>
              <a:rPr lang="en-AU" dirty="0"/>
              <a:t>http://www.who.int/healthpromotion/conferences/previous/ottawa/en/index1.html</a:t>
            </a:r>
          </a:p>
        </p:txBody>
      </p:sp>
    </p:spTree>
    <p:extLst>
      <p:ext uri="{BB962C8B-B14F-4D97-AF65-F5344CB8AC3E}">
        <p14:creationId xmlns:p14="http://schemas.microsoft.com/office/powerpoint/2010/main" val="3289951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235AF-95E6-4D89-9009-C9525A908377}"/>
              </a:ext>
            </a:extLst>
          </p:cNvPr>
          <p:cNvSpPr>
            <a:spLocks noGrp="1"/>
          </p:cNvSpPr>
          <p:nvPr>
            <p:ph type="title"/>
          </p:nvPr>
        </p:nvSpPr>
        <p:spPr/>
        <p:txBody>
          <a:bodyPr/>
          <a:lstStyle/>
          <a:p>
            <a:r>
              <a:rPr lang="en-US" dirty="0"/>
              <a:t>Quiz and responses </a:t>
            </a:r>
            <a:endParaRPr lang="en-AU" dirty="0"/>
          </a:p>
        </p:txBody>
      </p:sp>
      <p:sp>
        <p:nvSpPr>
          <p:cNvPr id="3" name="Content Placeholder 2">
            <a:extLst>
              <a:ext uri="{FF2B5EF4-FFF2-40B4-BE49-F238E27FC236}">
                <a16:creationId xmlns:a16="http://schemas.microsoft.com/office/drawing/2014/main" id="{8A766E48-2D59-4571-96EB-D5CB451A96FA}"/>
              </a:ext>
            </a:extLst>
          </p:cNvPr>
          <p:cNvSpPr>
            <a:spLocks noGrp="1"/>
          </p:cNvSpPr>
          <p:nvPr>
            <p:ph idx="1"/>
          </p:nvPr>
        </p:nvSpPr>
        <p:spPr/>
        <p:txBody>
          <a:bodyPr/>
          <a:lstStyle/>
          <a:p>
            <a:endParaRPr lang="en-AU"/>
          </a:p>
        </p:txBody>
      </p:sp>
    </p:spTree>
    <p:extLst>
      <p:ext uri="{BB962C8B-B14F-4D97-AF65-F5344CB8AC3E}">
        <p14:creationId xmlns:p14="http://schemas.microsoft.com/office/powerpoint/2010/main" val="141070116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B53FF-DF97-4C0B-8E93-0CC7857B3913}"/>
              </a:ext>
            </a:extLst>
          </p:cNvPr>
          <p:cNvSpPr>
            <a:spLocks noGrp="1"/>
          </p:cNvSpPr>
          <p:nvPr>
            <p:ph type="title"/>
          </p:nvPr>
        </p:nvSpPr>
        <p:spPr>
          <a:xfrm>
            <a:off x="179512" y="198440"/>
            <a:ext cx="7895377" cy="1320800"/>
          </a:xfrm>
        </p:spPr>
        <p:txBody>
          <a:bodyPr/>
          <a:lstStyle/>
          <a:p>
            <a:r>
              <a:rPr lang="en-US" dirty="0"/>
              <a:t>Syllabus points – Health Inquiries </a:t>
            </a:r>
            <a:endParaRPr lang="en-AU" dirty="0"/>
          </a:p>
        </p:txBody>
      </p:sp>
      <p:pic>
        <p:nvPicPr>
          <p:cNvPr id="4" name="Content Placeholder 3">
            <a:extLst>
              <a:ext uri="{FF2B5EF4-FFF2-40B4-BE49-F238E27FC236}">
                <a16:creationId xmlns:a16="http://schemas.microsoft.com/office/drawing/2014/main" id="{5CA693FA-E98C-4DA6-A5B4-B77C0DD8FB1D}"/>
              </a:ext>
            </a:extLst>
          </p:cNvPr>
          <p:cNvPicPr>
            <a:picLocks noGrp="1" noChangeAspect="1"/>
          </p:cNvPicPr>
          <p:nvPr>
            <p:ph idx="1"/>
          </p:nvPr>
        </p:nvPicPr>
        <p:blipFill>
          <a:blip r:embed="rId2"/>
          <a:stretch>
            <a:fillRect/>
          </a:stretch>
        </p:blipFill>
        <p:spPr>
          <a:xfrm>
            <a:off x="609600" y="2203452"/>
            <a:ext cx="6348413" cy="3795708"/>
          </a:xfrm>
          <a:prstGeom prst="rect">
            <a:avLst/>
          </a:prstGeom>
        </p:spPr>
      </p:pic>
    </p:spTree>
    <p:extLst>
      <p:ext uri="{BB962C8B-B14F-4D97-AF65-F5344CB8AC3E}">
        <p14:creationId xmlns:p14="http://schemas.microsoft.com/office/powerpoint/2010/main" val="257732194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000" t="9146" b="21087"/>
          <a:stretch/>
        </p:blipFill>
        <p:spPr bwMode="auto">
          <a:xfrm>
            <a:off x="20" y="10"/>
            <a:ext cx="9143980" cy="685799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1" name="Isosceles Triangle 70">
            <a:extLst>
              <a:ext uri="{FF2B5EF4-FFF2-40B4-BE49-F238E27FC236}">
                <a16:creationId xmlns:a16="http://schemas.microsoft.com/office/drawing/2014/main" id="{3559A5F2-8BE0-4998-A1E4-1B145465A9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73" name="Parallelogram 72">
            <a:extLst>
              <a:ext uri="{FF2B5EF4-FFF2-40B4-BE49-F238E27FC236}">
                <a16:creationId xmlns:a16="http://schemas.microsoft.com/office/drawing/2014/main" id="{3A6596D4-D53C-424F-9F16-CC8686C079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3405" y="0"/>
            <a:ext cx="5486400" cy="6858000"/>
          </a:xfrm>
          <a:prstGeom prst="parallelogram">
            <a:avLst>
              <a:gd name="adj" fmla="val 14937"/>
            </a:avLst>
          </a:prstGeom>
          <a:solidFill>
            <a:schemeClr val="tx1">
              <a:alpha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5" name="Straight Connector 74">
            <a:extLst>
              <a:ext uri="{FF2B5EF4-FFF2-40B4-BE49-F238E27FC236}">
                <a16:creationId xmlns:a16="http://schemas.microsoft.com/office/drawing/2014/main" id="{81BB890B-70D4-42FE-A599-6AEF1A42D9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3842D646-B58C-43C8-8152-01BC782B72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9" name="Rectangle 23">
            <a:extLst>
              <a:ext uri="{FF2B5EF4-FFF2-40B4-BE49-F238E27FC236}">
                <a16:creationId xmlns:a16="http://schemas.microsoft.com/office/drawing/2014/main" id="{9772CABD-4211-42AA-B349-D4002E52F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1" name="Rectangle 25">
            <a:extLst>
              <a:ext uri="{FF2B5EF4-FFF2-40B4-BE49-F238E27FC236}">
                <a16:creationId xmlns:a16="http://schemas.microsoft.com/office/drawing/2014/main" id="{BBD91630-4DBA-4294-8016-FEB5C3B0C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3" name="Isosceles Triangle 82">
            <a:extLst>
              <a:ext uri="{FF2B5EF4-FFF2-40B4-BE49-F238E27FC236}">
                <a16:creationId xmlns:a16="http://schemas.microsoft.com/office/drawing/2014/main" id="{E67D1587-504D-41BC-9D48-B61257BFB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528150" y="1678665"/>
            <a:ext cx="3427352" cy="2369131"/>
          </a:xfrm>
        </p:spPr>
        <p:txBody>
          <a:bodyPr>
            <a:normAutofit/>
          </a:bodyPr>
          <a:lstStyle/>
          <a:p>
            <a:r>
              <a:rPr lang="en-US" dirty="0"/>
              <a:t>HEALTH INQUIRIES</a:t>
            </a:r>
            <a:endParaRPr lang="en-AU" dirty="0"/>
          </a:p>
        </p:txBody>
      </p:sp>
      <p:sp>
        <p:nvSpPr>
          <p:cNvPr id="85" name="Rectangle 27">
            <a:extLst>
              <a:ext uri="{FF2B5EF4-FFF2-40B4-BE49-F238E27FC236}">
                <a16:creationId xmlns:a16="http://schemas.microsoft.com/office/drawing/2014/main" id="{8765DD1A-F044-4DE7-8A9B-7C30DC85A4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87" name="Rectangle 28">
            <a:extLst>
              <a:ext uri="{FF2B5EF4-FFF2-40B4-BE49-F238E27FC236}">
                <a16:creationId xmlns:a16="http://schemas.microsoft.com/office/drawing/2014/main" id="{2FE2170D-72D6-48A8-8E9A-BFF3BF03D0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9" name="Rectangle 29">
            <a:extLst>
              <a:ext uri="{FF2B5EF4-FFF2-40B4-BE49-F238E27FC236}">
                <a16:creationId xmlns:a16="http://schemas.microsoft.com/office/drawing/2014/main" id="{01D19436-094D-463D-AFEA-870FDBD03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91" name="Isosceles Triangle 90">
            <a:extLst>
              <a:ext uri="{FF2B5EF4-FFF2-40B4-BE49-F238E27FC236}">
                <a16:creationId xmlns:a16="http://schemas.microsoft.com/office/drawing/2014/main" id="{9A2DE6E0-967C-4C58-8558-EC08F1138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62491487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4C6A7-4501-401C-8860-1C3A889F07FE}"/>
              </a:ext>
            </a:extLst>
          </p:cNvPr>
          <p:cNvSpPr>
            <a:spLocks noGrp="1"/>
          </p:cNvSpPr>
          <p:nvPr>
            <p:ph type="title"/>
          </p:nvPr>
        </p:nvSpPr>
        <p:spPr>
          <a:xfrm>
            <a:off x="965199" y="609600"/>
            <a:ext cx="7648121" cy="1099457"/>
          </a:xfrm>
        </p:spPr>
        <p:txBody>
          <a:bodyPr>
            <a:normAutofit/>
          </a:bodyPr>
          <a:lstStyle/>
          <a:p>
            <a:r>
              <a:rPr lang="en-US" dirty="0"/>
              <a:t>Lesson Outcomes</a:t>
            </a:r>
            <a:endParaRPr lang="en-AU" dirty="0"/>
          </a:p>
        </p:txBody>
      </p:sp>
      <p:graphicFrame>
        <p:nvGraphicFramePr>
          <p:cNvPr id="5" name="Content Placeholder 2">
            <a:extLst>
              <a:ext uri="{FF2B5EF4-FFF2-40B4-BE49-F238E27FC236}">
                <a16:creationId xmlns:a16="http://schemas.microsoft.com/office/drawing/2014/main" id="{45BAE206-39BA-4FDA-9E46-81A56286B6C4}"/>
              </a:ext>
            </a:extLst>
          </p:cNvPr>
          <p:cNvGraphicFramePr>
            <a:graphicFrameLocks noGrp="1"/>
          </p:cNvGraphicFramePr>
          <p:nvPr>
            <p:ph idx="1"/>
            <p:extLst>
              <p:ext uri="{D42A27DB-BD31-4B8C-83A1-F6EECF244321}">
                <p14:modId xmlns:p14="http://schemas.microsoft.com/office/powerpoint/2010/main" val="3779724261"/>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2453152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is a Health Inquiry?</a:t>
            </a:r>
            <a:endParaRPr lang="en-AU" dirty="0"/>
          </a:p>
        </p:txBody>
      </p:sp>
      <p:sp>
        <p:nvSpPr>
          <p:cNvPr id="3" name="Content Placeholder 2"/>
          <p:cNvSpPr>
            <a:spLocks noGrp="1"/>
          </p:cNvSpPr>
          <p:nvPr>
            <p:ph idx="1"/>
          </p:nvPr>
        </p:nvSpPr>
        <p:spPr/>
        <p:txBody>
          <a:bodyPr>
            <a:normAutofit/>
          </a:bodyPr>
          <a:lstStyle/>
          <a:p>
            <a:r>
              <a:rPr lang="en-US" dirty="0"/>
              <a:t>Research </a:t>
            </a:r>
          </a:p>
          <a:p>
            <a:pPr lvl="1"/>
            <a:r>
              <a:rPr lang="en-US" dirty="0"/>
              <a:t>A health inquiry has a purpose of exploring health issues, by gathering data and information, in order to develop conclusions and make recommendations to improve the health and wellbeing of a population or community.</a:t>
            </a:r>
          </a:p>
          <a:p>
            <a:endParaRPr lang="en-US" dirty="0"/>
          </a:p>
          <a:p>
            <a:r>
              <a:rPr lang="en-US" dirty="0"/>
              <a:t>Structuring </a:t>
            </a:r>
          </a:p>
          <a:p>
            <a:pPr lvl="1"/>
            <a:r>
              <a:rPr lang="en-US" dirty="0"/>
              <a:t>A health inquiry needs to follow a specific structure in order to be successful.</a:t>
            </a:r>
          </a:p>
          <a:p>
            <a:pPr lvl="1"/>
            <a:r>
              <a:rPr lang="en-US" dirty="0"/>
              <a:t>By following this structure in the correct sequence, we are able to ensure that all efforts are reliable, and all findings are credible.</a:t>
            </a:r>
            <a:endParaRPr lang="en-AU" dirty="0"/>
          </a:p>
        </p:txBody>
      </p:sp>
    </p:spTree>
    <p:extLst>
      <p:ext uri="{BB962C8B-B14F-4D97-AF65-F5344CB8AC3E}">
        <p14:creationId xmlns:p14="http://schemas.microsoft.com/office/powerpoint/2010/main" val="116134488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2DDBB-A2DE-4A81-8CC6-C0168B63AB73}"/>
              </a:ext>
            </a:extLst>
          </p:cNvPr>
          <p:cNvSpPr>
            <a:spLocks noGrp="1"/>
          </p:cNvSpPr>
          <p:nvPr>
            <p:ph type="title"/>
          </p:nvPr>
        </p:nvSpPr>
        <p:spPr>
          <a:xfrm>
            <a:off x="609599" y="609600"/>
            <a:ext cx="7562801" cy="1451248"/>
          </a:xfrm>
        </p:spPr>
        <p:txBody>
          <a:bodyPr>
            <a:normAutofit fontScale="90000"/>
          </a:bodyPr>
          <a:lstStyle/>
          <a:p>
            <a:r>
              <a:rPr lang="en-US" dirty="0"/>
              <a:t>Examples of Royal Inquiries </a:t>
            </a:r>
            <a:br>
              <a:rPr lang="en-US" dirty="0"/>
            </a:br>
            <a:r>
              <a:rPr lang="en-US" sz="1000" dirty="0"/>
              <a:t>Full list – on </a:t>
            </a:r>
            <a:r>
              <a:rPr lang="en-US" sz="1000" dirty="0" err="1"/>
              <a:t>Seqta</a:t>
            </a:r>
            <a:br>
              <a:rPr lang="en-US" sz="1000" dirty="0"/>
            </a:br>
            <a:br>
              <a:rPr lang="en-US" sz="1000" dirty="0"/>
            </a:br>
            <a:br>
              <a:rPr lang="en-US" sz="1000" dirty="0"/>
            </a:br>
            <a:r>
              <a:rPr lang="en-US" sz="1000" dirty="0"/>
              <a:t> </a:t>
            </a:r>
            <a:r>
              <a:rPr lang="en-AU" sz="1000" dirty="0">
                <a:hlinkClick r:id="rId2"/>
              </a:rPr>
              <a:t>https://www.aph.gov.au/About_Parliament/Parliamentary_Departments/Parliamentary_Library/Browse_by_Topic/law/royalcommissions</a:t>
            </a:r>
            <a:r>
              <a:rPr lang="en-AU" sz="1000" dirty="0"/>
              <a:t> </a:t>
            </a:r>
            <a:br>
              <a:rPr lang="en-US" sz="1000" dirty="0"/>
            </a:br>
            <a:endParaRPr lang="en-AU" dirty="0"/>
          </a:p>
        </p:txBody>
      </p:sp>
      <p:sp>
        <p:nvSpPr>
          <p:cNvPr id="3" name="Content Placeholder 2">
            <a:extLst>
              <a:ext uri="{FF2B5EF4-FFF2-40B4-BE49-F238E27FC236}">
                <a16:creationId xmlns:a16="http://schemas.microsoft.com/office/drawing/2014/main" id="{CD9CA2B7-CB4D-4F8C-ACB5-CFFE76D3A75C}"/>
              </a:ext>
            </a:extLst>
          </p:cNvPr>
          <p:cNvSpPr>
            <a:spLocks noGrp="1"/>
          </p:cNvSpPr>
          <p:nvPr>
            <p:ph idx="1"/>
          </p:nvPr>
        </p:nvSpPr>
        <p:spPr/>
        <p:txBody>
          <a:bodyPr/>
          <a:lstStyle/>
          <a:p>
            <a:r>
              <a:rPr lang="en-US" dirty="0"/>
              <a:t>Child Sex Abuse - </a:t>
            </a:r>
            <a:r>
              <a:rPr lang="en-AU" dirty="0">
                <a:hlinkClick r:id="rId3"/>
              </a:rPr>
              <a:t>https://www.childabuseroyalcommission.gov.au/final-report</a:t>
            </a:r>
            <a:endParaRPr lang="en-AU" dirty="0"/>
          </a:p>
          <a:p>
            <a:r>
              <a:rPr lang="en-AU" dirty="0"/>
              <a:t>Banking - </a:t>
            </a:r>
            <a:r>
              <a:rPr lang="en-AU" dirty="0">
                <a:hlinkClick r:id="rId4"/>
              </a:rPr>
              <a:t>https://www.abc.net.au/news/2019-02-04/banking-royal-commission-report-at-a-glance/10777188</a:t>
            </a:r>
            <a:endParaRPr lang="en-AU" dirty="0"/>
          </a:p>
          <a:p>
            <a:r>
              <a:rPr lang="en-AU" dirty="0"/>
              <a:t>Aged Care - </a:t>
            </a:r>
            <a:r>
              <a:rPr lang="en-AU" dirty="0">
                <a:hlinkClick r:id="rId5"/>
              </a:rPr>
              <a:t>https://agedcare.royalcommission.gov.au/Pages/default.aspx</a:t>
            </a:r>
            <a:endParaRPr lang="en-AU" dirty="0"/>
          </a:p>
          <a:p>
            <a:endParaRPr lang="en-AU" dirty="0"/>
          </a:p>
          <a:p>
            <a:endParaRPr lang="en-AU" dirty="0"/>
          </a:p>
        </p:txBody>
      </p:sp>
    </p:spTree>
    <p:extLst>
      <p:ext uri="{BB962C8B-B14F-4D97-AF65-F5344CB8AC3E}">
        <p14:creationId xmlns:p14="http://schemas.microsoft.com/office/powerpoint/2010/main" val="53510906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181353"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82600" y="816638"/>
            <a:ext cx="2525519" cy="5224724"/>
          </a:xfrm>
        </p:spPr>
        <p:txBody>
          <a:bodyPr anchor="ctr">
            <a:normAutofit/>
          </a:bodyPr>
          <a:lstStyle/>
          <a:p>
            <a:r>
              <a:rPr lang="en-US" dirty="0"/>
              <a:t>7 steps to conduct a health inquiry</a:t>
            </a:r>
            <a:endParaRPr lang="en-AU" dirty="0"/>
          </a:p>
        </p:txBody>
      </p:sp>
      <p:sp>
        <p:nvSpPr>
          <p:cNvPr id="3" name="Content Placeholder 2"/>
          <p:cNvSpPr>
            <a:spLocks noGrp="1"/>
          </p:cNvSpPr>
          <p:nvPr>
            <p:ph idx="1"/>
          </p:nvPr>
        </p:nvSpPr>
        <p:spPr>
          <a:xfrm>
            <a:off x="3419875" y="188640"/>
            <a:ext cx="4104436" cy="6768752"/>
          </a:xfrm>
        </p:spPr>
        <p:txBody>
          <a:bodyPr anchor="ctr">
            <a:normAutofit/>
          </a:bodyPr>
          <a:lstStyle/>
          <a:p>
            <a:pPr>
              <a:lnSpc>
                <a:spcPct val="90000"/>
              </a:lnSpc>
            </a:pPr>
            <a:r>
              <a:rPr lang="en-US" dirty="0"/>
              <a:t>When carrying out an inquiry, we are going to follow 7 key steps.</a:t>
            </a:r>
          </a:p>
          <a:p>
            <a:pPr>
              <a:lnSpc>
                <a:spcPct val="90000"/>
              </a:lnSpc>
            </a:pPr>
            <a:r>
              <a:rPr lang="en-US" sz="2400" b="1" dirty="0"/>
              <a:t>Step 1</a:t>
            </a:r>
            <a:r>
              <a:rPr lang="en-US" dirty="0"/>
              <a:t>-Identifying a </a:t>
            </a:r>
            <a:r>
              <a:rPr lang="en-US" b="1" u="sng" dirty="0"/>
              <a:t>health issue</a:t>
            </a:r>
            <a:r>
              <a:rPr lang="en-US" dirty="0"/>
              <a:t>.</a:t>
            </a:r>
          </a:p>
          <a:p>
            <a:pPr>
              <a:lnSpc>
                <a:spcPct val="90000"/>
              </a:lnSpc>
            </a:pPr>
            <a:r>
              <a:rPr lang="en-US" sz="2400" b="1" dirty="0"/>
              <a:t>Step 2</a:t>
            </a:r>
            <a:r>
              <a:rPr lang="en-US" dirty="0"/>
              <a:t>-Develop </a:t>
            </a:r>
            <a:r>
              <a:rPr lang="en-US" b="1" u="sng" dirty="0"/>
              <a:t>focus questions</a:t>
            </a:r>
            <a:r>
              <a:rPr lang="en-US" dirty="0"/>
              <a:t>.</a:t>
            </a:r>
          </a:p>
          <a:p>
            <a:pPr>
              <a:lnSpc>
                <a:spcPct val="90000"/>
              </a:lnSpc>
            </a:pPr>
            <a:r>
              <a:rPr lang="en-US" sz="2400" b="1" dirty="0"/>
              <a:t>Step 3</a:t>
            </a:r>
            <a:r>
              <a:rPr lang="en-US" dirty="0"/>
              <a:t>-Find </a:t>
            </a:r>
            <a:r>
              <a:rPr lang="en-US" b="1" u="sng" dirty="0"/>
              <a:t>appropriate resources</a:t>
            </a:r>
            <a:r>
              <a:rPr lang="en-US" dirty="0"/>
              <a:t>.</a:t>
            </a:r>
          </a:p>
          <a:p>
            <a:pPr>
              <a:lnSpc>
                <a:spcPct val="90000"/>
              </a:lnSpc>
            </a:pPr>
            <a:r>
              <a:rPr lang="en-US" sz="2400" b="1" dirty="0"/>
              <a:t>Step 4</a:t>
            </a:r>
            <a:r>
              <a:rPr lang="en-US" dirty="0"/>
              <a:t>-Gather </a:t>
            </a:r>
            <a:r>
              <a:rPr lang="en-US" b="1" u="sng" dirty="0"/>
              <a:t>appropriate information</a:t>
            </a:r>
            <a:r>
              <a:rPr lang="en-US" dirty="0"/>
              <a:t>.</a:t>
            </a:r>
          </a:p>
          <a:p>
            <a:pPr>
              <a:lnSpc>
                <a:spcPct val="90000"/>
              </a:lnSpc>
            </a:pPr>
            <a:r>
              <a:rPr lang="en-US" sz="2400" b="1" dirty="0"/>
              <a:t>Step 5</a:t>
            </a:r>
            <a:r>
              <a:rPr lang="en-US" dirty="0"/>
              <a:t>-</a:t>
            </a:r>
            <a:r>
              <a:rPr lang="en-US" b="1" u="sng" dirty="0"/>
              <a:t>Summarise</a:t>
            </a:r>
            <a:r>
              <a:rPr lang="en-US" dirty="0"/>
              <a:t> information</a:t>
            </a:r>
          </a:p>
          <a:p>
            <a:pPr>
              <a:lnSpc>
                <a:spcPct val="90000"/>
              </a:lnSpc>
            </a:pPr>
            <a:r>
              <a:rPr lang="en-US" sz="2400" b="1" dirty="0"/>
              <a:t>Step 6</a:t>
            </a:r>
            <a:r>
              <a:rPr lang="en-US" dirty="0"/>
              <a:t>-Final </a:t>
            </a:r>
            <a:r>
              <a:rPr lang="en-US" b="1" u="sng" dirty="0"/>
              <a:t>conclusions and recommendations</a:t>
            </a:r>
          </a:p>
          <a:p>
            <a:pPr>
              <a:lnSpc>
                <a:spcPct val="90000"/>
              </a:lnSpc>
            </a:pPr>
            <a:r>
              <a:rPr lang="en-US" sz="2400" b="1" dirty="0"/>
              <a:t>Step 7</a:t>
            </a:r>
            <a:r>
              <a:rPr lang="en-US" dirty="0"/>
              <a:t>-</a:t>
            </a:r>
            <a:r>
              <a:rPr lang="en-US" b="1" u="sng" dirty="0"/>
              <a:t>Presentation</a:t>
            </a:r>
          </a:p>
          <a:p>
            <a:pPr lvl="1">
              <a:lnSpc>
                <a:spcPct val="90000"/>
              </a:lnSpc>
            </a:pPr>
            <a:endParaRPr lang="en-AU" dirty="0"/>
          </a:p>
        </p:txBody>
      </p:sp>
    </p:spTree>
    <p:extLst>
      <p:ext uri="{BB962C8B-B14F-4D97-AF65-F5344CB8AC3E}">
        <p14:creationId xmlns:p14="http://schemas.microsoft.com/office/powerpoint/2010/main" val="3165573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932040" y="228818"/>
            <a:ext cx="2802951" cy="1320800"/>
          </a:xfrm>
        </p:spPr>
        <p:txBody>
          <a:bodyPr>
            <a:normAutofit/>
          </a:bodyPr>
          <a:lstStyle/>
          <a:p>
            <a:r>
              <a:rPr lang="en-US" dirty="0"/>
              <a:t>Step 1</a:t>
            </a:r>
            <a:endParaRPr lang="en-AU" dirty="0"/>
          </a:p>
        </p:txBody>
      </p:sp>
      <p:sp>
        <p:nvSpPr>
          <p:cNvPr id="3" name="Content Placeholder 2"/>
          <p:cNvSpPr>
            <a:spLocks noGrp="1"/>
          </p:cNvSpPr>
          <p:nvPr>
            <p:ph idx="1"/>
          </p:nvPr>
        </p:nvSpPr>
        <p:spPr>
          <a:xfrm>
            <a:off x="3907172" y="1484785"/>
            <a:ext cx="3905188" cy="4556578"/>
          </a:xfrm>
        </p:spPr>
        <p:txBody>
          <a:bodyPr>
            <a:normAutofit lnSpcReduction="10000"/>
          </a:bodyPr>
          <a:lstStyle/>
          <a:p>
            <a:pPr>
              <a:lnSpc>
                <a:spcPct val="90000"/>
              </a:lnSpc>
            </a:pPr>
            <a:r>
              <a:rPr lang="en-US" dirty="0"/>
              <a:t>When undertaking a health inquiry it is important to research the health issue.</a:t>
            </a:r>
          </a:p>
          <a:p>
            <a:pPr>
              <a:lnSpc>
                <a:spcPct val="90000"/>
              </a:lnSpc>
            </a:pPr>
            <a:r>
              <a:rPr lang="en-US" dirty="0"/>
              <a:t>It is recommended to work out what interests the researcher, and to follow that path when planning the inquiry.</a:t>
            </a:r>
          </a:p>
          <a:p>
            <a:pPr>
              <a:lnSpc>
                <a:spcPct val="90000"/>
              </a:lnSpc>
            </a:pPr>
            <a:r>
              <a:rPr lang="en-US" dirty="0"/>
              <a:t>It is crucial that the researcher is specific with their topic-choose one, specific topic to focus on and explore it in great depth.</a:t>
            </a:r>
          </a:p>
          <a:p>
            <a:pPr>
              <a:lnSpc>
                <a:spcPct val="90000"/>
              </a:lnSpc>
            </a:pPr>
            <a:r>
              <a:rPr lang="en-US" dirty="0"/>
              <a:t>Once the researcher has decided on the topic, they need to describe the health issue in detail. During this description, it is important to create a “problem statement”.</a:t>
            </a:r>
          </a:p>
          <a:p>
            <a:pPr>
              <a:lnSpc>
                <a:spcPct val="90000"/>
              </a:lnSpc>
            </a:pPr>
            <a:endParaRPr lang="en-US" b="1" dirty="0"/>
          </a:p>
          <a:p>
            <a:pPr lvl="1">
              <a:lnSpc>
                <a:spcPct val="90000"/>
              </a:lnSpc>
            </a:pPr>
            <a:endParaRPr lang="en-AU" sz="1300" dirty="0"/>
          </a:p>
        </p:txBody>
      </p:sp>
      <p:pic>
        <p:nvPicPr>
          <p:cNvPr id="10242" name="Picture 2" descr="Image result for what is the issue">
            <a:extLst>
              <a:ext uri="{FF2B5EF4-FFF2-40B4-BE49-F238E27FC236}">
                <a16:creationId xmlns:a16="http://schemas.microsoft.com/office/drawing/2014/main" id="{43B12644-FA10-4B5E-AF11-89815095F1D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956" r="28307"/>
          <a:stretch/>
        </p:blipFill>
        <p:spPr bwMode="auto">
          <a:xfrm>
            <a:off x="20" y="-1"/>
            <a:ext cx="4046200" cy="6858001"/>
          </a:xfrm>
          <a:custGeom>
            <a:avLst/>
            <a:gdLst>
              <a:gd name="connsiteX0" fmla="*/ 842596 w 5394960"/>
              <a:gd name="connsiteY0" fmla="*/ 0 h 6858000"/>
              <a:gd name="connsiteX1" fmla="*/ 5394960 w 5394960"/>
              <a:gd name="connsiteY1" fmla="*/ 0 h 6858000"/>
              <a:gd name="connsiteX2" fmla="*/ 5394960 w 5394960"/>
              <a:gd name="connsiteY2" fmla="*/ 21851 h 6858000"/>
              <a:gd name="connsiteX3" fmla="*/ 4365943 w 5394960"/>
              <a:gd name="connsiteY3" fmla="*/ 6858000 h 6858000"/>
              <a:gd name="connsiteX4" fmla="*/ 0 w 5394960"/>
              <a:gd name="connsiteY4" fmla="*/ 6858000 h 6858000"/>
              <a:gd name="connsiteX5" fmla="*/ 0 w 5394960"/>
              <a:gd name="connsiteY5" fmla="*/ 566615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960" h="6858000">
                <a:moveTo>
                  <a:pt x="842596" y="0"/>
                </a:moveTo>
                <a:lnTo>
                  <a:pt x="5394960" y="0"/>
                </a:lnTo>
                <a:lnTo>
                  <a:pt x="5394960" y="21851"/>
                </a:lnTo>
                <a:lnTo>
                  <a:pt x="4365943" y="6858000"/>
                </a:lnTo>
                <a:lnTo>
                  <a:pt x="0" y="6858000"/>
                </a:lnTo>
                <a:lnTo>
                  <a:pt x="0" y="5666154"/>
                </a:lnTo>
                <a:close/>
              </a:path>
            </a:pathLst>
          </a:custGeom>
          <a:noFill/>
          <a:extLst>
            <a:ext uri="{909E8E84-426E-40DD-AFC4-6F175D3DCCD1}">
              <a14:hiddenFill xmlns:a14="http://schemas.microsoft.com/office/drawing/2010/main">
                <a:solidFill>
                  <a:srgbClr val="FFFFFF"/>
                </a:solidFill>
              </a14:hiddenFill>
            </a:ext>
          </a:extLst>
        </p:spPr>
      </p:pic>
      <p:sp>
        <p:nvSpPr>
          <p:cNvPr id="71" name="Isosceles Triangle 70">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421030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3495094"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16">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495095" y="-3"/>
            <a:ext cx="792559"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p:cNvSpPr>
            <a:spLocks noGrp="1"/>
          </p:cNvSpPr>
          <p:nvPr>
            <p:ph type="title"/>
          </p:nvPr>
        </p:nvSpPr>
        <p:spPr>
          <a:xfrm>
            <a:off x="505315" y="643467"/>
            <a:ext cx="3152284" cy="1375608"/>
          </a:xfrm>
        </p:spPr>
        <p:txBody>
          <a:bodyPr vert="horz" lIns="91440" tIns="45720" rIns="91440" bIns="45720" rtlCol="0" anchor="ctr">
            <a:normAutofit/>
          </a:bodyPr>
          <a:lstStyle/>
          <a:p>
            <a:r>
              <a:rPr lang="en-US" dirty="0">
                <a:solidFill>
                  <a:schemeClr val="bg1"/>
                </a:solidFill>
              </a:rPr>
              <a:t>Step 2</a:t>
            </a:r>
          </a:p>
        </p:txBody>
      </p:sp>
      <p:sp>
        <p:nvSpPr>
          <p:cNvPr id="8" name="TextBox 7"/>
          <p:cNvSpPr txBox="1"/>
          <p:nvPr/>
        </p:nvSpPr>
        <p:spPr>
          <a:xfrm>
            <a:off x="59767" y="1668770"/>
            <a:ext cx="3495094" cy="5184576"/>
          </a:xfrm>
          <a:prstGeom prst="rect">
            <a:avLst/>
          </a:prstGeom>
        </p:spPr>
        <p:txBody>
          <a:bodyPr vert="horz" lIns="91440" tIns="45720" rIns="91440" bIns="45720" rtlCol="0">
            <a:normAutofit/>
          </a:bodyPr>
          <a:lstStyle/>
          <a:p>
            <a:pPr marL="342900" indent="-342900">
              <a:lnSpc>
                <a:spcPct val="90000"/>
              </a:lnSpc>
              <a:spcBef>
                <a:spcPts val="1000"/>
              </a:spcBef>
              <a:buClr>
                <a:schemeClr val="accent1"/>
              </a:buClr>
              <a:buSzPct val="80000"/>
              <a:buFont typeface="Wingdings 3" charset="2"/>
              <a:buChar char=""/>
            </a:pPr>
            <a:r>
              <a:rPr lang="en-US" sz="1400" dirty="0">
                <a:solidFill>
                  <a:schemeClr val="bg1"/>
                </a:solidFill>
              </a:rPr>
              <a:t>Once the researcher has completed their description, they need to create focus questions.</a:t>
            </a:r>
          </a:p>
          <a:p>
            <a:pPr marL="342900" indent="-342900">
              <a:lnSpc>
                <a:spcPct val="90000"/>
              </a:lnSpc>
              <a:spcBef>
                <a:spcPts val="1000"/>
              </a:spcBef>
              <a:buClr>
                <a:schemeClr val="accent1"/>
              </a:buClr>
              <a:buSzPct val="80000"/>
              <a:buFont typeface="Wingdings 3" charset="2"/>
              <a:buChar char=""/>
            </a:pPr>
            <a:r>
              <a:rPr lang="en-US" sz="1400" dirty="0">
                <a:solidFill>
                  <a:schemeClr val="bg1"/>
                </a:solidFill>
              </a:rPr>
              <a:t>The focus questions are crucial as they are used to  explore the issue and allow for recommendations or conclusions to be drawn.</a:t>
            </a:r>
          </a:p>
          <a:p>
            <a:pPr marL="342900" indent="-342900">
              <a:lnSpc>
                <a:spcPct val="90000"/>
              </a:lnSpc>
              <a:spcBef>
                <a:spcPts val="1000"/>
              </a:spcBef>
              <a:buClr>
                <a:schemeClr val="accent1"/>
              </a:buClr>
              <a:buSzPct val="80000"/>
              <a:buFont typeface="Wingdings 3" charset="2"/>
              <a:buChar char=""/>
            </a:pPr>
            <a:r>
              <a:rPr lang="en-US" sz="1400" dirty="0">
                <a:solidFill>
                  <a:schemeClr val="bg1"/>
                </a:solidFill>
              </a:rPr>
              <a:t>The focus questions need to:</a:t>
            </a:r>
          </a:p>
          <a:p>
            <a:pPr marL="800100" lvl="1" indent="-342900">
              <a:lnSpc>
                <a:spcPct val="90000"/>
              </a:lnSpc>
              <a:spcBef>
                <a:spcPts val="1000"/>
              </a:spcBef>
              <a:buClr>
                <a:schemeClr val="accent1"/>
              </a:buClr>
              <a:buSzPct val="80000"/>
              <a:buFont typeface="Wingdings 3" charset="2"/>
              <a:buChar char=""/>
            </a:pPr>
            <a:r>
              <a:rPr lang="en-US" sz="1400" u="sng" dirty="0">
                <a:solidFill>
                  <a:schemeClr val="bg1"/>
                </a:solidFill>
              </a:rPr>
              <a:t>Be open-ended</a:t>
            </a:r>
          </a:p>
          <a:p>
            <a:pPr marL="800100" lvl="1" indent="-342900">
              <a:lnSpc>
                <a:spcPct val="90000"/>
              </a:lnSpc>
              <a:spcBef>
                <a:spcPts val="1000"/>
              </a:spcBef>
              <a:buClr>
                <a:schemeClr val="accent1"/>
              </a:buClr>
              <a:buSzPct val="80000"/>
              <a:buFont typeface="Wingdings 3" charset="2"/>
              <a:buChar char=""/>
            </a:pPr>
            <a:r>
              <a:rPr lang="en-US" sz="1400" u="sng" dirty="0">
                <a:solidFill>
                  <a:schemeClr val="bg1"/>
                </a:solidFill>
              </a:rPr>
              <a:t>Be specific and clear</a:t>
            </a:r>
          </a:p>
          <a:p>
            <a:pPr marL="800100" lvl="1" indent="-342900">
              <a:lnSpc>
                <a:spcPct val="90000"/>
              </a:lnSpc>
              <a:spcBef>
                <a:spcPts val="1000"/>
              </a:spcBef>
              <a:buClr>
                <a:schemeClr val="accent1"/>
              </a:buClr>
              <a:buSzPct val="80000"/>
              <a:buFont typeface="Wingdings 3" charset="2"/>
              <a:buChar char=""/>
            </a:pPr>
            <a:r>
              <a:rPr lang="en-US" sz="1400" u="sng" dirty="0">
                <a:solidFill>
                  <a:schemeClr val="bg1"/>
                </a:solidFill>
              </a:rPr>
              <a:t>Ask only one thing</a:t>
            </a:r>
          </a:p>
          <a:p>
            <a:pPr marL="800100" lvl="1" indent="-342900">
              <a:lnSpc>
                <a:spcPct val="90000"/>
              </a:lnSpc>
              <a:spcBef>
                <a:spcPts val="1000"/>
              </a:spcBef>
              <a:buClr>
                <a:schemeClr val="accent1"/>
              </a:buClr>
              <a:buSzPct val="80000"/>
              <a:buFont typeface="Wingdings 3" charset="2"/>
              <a:buChar char=""/>
            </a:pPr>
            <a:r>
              <a:rPr lang="en-US" sz="1400" u="sng" dirty="0">
                <a:solidFill>
                  <a:schemeClr val="bg1"/>
                </a:solidFill>
              </a:rPr>
              <a:t>Be able to be answered through information and/or data.</a:t>
            </a:r>
          </a:p>
          <a:p>
            <a:pPr marL="342900" indent="-342900">
              <a:lnSpc>
                <a:spcPct val="90000"/>
              </a:lnSpc>
              <a:spcBef>
                <a:spcPts val="1000"/>
              </a:spcBef>
              <a:buClr>
                <a:schemeClr val="accent1"/>
              </a:buClr>
              <a:buSzPct val="80000"/>
              <a:buFont typeface="Wingdings 3" charset="2"/>
              <a:buChar char=""/>
            </a:pPr>
            <a:r>
              <a:rPr lang="en-US" sz="1400" dirty="0">
                <a:solidFill>
                  <a:schemeClr val="bg1"/>
                </a:solidFill>
              </a:rPr>
              <a:t> “How can cancer be prevented?” v “Which primary prevention strategies are best used to prevent cervical cancer in Australia?”.</a:t>
            </a:r>
          </a:p>
        </p:txBody>
      </p:sp>
      <p:pic>
        <p:nvPicPr>
          <p:cNvPr id="4" name="Picture 3" descr="A drawing of a cartoon character&#10;&#10;Description automatically generated">
            <a:extLst>
              <a:ext uri="{FF2B5EF4-FFF2-40B4-BE49-F238E27FC236}">
                <a16:creationId xmlns:a16="http://schemas.microsoft.com/office/drawing/2014/main" id="{4DDB0545-FCD7-4D63-8171-BA88FAD1A93D}"/>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572000" y="2540311"/>
            <a:ext cx="3857625" cy="1764863"/>
          </a:xfrm>
          <a:prstGeom prst="rect">
            <a:avLst/>
          </a:prstGeom>
        </p:spPr>
      </p:pic>
      <p:sp>
        <p:nvSpPr>
          <p:cNvPr id="19" name="Isosceles Triangle 18">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16772" y="4013200"/>
            <a:ext cx="336549"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5" name="TextBox 4">
            <a:extLst>
              <a:ext uri="{FF2B5EF4-FFF2-40B4-BE49-F238E27FC236}">
                <a16:creationId xmlns:a16="http://schemas.microsoft.com/office/drawing/2014/main" id="{D1A94107-EA4E-4EBA-AA64-97A1D81021BA}"/>
              </a:ext>
            </a:extLst>
          </p:cNvPr>
          <p:cNvSpPr txBox="1"/>
          <p:nvPr/>
        </p:nvSpPr>
        <p:spPr>
          <a:xfrm>
            <a:off x="6317161" y="4277071"/>
            <a:ext cx="2396810" cy="200055"/>
          </a:xfrm>
          <a:prstGeom prst="rect">
            <a:avLst/>
          </a:prstGeom>
          <a:solidFill>
            <a:srgbClr val="000000"/>
          </a:solidFill>
        </p:spPr>
        <p:txBody>
          <a:bodyPr wrap="none" rtlCol="0">
            <a:spAutoFit/>
          </a:bodyPr>
          <a:lstStyle/>
          <a:p>
            <a:pPr algn="r">
              <a:spcAft>
                <a:spcPts val="600"/>
              </a:spcAft>
            </a:pPr>
            <a:r>
              <a:rPr lang="en-AU" sz="700" dirty="0">
                <a:solidFill>
                  <a:srgbClr val="FFFFFF"/>
                </a:solidFill>
                <a:hlinkClick r:id="rId3" tooltip="https://ohiostate.pressbooks.pub/choosingsources/chapter/developing-research-question/">
                  <a:extLst>
                    <a:ext uri="{A12FA001-AC4F-418D-AE19-62706E023703}">
                      <ahyp:hlinkClr xmlns:ahyp="http://schemas.microsoft.com/office/drawing/2018/hyperlinkcolor" val="tx"/>
                    </a:ext>
                  </a:extLst>
                </a:hlinkClick>
              </a:rPr>
              <a:t>This Photo</a:t>
            </a:r>
            <a:r>
              <a:rPr lang="en-AU" sz="700" dirty="0">
                <a:solidFill>
                  <a:srgbClr val="FFFFFF"/>
                </a:solidFill>
              </a:rPr>
              <a:t> by Unknown Author is licensed under </a:t>
            </a:r>
            <a:r>
              <a:rPr lang="en-AU" sz="700" dirty="0">
                <a:solidFill>
                  <a:srgbClr val="FFFFFF"/>
                </a:solidFill>
                <a:hlinkClick r:id="rId4" tooltip="https://creativecommons.org/licenses/by/3.0/">
                  <a:extLst>
                    <a:ext uri="{A12FA001-AC4F-418D-AE19-62706E023703}">
                      <ahyp:hlinkClr xmlns:ahyp="http://schemas.microsoft.com/office/drawing/2018/hyperlinkcolor" val="tx"/>
                    </a:ext>
                  </a:extLst>
                </a:hlinkClick>
              </a:rPr>
              <a:t>CC BY</a:t>
            </a:r>
            <a:endParaRPr lang="en-AU" sz="700" dirty="0">
              <a:solidFill>
                <a:srgbClr val="FFFFFF"/>
              </a:solidFill>
            </a:endParaRPr>
          </a:p>
        </p:txBody>
      </p:sp>
    </p:spTree>
    <p:extLst>
      <p:ext uri="{BB962C8B-B14F-4D97-AF65-F5344CB8AC3E}">
        <p14:creationId xmlns:p14="http://schemas.microsoft.com/office/powerpoint/2010/main" val="2212829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52550" y="609600"/>
            <a:ext cx="2802951" cy="1320800"/>
          </a:xfrm>
        </p:spPr>
        <p:txBody>
          <a:bodyPr>
            <a:normAutofit/>
          </a:bodyPr>
          <a:lstStyle/>
          <a:p>
            <a:r>
              <a:rPr lang="en-US" dirty="0"/>
              <a:t>Step 3</a:t>
            </a:r>
            <a:endParaRPr lang="en-AU"/>
          </a:p>
        </p:txBody>
      </p:sp>
      <p:sp>
        <p:nvSpPr>
          <p:cNvPr id="3" name="Content Placeholder 2"/>
          <p:cNvSpPr>
            <a:spLocks noGrp="1"/>
          </p:cNvSpPr>
          <p:nvPr>
            <p:ph idx="1"/>
          </p:nvPr>
        </p:nvSpPr>
        <p:spPr>
          <a:xfrm>
            <a:off x="3907172" y="1484785"/>
            <a:ext cx="4046200" cy="4556578"/>
          </a:xfrm>
        </p:spPr>
        <p:txBody>
          <a:bodyPr>
            <a:normAutofit/>
          </a:bodyPr>
          <a:lstStyle/>
          <a:p>
            <a:pPr>
              <a:lnSpc>
                <a:spcPct val="90000"/>
              </a:lnSpc>
            </a:pPr>
            <a:r>
              <a:rPr lang="en-US" sz="2000" dirty="0"/>
              <a:t>Once the focus questions have been </a:t>
            </a:r>
            <a:r>
              <a:rPr lang="en-US" sz="2000" dirty="0" err="1"/>
              <a:t>finalised</a:t>
            </a:r>
            <a:r>
              <a:rPr lang="en-US" sz="2000" dirty="0"/>
              <a:t>, it is important to locate reliable information sources. </a:t>
            </a:r>
          </a:p>
          <a:p>
            <a:pPr>
              <a:lnSpc>
                <a:spcPct val="90000"/>
              </a:lnSpc>
            </a:pPr>
            <a:r>
              <a:rPr lang="en-US" sz="2000" dirty="0"/>
              <a:t>The evidence needs to be from a variety of sources, in order to avoid skewed data.</a:t>
            </a:r>
          </a:p>
          <a:p>
            <a:pPr>
              <a:lnSpc>
                <a:spcPct val="90000"/>
              </a:lnSpc>
            </a:pPr>
            <a:r>
              <a:rPr lang="en-US" sz="2000" dirty="0"/>
              <a:t>Once the researcher has found sources that they believe to be credible, it is important to go though a checklist.</a:t>
            </a:r>
          </a:p>
          <a:p>
            <a:pPr>
              <a:lnSpc>
                <a:spcPct val="90000"/>
              </a:lnSpc>
            </a:pPr>
            <a:r>
              <a:rPr lang="en-US" sz="2000" dirty="0" err="1"/>
              <a:t>Pg</a:t>
            </a:r>
            <a:r>
              <a:rPr lang="en-US" sz="2000" dirty="0"/>
              <a:t> 113</a:t>
            </a:r>
          </a:p>
          <a:p>
            <a:pPr>
              <a:lnSpc>
                <a:spcPct val="90000"/>
              </a:lnSpc>
            </a:pPr>
            <a:endParaRPr lang="en-AU" sz="1500" dirty="0"/>
          </a:p>
        </p:txBody>
      </p:sp>
      <p:pic>
        <p:nvPicPr>
          <p:cNvPr id="5" name="Picture 4" descr="A close up of a card&#10;&#10;Description automatically generated">
            <a:extLst>
              <a:ext uri="{FF2B5EF4-FFF2-40B4-BE49-F238E27FC236}">
                <a16:creationId xmlns:a16="http://schemas.microsoft.com/office/drawing/2014/main" id="{C4219E4F-1F07-4F62-91C2-37CC358066D4}"/>
              </a:ext>
            </a:extLst>
          </p:cNvPr>
          <p:cNvPicPr>
            <a:picLocks noChangeAspect="1"/>
          </p:cNvPicPr>
          <p:nvPr/>
        </p:nvPicPr>
        <p:blipFill rotWithShape="1">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14802"/>
          <a:stretch/>
        </p:blipFill>
        <p:spPr>
          <a:xfrm>
            <a:off x="20" y="-1"/>
            <a:ext cx="4046200" cy="6858001"/>
          </a:xfrm>
          <a:custGeom>
            <a:avLst/>
            <a:gdLst>
              <a:gd name="connsiteX0" fmla="*/ 842596 w 5394960"/>
              <a:gd name="connsiteY0" fmla="*/ 0 h 6858000"/>
              <a:gd name="connsiteX1" fmla="*/ 5394960 w 5394960"/>
              <a:gd name="connsiteY1" fmla="*/ 0 h 6858000"/>
              <a:gd name="connsiteX2" fmla="*/ 5394960 w 5394960"/>
              <a:gd name="connsiteY2" fmla="*/ 21851 h 6858000"/>
              <a:gd name="connsiteX3" fmla="*/ 4365943 w 5394960"/>
              <a:gd name="connsiteY3" fmla="*/ 6858000 h 6858000"/>
              <a:gd name="connsiteX4" fmla="*/ 0 w 5394960"/>
              <a:gd name="connsiteY4" fmla="*/ 6858000 h 6858000"/>
              <a:gd name="connsiteX5" fmla="*/ 0 w 5394960"/>
              <a:gd name="connsiteY5" fmla="*/ 566615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1" name="Isosceles Triangle 10">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a:extLst>
              <a:ext uri="{FF2B5EF4-FFF2-40B4-BE49-F238E27FC236}">
                <a16:creationId xmlns:a16="http://schemas.microsoft.com/office/drawing/2014/main" id="{14E262FF-69A0-42B2-8823-2184D31D0733}"/>
              </a:ext>
            </a:extLst>
          </p:cNvPr>
          <p:cNvSpPr txBox="1"/>
          <p:nvPr/>
        </p:nvSpPr>
        <p:spPr>
          <a:xfrm>
            <a:off x="6457046" y="6657945"/>
            <a:ext cx="2686954"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4" tooltip="https://www.tci-thaijo.org/index.php/jhealthres/article/view/79959">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5" tooltip="https://creativecommons.org/licenses/by-nc-nd/3.0/">
                  <a:extLst>
                    <a:ext uri="{A12FA001-AC4F-418D-AE19-62706E023703}">
                      <ahyp:hlinkClr xmlns:ahyp="http://schemas.microsoft.com/office/drawing/2018/hyperlinkcolor" val="tx"/>
                    </a:ext>
                  </a:extLst>
                </a:hlinkClick>
              </a:rPr>
              <a:t>CC BY-NC-ND</a:t>
            </a:r>
            <a:endParaRPr lang="en-AU" sz="700">
              <a:solidFill>
                <a:srgbClr val="FFFFFF"/>
              </a:solidFill>
            </a:endParaRPr>
          </a:p>
        </p:txBody>
      </p:sp>
    </p:spTree>
    <p:extLst>
      <p:ext uri="{BB962C8B-B14F-4D97-AF65-F5344CB8AC3E}">
        <p14:creationId xmlns:p14="http://schemas.microsoft.com/office/powerpoint/2010/main" val="166736662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Isosceles Triangle 14">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508000" y="609600"/>
            <a:ext cx="6447501" cy="1320800"/>
          </a:xfrm>
        </p:spPr>
        <p:txBody>
          <a:bodyPr>
            <a:normAutofit/>
          </a:bodyPr>
          <a:lstStyle/>
          <a:p>
            <a:r>
              <a:rPr lang="en-US" dirty="0"/>
              <a:t>Step 3 Continued</a:t>
            </a:r>
            <a:endParaRPr lang="en-AU"/>
          </a:p>
        </p:txBody>
      </p:sp>
      <p:sp>
        <p:nvSpPr>
          <p:cNvPr id="3" name="Content Placeholder 2"/>
          <p:cNvSpPr>
            <a:spLocks noGrp="1"/>
          </p:cNvSpPr>
          <p:nvPr>
            <p:ph idx="1"/>
          </p:nvPr>
        </p:nvSpPr>
        <p:spPr>
          <a:xfrm>
            <a:off x="508000" y="2160589"/>
            <a:ext cx="6447501" cy="3880773"/>
          </a:xfrm>
        </p:spPr>
        <p:txBody>
          <a:bodyPr>
            <a:normAutofit lnSpcReduction="10000"/>
          </a:bodyPr>
          <a:lstStyle/>
          <a:p>
            <a:pPr marL="0" indent="0">
              <a:buNone/>
            </a:pPr>
            <a:r>
              <a:rPr lang="en-US" sz="1700"/>
              <a:t>Steps to locating reliable and relevant sources:</a:t>
            </a:r>
          </a:p>
          <a:p>
            <a:pPr marL="457200" indent="-457200">
              <a:buAutoNum type="arabicParenR"/>
            </a:pPr>
            <a:r>
              <a:rPr lang="en-US" sz="1700" b="1"/>
              <a:t>Locating sources</a:t>
            </a:r>
            <a:r>
              <a:rPr lang="en-US" sz="1700"/>
              <a:t>. It is important for us to find a range of sources. These sources can be found on the internet, in books, in the media, and through interpersonal methods.</a:t>
            </a:r>
          </a:p>
          <a:p>
            <a:pPr marL="457200" indent="-457200">
              <a:buAutoNum type="arabicParenR"/>
            </a:pPr>
            <a:r>
              <a:rPr lang="en-US" sz="1700" b="1"/>
              <a:t>Reliability. </a:t>
            </a:r>
            <a:r>
              <a:rPr lang="en-US" sz="1700"/>
              <a:t>When </a:t>
            </a:r>
            <a:r>
              <a:rPr lang="en-US" sz="1700" err="1"/>
              <a:t>analysing</a:t>
            </a:r>
            <a:r>
              <a:rPr lang="en-US" sz="1700"/>
              <a:t> whether a source is reliable or not, it is important to assess:</a:t>
            </a:r>
          </a:p>
          <a:p>
            <a:pPr lvl="2"/>
            <a:r>
              <a:rPr lang="en-US" sz="1700" err="1"/>
              <a:t>Recency</a:t>
            </a:r>
            <a:r>
              <a:rPr lang="en-US" sz="1700"/>
              <a:t>, reputation, qualifications, location, bias, values, personal gain, consistency, confirmation, witness/research and means of obtaining  the information.</a:t>
            </a:r>
          </a:p>
          <a:p>
            <a:pPr marL="457200" indent="-457200">
              <a:buAutoNum type="arabicParenR"/>
            </a:pPr>
            <a:r>
              <a:rPr lang="en-US" sz="1700" b="1"/>
              <a:t>Multiple sources. </a:t>
            </a:r>
            <a:r>
              <a:rPr lang="en-US" sz="1700"/>
              <a:t>By finding information from more than one source the research is more likely to be accurate. As well as this, try to locate a variety of resources (rather than just website).</a:t>
            </a:r>
            <a:endParaRPr lang="en-AU" sz="1700" b="1"/>
          </a:p>
        </p:txBody>
      </p:sp>
    </p:spTree>
    <p:extLst>
      <p:ext uri="{BB962C8B-B14F-4D97-AF65-F5344CB8AC3E}">
        <p14:creationId xmlns:p14="http://schemas.microsoft.com/office/powerpoint/2010/main" val="19232234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52550" y="609600"/>
            <a:ext cx="2802951" cy="1320800"/>
          </a:xfrm>
        </p:spPr>
        <p:txBody>
          <a:bodyPr>
            <a:normAutofit/>
          </a:bodyPr>
          <a:lstStyle/>
          <a:p>
            <a:r>
              <a:rPr lang="en-US" dirty="0"/>
              <a:t>Step 4</a:t>
            </a:r>
            <a:endParaRPr lang="en-AU"/>
          </a:p>
        </p:txBody>
      </p:sp>
      <p:sp>
        <p:nvSpPr>
          <p:cNvPr id="3" name="Content Placeholder 2"/>
          <p:cNvSpPr>
            <a:spLocks noGrp="1"/>
          </p:cNvSpPr>
          <p:nvPr>
            <p:ph idx="1"/>
          </p:nvPr>
        </p:nvSpPr>
        <p:spPr>
          <a:xfrm>
            <a:off x="3907172" y="2160589"/>
            <a:ext cx="3048329" cy="3880773"/>
          </a:xfrm>
        </p:spPr>
        <p:txBody>
          <a:bodyPr>
            <a:normAutofit/>
          </a:bodyPr>
          <a:lstStyle/>
          <a:p>
            <a:pPr>
              <a:lnSpc>
                <a:spcPct val="90000"/>
              </a:lnSpc>
            </a:pPr>
            <a:r>
              <a:rPr lang="en-US" sz="1500"/>
              <a:t>Once the researcher has confirmed that the sources are credible and reliable, they need to gather information to answer the focus questions.</a:t>
            </a:r>
          </a:p>
          <a:p>
            <a:pPr>
              <a:lnSpc>
                <a:spcPct val="90000"/>
              </a:lnSpc>
            </a:pPr>
            <a:r>
              <a:rPr lang="en-US" sz="1500"/>
              <a:t>To do so, the researcher should create notes for each question, from multiple sources.</a:t>
            </a:r>
          </a:p>
          <a:p>
            <a:pPr>
              <a:lnSpc>
                <a:spcPct val="90000"/>
              </a:lnSpc>
            </a:pPr>
            <a:r>
              <a:rPr lang="en-US" sz="1500"/>
              <a:t>These notes need to be in the researchers own words, and can be used to cross-reference information from different sources.</a:t>
            </a:r>
          </a:p>
          <a:p>
            <a:pPr>
              <a:lnSpc>
                <a:spcPct val="90000"/>
              </a:lnSpc>
            </a:pPr>
            <a:endParaRPr lang="en-US" sz="1500"/>
          </a:p>
          <a:p>
            <a:pPr>
              <a:lnSpc>
                <a:spcPct val="90000"/>
              </a:lnSpc>
            </a:pPr>
            <a:endParaRPr lang="en-US" sz="1500"/>
          </a:p>
          <a:p>
            <a:pPr marL="0" indent="0">
              <a:lnSpc>
                <a:spcPct val="90000"/>
              </a:lnSpc>
              <a:buNone/>
            </a:pPr>
            <a:endParaRPr lang="en-AU" sz="1500"/>
          </a:p>
        </p:txBody>
      </p:sp>
      <p:pic>
        <p:nvPicPr>
          <p:cNvPr id="5" name="Picture 4" descr="A close up of a piece of paper&#10;&#10;Description automatically generated">
            <a:extLst>
              <a:ext uri="{FF2B5EF4-FFF2-40B4-BE49-F238E27FC236}">
                <a16:creationId xmlns:a16="http://schemas.microsoft.com/office/drawing/2014/main" id="{74B4FA4C-C8B5-4FFD-B748-AA3DF1400D61}"/>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23124" r="28642" b="-2"/>
          <a:stretch/>
        </p:blipFill>
        <p:spPr>
          <a:xfrm>
            <a:off x="20" y="-1"/>
            <a:ext cx="4046200" cy="6858001"/>
          </a:xfrm>
          <a:custGeom>
            <a:avLst/>
            <a:gdLst>
              <a:gd name="connsiteX0" fmla="*/ 842596 w 5394960"/>
              <a:gd name="connsiteY0" fmla="*/ 0 h 6858000"/>
              <a:gd name="connsiteX1" fmla="*/ 5394960 w 5394960"/>
              <a:gd name="connsiteY1" fmla="*/ 0 h 6858000"/>
              <a:gd name="connsiteX2" fmla="*/ 5394960 w 5394960"/>
              <a:gd name="connsiteY2" fmla="*/ 21851 h 6858000"/>
              <a:gd name="connsiteX3" fmla="*/ 4365943 w 5394960"/>
              <a:gd name="connsiteY3" fmla="*/ 6858000 h 6858000"/>
              <a:gd name="connsiteX4" fmla="*/ 0 w 5394960"/>
              <a:gd name="connsiteY4" fmla="*/ 6858000 h 6858000"/>
              <a:gd name="connsiteX5" fmla="*/ 0 w 5394960"/>
              <a:gd name="connsiteY5" fmla="*/ 566615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1" name="Isosceles Triangle 10">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a:extLst>
              <a:ext uri="{FF2B5EF4-FFF2-40B4-BE49-F238E27FC236}">
                <a16:creationId xmlns:a16="http://schemas.microsoft.com/office/drawing/2014/main" id="{837A1DF3-F151-47F4-B66C-2B130B214B30}"/>
              </a:ext>
            </a:extLst>
          </p:cNvPr>
          <p:cNvSpPr txBox="1"/>
          <p:nvPr/>
        </p:nvSpPr>
        <p:spPr>
          <a:xfrm>
            <a:off x="6602920" y="6657945"/>
            <a:ext cx="2541080"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4" tooltip="http://arthistoryteachingresources.org/2014/04/taking-note-of-art-history/">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5" tooltip="https://creativecommons.org/licenses/by-nc/3.0/">
                  <a:extLst>
                    <a:ext uri="{A12FA001-AC4F-418D-AE19-62706E023703}">
                      <ahyp:hlinkClr xmlns:ahyp="http://schemas.microsoft.com/office/drawing/2018/hyperlinkcolor" val="tx"/>
                    </a:ext>
                  </a:extLst>
                </a:hlinkClick>
              </a:rPr>
              <a:t>CC BY-NC</a:t>
            </a:r>
            <a:endParaRPr lang="en-AU" sz="700">
              <a:solidFill>
                <a:srgbClr val="FFFFFF"/>
              </a:solidFill>
            </a:endParaRPr>
          </a:p>
        </p:txBody>
      </p:sp>
    </p:spTree>
    <p:extLst>
      <p:ext uri="{BB962C8B-B14F-4D97-AF65-F5344CB8AC3E}">
        <p14:creationId xmlns:p14="http://schemas.microsoft.com/office/powerpoint/2010/main" val="3689686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94A7024-D948-494D-8920-BBA2DA07D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lose up of text on a white background&#10;&#10;Description automatically generated">
            <a:extLst>
              <a:ext uri="{FF2B5EF4-FFF2-40B4-BE49-F238E27FC236}">
                <a16:creationId xmlns:a16="http://schemas.microsoft.com/office/drawing/2014/main" id="{49DADE1F-A612-4F48-BA13-72047EBD7A1D}"/>
              </a:ext>
            </a:extLst>
          </p:cNvPr>
          <p:cNvPicPr>
            <a:picLocks noChangeAspect="1"/>
          </p:cNvPicPr>
          <p:nvPr/>
        </p:nvPicPr>
        <p:blipFill rotWithShape="1">
          <a:blip r:embed="rId2">
            <a:duotone>
              <a:prstClr val="black"/>
              <a:schemeClr val="tx2">
                <a:tint val="45000"/>
                <a:satMod val="400000"/>
              </a:schemeClr>
            </a:duotone>
            <a:alphaModFix amt="40000"/>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4931" r="11069"/>
          <a:stretch/>
        </p:blipFill>
        <p:spPr>
          <a:xfrm>
            <a:off x="20" y="10"/>
            <a:ext cx="9143980" cy="6857990"/>
          </a:xfrm>
          <a:prstGeom prst="rect">
            <a:avLst/>
          </a:prstGeom>
        </p:spPr>
      </p:pic>
      <p:sp>
        <p:nvSpPr>
          <p:cNvPr id="2" name="Title 1"/>
          <p:cNvSpPr>
            <a:spLocks noGrp="1"/>
          </p:cNvSpPr>
          <p:nvPr>
            <p:ph type="title"/>
          </p:nvPr>
        </p:nvSpPr>
        <p:spPr>
          <a:xfrm>
            <a:off x="508000" y="609600"/>
            <a:ext cx="6447501" cy="1320800"/>
          </a:xfrm>
        </p:spPr>
        <p:txBody>
          <a:bodyPr>
            <a:normAutofit/>
          </a:bodyPr>
          <a:lstStyle/>
          <a:p>
            <a:r>
              <a:rPr lang="en-US" dirty="0"/>
              <a:t>Step 5</a:t>
            </a:r>
            <a:endParaRPr lang="en-AU"/>
          </a:p>
        </p:txBody>
      </p:sp>
      <p:sp>
        <p:nvSpPr>
          <p:cNvPr id="3" name="Content Placeholder 2"/>
          <p:cNvSpPr>
            <a:spLocks noGrp="1"/>
          </p:cNvSpPr>
          <p:nvPr>
            <p:ph idx="1"/>
          </p:nvPr>
        </p:nvSpPr>
        <p:spPr>
          <a:xfrm>
            <a:off x="508000" y="2160589"/>
            <a:ext cx="6447501" cy="3880773"/>
          </a:xfrm>
        </p:spPr>
        <p:txBody>
          <a:bodyPr>
            <a:normAutofit/>
          </a:bodyPr>
          <a:lstStyle/>
          <a:p>
            <a:r>
              <a:rPr lang="en-US">
                <a:solidFill>
                  <a:srgbClr val="FFFFFF"/>
                </a:solidFill>
              </a:rPr>
              <a:t>Once the information has been collected for each focus question, it is time for the researcher to summarise the information and answer the questions.</a:t>
            </a:r>
          </a:p>
          <a:p>
            <a:r>
              <a:rPr lang="en-US">
                <a:solidFill>
                  <a:srgbClr val="FFFFFF"/>
                </a:solidFill>
              </a:rPr>
              <a:t>When summarising, it is important to identify the key points/findings in the information. </a:t>
            </a:r>
          </a:p>
          <a:p>
            <a:r>
              <a:rPr lang="en-US">
                <a:solidFill>
                  <a:srgbClr val="FFFFFF"/>
                </a:solidFill>
              </a:rPr>
              <a:t>The summary should “sum-up” the information that has been found.</a:t>
            </a:r>
          </a:p>
          <a:p>
            <a:r>
              <a:rPr lang="en-US">
                <a:solidFill>
                  <a:srgbClr val="FFFFFF"/>
                </a:solidFill>
              </a:rPr>
              <a:t>When finishing the summary, it is important for the researcher to re-read the information and ensure that it reflects the original finding of the sources.</a:t>
            </a:r>
          </a:p>
          <a:p>
            <a:endParaRPr lang="en-AU">
              <a:solidFill>
                <a:srgbClr val="FFFFFF"/>
              </a:solidFill>
            </a:endParaRPr>
          </a:p>
        </p:txBody>
      </p:sp>
    </p:spTree>
    <p:extLst>
      <p:ext uri="{BB962C8B-B14F-4D97-AF65-F5344CB8AC3E}">
        <p14:creationId xmlns:p14="http://schemas.microsoft.com/office/powerpoint/2010/main" val="54620409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3" name="Rectangle 12">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33484" y="0"/>
            <a:ext cx="9144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468234" y="3681413"/>
            <a:ext cx="357266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9"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61926"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8400"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068"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6694"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4568"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Freeform: Shape 28">
            <a:extLst>
              <a:ext uri="{FF2B5EF4-FFF2-40B4-BE49-F238E27FC236}">
                <a16:creationId xmlns:a16="http://schemas.microsoft.com/office/drawing/2014/main" id="{A5EC319D-0FEA-4B95-A3EA-01E35672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8223" y="-8467"/>
            <a:ext cx="4495777"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6228184" y="386500"/>
            <a:ext cx="1534738" cy="632466"/>
          </a:xfrm>
        </p:spPr>
        <p:txBody>
          <a:bodyPr anchor="ctr">
            <a:normAutofit fontScale="90000"/>
          </a:bodyPr>
          <a:lstStyle/>
          <a:p>
            <a:r>
              <a:rPr lang="en-US" dirty="0">
                <a:solidFill>
                  <a:srgbClr val="FFFFFF"/>
                </a:solidFill>
              </a:rPr>
              <a:t>Step 6</a:t>
            </a:r>
            <a:endParaRPr lang="en-AU" dirty="0">
              <a:solidFill>
                <a:srgbClr val="FFFFFF"/>
              </a:solidFill>
            </a:endParaRPr>
          </a:p>
        </p:txBody>
      </p:sp>
      <p:pic>
        <p:nvPicPr>
          <p:cNvPr id="5" name="Picture 4" descr="A close up of a sign&#10;&#10;Description automatically generated">
            <a:extLst>
              <a:ext uri="{FF2B5EF4-FFF2-40B4-BE49-F238E27FC236}">
                <a16:creationId xmlns:a16="http://schemas.microsoft.com/office/drawing/2014/main" id="{8BE17714-C6A6-474A-B4D1-CC430FAF63AD}"/>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67938" y="2027159"/>
            <a:ext cx="2892580" cy="2892580"/>
          </a:xfrm>
          <a:prstGeom prst="rect">
            <a:avLst/>
          </a:prstGeom>
        </p:spPr>
      </p:pic>
      <p:sp>
        <p:nvSpPr>
          <p:cNvPr id="3" name="Content Placeholder 2"/>
          <p:cNvSpPr>
            <a:spLocks noGrp="1"/>
          </p:cNvSpPr>
          <p:nvPr>
            <p:ph idx="1"/>
          </p:nvPr>
        </p:nvSpPr>
        <p:spPr>
          <a:xfrm>
            <a:off x="5004049" y="1340768"/>
            <a:ext cx="3766986" cy="4814499"/>
          </a:xfrm>
        </p:spPr>
        <p:txBody>
          <a:bodyPr anchor="t">
            <a:noAutofit/>
          </a:bodyPr>
          <a:lstStyle/>
          <a:p>
            <a:pPr>
              <a:lnSpc>
                <a:spcPct val="90000"/>
              </a:lnSpc>
            </a:pPr>
            <a:r>
              <a:rPr lang="en-US" dirty="0">
                <a:solidFill>
                  <a:srgbClr val="FFFFFF"/>
                </a:solidFill>
              </a:rPr>
              <a:t>Once the focus questions have been answered, the researcher needs to develop their own argument and conclusions on the topic.</a:t>
            </a:r>
          </a:p>
          <a:p>
            <a:pPr>
              <a:lnSpc>
                <a:spcPct val="90000"/>
              </a:lnSpc>
            </a:pPr>
            <a:r>
              <a:rPr lang="en-US" dirty="0">
                <a:solidFill>
                  <a:srgbClr val="FFFFFF"/>
                </a:solidFill>
              </a:rPr>
              <a:t>Page 117</a:t>
            </a:r>
          </a:p>
          <a:p>
            <a:pPr>
              <a:lnSpc>
                <a:spcPct val="90000"/>
              </a:lnSpc>
            </a:pPr>
            <a:r>
              <a:rPr lang="en-US" dirty="0">
                <a:solidFill>
                  <a:srgbClr val="FFFFFF"/>
                </a:solidFill>
              </a:rPr>
              <a:t>Once the argument has been developed, a clear conclusion can be drawn.</a:t>
            </a:r>
          </a:p>
          <a:p>
            <a:pPr>
              <a:lnSpc>
                <a:spcPct val="90000"/>
              </a:lnSpc>
            </a:pPr>
            <a:r>
              <a:rPr lang="en-US" dirty="0">
                <a:solidFill>
                  <a:srgbClr val="FFFFFF"/>
                </a:solidFill>
              </a:rPr>
              <a:t>All recommendations to improve health within this topic should be found within the conclusion. E.g. </a:t>
            </a:r>
            <a:r>
              <a:rPr lang="en-US" dirty="0" err="1">
                <a:solidFill>
                  <a:srgbClr val="FFFFFF"/>
                </a:solidFill>
              </a:rPr>
              <a:t>pg</a:t>
            </a:r>
            <a:r>
              <a:rPr lang="en-US" dirty="0">
                <a:solidFill>
                  <a:srgbClr val="FFFFFF"/>
                </a:solidFill>
              </a:rPr>
              <a:t> 117</a:t>
            </a:r>
          </a:p>
          <a:p>
            <a:pPr>
              <a:lnSpc>
                <a:spcPct val="90000"/>
              </a:lnSpc>
            </a:pPr>
            <a:r>
              <a:rPr lang="en-US" dirty="0">
                <a:solidFill>
                  <a:srgbClr val="FFFFFF"/>
                </a:solidFill>
              </a:rPr>
              <a:t>When writing these recommendations, the researcher can support their statements by sourcing evidence that comes to the same/similar conclusions.</a:t>
            </a:r>
            <a:endParaRPr lang="en-AU" dirty="0">
              <a:solidFill>
                <a:srgbClr val="FFFFFF"/>
              </a:solidFill>
            </a:endParaRPr>
          </a:p>
        </p:txBody>
      </p:sp>
      <p:sp>
        <p:nvSpPr>
          <p:cNvPr id="6" name="TextBox 5">
            <a:extLst>
              <a:ext uri="{FF2B5EF4-FFF2-40B4-BE49-F238E27FC236}">
                <a16:creationId xmlns:a16="http://schemas.microsoft.com/office/drawing/2014/main" id="{17BA048F-5429-49B3-9629-E5EF4A2DCDE5}"/>
              </a:ext>
            </a:extLst>
          </p:cNvPr>
          <p:cNvSpPr txBox="1"/>
          <p:nvPr/>
        </p:nvSpPr>
        <p:spPr>
          <a:xfrm>
            <a:off x="789595" y="4719684"/>
            <a:ext cx="2670923"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3" tooltip="https://www.flickr.com/photos/deeplifequotes/6936189336">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4" tooltip="https://creativecommons.org/licenses/by-nc-sa/3.0/">
                  <a:extLst>
                    <a:ext uri="{A12FA001-AC4F-418D-AE19-62706E023703}">
                      <ahyp:hlinkClr xmlns:ahyp="http://schemas.microsoft.com/office/drawing/2018/hyperlinkcolor" val="tx"/>
                    </a:ext>
                  </a:extLst>
                </a:hlinkClick>
              </a:rPr>
              <a:t>CC BY-SA-NC</a:t>
            </a:r>
            <a:endParaRPr lang="en-AU" sz="700">
              <a:solidFill>
                <a:srgbClr val="FFFFFF"/>
              </a:solidFill>
            </a:endParaRPr>
          </a:p>
        </p:txBody>
      </p:sp>
    </p:spTree>
    <p:extLst>
      <p:ext uri="{BB962C8B-B14F-4D97-AF65-F5344CB8AC3E}">
        <p14:creationId xmlns:p14="http://schemas.microsoft.com/office/powerpoint/2010/main" val="2417270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3495094"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5" name="Isosceles Triangle 74">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495095" y="-3"/>
            <a:ext cx="792559"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p:cNvSpPr>
            <a:spLocks noGrp="1"/>
          </p:cNvSpPr>
          <p:nvPr>
            <p:ph type="title"/>
          </p:nvPr>
        </p:nvSpPr>
        <p:spPr>
          <a:xfrm>
            <a:off x="1012425" y="362969"/>
            <a:ext cx="1749895" cy="894331"/>
          </a:xfrm>
        </p:spPr>
        <p:txBody>
          <a:bodyPr anchor="ctr">
            <a:normAutofit/>
          </a:bodyPr>
          <a:lstStyle/>
          <a:p>
            <a:r>
              <a:rPr lang="en-US" dirty="0">
                <a:solidFill>
                  <a:schemeClr val="bg1"/>
                </a:solidFill>
              </a:rPr>
              <a:t>Step 7</a:t>
            </a:r>
            <a:endParaRPr lang="en-AU" dirty="0">
              <a:solidFill>
                <a:schemeClr val="bg1"/>
              </a:solidFill>
            </a:endParaRPr>
          </a:p>
        </p:txBody>
      </p:sp>
      <p:sp>
        <p:nvSpPr>
          <p:cNvPr id="3" name="Content Placeholder 2"/>
          <p:cNvSpPr>
            <a:spLocks noGrp="1"/>
          </p:cNvSpPr>
          <p:nvPr>
            <p:ph idx="1"/>
          </p:nvPr>
        </p:nvSpPr>
        <p:spPr>
          <a:xfrm>
            <a:off x="0" y="1257300"/>
            <a:ext cx="3779439" cy="4980012"/>
          </a:xfrm>
        </p:spPr>
        <p:txBody>
          <a:bodyPr>
            <a:normAutofit/>
          </a:bodyPr>
          <a:lstStyle/>
          <a:p>
            <a:pPr>
              <a:lnSpc>
                <a:spcPct val="90000"/>
              </a:lnSpc>
            </a:pPr>
            <a:r>
              <a:rPr lang="en-US" dirty="0">
                <a:solidFill>
                  <a:schemeClr val="bg1"/>
                </a:solidFill>
              </a:rPr>
              <a:t>Finally, it is important to present the findings of the inquiry in a way that is suitable to the audience.</a:t>
            </a:r>
          </a:p>
          <a:p>
            <a:pPr>
              <a:lnSpc>
                <a:spcPct val="90000"/>
              </a:lnSpc>
            </a:pPr>
            <a:r>
              <a:rPr lang="en-US" dirty="0">
                <a:solidFill>
                  <a:schemeClr val="bg1"/>
                </a:solidFill>
              </a:rPr>
              <a:t>Findings can be presented through:</a:t>
            </a:r>
          </a:p>
          <a:p>
            <a:pPr lvl="1">
              <a:lnSpc>
                <a:spcPct val="90000"/>
              </a:lnSpc>
            </a:pPr>
            <a:r>
              <a:rPr lang="en-US" sz="1800" dirty="0">
                <a:solidFill>
                  <a:schemeClr val="bg1"/>
                </a:solidFill>
              </a:rPr>
              <a:t>Oral presentations</a:t>
            </a:r>
          </a:p>
          <a:p>
            <a:pPr lvl="1">
              <a:lnSpc>
                <a:spcPct val="90000"/>
              </a:lnSpc>
            </a:pPr>
            <a:r>
              <a:rPr lang="en-US" sz="1800" dirty="0">
                <a:solidFill>
                  <a:schemeClr val="bg1"/>
                </a:solidFill>
              </a:rPr>
              <a:t>Poster presentations</a:t>
            </a:r>
          </a:p>
          <a:p>
            <a:pPr lvl="1">
              <a:lnSpc>
                <a:spcPct val="90000"/>
              </a:lnSpc>
            </a:pPr>
            <a:r>
              <a:rPr lang="en-US" sz="1800" dirty="0">
                <a:solidFill>
                  <a:schemeClr val="bg1"/>
                </a:solidFill>
              </a:rPr>
              <a:t>Reports</a:t>
            </a:r>
          </a:p>
          <a:p>
            <a:pPr lvl="1">
              <a:lnSpc>
                <a:spcPct val="90000"/>
              </a:lnSpc>
            </a:pPr>
            <a:r>
              <a:rPr lang="en-US" sz="1800" dirty="0">
                <a:solidFill>
                  <a:schemeClr val="bg1"/>
                </a:solidFill>
              </a:rPr>
              <a:t>Website</a:t>
            </a:r>
          </a:p>
          <a:p>
            <a:pPr lvl="1">
              <a:lnSpc>
                <a:spcPct val="90000"/>
              </a:lnSpc>
            </a:pPr>
            <a:r>
              <a:rPr lang="en-US" sz="1800" dirty="0">
                <a:solidFill>
                  <a:schemeClr val="bg1"/>
                </a:solidFill>
              </a:rPr>
              <a:t>Documentary</a:t>
            </a:r>
          </a:p>
          <a:p>
            <a:pPr>
              <a:lnSpc>
                <a:spcPct val="90000"/>
              </a:lnSpc>
            </a:pPr>
            <a:r>
              <a:rPr lang="en-US" dirty="0">
                <a:solidFill>
                  <a:schemeClr val="bg1"/>
                </a:solidFill>
              </a:rPr>
              <a:t>The presenting it is important to avoid using jargon and technical language, unless the audience is familiar with it.</a:t>
            </a:r>
          </a:p>
          <a:p>
            <a:pPr>
              <a:lnSpc>
                <a:spcPct val="90000"/>
              </a:lnSpc>
            </a:pPr>
            <a:endParaRPr lang="en-AU" dirty="0">
              <a:solidFill>
                <a:schemeClr val="bg1"/>
              </a:solidFill>
            </a:endParaRPr>
          </a:p>
        </p:txBody>
      </p:sp>
      <p:pic>
        <p:nvPicPr>
          <p:cNvPr id="11266" name="Picture 2" descr="Image result for presentation meme">
            <a:extLst>
              <a:ext uri="{FF2B5EF4-FFF2-40B4-BE49-F238E27FC236}">
                <a16:creationId xmlns:a16="http://schemas.microsoft.com/office/drawing/2014/main" id="{26140DD6-D309-4DD7-9C00-94DE4BA7E9B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572000" y="2347430"/>
            <a:ext cx="3857625" cy="2150625"/>
          </a:xfrm>
          <a:prstGeom prst="rect">
            <a:avLst/>
          </a:prstGeom>
          <a:noFill/>
          <a:extLst>
            <a:ext uri="{909E8E84-426E-40DD-AFC4-6F175D3DCCD1}">
              <a14:hiddenFill xmlns:a14="http://schemas.microsoft.com/office/drawing/2010/main">
                <a:solidFill>
                  <a:srgbClr val="FFFFFF"/>
                </a:solidFill>
              </a14:hiddenFill>
            </a:ext>
          </a:extLst>
        </p:spPr>
      </p:pic>
      <p:sp>
        <p:nvSpPr>
          <p:cNvPr id="77" name="Isosceles Triangle 76">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16772" y="4013200"/>
            <a:ext cx="336549"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30982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0ACBD-A817-4991-A56D-28E75CB0BE6A}"/>
              </a:ext>
            </a:extLst>
          </p:cNvPr>
          <p:cNvSpPr>
            <a:spLocks noGrp="1"/>
          </p:cNvSpPr>
          <p:nvPr>
            <p:ph type="title"/>
          </p:nvPr>
        </p:nvSpPr>
        <p:spPr/>
        <p:txBody>
          <a:bodyPr/>
          <a:lstStyle/>
          <a:p>
            <a:r>
              <a:rPr lang="en-US" dirty="0"/>
              <a:t>Data interpretation</a:t>
            </a:r>
            <a:endParaRPr lang="en-AU" dirty="0"/>
          </a:p>
        </p:txBody>
      </p:sp>
      <p:sp>
        <p:nvSpPr>
          <p:cNvPr id="3" name="Content Placeholder 2">
            <a:extLst>
              <a:ext uri="{FF2B5EF4-FFF2-40B4-BE49-F238E27FC236}">
                <a16:creationId xmlns:a16="http://schemas.microsoft.com/office/drawing/2014/main" id="{A6D23018-047D-43DB-8432-B368B725D0A3}"/>
              </a:ext>
            </a:extLst>
          </p:cNvPr>
          <p:cNvSpPr>
            <a:spLocks noGrp="1"/>
          </p:cNvSpPr>
          <p:nvPr>
            <p:ph idx="1"/>
          </p:nvPr>
        </p:nvSpPr>
        <p:spPr/>
        <p:txBody>
          <a:bodyPr/>
          <a:lstStyle/>
          <a:p>
            <a:endParaRPr lang="en-AU"/>
          </a:p>
        </p:txBody>
      </p:sp>
      <p:pic>
        <p:nvPicPr>
          <p:cNvPr id="4" name="Picture 3">
            <a:extLst>
              <a:ext uri="{FF2B5EF4-FFF2-40B4-BE49-F238E27FC236}">
                <a16:creationId xmlns:a16="http://schemas.microsoft.com/office/drawing/2014/main" id="{91E44EC6-E786-492F-ADD9-6D45CBFDB542}"/>
              </a:ext>
            </a:extLst>
          </p:cNvPr>
          <p:cNvPicPr>
            <a:picLocks noChangeAspect="1"/>
          </p:cNvPicPr>
          <p:nvPr/>
        </p:nvPicPr>
        <p:blipFill>
          <a:blip r:embed="rId2"/>
          <a:stretch>
            <a:fillRect/>
          </a:stretch>
        </p:blipFill>
        <p:spPr>
          <a:xfrm>
            <a:off x="468755" y="1949511"/>
            <a:ext cx="6629400" cy="2124075"/>
          </a:xfrm>
          <a:prstGeom prst="rect">
            <a:avLst/>
          </a:prstGeom>
        </p:spPr>
      </p:pic>
    </p:spTree>
    <p:extLst>
      <p:ext uri="{BB962C8B-B14F-4D97-AF65-F5344CB8AC3E}">
        <p14:creationId xmlns:p14="http://schemas.microsoft.com/office/powerpoint/2010/main" val="91846922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Trends and Patterns in Data</a:t>
            </a:r>
            <a:endParaRPr lang="en-AU" dirty="0"/>
          </a:p>
        </p:txBody>
      </p:sp>
      <p:sp>
        <p:nvSpPr>
          <p:cNvPr id="3" name="Content Placeholder 2"/>
          <p:cNvSpPr>
            <a:spLocks noGrp="1"/>
          </p:cNvSpPr>
          <p:nvPr>
            <p:ph idx="1"/>
          </p:nvPr>
        </p:nvSpPr>
        <p:spPr/>
        <p:txBody>
          <a:bodyPr>
            <a:normAutofit lnSpcReduction="10000"/>
          </a:bodyPr>
          <a:lstStyle/>
          <a:p>
            <a:r>
              <a:rPr lang="en-US" dirty="0"/>
              <a:t>There are times where we can find trends or relationships in data. </a:t>
            </a:r>
          </a:p>
          <a:p>
            <a:r>
              <a:rPr lang="en-US" b="1" dirty="0"/>
              <a:t>Positive trend</a:t>
            </a:r>
            <a:r>
              <a:rPr lang="en-US" dirty="0"/>
              <a:t>: If an increase in one set of data coincides with an increase in the values of another set of data, it shows a positive relationship. A positive trend means both sets of data are closely related, however it does not determine cause.</a:t>
            </a:r>
          </a:p>
          <a:p>
            <a:r>
              <a:rPr lang="en-US" b="1" dirty="0"/>
              <a:t>Negative trend: </a:t>
            </a:r>
            <a:r>
              <a:rPr lang="en-US" dirty="0"/>
              <a:t>If the values of one set of data increase, and the values of the other set decrease, it shows a negative trend.</a:t>
            </a:r>
          </a:p>
          <a:p>
            <a:r>
              <a:rPr lang="en-US" b="1" dirty="0"/>
              <a:t>No Trend</a:t>
            </a:r>
          </a:p>
          <a:p>
            <a:r>
              <a:rPr lang="en-US" dirty="0"/>
              <a:t>When describing a trend use the formula shown on </a:t>
            </a:r>
            <a:r>
              <a:rPr lang="en-US" dirty="0" err="1"/>
              <a:t>pg</a:t>
            </a:r>
            <a:r>
              <a:rPr lang="en-US" dirty="0"/>
              <a:t> 116.</a:t>
            </a:r>
          </a:p>
          <a:p>
            <a:endParaRPr lang="en-AU" dirty="0"/>
          </a:p>
        </p:txBody>
      </p:sp>
      <p:pic>
        <p:nvPicPr>
          <p:cNvPr id="5" name="Picture 4" descr="A close up of a logo&#10;&#10;Description automatically generated">
            <a:extLst>
              <a:ext uri="{FF2B5EF4-FFF2-40B4-BE49-F238E27FC236}">
                <a16:creationId xmlns:a16="http://schemas.microsoft.com/office/drawing/2014/main" id="{0A5C69BF-490D-4A76-92A5-AC7F1C986A68}"/>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79512" y="-99392"/>
            <a:ext cx="9144000" cy="6677025"/>
          </a:xfrm>
          <a:prstGeom prst="rect">
            <a:avLst/>
          </a:prstGeom>
        </p:spPr>
      </p:pic>
    </p:spTree>
    <p:extLst>
      <p:ext uri="{BB962C8B-B14F-4D97-AF65-F5344CB8AC3E}">
        <p14:creationId xmlns:p14="http://schemas.microsoft.com/office/powerpoint/2010/main" val="963226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Describing Trends:</a:t>
            </a:r>
            <a:endParaRPr lang="en-AU" dirty="0"/>
          </a:p>
        </p:txBody>
      </p:sp>
      <p:sp>
        <p:nvSpPr>
          <p:cNvPr id="3" name="Content Placeholder 2"/>
          <p:cNvSpPr>
            <a:spLocks noGrp="1"/>
          </p:cNvSpPr>
          <p:nvPr>
            <p:ph idx="1"/>
          </p:nvPr>
        </p:nvSpPr>
        <p:spPr/>
        <p:txBody>
          <a:bodyPr/>
          <a:lstStyle/>
          <a:p>
            <a:r>
              <a:rPr lang="en-US" dirty="0"/>
              <a:t>Follow the trend formula:</a:t>
            </a:r>
          </a:p>
          <a:p>
            <a:pPr marL="0" indent="0">
              <a:buNone/>
            </a:pPr>
            <a:r>
              <a:rPr lang="en-US" b="1" dirty="0"/>
              <a:t>“As A increases/decreases, B increases/decreases so the data follows a positive/negative trend.”</a:t>
            </a:r>
          </a:p>
          <a:p>
            <a:pPr marL="0" indent="0">
              <a:buNone/>
            </a:pPr>
            <a:endParaRPr lang="en-US" b="1" dirty="0"/>
          </a:p>
          <a:p>
            <a:pPr marL="0" indent="0">
              <a:buNone/>
            </a:pPr>
            <a:r>
              <a:rPr lang="en-US" b="1" dirty="0"/>
              <a:t>A and B are replaced with the data being described (often on the two axis of the table/graph)</a:t>
            </a:r>
          </a:p>
          <a:p>
            <a:pPr marL="0" indent="0">
              <a:buNone/>
            </a:pPr>
            <a:endParaRPr lang="en-AU" dirty="0"/>
          </a:p>
        </p:txBody>
      </p:sp>
    </p:spTree>
    <p:extLst>
      <p:ext uri="{BB962C8B-B14F-4D97-AF65-F5344CB8AC3E}">
        <p14:creationId xmlns:p14="http://schemas.microsoft.com/office/powerpoint/2010/main" val="388193221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0375" y="5229200"/>
            <a:ext cx="8229600" cy="1143000"/>
          </a:xfrm>
        </p:spPr>
        <p:txBody>
          <a:bodyPr>
            <a:noAutofit/>
          </a:bodyPr>
          <a:lstStyle/>
          <a:p>
            <a:r>
              <a:rPr lang="en-US" sz="2400" dirty="0"/>
              <a:t>In Australia, as the number of fast food outlets increases, the number of thousands of transactions increases, so the data follows a positive trend. </a:t>
            </a:r>
            <a:endParaRPr lang="en-AU" sz="2400" dirty="0"/>
          </a:p>
        </p:txBody>
      </p:sp>
      <p:sp>
        <p:nvSpPr>
          <p:cNvPr id="4" name="AutoShape 2" descr="Image result for health trend australia grap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576" y="476672"/>
            <a:ext cx="7338555" cy="4202180"/>
          </a:xfrm>
          <a:prstGeom prst="rect">
            <a:avLst/>
          </a:prstGeom>
        </p:spPr>
      </p:pic>
    </p:spTree>
    <p:extLst>
      <p:ext uri="{BB962C8B-B14F-4D97-AF65-F5344CB8AC3E}">
        <p14:creationId xmlns:p14="http://schemas.microsoft.com/office/powerpoint/2010/main" val="2833222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1336" y="5229976"/>
            <a:ext cx="8229600" cy="1143000"/>
          </a:xfrm>
        </p:spPr>
        <p:txBody>
          <a:bodyPr>
            <a:normAutofit/>
          </a:bodyPr>
          <a:lstStyle/>
          <a:p>
            <a:r>
              <a:rPr lang="en-US" sz="2000" dirty="0"/>
              <a:t>As the distance from a Major City increases, the average access to a primary health care source decreases, so the date follows a negative trend. </a:t>
            </a:r>
            <a:endParaRPr lang="en-AU" sz="20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568" y="764704"/>
            <a:ext cx="7262240" cy="4033224"/>
          </a:xfrm>
          <a:prstGeom prst="rect">
            <a:avLst/>
          </a:prstGeom>
        </p:spPr>
      </p:pic>
    </p:spTree>
    <p:extLst>
      <p:ext uri="{BB962C8B-B14F-4D97-AF65-F5344CB8AC3E}">
        <p14:creationId xmlns:p14="http://schemas.microsoft.com/office/powerpoint/2010/main" val="236864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9B652-7AFA-4C49-9494-B188838626F4}"/>
              </a:ext>
            </a:extLst>
          </p:cNvPr>
          <p:cNvSpPr>
            <a:spLocks noGrp="1"/>
          </p:cNvSpPr>
          <p:nvPr>
            <p:ph type="title"/>
          </p:nvPr>
        </p:nvSpPr>
        <p:spPr/>
        <p:txBody>
          <a:bodyPr/>
          <a:lstStyle/>
          <a:p>
            <a:r>
              <a:rPr lang="en-US" dirty="0"/>
              <a:t>Data interpretation practice </a:t>
            </a:r>
            <a:endParaRPr lang="en-AU" dirty="0"/>
          </a:p>
        </p:txBody>
      </p:sp>
      <p:sp>
        <p:nvSpPr>
          <p:cNvPr id="3" name="Content Placeholder 2">
            <a:extLst>
              <a:ext uri="{FF2B5EF4-FFF2-40B4-BE49-F238E27FC236}">
                <a16:creationId xmlns:a16="http://schemas.microsoft.com/office/drawing/2014/main" id="{02E06833-84CF-4B94-95DF-8BAF0422B6D3}"/>
              </a:ext>
            </a:extLst>
          </p:cNvPr>
          <p:cNvSpPr>
            <a:spLocks noGrp="1"/>
          </p:cNvSpPr>
          <p:nvPr>
            <p:ph idx="1"/>
          </p:nvPr>
        </p:nvSpPr>
        <p:spPr>
          <a:xfrm>
            <a:off x="609598" y="1412776"/>
            <a:ext cx="7130754" cy="5112568"/>
          </a:xfrm>
        </p:spPr>
        <p:txBody>
          <a:bodyPr>
            <a:normAutofit/>
          </a:bodyPr>
          <a:lstStyle/>
          <a:p>
            <a:pPr>
              <a:buFont typeface="+mj-lt"/>
              <a:buAutoNum type="arabicPeriod"/>
            </a:pPr>
            <a:r>
              <a:rPr lang="en-US" dirty="0"/>
              <a:t>Go to the following link - </a:t>
            </a:r>
            <a:r>
              <a:rPr lang="en-AU" dirty="0">
                <a:hlinkClick r:id="rId2"/>
              </a:rPr>
              <a:t>https://www.aihw.gov.au/reports-data</a:t>
            </a:r>
            <a:r>
              <a:rPr lang="en-AU" dirty="0"/>
              <a:t> Or Google AIHW</a:t>
            </a:r>
          </a:p>
          <a:p>
            <a:pPr>
              <a:buFont typeface="+mj-lt"/>
              <a:buAutoNum type="arabicPeriod"/>
            </a:pPr>
            <a:endParaRPr lang="en-AU" dirty="0"/>
          </a:p>
          <a:p>
            <a:pPr>
              <a:buFont typeface="+mj-lt"/>
              <a:buAutoNum type="arabicPeriod"/>
            </a:pPr>
            <a:r>
              <a:rPr lang="en-AU" dirty="0"/>
              <a:t>Select ‘Reports and Data’ </a:t>
            </a:r>
          </a:p>
          <a:p>
            <a:pPr>
              <a:buFont typeface="+mj-lt"/>
              <a:buAutoNum type="arabicPeriod"/>
            </a:pPr>
            <a:endParaRPr lang="en-AU" dirty="0"/>
          </a:p>
          <a:p>
            <a:pPr>
              <a:buFont typeface="+mj-lt"/>
              <a:buAutoNum type="arabicPeriod"/>
            </a:pPr>
            <a:r>
              <a:rPr lang="en-AU" dirty="0"/>
              <a:t>Chose a topic that is of interest to you (may choose a topic you are looking at now if available)</a:t>
            </a:r>
          </a:p>
          <a:p>
            <a:pPr>
              <a:buFont typeface="+mj-lt"/>
              <a:buAutoNum type="arabicPeriod"/>
            </a:pPr>
            <a:endParaRPr lang="en-AU" dirty="0"/>
          </a:p>
          <a:p>
            <a:pPr>
              <a:buFont typeface="+mj-lt"/>
              <a:buAutoNum type="arabicPeriod"/>
            </a:pPr>
            <a:r>
              <a:rPr lang="en-AU" dirty="0"/>
              <a:t>Select ‘Data’ and download file</a:t>
            </a:r>
          </a:p>
          <a:p>
            <a:pPr>
              <a:buFont typeface="+mj-lt"/>
              <a:buAutoNum type="arabicPeriod"/>
            </a:pPr>
            <a:endParaRPr lang="en-AU" dirty="0"/>
          </a:p>
        </p:txBody>
      </p:sp>
      <p:pic>
        <p:nvPicPr>
          <p:cNvPr id="4" name="Picture 3">
            <a:extLst>
              <a:ext uri="{FF2B5EF4-FFF2-40B4-BE49-F238E27FC236}">
                <a16:creationId xmlns:a16="http://schemas.microsoft.com/office/drawing/2014/main" id="{2D5CB2A8-405A-4B99-8C29-1E71E083D1AB}"/>
              </a:ext>
            </a:extLst>
          </p:cNvPr>
          <p:cNvPicPr>
            <a:picLocks noChangeAspect="1"/>
          </p:cNvPicPr>
          <p:nvPr/>
        </p:nvPicPr>
        <p:blipFill>
          <a:blip r:embed="rId3"/>
          <a:stretch>
            <a:fillRect/>
          </a:stretch>
        </p:blipFill>
        <p:spPr>
          <a:xfrm>
            <a:off x="4427984" y="4077072"/>
            <a:ext cx="4622036" cy="2448272"/>
          </a:xfrm>
          <a:prstGeom prst="rect">
            <a:avLst/>
          </a:prstGeom>
        </p:spPr>
      </p:pic>
    </p:spTree>
    <p:extLst>
      <p:ext uri="{BB962C8B-B14F-4D97-AF65-F5344CB8AC3E}">
        <p14:creationId xmlns:p14="http://schemas.microsoft.com/office/powerpoint/2010/main" val="195326686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95CFC-F12D-4731-AE13-863AAFF12A6F}"/>
              </a:ext>
            </a:extLst>
          </p:cNvPr>
          <p:cNvSpPr>
            <a:spLocks noGrp="1"/>
          </p:cNvSpPr>
          <p:nvPr>
            <p:ph type="title"/>
          </p:nvPr>
        </p:nvSpPr>
        <p:spPr/>
        <p:txBody>
          <a:bodyPr/>
          <a:lstStyle/>
          <a:p>
            <a:r>
              <a:rPr lang="en-US" dirty="0"/>
              <a:t>Review Question</a:t>
            </a:r>
            <a:endParaRPr lang="en-AU" dirty="0"/>
          </a:p>
        </p:txBody>
      </p:sp>
      <p:sp>
        <p:nvSpPr>
          <p:cNvPr id="3" name="Content Placeholder 2">
            <a:extLst>
              <a:ext uri="{FF2B5EF4-FFF2-40B4-BE49-F238E27FC236}">
                <a16:creationId xmlns:a16="http://schemas.microsoft.com/office/drawing/2014/main" id="{407F10B9-77C1-42AE-A4FD-DBD21ADFE667}"/>
              </a:ext>
            </a:extLst>
          </p:cNvPr>
          <p:cNvSpPr>
            <a:spLocks noGrp="1"/>
          </p:cNvSpPr>
          <p:nvPr>
            <p:ph idx="1"/>
          </p:nvPr>
        </p:nvSpPr>
        <p:spPr>
          <a:xfrm>
            <a:off x="251520" y="1700808"/>
            <a:ext cx="7778825" cy="3880773"/>
          </a:xfrm>
        </p:spPr>
        <p:txBody>
          <a:bodyPr/>
          <a:lstStyle/>
          <a:p>
            <a:r>
              <a:rPr lang="en-AU" dirty="0"/>
              <a:t>Interpret and </a:t>
            </a:r>
            <a:r>
              <a:rPr lang="en-AU" u="sng" dirty="0"/>
              <a:t>describe</a:t>
            </a:r>
            <a:r>
              <a:rPr lang="en-AU" dirty="0"/>
              <a:t> data trends and key observations you can identify. Explain, using your knowledge of this area, what possible reasons/factors could be influencing the data</a:t>
            </a:r>
          </a:p>
          <a:p>
            <a:r>
              <a:rPr lang="en-AU" dirty="0"/>
              <a:t>Choose a table (found in data) and a graph (found in reports)</a:t>
            </a:r>
          </a:p>
        </p:txBody>
      </p:sp>
      <p:pic>
        <p:nvPicPr>
          <p:cNvPr id="4" name="Picture 3">
            <a:extLst>
              <a:ext uri="{FF2B5EF4-FFF2-40B4-BE49-F238E27FC236}">
                <a16:creationId xmlns:a16="http://schemas.microsoft.com/office/drawing/2014/main" id="{00840FC8-112B-4455-B5C1-EBBB93C07213}"/>
              </a:ext>
            </a:extLst>
          </p:cNvPr>
          <p:cNvPicPr>
            <a:picLocks noChangeAspect="1"/>
          </p:cNvPicPr>
          <p:nvPr/>
        </p:nvPicPr>
        <p:blipFill>
          <a:blip r:embed="rId2"/>
          <a:stretch>
            <a:fillRect/>
          </a:stretch>
        </p:blipFill>
        <p:spPr>
          <a:xfrm>
            <a:off x="5148064" y="3069085"/>
            <a:ext cx="3048712" cy="3717032"/>
          </a:xfrm>
          <a:prstGeom prst="rect">
            <a:avLst/>
          </a:prstGeom>
        </p:spPr>
      </p:pic>
      <p:pic>
        <p:nvPicPr>
          <p:cNvPr id="5" name="Picture 4">
            <a:extLst>
              <a:ext uri="{FF2B5EF4-FFF2-40B4-BE49-F238E27FC236}">
                <a16:creationId xmlns:a16="http://schemas.microsoft.com/office/drawing/2014/main" id="{ADBD3A8D-0A93-4C93-AC11-7B9FE8B7726B}"/>
              </a:ext>
            </a:extLst>
          </p:cNvPr>
          <p:cNvPicPr>
            <a:picLocks noChangeAspect="1"/>
          </p:cNvPicPr>
          <p:nvPr/>
        </p:nvPicPr>
        <p:blipFill>
          <a:blip r:embed="rId3"/>
          <a:stretch>
            <a:fillRect/>
          </a:stretch>
        </p:blipFill>
        <p:spPr>
          <a:xfrm>
            <a:off x="26184" y="3887314"/>
            <a:ext cx="5121880" cy="2080573"/>
          </a:xfrm>
          <a:prstGeom prst="rect">
            <a:avLst/>
          </a:prstGeom>
        </p:spPr>
      </p:pic>
    </p:spTree>
    <p:extLst>
      <p:ext uri="{BB962C8B-B14F-4D97-AF65-F5344CB8AC3E}">
        <p14:creationId xmlns:p14="http://schemas.microsoft.com/office/powerpoint/2010/main" val="262438186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57F89-3D24-4177-997A-852A23CF47EF}"/>
              </a:ext>
            </a:extLst>
          </p:cNvPr>
          <p:cNvSpPr>
            <a:spLocks noGrp="1"/>
          </p:cNvSpPr>
          <p:nvPr>
            <p:ph type="title"/>
          </p:nvPr>
        </p:nvSpPr>
        <p:spPr/>
        <p:txBody>
          <a:bodyPr/>
          <a:lstStyle/>
          <a:p>
            <a:r>
              <a:rPr lang="en-US" dirty="0"/>
              <a:t>Quiz</a:t>
            </a:r>
            <a:endParaRPr lang="en-AU" dirty="0"/>
          </a:p>
        </p:txBody>
      </p:sp>
      <p:sp>
        <p:nvSpPr>
          <p:cNvPr id="3" name="Content Placeholder 2">
            <a:extLst>
              <a:ext uri="{FF2B5EF4-FFF2-40B4-BE49-F238E27FC236}">
                <a16:creationId xmlns:a16="http://schemas.microsoft.com/office/drawing/2014/main" id="{90346969-60D9-4C02-B79B-AE538B4D9CB4}"/>
              </a:ext>
            </a:extLst>
          </p:cNvPr>
          <p:cNvSpPr>
            <a:spLocks noGrp="1"/>
          </p:cNvSpPr>
          <p:nvPr>
            <p:ph idx="1"/>
          </p:nvPr>
        </p:nvSpPr>
        <p:spPr/>
        <p:txBody>
          <a:bodyPr/>
          <a:lstStyle/>
          <a:p>
            <a:endParaRPr lang="en-AU"/>
          </a:p>
        </p:txBody>
      </p:sp>
    </p:spTree>
    <p:extLst>
      <p:ext uri="{BB962C8B-B14F-4D97-AF65-F5344CB8AC3E}">
        <p14:creationId xmlns:p14="http://schemas.microsoft.com/office/powerpoint/2010/main" val="261312539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Sources:</a:t>
            </a:r>
            <a:endParaRPr lang="en-AU" dirty="0"/>
          </a:p>
        </p:txBody>
      </p:sp>
      <p:sp>
        <p:nvSpPr>
          <p:cNvPr id="3" name="Content Placeholder 2"/>
          <p:cNvSpPr>
            <a:spLocks noGrp="1"/>
          </p:cNvSpPr>
          <p:nvPr>
            <p:ph idx="1"/>
          </p:nvPr>
        </p:nvSpPr>
        <p:spPr/>
        <p:txBody>
          <a:bodyPr>
            <a:normAutofit fontScale="77500" lnSpcReduction="20000"/>
          </a:bodyPr>
          <a:lstStyle/>
          <a:p>
            <a:pPr marL="0" indent="0">
              <a:buNone/>
            </a:pPr>
            <a:r>
              <a:rPr lang="en-US" sz="2200" dirty="0"/>
              <a:t>Lockhart, E. (2010). </a:t>
            </a:r>
            <a:r>
              <a:rPr lang="en-US" sz="2200" i="1" dirty="0"/>
              <a:t>Health Studies Stage 2A-b. </a:t>
            </a:r>
            <a:r>
              <a:rPr lang="en-US" sz="2200" dirty="0" err="1"/>
              <a:t>Madeley</a:t>
            </a:r>
            <a:r>
              <a:rPr lang="en-US" sz="2200" dirty="0"/>
              <a:t>: Print Publishing.</a:t>
            </a:r>
          </a:p>
          <a:p>
            <a:pPr marL="0" indent="0">
              <a:buNone/>
            </a:pPr>
            <a:r>
              <a:rPr lang="en-US" sz="2200" dirty="0"/>
              <a:t>Image from:</a:t>
            </a:r>
          </a:p>
          <a:p>
            <a:pPr marL="0" indent="0">
              <a:buNone/>
            </a:pPr>
            <a:r>
              <a:rPr lang="en-AU" sz="2200" dirty="0">
                <a:hlinkClick r:id="rId2"/>
              </a:rPr>
              <a:t>http://yemenembassy.ca/eng/</a:t>
            </a:r>
            <a:endParaRPr lang="en-AU" sz="2200" dirty="0"/>
          </a:p>
          <a:p>
            <a:pPr marL="0" indent="0">
              <a:buNone/>
            </a:pPr>
            <a:r>
              <a:rPr lang="en-US" sz="2200" dirty="0"/>
              <a:t>Image from:</a:t>
            </a:r>
          </a:p>
          <a:p>
            <a:pPr marL="0" indent="0">
              <a:buNone/>
            </a:pPr>
            <a:r>
              <a:rPr lang="en-AU" sz="2200" dirty="0">
                <a:hlinkClick r:id="rId3"/>
              </a:rPr>
              <a:t>http://www.grlc.vic.gov.au/book-clubs</a:t>
            </a:r>
            <a:endParaRPr lang="en-AU" sz="2200" dirty="0"/>
          </a:p>
          <a:p>
            <a:pPr marL="0" indent="0">
              <a:buNone/>
            </a:pPr>
            <a:r>
              <a:rPr lang="en-US" sz="2200" dirty="0"/>
              <a:t>Image from:</a:t>
            </a:r>
            <a:endParaRPr lang="en-AU" sz="2200" dirty="0"/>
          </a:p>
          <a:p>
            <a:pPr marL="0" indent="0">
              <a:buNone/>
            </a:pPr>
            <a:r>
              <a:rPr lang="en-AU" sz="2200" u="sng" dirty="0">
                <a:hlinkClick r:id="rId4"/>
              </a:rPr>
              <a:t>http://www.aihw.gov.au/australias-health/2014/indigenous-health/</a:t>
            </a:r>
            <a:endParaRPr lang="en-AU" sz="2200" u="sng" dirty="0"/>
          </a:p>
          <a:p>
            <a:pPr marL="0" indent="0">
              <a:buNone/>
            </a:pPr>
            <a:r>
              <a:rPr lang="en-US" sz="2200" u="sng" dirty="0"/>
              <a:t>Image from:</a:t>
            </a:r>
          </a:p>
          <a:p>
            <a:pPr marL="0" indent="0">
              <a:buNone/>
            </a:pPr>
            <a:r>
              <a:rPr lang="en-US" sz="2200" u="sng" dirty="0">
                <a:hlinkClick r:id="rId5"/>
              </a:rPr>
              <a:t>http://theconversation.com/fat-nation-why-so-many-australians-are-obese-and-how-to-fix-it-23783</a:t>
            </a:r>
            <a:endParaRPr lang="en-US" sz="2200" u="sng" dirty="0"/>
          </a:p>
          <a:p>
            <a:pPr marL="0" indent="0">
              <a:buNone/>
            </a:pPr>
            <a:endParaRPr lang="en-US" sz="2200" u="sng" dirty="0"/>
          </a:p>
          <a:p>
            <a:pPr marL="0" indent="0">
              <a:buNone/>
            </a:pPr>
            <a:endParaRPr lang="en-US" u="sng" dirty="0"/>
          </a:p>
          <a:p>
            <a:pPr marL="0" indent="0">
              <a:buNone/>
            </a:pPr>
            <a:endParaRPr lang="en-AU" u="sng" dirty="0"/>
          </a:p>
          <a:p>
            <a:endParaRPr lang="en-AU" dirty="0"/>
          </a:p>
        </p:txBody>
      </p:sp>
    </p:spTree>
    <p:extLst>
      <p:ext uri="{BB962C8B-B14F-4D97-AF65-F5344CB8AC3E}">
        <p14:creationId xmlns:p14="http://schemas.microsoft.com/office/powerpoint/2010/main" val="161253387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Syllabus points</a:t>
            </a:r>
            <a:endParaRPr lang="en-AU" dirty="0"/>
          </a:p>
        </p:txBody>
      </p:sp>
      <p:pic>
        <p:nvPicPr>
          <p:cNvPr id="4" name="Content Placeholder 3">
            <a:extLst>
              <a:ext uri="{FF2B5EF4-FFF2-40B4-BE49-F238E27FC236}">
                <a16:creationId xmlns:a16="http://schemas.microsoft.com/office/drawing/2014/main" id="{85E9AC7D-3D02-47D6-A39D-B1AB63894CD9}"/>
              </a:ext>
            </a:extLst>
          </p:cNvPr>
          <p:cNvPicPr>
            <a:picLocks noGrp="1" noChangeAspect="1"/>
          </p:cNvPicPr>
          <p:nvPr>
            <p:ph idx="1"/>
          </p:nvPr>
        </p:nvPicPr>
        <p:blipFill>
          <a:blip r:embed="rId2"/>
          <a:stretch>
            <a:fillRect/>
          </a:stretch>
        </p:blipFill>
        <p:spPr>
          <a:xfrm>
            <a:off x="467544" y="2060848"/>
            <a:ext cx="5781675" cy="1228725"/>
          </a:xfrm>
          <a:prstGeom prst="rect">
            <a:avLst/>
          </a:prstGeom>
        </p:spPr>
      </p:pic>
    </p:spTree>
    <p:extLst>
      <p:ext uri="{BB962C8B-B14F-4D97-AF65-F5344CB8AC3E}">
        <p14:creationId xmlns:p14="http://schemas.microsoft.com/office/powerpoint/2010/main" val="23430544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39476" y="4553712"/>
            <a:ext cx="6216024" cy="1096316"/>
          </a:xfrm>
        </p:spPr>
        <p:txBody>
          <a:bodyPr>
            <a:normAutofit/>
          </a:bodyPr>
          <a:lstStyle/>
          <a:p>
            <a:pPr algn="ctr">
              <a:lnSpc>
                <a:spcPct val="90000"/>
              </a:lnSpc>
            </a:pPr>
            <a:r>
              <a:rPr lang="en-US" sz="3600"/>
              <a:t>SOCIAL AND CULTURAL NORMS</a:t>
            </a:r>
            <a:endParaRPr lang="en-AU" sz="3600"/>
          </a:p>
        </p:txBody>
      </p:sp>
      <p:pic>
        <p:nvPicPr>
          <p:cNvPr id="3" name="Picture 2" descr="Image result for social norms meme">
            <a:extLst>
              <a:ext uri="{FF2B5EF4-FFF2-40B4-BE49-F238E27FC236}">
                <a16:creationId xmlns:a16="http://schemas.microsoft.com/office/drawing/2014/main" id="{4EBE9EF5-4F34-4CC5-8198-C186B044B11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347905" y="934222"/>
            <a:ext cx="4999166" cy="3299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172274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52550" y="609600"/>
            <a:ext cx="2802951" cy="1320800"/>
          </a:xfrm>
        </p:spPr>
        <p:txBody>
          <a:bodyPr>
            <a:normAutofit/>
          </a:bodyPr>
          <a:lstStyle/>
          <a:p>
            <a:r>
              <a:rPr lang="en-US" dirty="0"/>
              <a:t>What is a Social Norm?</a:t>
            </a:r>
            <a:endParaRPr lang="en-AU" dirty="0"/>
          </a:p>
        </p:txBody>
      </p:sp>
      <p:sp>
        <p:nvSpPr>
          <p:cNvPr id="3" name="Content Placeholder 2"/>
          <p:cNvSpPr>
            <a:spLocks noGrp="1"/>
          </p:cNvSpPr>
          <p:nvPr>
            <p:ph idx="1"/>
          </p:nvPr>
        </p:nvSpPr>
        <p:spPr>
          <a:xfrm>
            <a:off x="3907172" y="1772817"/>
            <a:ext cx="4625268" cy="4968552"/>
          </a:xfrm>
        </p:spPr>
        <p:txBody>
          <a:bodyPr>
            <a:normAutofit/>
          </a:bodyPr>
          <a:lstStyle/>
          <a:p>
            <a:pPr marL="0" indent="0">
              <a:lnSpc>
                <a:spcPct val="90000"/>
              </a:lnSpc>
              <a:buNone/>
            </a:pPr>
            <a:r>
              <a:rPr lang="en-US" sz="1400" dirty="0"/>
              <a:t>Peoples belief about the attitudes and behaviours that are </a:t>
            </a:r>
            <a:r>
              <a:rPr lang="en-US" sz="1400" u="sng" dirty="0"/>
              <a:t>normal</a:t>
            </a:r>
            <a:r>
              <a:rPr lang="en-US" sz="1400" dirty="0"/>
              <a:t>, </a:t>
            </a:r>
            <a:r>
              <a:rPr lang="en-US" sz="1400" u="sng" dirty="0"/>
              <a:t>acceptable</a:t>
            </a:r>
            <a:r>
              <a:rPr lang="en-US" sz="1400" dirty="0"/>
              <a:t> or </a:t>
            </a:r>
            <a:r>
              <a:rPr lang="en-US" sz="1400" u="sng" dirty="0"/>
              <a:t>expected</a:t>
            </a:r>
            <a:r>
              <a:rPr lang="en-US" sz="1400" dirty="0"/>
              <a:t> in a particular social context. </a:t>
            </a:r>
          </a:p>
          <a:p>
            <a:pPr marL="457200" indent="-457200">
              <a:lnSpc>
                <a:spcPct val="90000"/>
              </a:lnSpc>
              <a:buAutoNum type="arabicPeriod"/>
            </a:pPr>
            <a:endParaRPr lang="en-US" sz="2000" dirty="0"/>
          </a:p>
          <a:p>
            <a:pPr marL="457200" indent="-457200">
              <a:lnSpc>
                <a:spcPct val="90000"/>
              </a:lnSpc>
              <a:buAutoNum type="arabicPeriod"/>
            </a:pPr>
            <a:r>
              <a:rPr lang="en-US" sz="1400" dirty="0"/>
              <a:t>Behaviour that is a regular part of society</a:t>
            </a:r>
          </a:p>
          <a:p>
            <a:pPr marL="457200" indent="-457200">
              <a:lnSpc>
                <a:spcPct val="90000"/>
              </a:lnSpc>
              <a:buAutoNum type="arabicPeriod"/>
            </a:pPr>
            <a:r>
              <a:rPr lang="en-US" sz="1400" dirty="0"/>
              <a:t>Is based on a socially shared belief of how one ought to behave.</a:t>
            </a:r>
          </a:p>
          <a:p>
            <a:pPr marL="457200" indent="-457200">
              <a:lnSpc>
                <a:spcPct val="90000"/>
              </a:lnSpc>
              <a:buAutoNum type="arabicPeriod"/>
            </a:pPr>
            <a:r>
              <a:rPr lang="en-US" sz="1400" dirty="0"/>
              <a:t>Helps enforce behaviour (social consequence if the expected behaviour is not adhered to)</a:t>
            </a:r>
          </a:p>
          <a:p>
            <a:pPr marL="0" indent="0">
              <a:lnSpc>
                <a:spcPct val="90000"/>
              </a:lnSpc>
              <a:buNone/>
            </a:pPr>
            <a:endParaRPr lang="en-US" sz="1400" dirty="0"/>
          </a:p>
          <a:p>
            <a:pPr marL="0" indent="0">
              <a:lnSpc>
                <a:spcPct val="90000"/>
              </a:lnSpc>
              <a:buNone/>
            </a:pPr>
            <a:r>
              <a:rPr lang="en-US" sz="1400" dirty="0"/>
              <a:t>“ the unwritten rules” by which a social group behaves.</a:t>
            </a:r>
          </a:p>
          <a:p>
            <a:pPr marL="0" indent="0">
              <a:lnSpc>
                <a:spcPct val="90000"/>
              </a:lnSpc>
              <a:buNone/>
            </a:pPr>
            <a:endParaRPr lang="en-US" sz="1400" dirty="0"/>
          </a:p>
          <a:p>
            <a:pPr marL="0" indent="0">
              <a:lnSpc>
                <a:spcPct val="90000"/>
              </a:lnSpc>
              <a:buNone/>
            </a:pPr>
            <a:r>
              <a:rPr lang="en-US" sz="1400" dirty="0">
                <a:hlinkClick r:id="rId3"/>
              </a:rPr>
              <a:t>https://www.youtube.com/watch?v=kGrVhM_Gi8k</a:t>
            </a:r>
            <a:endParaRPr lang="en-US" sz="1400" dirty="0"/>
          </a:p>
          <a:p>
            <a:pPr marL="0" indent="0">
              <a:lnSpc>
                <a:spcPct val="90000"/>
              </a:lnSpc>
              <a:buNone/>
            </a:pPr>
            <a:r>
              <a:rPr lang="en-US" sz="1400" dirty="0"/>
              <a:t>- 10 mins Symbols, Values &amp; Norms: Crash Course Sociology #10</a:t>
            </a:r>
          </a:p>
          <a:p>
            <a:pPr marL="0" indent="0">
              <a:lnSpc>
                <a:spcPct val="90000"/>
              </a:lnSpc>
              <a:buNone/>
            </a:pPr>
            <a:endParaRPr lang="en-US" sz="1000" dirty="0"/>
          </a:p>
        </p:txBody>
      </p:sp>
      <p:pic>
        <p:nvPicPr>
          <p:cNvPr id="2050" name="Picture 2" descr="Image result for thong australia vs uk">
            <a:extLst>
              <a:ext uri="{FF2B5EF4-FFF2-40B4-BE49-F238E27FC236}">
                <a16:creationId xmlns:a16="http://schemas.microsoft.com/office/drawing/2014/main" id="{FAAEA130-3C74-4DFA-AD2D-2BD1793AC18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9147" b="33833"/>
          <a:stretch/>
        </p:blipFill>
        <p:spPr bwMode="auto">
          <a:xfrm>
            <a:off x="20" y="-1"/>
            <a:ext cx="4046200" cy="7317433"/>
          </a:xfrm>
          <a:custGeom>
            <a:avLst/>
            <a:gdLst>
              <a:gd name="connsiteX0" fmla="*/ 842596 w 5394960"/>
              <a:gd name="connsiteY0" fmla="*/ 0 h 6858000"/>
              <a:gd name="connsiteX1" fmla="*/ 5394960 w 5394960"/>
              <a:gd name="connsiteY1" fmla="*/ 0 h 6858000"/>
              <a:gd name="connsiteX2" fmla="*/ 5394960 w 5394960"/>
              <a:gd name="connsiteY2" fmla="*/ 21851 h 6858000"/>
              <a:gd name="connsiteX3" fmla="*/ 4365943 w 5394960"/>
              <a:gd name="connsiteY3" fmla="*/ 6858000 h 6858000"/>
              <a:gd name="connsiteX4" fmla="*/ 0 w 5394960"/>
              <a:gd name="connsiteY4" fmla="*/ 6858000 h 6858000"/>
              <a:gd name="connsiteX5" fmla="*/ 0 w 5394960"/>
              <a:gd name="connsiteY5" fmla="*/ 566615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960" h="6858000">
                <a:moveTo>
                  <a:pt x="842596" y="0"/>
                </a:moveTo>
                <a:lnTo>
                  <a:pt x="5394960" y="0"/>
                </a:lnTo>
                <a:lnTo>
                  <a:pt x="5394960" y="21851"/>
                </a:lnTo>
                <a:lnTo>
                  <a:pt x="4365943" y="6858000"/>
                </a:lnTo>
                <a:lnTo>
                  <a:pt x="0" y="6858000"/>
                </a:lnTo>
                <a:lnTo>
                  <a:pt x="0" y="5666154"/>
                </a:lnTo>
                <a:close/>
              </a:path>
            </a:pathLst>
          </a:custGeom>
          <a:noFill/>
          <a:extLst>
            <a:ext uri="{909E8E84-426E-40DD-AFC4-6F175D3DCCD1}">
              <a14:hiddenFill xmlns:a14="http://schemas.microsoft.com/office/drawing/2010/main">
                <a:solidFill>
                  <a:srgbClr val="FFFFFF"/>
                </a:solidFill>
              </a14:hiddenFill>
            </a:ext>
          </a:extLst>
        </p:spPr>
      </p:pic>
      <p:sp>
        <p:nvSpPr>
          <p:cNvPr id="71" name="Isosceles Triangle 70">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816207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8000" y="609600"/>
            <a:ext cx="6447501" cy="1320800"/>
          </a:xfrm>
        </p:spPr>
        <p:txBody>
          <a:bodyPr anchor="t">
            <a:normAutofit/>
          </a:bodyPr>
          <a:lstStyle/>
          <a:p>
            <a:r>
              <a:rPr lang="en-US"/>
              <a:t>What are Cultural Norms?</a:t>
            </a:r>
            <a:endParaRPr lang="en-AU" dirty="0"/>
          </a:p>
        </p:txBody>
      </p:sp>
      <p:sp>
        <p:nvSpPr>
          <p:cNvPr id="3" name="Content Placeholder 2"/>
          <p:cNvSpPr>
            <a:spLocks noGrp="1"/>
          </p:cNvSpPr>
          <p:nvPr>
            <p:ph idx="1"/>
          </p:nvPr>
        </p:nvSpPr>
        <p:spPr>
          <a:xfrm>
            <a:off x="508000" y="2160589"/>
            <a:ext cx="2968012" cy="3749323"/>
          </a:xfrm>
        </p:spPr>
        <p:txBody>
          <a:bodyPr>
            <a:normAutofit/>
          </a:bodyPr>
          <a:lstStyle/>
          <a:p>
            <a:pPr marL="0" indent="0">
              <a:lnSpc>
                <a:spcPct val="90000"/>
              </a:lnSpc>
              <a:buNone/>
            </a:pPr>
            <a:r>
              <a:rPr lang="en-US" sz="1500"/>
              <a:t>“</a:t>
            </a:r>
            <a:r>
              <a:rPr lang="en-US" sz="1500" err="1"/>
              <a:t>behaviour</a:t>
            </a:r>
            <a:r>
              <a:rPr lang="en-US" sz="1500"/>
              <a:t> patterns of specific groups due to their cultural upbringing.”</a:t>
            </a:r>
          </a:p>
          <a:p>
            <a:pPr marL="0" indent="0">
              <a:lnSpc>
                <a:spcPct val="90000"/>
              </a:lnSpc>
              <a:buNone/>
            </a:pPr>
            <a:r>
              <a:rPr lang="en-US" sz="1500" err="1"/>
              <a:t>Ie</a:t>
            </a:r>
            <a:r>
              <a:rPr lang="en-US" sz="1500"/>
              <a:t>. Geographical location</a:t>
            </a:r>
          </a:p>
          <a:p>
            <a:pPr marL="0" indent="0">
              <a:lnSpc>
                <a:spcPct val="90000"/>
              </a:lnSpc>
              <a:buNone/>
            </a:pPr>
            <a:r>
              <a:rPr lang="en-US" sz="1500"/>
              <a:t>     Country of origin</a:t>
            </a:r>
          </a:p>
          <a:p>
            <a:pPr marL="0" indent="0">
              <a:lnSpc>
                <a:spcPct val="90000"/>
              </a:lnSpc>
              <a:buNone/>
            </a:pPr>
            <a:r>
              <a:rPr lang="en-US" sz="1500"/>
              <a:t>     Ethnic affiliation</a:t>
            </a:r>
          </a:p>
          <a:p>
            <a:pPr marL="0" indent="0">
              <a:lnSpc>
                <a:spcPct val="90000"/>
              </a:lnSpc>
              <a:buNone/>
            </a:pPr>
            <a:r>
              <a:rPr lang="en-US" sz="1500"/>
              <a:t>     Religious Practices</a:t>
            </a:r>
          </a:p>
          <a:p>
            <a:pPr marL="0" indent="0">
              <a:lnSpc>
                <a:spcPct val="90000"/>
              </a:lnSpc>
              <a:buNone/>
            </a:pPr>
            <a:endParaRPr lang="en-US" sz="1500"/>
          </a:p>
          <a:p>
            <a:pPr marL="0" indent="0">
              <a:lnSpc>
                <a:spcPct val="90000"/>
              </a:lnSpc>
              <a:buNone/>
            </a:pPr>
            <a:r>
              <a:rPr lang="en-US" sz="1500"/>
              <a:t>Pale skin in Philippines seen as desirable/attractive</a:t>
            </a:r>
          </a:p>
          <a:p>
            <a:pPr marL="0" indent="0">
              <a:lnSpc>
                <a:spcPct val="90000"/>
              </a:lnSpc>
              <a:buNone/>
            </a:pPr>
            <a:r>
              <a:rPr lang="en-US" sz="1500"/>
              <a:t>Tanned skin in Australia seen as desirable/attractive</a:t>
            </a:r>
            <a:endParaRPr lang="en-AU" sz="1500"/>
          </a:p>
        </p:txBody>
      </p:sp>
      <p:pic>
        <p:nvPicPr>
          <p:cNvPr id="5" name="Picture 4" descr="A person posing for the camera&#10;&#10;Description automatically generated">
            <a:extLst>
              <a:ext uri="{FF2B5EF4-FFF2-40B4-BE49-F238E27FC236}">
                <a16:creationId xmlns:a16="http://schemas.microsoft.com/office/drawing/2014/main" id="{35D3E1BF-FF2E-462C-9344-850447B177C0}"/>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871969" y="4437112"/>
            <a:ext cx="4167063" cy="2104366"/>
          </a:xfrm>
          <a:prstGeom prst="rect">
            <a:avLst/>
          </a:prstGeom>
        </p:spPr>
      </p:pic>
      <p:sp>
        <p:nvSpPr>
          <p:cNvPr id="6" name="TextBox 5">
            <a:extLst>
              <a:ext uri="{FF2B5EF4-FFF2-40B4-BE49-F238E27FC236}">
                <a16:creationId xmlns:a16="http://schemas.microsoft.com/office/drawing/2014/main" id="{15AAEAD3-35D4-4C69-91DC-2FABEBED9A30}"/>
              </a:ext>
            </a:extLst>
          </p:cNvPr>
          <p:cNvSpPr txBox="1"/>
          <p:nvPr/>
        </p:nvSpPr>
        <p:spPr>
          <a:xfrm>
            <a:off x="5470837" y="6541478"/>
            <a:ext cx="2686953"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3" tooltip="http://www.freeismylife.com/2013/04/beauty-free-samples-at-imancometics-bb.html">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4" tooltip="https://creativecommons.org/licenses/by-nc-nd/3.0/">
                  <a:extLst>
                    <a:ext uri="{A12FA001-AC4F-418D-AE19-62706E023703}">
                      <ahyp:hlinkClr xmlns:ahyp="http://schemas.microsoft.com/office/drawing/2018/hyperlinkcolor" val="tx"/>
                    </a:ext>
                  </a:extLst>
                </a:hlinkClick>
              </a:rPr>
              <a:t>CC BY-NC-ND</a:t>
            </a:r>
            <a:endParaRPr lang="en-AU" sz="700">
              <a:solidFill>
                <a:srgbClr val="FFFFFF"/>
              </a:solidFill>
            </a:endParaRPr>
          </a:p>
        </p:txBody>
      </p:sp>
    </p:spTree>
    <p:extLst>
      <p:ext uri="{BB962C8B-B14F-4D97-AF65-F5344CB8AC3E}">
        <p14:creationId xmlns:p14="http://schemas.microsoft.com/office/powerpoint/2010/main" val="913708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picture containing table&#10;&#10;Description automatically generated">
            <a:extLst>
              <a:ext uri="{FF2B5EF4-FFF2-40B4-BE49-F238E27FC236}">
                <a16:creationId xmlns:a16="http://schemas.microsoft.com/office/drawing/2014/main" id="{81D648FA-838D-4A4A-B90D-0B91E7A3BBB2}"/>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1028" r="24643"/>
          <a:stretch/>
        </p:blipFill>
        <p:spPr>
          <a:xfrm>
            <a:off x="3202390" y="-1"/>
            <a:ext cx="5941610" cy="6858001"/>
          </a:xfrm>
          <a:custGeom>
            <a:avLst/>
            <a:gdLst>
              <a:gd name="connsiteX0" fmla="*/ 379987 w 7922146"/>
              <a:gd name="connsiteY0" fmla="*/ 0 h 6858001"/>
              <a:gd name="connsiteX1" fmla="*/ 5304971 w 7922146"/>
              <a:gd name="connsiteY1" fmla="*/ 0 h 6858001"/>
              <a:gd name="connsiteX2" fmla="*/ 7065281 w 7922146"/>
              <a:gd name="connsiteY2" fmla="*/ 0 h 6858001"/>
              <a:gd name="connsiteX3" fmla="*/ 7397540 w 7922146"/>
              <a:gd name="connsiteY3" fmla="*/ 0 h 6858001"/>
              <a:gd name="connsiteX4" fmla="*/ 7397540 w 7922146"/>
              <a:gd name="connsiteY4" fmla="*/ 1 h 6858001"/>
              <a:gd name="connsiteX5" fmla="*/ 7922146 w 7922146"/>
              <a:gd name="connsiteY5" fmla="*/ 1 h 6858001"/>
              <a:gd name="connsiteX6" fmla="*/ 7922146 w 7922146"/>
              <a:gd name="connsiteY6" fmla="*/ 6858001 h 6858001"/>
              <a:gd name="connsiteX7" fmla="*/ 7065281 w 7922146"/>
              <a:gd name="connsiteY7" fmla="*/ 6858001 h 6858001"/>
              <a:gd name="connsiteX8" fmla="*/ 7065281 w 7922146"/>
              <a:gd name="connsiteY8" fmla="*/ 6858000 h 6858001"/>
              <a:gd name="connsiteX9" fmla="*/ 5932989 w 7922146"/>
              <a:gd name="connsiteY9" fmla="*/ 6858000 h 6858001"/>
              <a:gd name="connsiteX10" fmla="*/ 5932989 w 7922146"/>
              <a:gd name="connsiteY10" fmla="*/ 6858001 h 6858001"/>
              <a:gd name="connsiteX11" fmla="*/ 27809 w 7922146"/>
              <a:gd name="connsiteY11" fmla="*/ 6858001 h 6858001"/>
              <a:gd name="connsiteX12" fmla="*/ 1803228 w 7922146"/>
              <a:gd name="connsiteY12" fmla="*/ 4521201 h 6858001"/>
              <a:gd name="connsiteX13" fmla="*/ 0 w 7922146"/>
              <a:gd name="connsiteY13" fmla="*/ 0 h 6858001"/>
              <a:gd name="connsiteX14" fmla="*/ 379987 w 7922146"/>
              <a:gd name="connsiteY14" fmla="*/ 0 h 6858001"/>
              <a:gd name="connsiteX15" fmla="*/ 0 w 7922146"/>
              <a:gd name="connsiteY15" fmla="*/ 407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p:cNvSpPr>
            <a:spLocks noGrp="1"/>
          </p:cNvSpPr>
          <p:nvPr>
            <p:ph type="title"/>
          </p:nvPr>
        </p:nvSpPr>
        <p:spPr>
          <a:xfrm>
            <a:off x="507999" y="609600"/>
            <a:ext cx="2888343" cy="1320800"/>
          </a:xfrm>
        </p:spPr>
        <p:txBody>
          <a:bodyPr>
            <a:normAutofit/>
          </a:bodyPr>
          <a:lstStyle/>
          <a:p>
            <a:pPr>
              <a:lnSpc>
                <a:spcPct val="90000"/>
              </a:lnSpc>
            </a:pPr>
            <a:r>
              <a:rPr lang="en-US" sz="2800"/>
              <a:t>How are these norms constructed?</a:t>
            </a:r>
            <a:endParaRPr lang="en-AU" sz="2800"/>
          </a:p>
        </p:txBody>
      </p:sp>
      <p:sp>
        <p:nvSpPr>
          <p:cNvPr id="3" name="Content Placeholder 2"/>
          <p:cNvSpPr>
            <a:spLocks noGrp="1"/>
          </p:cNvSpPr>
          <p:nvPr>
            <p:ph idx="1"/>
          </p:nvPr>
        </p:nvSpPr>
        <p:spPr>
          <a:xfrm>
            <a:off x="508000" y="2160589"/>
            <a:ext cx="2888342" cy="3880773"/>
          </a:xfrm>
        </p:spPr>
        <p:txBody>
          <a:bodyPr>
            <a:normAutofit/>
          </a:bodyPr>
          <a:lstStyle/>
          <a:p>
            <a:pPr marL="0" indent="0">
              <a:lnSpc>
                <a:spcPct val="90000"/>
              </a:lnSpc>
              <a:buNone/>
            </a:pPr>
            <a:r>
              <a:rPr lang="en-US" sz="1300" b="1" u="sng"/>
              <a:t>SOCIAL:</a:t>
            </a:r>
          </a:p>
          <a:p>
            <a:pPr>
              <a:lnSpc>
                <a:spcPct val="90000"/>
              </a:lnSpc>
            </a:pPr>
            <a:r>
              <a:rPr lang="en-US" sz="1300"/>
              <a:t>Like-minded people congregate together!</a:t>
            </a:r>
          </a:p>
          <a:p>
            <a:pPr>
              <a:lnSpc>
                <a:spcPct val="90000"/>
              </a:lnSpc>
            </a:pPr>
            <a:r>
              <a:rPr lang="en-US" sz="1300"/>
              <a:t>(similar views, preferences and opinions draw people together)</a:t>
            </a:r>
          </a:p>
          <a:p>
            <a:pPr>
              <a:lnSpc>
                <a:spcPct val="90000"/>
              </a:lnSpc>
            </a:pPr>
            <a:r>
              <a:rPr lang="en-US" sz="1300"/>
              <a:t>Newcomers must adhere to the “norm” or risk being viewed as different. </a:t>
            </a:r>
            <a:r>
              <a:rPr lang="en-US" sz="1300">
                <a:hlinkClick r:id="rId4"/>
              </a:rPr>
              <a:t>2 min video on conformity </a:t>
            </a:r>
            <a:endParaRPr lang="en-US" sz="1300"/>
          </a:p>
          <a:p>
            <a:pPr>
              <a:lnSpc>
                <a:spcPct val="90000"/>
              </a:lnSpc>
            </a:pPr>
            <a:endParaRPr lang="en-US" sz="1300"/>
          </a:p>
          <a:p>
            <a:pPr>
              <a:lnSpc>
                <a:spcPct val="90000"/>
              </a:lnSpc>
            </a:pPr>
            <a:r>
              <a:rPr lang="en-US" sz="1300"/>
              <a:t>Example? Primary School Classroom Parents</a:t>
            </a:r>
          </a:p>
          <a:p>
            <a:pPr>
              <a:lnSpc>
                <a:spcPct val="90000"/>
              </a:lnSpc>
            </a:pPr>
            <a:endParaRPr lang="en-US" sz="1300"/>
          </a:p>
          <a:p>
            <a:pPr>
              <a:lnSpc>
                <a:spcPct val="90000"/>
              </a:lnSpc>
            </a:pPr>
            <a:r>
              <a:rPr lang="en-AU" sz="1300">
                <a:hlinkClick r:id="rId5"/>
              </a:rPr>
              <a:t>https://www.simplypsychology.org/social-roles.html</a:t>
            </a:r>
            <a:r>
              <a:rPr lang="en-AU" sz="1300"/>
              <a:t> </a:t>
            </a:r>
          </a:p>
        </p:txBody>
      </p:sp>
      <p:cxnSp>
        <p:nvCxnSpPr>
          <p:cNvPr id="11" name="Straight Connector 10">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a:extLst>
              <a:ext uri="{FF2B5EF4-FFF2-40B4-BE49-F238E27FC236}">
                <a16:creationId xmlns:a16="http://schemas.microsoft.com/office/drawing/2014/main" id="{4463681F-0D5F-4765-8934-6389218708BC}"/>
              </a:ext>
            </a:extLst>
          </p:cNvPr>
          <p:cNvSpPr txBox="1"/>
          <p:nvPr/>
        </p:nvSpPr>
        <p:spPr>
          <a:xfrm>
            <a:off x="6617347" y="6657945"/>
            <a:ext cx="2526653"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3" tooltip="https://commons.wikimedia.org/wiki/File:Asch-Experiment.jpg">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6" tooltip="https://creativecommons.org/licenses/by-sa/3.0/">
                  <a:extLst>
                    <a:ext uri="{A12FA001-AC4F-418D-AE19-62706E023703}">
                      <ahyp:hlinkClr xmlns:ahyp="http://schemas.microsoft.com/office/drawing/2018/hyperlinkcolor" val="tx"/>
                    </a:ext>
                  </a:extLst>
                </a:hlinkClick>
              </a:rPr>
              <a:t>CC BY-SA</a:t>
            </a:r>
            <a:endParaRPr lang="en-AU" sz="700">
              <a:solidFill>
                <a:srgbClr val="FFFFFF"/>
              </a:solidFill>
            </a:endParaRPr>
          </a:p>
        </p:txBody>
      </p:sp>
    </p:spTree>
    <p:extLst>
      <p:ext uri="{BB962C8B-B14F-4D97-AF65-F5344CB8AC3E}">
        <p14:creationId xmlns:p14="http://schemas.microsoft.com/office/powerpoint/2010/main" val="2970323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are these norms constructed?</a:t>
            </a:r>
            <a:endParaRPr lang="en-AU" dirty="0"/>
          </a:p>
        </p:txBody>
      </p:sp>
      <p:sp>
        <p:nvSpPr>
          <p:cNvPr id="3" name="Content Placeholder 2"/>
          <p:cNvSpPr>
            <a:spLocks noGrp="1"/>
          </p:cNvSpPr>
          <p:nvPr>
            <p:ph idx="1"/>
          </p:nvPr>
        </p:nvSpPr>
        <p:spPr/>
        <p:txBody>
          <a:bodyPr>
            <a:normAutofit lnSpcReduction="10000"/>
          </a:bodyPr>
          <a:lstStyle/>
          <a:p>
            <a:pPr marL="0" indent="0">
              <a:buNone/>
            </a:pPr>
            <a:r>
              <a:rPr lang="en-US" b="1" u="sng" dirty="0"/>
              <a:t>CULTURAL:</a:t>
            </a:r>
          </a:p>
          <a:p>
            <a:r>
              <a:rPr lang="en-US" dirty="0"/>
              <a:t>Very similar to social norms </a:t>
            </a:r>
          </a:p>
          <a:p>
            <a:r>
              <a:rPr lang="en-US" dirty="0"/>
              <a:t>Cultural norms generally have less CHOICE of the individual. </a:t>
            </a:r>
          </a:p>
          <a:p>
            <a:r>
              <a:rPr lang="en-US" dirty="0"/>
              <a:t>Often determined by family expectation. </a:t>
            </a:r>
          </a:p>
          <a:p>
            <a:endParaRPr lang="en-US" dirty="0"/>
          </a:p>
          <a:p>
            <a:r>
              <a:rPr lang="en-US" dirty="0"/>
              <a:t>Examples: family country of origin, traditions, where they live, language spoken, cultural customs etc. </a:t>
            </a:r>
          </a:p>
          <a:p>
            <a:endParaRPr lang="en-US" dirty="0"/>
          </a:p>
          <a:p>
            <a:r>
              <a:rPr lang="en-AU" dirty="0">
                <a:hlinkClick r:id="rId2"/>
              </a:rPr>
              <a:t>https://www.sbs.com.au/ondemand/video/1469778499693/dateline-forced-to-be-fat</a:t>
            </a:r>
            <a:r>
              <a:rPr lang="en-AU" dirty="0"/>
              <a:t> - Dateline 25 mins</a:t>
            </a:r>
            <a:endParaRPr lang="en-US" dirty="0"/>
          </a:p>
        </p:txBody>
      </p:sp>
    </p:spTree>
    <p:extLst>
      <p:ext uri="{BB962C8B-B14F-4D97-AF65-F5344CB8AC3E}">
        <p14:creationId xmlns:p14="http://schemas.microsoft.com/office/powerpoint/2010/main" val="811480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55AE6B0-AC9E-4167-806F-E9DB135FC4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9360" y="1382486"/>
            <a:ext cx="2660686" cy="4093028"/>
          </a:xfrm>
        </p:spPr>
        <p:txBody>
          <a:bodyPr anchor="ctr">
            <a:normAutofit/>
          </a:bodyPr>
          <a:lstStyle/>
          <a:p>
            <a:r>
              <a:rPr lang="en-US" sz="3800"/>
              <a:t>ACTIVTY </a:t>
            </a:r>
            <a:endParaRPr lang="en-AU" sz="3800"/>
          </a:p>
        </p:txBody>
      </p:sp>
      <p:grpSp>
        <p:nvGrpSpPr>
          <p:cNvPr id="12" name="Group 11">
            <a:extLst>
              <a:ext uri="{FF2B5EF4-FFF2-40B4-BE49-F238E27FC236}">
                <a16:creationId xmlns:a16="http://schemas.microsoft.com/office/drawing/2014/main" id="{3523416A-383B-4FDC-B4C9-D8EDDFE9C0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6950" y="-8467"/>
            <a:ext cx="3575050" cy="6866467"/>
            <a:chOff x="7425267" y="-8467"/>
            <a:chExt cx="4766733" cy="6866467"/>
          </a:xfrm>
        </p:grpSpPr>
        <p:cxnSp>
          <p:nvCxnSpPr>
            <p:cNvPr id="13" name="Straight Connector 12">
              <a:extLst>
                <a:ext uri="{FF2B5EF4-FFF2-40B4-BE49-F238E27FC236}">
                  <a16:creationId xmlns:a16="http://schemas.microsoft.com/office/drawing/2014/main" id="{CB0D29D5-3F7C-4197-821B-6D60A66CC0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47FB49A-3541-428A-AADE-682A3C505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D96F53DC-08F1-42C6-B558-B83D54B27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5">
              <a:extLst>
                <a:ext uri="{FF2B5EF4-FFF2-40B4-BE49-F238E27FC236}">
                  <a16:creationId xmlns:a16="http://schemas.microsoft.com/office/drawing/2014/main" id="{AFE48CAF-A51C-463F-A570-ED99439A5C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Isosceles Triangle 16">
              <a:extLst>
                <a:ext uri="{FF2B5EF4-FFF2-40B4-BE49-F238E27FC236}">
                  <a16:creationId xmlns:a16="http://schemas.microsoft.com/office/drawing/2014/main" id="{01F0C48B-50FF-4351-8207-16D0960483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7">
              <a:extLst>
                <a:ext uri="{FF2B5EF4-FFF2-40B4-BE49-F238E27FC236}">
                  <a16:creationId xmlns:a16="http://schemas.microsoft.com/office/drawing/2014/main" id="{300384B6-5ED6-4F91-A548-B706D8375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28">
              <a:extLst>
                <a:ext uri="{FF2B5EF4-FFF2-40B4-BE49-F238E27FC236}">
                  <a16:creationId xmlns:a16="http://schemas.microsoft.com/office/drawing/2014/main" id="{337AFFAE-C182-463C-9459-8AB3C69D9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29">
              <a:extLst>
                <a:ext uri="{FF2B5EF4-FFF2-40B4-BE49-F238E27FC236}">
                  <a16:creationId xmlns:a16="http://schemas.microsoft.com/office/drawing/2014/main" id="{510ACF17-C3F0-42BF-BDEB-D07927712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Isosceles Triangle 20">
              <a:extLst>
                <a:ext uri="{FF2B5EF4-FFF2-40B4-BE49-F238E27FC236}">
                  <a16:creationId xmlns:a16="http://schemas.microsoft.com/office/drawing/2014/main" id="{E804EFD0-B84E-476F-9FC6-6C4A42EA0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3" name="Rectangle 22">
            <a:extLst>
              <a:ext uri="{FF2B5EF4-FFF2-40B4-BE49-F238E27FC236}">
                <a16:creationId xmlns:a16="http://schemas.microsoft.com/office/drawing/2014/main" id="{87BD1F4E-A66D-4C06-86DA-8D56CA7A3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3289" y="0"/>
            <a:ext cx="466071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EBF5CEB9-A97C-41F5-81FC-BE3605E41514}"/>
              </a:ext>
            </a:extLst>
          </p:cNvPr>
          <p:cNvGraphicFramePr>
            <a:graphicFrameLocks noGrp="1"/>
          </p:cNvGraphicFramePr>
          <p:nvPr>
            <p:ph idx="1"/>
            <p:extLst>
              <p:ext uri="{D42A27DB-BD31-4B8C-83A1-F6EECF244321}">
                <p14:modId xmlns:p14="http://schemas.microsoft.com/office/powerpoint/2010/main" val="2135002961"/>
              </p:ext>
            </p:extLst>
          </p:nvPr>
        </p:nvGraphicFramePr>
        <p:xfrm>
          <a:off x="3687414" y="944563"/>
          <a:ext cx="4971603" cy="49795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0090087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116632"/>
            <a:ext cx="6347713" cy="1320800"/>
          </a:xfrm>
        </p:spPr>
        <p:txBody>
          <a:bodyPr>
            <a:normAutofit/>
          </a:bodyPr>
          <a:lstStyle/>
          <a:p>
            <a:r>
              <a:rPr lang="en-US" dirty="0"/>
              <a:t>Compare and Contrast Social/Cultural Norms</a:t>
            </a:r>
            <a:endParaRPr lang="en-AU" dirty="0"/>
          </a:p>
        </p:txBody>
      </p:sp>
      <p:graphicFrame>
        <p:nvGraphicFramePr>
          <p:cNvPr id="4" name="Table 3"/>
          <p:cNvGraphicFramePr>
            <a:graphicFrameLocks noGrp="1"/>
          </p:cNvGraphicFramePr>
          <p:nvPr>
            <p:extLst>
              <p:ext uri="{D42A27DB-BD31-4B8C-83A1-F6EECF244321}">
                <p14:modId xmlns:p14="http://schemas.microsoft.com/office/powerpoint/2010/main" val="4196017475"/>
              </p:ext>
            </p:extLst>
          </p:nvPr>
        </p:nvGraphicFramePr>
        <p:xfrm>
          <a:off x="755576" y="1556792"/>
          <a:ext cx="7632848" cy="4840314"/>
        </p:xfrm>
        <a:graphic>
          <a:graphicData uri="http://schemas.openxmlformats.org/drawingml/2006/table">
            <a:tbl>
              <a:tblPr firstRow="1" bandRow="1">
                <a:tableStyleId>{5C22544A-7EE6-4342-B048-85BDC9FD1C3A}</a:tableStyleId>
              </a:tblPr>
              <a:tblGrid>
                <a:gridCol w="3816424">
                  <a:extLst>
                    <a:ext uri="{9D8B030D-6E8A-4147-A177-3AD203B41FA5}">
                      <a16:colId xmlns:a16="http://schemas.microsoft.com/office/drawing/2014/main" val="20000"/>
                    </a:ext>
                  </a:extLst>
                </a:gridCol>
                <a:gridCol w="3816424">
                  <a:extLst>
                    <a:ext uri="{9D8B030D-6E8A-4147-A177-3AD203B41FA5}">
                      <a16:colId xmlns:a16="http://schemas.microsoft.com/office/drawing/2014/main" val="20001"/>
                    </a:ext>
                  </a:extLst>
                </a:gridCol>
              </a:tblGrid>
              <a:tr h="806719">
                <a:tc>
                  <a:txBody>
                    <a:bodyPr/>
                    <a:lstStyle/>
                    <a:p>
                      <a:pPr algn="ctr"/>
                      <a:r>
                        <a:rPr lang="en-US" dirty="0"/>
                        <a:t>SOCIAL NORMS</a:t>
                      </a:r>
                      <a:endParaRPr lang="en-AU" dirty="0"/>
                    </a:p>
                  </a:txBody>
                  <a:tcPr/>
                </a:tc>
                <a:tc>
                  <a:txBody>
                    <a:bodyPr/>
                    <a:lstStyle/>
                    <a:p>
                      <a:pPr algn="ctr"/>
                      <a:r>
                        <a:rPr lang="en-US" dirty="0"/>
                        <a:t>CULTURAL NORMS</a:t>
                      </a:r>
                      <a:endParaRPr lang="en-AU" dirty="0"/>
                    </a:p>
                  </a:txBody>
                  <a:tcPr/>
                </a:tc>
                <a:extLst>
                  <a:ext uri="{0D108BD9-81ED-4DB2-BD59-A6C34878D82A}">
                    <a16:rowId xmlns:a16="http://schemas.microsoft.com/office/drawing/2014/main" val="10000"/>
                  </a:ext>
                </a:extLst>
              </a:tr>
              <a:tr h="806719">
                <a:tc>
                  <a:txBody>
                    <a:bodyPr/>
                    <a:lstStyle/>
                    <a:p>
                      <a:endParaRPr lang="en-AU"/>
                    </a:p>
                  </a:txBody>
                  <a:tcPr/>
                </a:tc>
                <a:tc>
                  <a:txBody>
                    <a:bodyPr/>
                    <a:lstStyle/>
                    <a:p>
                      <a:endParaRPr lang="en-AU"/>
                    </a:p>
                  </a:txBody>
                  <a:tcPr/>
                </a:tc>
                <a:extLst>
                  <a:ext uri="{0D108BD9-81ED-4DB2-BD59-A6C34878D82A}">
                    <a16:rowId xmlns:a16="http://schemas.microsoft.com/office/drawing/2014/main" val="10001"/>
                  </a:ext>
                </a:extLst>
              </a:tr>
              <a:tr h="806719">
                <a:tc>
                  <a:txBody>
                    <a:bodyPr/>
                    <a:lstStyle/>
                    <a:p>
                      <a:endParaRPr lang="en-AU" dirty="0"/>
                    </a:p>
                  </a:txBody>
                  <a:tcPr/>
                </a:tc>
                <a:tc>
                  <a:txBody>
                    <a:bodyPr/>
                    <a:lstStyle/>
                    <a:p>
                      <a:endParaRPr lang="en-AU"/>
                    </a:p>
                  </a:txBody>
                  <a:tcPr/>
                </a:tc>
                <a:extLst>
                  <a:ext uri="{0D108BD9-81ED-4DB2-BD59-A6C34878D82A}">
                    <a16:rowId xmlns:a16="http://schemas.microsoft.com/office/drawing/2014/main" val="10002"/>
                  </a:ext>
                </a:extLst>
              </a:tr>
              <a:tr h="806719">
                <a:tc>
                  <a:txBody>
                    <a:bodyPr/>
                    <a:lstStyle/>
                    <a:p>
                      <a:endParaRPr lang="en-AU" dirty="0"/>
                    </a:p>
                  </a:txBody>
                  <a:tcPr/>
                </a:tc>
                <a:tc>
                  <a:txBody>
                    <a:bodyPr/>
                    <a:lstStyle/>
                    <a:p>
                      <a:endParaRPr lang="en-AU"/>
                    </a:p>
                  </a:txBody>
                  <a:tcPr/>
                </a:tc>
                <a:extLst>
                  <a:ext uri="{0D108BD9-81ED-4DB2-BD59-A6C34878D82A}">
                    <a16:rowId xmlns:a16="http://schemas.microsoft.com/office/drawing/2014/main" val="10003"/>
                  </a:ext>
                </a:extLst>
              </a:tr>
              <a:tr h="806719">
                <a:tc>
                  <a:txBody>
                    <a:bodyPr/>
                    <a:lstStyle/>
                    <a:p>
                      <a:endParaRPr lang="en-AU"/>
                    </a:p>
                  </a:txBody>
                  <a:tcPr/>
                </a:tc>
                <a:tc>
                  <a:txBody>
                    <a:bodyPr/>
                    <a:lstStyle/>
                    <a:p>
                      <a:endParaRPr lang="en-AU"/>
                    </a:p>
                  </a:txBody>
                  <a:tcPr/>
                </a:tc>
                <a:extLst>
                  <a:ext uri="{0D108BD9-81ED-4DB2-BD59-A6C34878D82A}">
                    <a16:rowId xmlns:a16="http://schemas.microsoft.com/office/drawing/2014/main" val="10004"/>
                  </a:ext>
                </a:extLst>
              </a:tr>
              <a:tr h="806719">
                <a:tc>
                  <a:txBody>
                    <a:bodyPr/>
                    <a:lstStyle/>
                    <a:p>
                      <a:endParaRPr lang="en-AU"/>
                    </a:p>
                  </a:txBody>
                  <a:tcPr/>
                </a:tc>
                <a:tc>
                  <a:txBody>
                    <a:bodyPr/>
                    <a:lstStyle/>
                    <a:p>
                      <a:endParaRPr lang="en-AU"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26683589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Transmission of norms:</a:t>
            </a:r>
            <a:endParaRPr lang="en-AU" dirty="0"/>
          </a:p>
        </p:txBody>
      </p:sp>
      <p:sp>
        <p:nvSpPr>
          <p:cNvPr id="3" name="Content Placeholder 2"/>
          <p:cNvSpPr>
            <a:spLocks noGrp="1"/>
          </p:cNvSpPr>
          <p:nvPr>
            <p:ph idx="1"/>
          </p:nvPr>
        </p:nvSpPr>
        <p:spPr>
          <a:xfrm>
            <a:off x="467544" y="1556792"/>
            <a:ext cx="8229600" cy="4876800"/>
          </a:xfrm>
        </p:spPr>
        <p:txBody>
          <a:bodyPr>
            <a:normAutofit/>
          </a:bodyPr>
          <a:lstStyle/>
          <a:p>
            <a:pPr marL="0" indent="0">
              <a:buNone/>
            </a:pPr>
            <a:r>
              <a:rPr lang="en-US" dirty="0"/>
              <a:t>FOUR WAYS:</a:t>
            </a:r>
          </a:p>
          <a:p>
            <a:r>
              <a:rPr lang="en-US" u="sng" dirty="0"/>
              <a:t>Explicitly</a:t>
            </a:r>
            <a:r>
              <a:rPr lang="en-US" dirty="0"/>
              <a:t>-written or declared</a:t>
            </a:r>
          </a:p>
          <a:p>
            <a:pPr lvl="1"/>
            <a:r>
              <a:rPr lang="en-US" dirty="0" err="1"/>
              <a:t>Eg</a:t>
            </a:r>
            <a:r>
              <a:rPr lang="en-US" dirty="0"/>
              <a:t>. Dress code on an invitation.</a:t>
            </a:r>
          </a:p>
          <a:p>
            <a:pPr lvl="1"/>
            <a:endParaRPr lang="en-US" dirty="0"/>
          </a:p>
          <a:p>
            <a:r>
              <a:rPr lang="en-US" u="sng" dirty="0"/>
              <a:t>Implied</a:t>
            </a:r>
            <a:r>
              <a:rPr lang="en-US" dirty="0"/>
              <a:t>-unwritten/undeclared but suggested</a:t>
            </a:r>
          </a:p>
          <a:p>
            <a:pPr lvl="1"/>
            <a:r>
              <a:rPr lang="en-US" dirty="0" err="1"/>
              <a:t>Eg</a:t>
            </a:r>
            <a:r>
              <a:rPr lang="en-US" dirty="0"/>
              <a:t>. Body language like a disapproving glare.</a:t>
            </a:r>
          </a:p>
          <a:p>
            <a:pPr lvl="1"/>
            <a:endParaRPr lang="en-US" dirty="0"/>
          </a:p>
          <a:p>
            <a:r>
              <a:rPr lang="en-US" u="sng" dirty="0"/>
              <a:t>Observed</a:t>
            </a:r>
            <a:r>
              <a:rPr lang="en-US" dirty="0"/>
              <a:t>-required behaviour is obvious because others are adhering to the given behaviour.</a:t>
            </a:r>
          </a:p>
          <a:p>
            <a:pPr lvl="1"/>
            <a:r>
              <a:rPr lang="en-US" dirty="0" err="1"/>
              <a:t>Eg</a:t>
            </a:r>
            <a:r>
              <a:rPr lang="en-US" dirty="0"/>
              <a:t>. Supporting a football team</a:t>
            </a:r>
          </a:p>
          <a:p>
            <a:pPr lvl="1"/>
            <a:endParaRPr lang="en-US" dirty="0"/>
          </a:p>
          <a:p>
            <a:r>
              <a:rPr lang="en-US" u="sng" dirty="0"/>
              <a:t>Expectation</a:t>
            </a:r>
            <a:r>
              <a:rPr lang="en-US" dirty="0"/>
              <a:t>-families, employers, schools/social groups place “expectations” on people to conform to “fit in”</a:t>
            </a:r>
          </a:p>
          <a:p>
            <a:pPr marL="0" indent="0">
              <a:buNone/>
            </a:pPr>
            <a:endParaRPr lang="en-US" dirty="0"/>
          </a:p>
        </p:txBody>
      </p:sp>
      <p:pic>
        <p:nvPicPr>
          <p:cNvPr id="5" name="Picture 4" descr="A yellow sign with black text&#10;&#10;Description automatically generated">
            <a:extLst>
              <a:ext uri="{FF2B5EF4-FFF2-40B4-BE49-F238E27FC236}">
                <a16:creationId xmlns:a16="http://schemas.microsoft.com/office/drawing/2014/main" id="{BF273888-CCD4-42AF-BB3D-B7BD01673B98}"/>
              </a:ext>
            </a:extLst>
          </p:cNvPr>
          <p:cNvPicPr>
            <a:picLocks noChangeAspect="1"/>
          </p:cNvPicPr>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355976" y="1340768"/>
            <a:ext cx="1585426" cy="1203970"/>
          </a:xfrm>
          <a:prstGeom prst="rect">
            <a:avLst/>
          </a:prstGeom>
        </p:spPr>
      </p:pic>
      <p:sp>
        <p:nvSpPr>
          <p:cNvPr id="6" name="TextBox 5">
            <a:extLst>
              <a:ext uri="{FF2B5EF4-FFF2-40B4-BE49-F238E27FC236}">
                <a16:creationId xmlns:a16="http://schemas.microsoft.com/office/drawing/2014/main" id="{202B13C3-88C5-4BA7-8173-4158183AAB2D}"/>
              </a:ext>
            </a:extLst>
          </p:cNvPr>
          <p:cNvSpPr txBox="1"/>
          <p:nvPr/>
        </p:nvSpPr>
        <p:spPr>
          <a:xfrm>
            <a:off x="4283968" y="2523068"/>
            <a:ext cx="733450" cy="276999"/>
          </a:xfrm>
          <a:prstGeom prst="rect">
            <a:avLst/>
          </a:prstGeom>
          <a:noFill/>
        </p:spPr>
        <p:txBody>
          <a:bodyPr wrap="square" rtlCol="0">
            <a:spAutoFit/>
          </a:bodyPr>
          <a:lstStyle/>
          <a:p>
            <a:r>
              <a:rPr lang="en-AU" sz="400" dirty="0">
                <a:hlinkClick r:id="rId3" tooltip="https://scaniaz.blogspot.com/2011/02/funny-signs.html"/>
              </a:rPr>
              <a:t>This Photo</a:t>
            </a:r>
            <a:r>
              <a:rPr lang="en-AU" sz="400" dirty="0"/>
              <a:t> by Unknown Author is licensed under </a:t>
            </a:r>
            <a:r>
              <a:rPr lang="en-AU" sz="400" dirty="0">
                <a:hlinkClick r:id="rId4" tooltip="https://creativecommons.org/licenses/by-sa/3.0/"/>
              </a:rPr>
              <a:t>CC BY-SA</a:t>
            </a:r>
            <a:endParaRPr lang="en-AU" sz="400" dirty="0"/>
          </a:p>
        </p:txBody>
      </p:sp>
      <p:pic>
        <p:nvPicPr>
          <p:cNvPr id="8" name="Picture 7" descr="A picture containing person, man, sitting, table&#10;&#10;Description automatically generated">
            <a:extLst>
              <a:ext uri="{FF2B5EF4-FFF2-40B4-BE49-F238E27FC236}">
                <a16:creationId xmlns:a16="http://schemas.microsoft.com/office/drawing/2014/main" id="{54DCBF9A-ED3D-4FF5-B6AB-51D28585CF00}"/>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5600772" y="2674066"/>
            <a:ext cx="2281297" cy="1380185"/>
          </a:xfrm>
          <a:prstGeom prst="rect">
            <a:avLst/>
          </a:prstGeom>
        </p:spPr>
      </p:pic>
      <p:sp>
        <p:nvSpPr>
          <p:cNvPr id="9" name="TextBox 8">
            <a:extLst>
              <a:ext uri="{FF2B5EF4-FFF2-40B4-BE49-F238E27FC236}">
                <a16:creationId xmlns:a16="http://schemas.microsoft.com/office/drawing/2014/main" id="{EA85AB16-10C2-45C0-80A3-53C0C2AE89AD}"/>
              </a:ext>
            </a:extLst>
          </p:cNvPr>
          <p:cNvSpPr txBox="1"/>
          <p:nvPr/>
        </p:nvSpPr>
        <p:spPr>
          <a:xfrm>
            <a:off x="5724128" y="4029691"/>
            <a:ext cx="4534206" cy="153888"/>
          </a:xfrm>
          <a:prstGeom prst="rect">
            <a:avLst/>
          </a:prstGeom>
          <a:noFill/>
        </p:spPr>
        <p:txBody>
          <a:bodyPr wrap="square" rtlCol="0">
            <a:spAutoFit/>
          </a:bodyPr>
          <a:lstStyle/>
          <a:p>
            <a:r>
              <a:rPr lang="en-AU" sz="400" dirty="0">
                <a:hlinkClick r:id="rId6" tooltip="http://presurfer.blogspot.com/2011_04_01_archive.html"/>
              </a:rPr>
              <a:t>This Photo</a:t>
            </a:r>
            <a:r>
              <a:rPr lang="en-AU" sz="400" dirty="0"/>
              <a:t> by Unknown Author is licensed under </a:t>
            </a:r>
            <a:r>
              <a:rPr lang="en-AU" sz="400" dirty="0">
                <a:hlinkClick r:id="rId7" tooltip="https://creativecommons.org/licenses/by-nc-nd/3.0/"/>
              </a:rPr>
              <a:t>CC BY-NC-ND</a:t>
            </a:r>
            <a:endParaRPr lang="en-AU" sz="400" dirty="0"/>
          </a:p>
        </p:txBody>
      </p:sp>
      <p:pic>
        <p:nvPicPr>
          <p:cNvPr id="3074" name="Picture 2" descr="Image result for dortmund supporters">
            <a:extLst>
              <a:ext uri="{FF2B5EF4-FFF2-40B4-BE49-F238E27FC236}">
                <a16:creationId xmlns:a16="http://schemas.microsoft.com/office/drawing/2014/main" id="{7E5FA41B-C369-4ADF-8B63-CC0462D46CB6}"/>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398521" y="4629765"/>
            <a:ext cx="1629648" cy="108575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Image result for tuck your shirt in meme">
            <a:extLst>
              <a:ext uri="{FF2B5EF4-FFF2-40B4-BE49-F238E27FC236}">
                <a16:creationId xmlns:a16="http://schemas.microsoft.com/office/drawing/2014/main" id="{758F3439-08B4-45AC-92B2-878AE5C28E17}"/>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444208" y="5973117"/>
            <a:ext cx="1575459" cy="8848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0528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965032" y="0"/>
            <a:ext cx="9144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599781" y="3681413"/>
            <a:ext cx="3572669"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93473" y="-8467"/>
            <a:ext cx="2255512"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09947"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06616" y="3048000"/>
            <a:ext cx="2444750"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08241"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6115" y="3589867"/>
            <a:ext cx="1362870"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08000" y="609600"/>
            <a:ext cx="2882531" cy="5175624"/>
          </a:xfrm>
        </p:spPr>
        <p:txBody>
          <a:bodyPr anchor="ctr">
            <a:normAutofit/>
          </a:bodyPr>
          <a:lstStyle/>
          <a:p>
            <a:r>
              <a:rPr lang="en-US">
                <a:solidFill>
                  <a:schemeClr val="tx1">
                    <a:lumMod val="85000"/>
                    <a:lumOff val="15000"/>
                  </a:schemeClr>
                </a:solidFill>
              </a:rPr>
              <a:t>Social Cognitive Theory</a:t>
            </a:r>
            <a:endParaRPr lang="en-AU">
              <a:solidFill>
                <a:schemeClr val="tx1">
                  <a:lumMod val="85000"/>
                  <a:lumOff val="15000"/>
                </a:schemeClr>
              </a:solidFill>
            </a:endParaRPr>
          </a:p>
        </p:txBody>
      </p:sp>
      <p:sp>
        <p:nvSpPr>
          <p:cNvPr id="26" name="Freeform: Shape 25">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11615" y="-8467"/>
            <a:ext cx="5332385"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p:cNvSpPr>
            <a:spLocks noGrp="1"/>
          </p:cNvSpPr>
          <p:nvPr>
            <p:ph idx="1"/>
          </p:nvPr>
        </p:nvSpPr>
        <p:spPr>
          <a:xfrm>
            <a:off x="4587063" y="609601"/>
            <a:ext cx="4133472" cy="5175624"/>
          </a:xfrm>
        </p:spPr>
        <p:txBody>
          <a:bodyPr anchor="ctr">
            <a:normAutofit/>
          </a:bodyPr>
          <a:lstStyle/>
          <a:p>
            <a:pPr marL="0" indent="0">
              <a:buNone/>
            </a:pPr>
            <a:r>
              <a:rPr lang="en-US">
                <a:solidFill>
                  <a:srgbClr val="FFFFFF"/>
                </a:solidFill>
              </a:rPr>
              <a:t>Why do we use it?</a:t>
            </a:r>
          </a:p>
          <a:p>
            <a:pPr marL="0" indent="0">
              <a:buNone/>
            </a:pPr>
            <a:r>
              <a:rPr lang="en-US">
                <a:solidFill>
                  <a:srgbClr val="FFFFFF"/>
                </a:solidFill>
              </a:rPr>
              <a:t>1.  It helps explain the links between: </a:t>
            </a:r>
          </a:p>
          <a:p>
            <a:endParaRPr lang="en-US">
              <a:solidFill>
                <a:srgbClr val="FFFFFF"/>
              </a:solidFill>
            </a:endParaRPr>
          </a:p>
          <a:p>
            <a:pPr marL="0" indent="0">
              <a:buNone/>
            </a:pPr>
            <a:r>
              <a:rPr lang="en-US" u="sng">
                <a:solidFill>
                  <a:srgbClr val="FFFFFF"/>
                </a:solidFill>
              </a:rPr>
              <a:t>Social/Cultural Environment </a:t>
            </a:r>
          </a:p>
          <a:p>
            <a:pPr marL="0" indent="0">
              <a:buNone/>
            </a:pPr>
            <a:r>
              <a:rPr lang="en-US">
                <a:solidFill>
                  <a:srgbClr val="FFFFFF"/>
                </a:solidFill>
              </a:rPr>
              <a:t>and</a:t>
            </a:r>
          </a:p>
          <a:p>
            <a:pPr marL="0" indent="0">
              <a:buNone/>
            </a:pPr>
            <a:r>
              <a:rPr lang="en-US" u="sng">
                <a:solidFill>
                  <a:srgbClr val="FFFFFF"/>
                </a:solidFill>
              </a:rPr>
              <a:t> Behaviour</a:t>
            </a:r>
          </a:p>
          <a:p>
            <a:pPr marL="0" indent="0">
              <a:buNone/>
            </a:pPr>
            <a:endParaRPr lang="en-AU" u="sng">
              <a:solidFill>
                <a:srgbClr val="FFFFFF"/>
              </a:solidFill>
            </a:endParaRPr>
          </a:p>
          <a:p>
            <a:pPr marL="0" indent="0">
              <a:buNone/>
            </a:pPr>
            <a:r>
              <a:rPr lang="en-US">
                <a:solidFill>
                  <a:srgbClr val="FFFFFF"/>
                </a:solidFill>
              </a:rPr>
              <a:t>2. It shows that norms can influence the </a:t>
            </a:r>
            <a:r>
              <a:rPr lang="en-US" b="1" u="sng">
                <a:solidFill>
                  <a:srgbClr val="FFFFFF"/>
                </a:solidFill>
              </a:rPr>
              <a:t>expectations </a:t>
            </a:r>
            <a:r>
              <a:rPr lang="en-US">
                <a:solidFill>
                  <a:srgbClr val="FFFFFF"/>
                </a:solidFill>
              </a:rPr>
              <a:t>an individual places on themselves and others around them</a:t>
            </a:r>
          </a:p>
          <a:p>
            <a:pPr marL="0" indent="0">
              <a:buNone/>
            </a:pPr>
            <a:endParaRPr lang="en-US">
              <a:solidFill>
                <a:srgbClr val="FFFFFF"/>
              </a:solidFill>
            </a:endParaRPr>
          </a:p>
          <a:p>
            <a:pPr marL="0" indent="0">
              <a:buNone/>
            </a:pPr>
            <a:r>
              <a:rPr lang="en-AU">
                <a:solidFill>
                  <a:srgbClr val="FFFFFF"/>
                </a:solidFill>
                <a:hlinkClick r:id="rId2"/>
              </a:rPr>
              <a:t>https://www.youtube.com/watch?v=UbruJh0MODI</a:t>
            </a:r>
            <a:r>
              <a:rPr lang="en-AU">
                <a:solidFill>
                  <a:srgbClr val="FFFFFF"/>
                </a:solidFill>
              </a:rPr>
              <a:t> 10 mins Bandura SLT</a:t>
            </a:r>
            <a:endParaRPr lang="en-US">
              <a:solidFill>
                <a:srgbClr val="FFFFFF"/>
              </a:solidFill>
            </a:endParaRPr>
          </a:p>
        </p:txBody>
      </p:sp>
    </p:spTree>
    <p:extLst>
      <p:ext uri="{BB962C8B-B14F-4D97-AF65-F5344CB8AC3E}">
        <p14:creationId xmlns:p14="http://schemas.microsoft.com/office/powerpoint/2010/main" val="119898455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      Social Cognitive Theory</a:t>
            </a:r>
            <a:endParaRPr lang="en-AU"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867614635"/>
              </p:ext>
            </p:extLst>
          </p:nvPr>
        </p:nvGraphicFramePr>
        <p:xfrm>
          <a:off x="467544" y="1628800"/>
          <a:ext cx="8424936" cy="41764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1547664" y="2132856"/>
            <a:ext cx="1512168" cy="1169551"/>
          </a:xfrm>
          <a:prstGeom prst="rect">
            <a:avLst/>
          </a:prstGeom>
          <a:noFill/>
        </p:spPr>
        <p:txBody>
          <a:bodyPr wrap="square" rtlCol="0">
            <a:spAutoFit/>
          </a:bodyPr>
          <a:lstStyle/>
          <a:p>
            <a:r>
              <a:rPr lang="en-US" sz="1400" dirty="0"/>
              <a:t>Influences of a persons thoughts, beliefs or skills on their actions.</a:t>
            </a:r>
            <a:endParaRPr lang="en-AU" sz="1400" dirty="0"/>
          </a:p>
        </p:txBody>
      </p:sp>
      <p:sp>
        <p:nvSpPr>
          <p:cNvPr id="10" name="TextBox 9"/>
          <p:cNvSpPr txBox="1"/>
          <p:nvPr/>
        </p:nvSpPr>
        <p:spPr>
          <a:xfrm>
            <a:off x="6228184" y="1916832"/>
            <a:ext cx="2592288" cy="1169551"/>
          </a:xfrm>
          <a:prstGeom prst="rect">
            <a:avLst/>
          </a:prstGeom>
          <a:noFill/>
        </p:spPr>
        <p:txBody>
          <a:bodyPr wrap="square" rtlCol="0">
            <a:spAutoFit/>
          </a:bodyPr>
          <a:lstStyle/>
          <a:p>
            <a:r>
              <a:rPr lang="en-US" sz="1400" dirty="0"/>
              <a:t>Influence of a persons beliefs and intellect on others and the way knowledge and belief are developed and modified by social influences</a:t>
            </a:r>
            <a:endParaRPr lang="en-AU" sz="1400" dirty="0"/>
          </a:p>
        </p:txBody>
      </p:sp>
      <p:sp>
        <p:nvSpPr>
          <p:cNvPr id="11" name="TextBox 10"/>
          <p:cNvSpPr txBox="1"/>
          <p:nvPr/>
        </p:nvSpPr>
        <p:spPr>
          <a:xfrm>
            <a:off x="2195736" y="6021288"/>
            <a:ext cx="4824536" cy="523220"/>
          </a:xfrm>
          <a:prstGeom prst="rect">
            <a:avLst/>
          </a:prstGeom>
          <a:noFill/>
        </p:spPr>
        <p:txBody>
          <a:bodyPr wrap="square" rtlCol="0">
            <a:spAutoFit/>
          </a:bodyPr>
          <a:lstStyle/>
          <a:p>
            <a:r>
              <a:rPr lang="en-US" sz="1400" dirty="0"/>
              <a:t>Persons </a:t>
            </a:r>
            <a:r>
              <a:rPr lang="en-US" sz="1400" dirty="0" err="1"/>
              <a:t>behaviour</a:t>
            </a:r>
            <a:r>
              <a:rPr lang="en-US" sz="1400" dirty="0"/>
              <a:t> influencing their environment and in turn their </a:t>
            </a:r>
            <a:r>
              <a:rPr lang="en-US" sz="1400" dirty="0" err="1"/>
              <a:t>behaviour</a:t>
            </a:r>
            <a:r>
              <a:rPr lang="en-US" sz="1400" dirty="0"/>
              <a:t> being modified by that environment.</a:t>
            </a:r>
            <a:endParaRPr lang="en-AU" sz="1400" dirty="0"/>
          </a:p>
        </p:txBody>
      </p:sp>
    </p:spTree>
    <p:extLst>
      <p:ext uri="{BB962C8B-B14F-4D97-AF65-F5344CB8AC3E}">
        <p14:creationId xmlns:p14="http://schemas.microsoft.com/office/powerpoint/2010/main" val="2037842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1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965032" y="0"/>
            <a:ext cx="9144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599781" y="3681413"/>
            <a:ext cx="3572669"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93473" y="-8467"/>
            <a:ext cx="2255512"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09947"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06616" y="3048000"/>
            <a:ext cx="2444750"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08241"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6115" y="3589867"/>
            <a:ext cx="1362870"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08000" y="609600"/>
            <a:ext cx="2882531" cy="5175624"/>
          </a:xfrm>
        </p:spPr>
        <p:txBody>
          <a:bodyPr anchor="ctr">
            <a:normAutofit/>
          </a:bodyPr>
          <a:lstStyle/>
          <a:p>
            <a:r>
              <a:rPr lang="en-US" dirty="0">
                <a:solidFill>
                  <a:schemeClr val="tx1">
                    <a:lumMod val="85000"/>
                    <a:lumOff val="15000"/>
                  </a:schemeClr>
                </a:solidFill>
              </a:rPr>
              <a:t>Influence of the media:</a:t>
            </a:r>
            <a:endParaRPr lang="en-AU" dirty="0">
              <a:solidFill>
                <a:schemeClr val="tx1">
                  <a:lumMod val="85000"/>
                  <a:lumOff val="15000"/>
                </a:schemeClr>
              </a:solidFill>
            </a:endParaRPr>
          </a:p>
        </p:txBody>
      </p:sp>
      <p:sp>
        <p:nvSpPr>
          <p:cNvPr id="26" name="Freeform: Shape 25">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11615" y="-8467"/>
            <a:ext cx="5332385"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p:cNvSpPr>
            <a:spLocks noGrp="1"/>
          </p:cNvSpPr>
          <p:nvPr>
            <p:ph idx="1"/>
          </p:nvPr>
        </p:nvSpPr>
        <p:spPr>
          <a:xfrm>
            <a:off x="4587063" y="609601"/>
            <a:ext cx="4133472" cy="5175624"/>
          </a:xfrm>
        </p:spPr>
        <p:txBody>
          <a:bodyPr anchor="ctr">
            <a:normAutofit/>
          </a:bodyPr>
          <a:lstStyle/>
          <a:p>
            <a:pPr marL="0" indent="0">
              <a:buNone/>
            </a:pPr>
            <a:r>
              <a:rPr lang="en-US" dirty="0">
                <a:solidFill>
                  <a:srgbClr val="FFFFFF"/>
                </a:solidFill>
              </a:rPr>
              <a:t>Norms are promoted by behaviour of the “MAINSTREAM”</a:t>
            </a:r>
          </a:p>
          <a:p>
            <a:pPr marL="0" indent="0">
              <a:buNone/>
            </a:pPr>
            <a:endParaRPr lang="en-US" dirty="0">
              <a:solidFill>
                <a:srgbClr val="FFFFFF"/>
              </a:solidFill>
            </a:endParaRPr>
          </a:p>
          <a:p>
            <a:pPr marL="0" indent="0">
              <a:buNone/>
            </a:pPr>
            <a:r>
              <a:rPr lang="en-US" dirty="0">
                <a:solidFill>
                  <a:srgbClr val="FFFFFF"/>
                </a:solidFill>
              </a:rPr>
              <a:t>They are also promoted by the MEDIA.</a:t>
            </a:r>
          </a:p>
          <a:p>
            <a:pPr marL="0" indent="0">
              <a:buNone/>
            </a:pPr>
            <a:r>
              <a:rPr lang="en-US" dirty="0" err="1">
                <a:solidFill>
                  <a:srgbClr val="FFFFFF"/>
                </a:solidFill>
              </a:rPr>
              <a:t>Ie</a:t>
            </a:r>
            <a:r>
              <a:rPr lang="en-US" dirty="0">
                <a:solidFill>
                  <a:srgbClr val="FFFFFF"/>
                </a:solidFill>
              </a:rPr>
              <a:t>.</a:t>
            </a:r>
            <a:r>
              <a:rPr lang="en-AU" dirty="0">
                <a:solidFill>
                  <a:srgbClr val="FFFFFF"/>
                </a:solidFill>
              </a:rPr>
              <a:t> </a:t>
            </a:r>
            <a:r>
              <a:rPr lang="en-AU" sz="2400" u="sng" dirty="0">
                <a:solidFill>
                  <a:schemeClr val="tx1"/>
                </a:solidFill>
                <a:highlight>
                  <a:srgbClr val="000000"/>
                </a:highlight>
                <a:hlinkClick r:id="rId2">
                  <a:extLst>
                    <a:ext uri="{A12FA001-AC4F-418D-AE19-62706E023703}">
                      <ahyp:hlinkClr xmlns:ahyp="http://schemas.microsoft.com/office/drawing/2018/hyperlinkcolor" val="tx"/>
                    </a:ext>
                  </a:extLst>
                </a:hlinkClick>
              </a:rPr>
              <a:t>Television/movies</a:t>
            </a:r>
            <a:r>
              <a:rPr lang="en-AU" sz="2400" dirty="0">
                <a:solidFill>
                  <a:schemeClr val="tx1"/>
                </a:solidFill>
                <a:highlight>
                  <a:srgbClr val="000000"/>
                </a:highlight>
                <a:hlinkClick r:id="rId2">
                  <a:extLst>
                    <a:ext uri="{A12FA001-AC4F-418D-AE19-62706E023703}">
                      <ahyp:hlinkClr xmlns:ahyp="http://schemas.microsoft.com/office/drawing/2018/hyperlinkcolor" val="tx"/>
                    </a:ext>
                  </a:extLst>
                </a:hlinkClick>
              </a:rPr>
              <a:t> </a:t>
            </a:r>
            <a:r>
              <a:rPr lang="en-AU" dirty="0">
                <a:solidFill>
                  <a:srgbClr val="FFFFFF"/>
                </a:solidFill>
              </a:rPr>
              <a:t>shows display fashions, behaviours and lifestyles that reflect different social/cultural norms.</a:t>
            </a:r>
          </a:p>
          <a:p>
            <a:pPr marL="0" indent="0">
              <a:buNone/>
            </a:pPr>
            <a:r>
              <a:rPr lang="en-US" dirty="0" err="1">
                <a:solidFill>
                  <a:srgbClr val="FFFFFF"/>
                </a:solidFill>
              </a:rPr>
              <a:t>Ie</a:t>
            </a:r>
            <a:r>
              <a:rPr lang="en-US" dirty="0">
                <a:solidFill>
                  <a:srgbClr val="FFFFFF"/>
                </a:solidFill>
              </a:rPr>
              <a:t>. </a:t>
            </a:r>
            <a:r>
              <a:rPr lang="en-US" sz="2400" u="sng" dirty="0">
                <a:solidFill>
                  <a:schemeClr val="tx1"/>
                </a:solidFill>
                <a:highlight>
                  <a:srgbClr val="000000"/>
                </a:highlight>
                <a:hlinkClick r:id="rId3">
                  <a:extLst>
                    <a:ext uri="{A12FA001-AC4F-418D-AE19-62706E023703}">
                      <ahyp:hlinkClr xmlns:ahyp="http://schemas.microsoft.com/office/drawing/2018/hyperlinkcolor" val="tx"/>
                    </a:ext>
                  </a:extLst>
                </a:hlinkClick>
              </a:rPr>
              <a:t>Celebrity role model </a:t>
            </a:r>
            <a:r>
              <a:rPr lang="en-US" dirty="0">
                <a:solidFill>
                  <a:srgbClr val="FFFFFF"/>
                </a:solidFill>
              </a:rPr>
              <a:t>behaviour promote norms and influence behaviour expectations.</a:t>
            </a:r>
          </a:p>
          <a:p>
            <a:pPr marL="0" indent="0">
              <a:buNone/>
            </a:pPr>
            <a:r>
              <a:rPr lang="en-US" dirty="0" err="1">
                <a:solidFill>
                  <a:srgbClr val="FFFFFF"/>
                </a:solidFill>
              </a:rPr>
              <a:t>Ie</a:t>
            </a:r>
            <a:r>
              <a:rPr lang="en-US" dirty="0">
                <a:solidFill>
                  <a:srgbClr val="FFFFFF"/>
                </a:solidFill>
              </a:rPr>
              <a:t>. </a:t>
            </a:r>
            <a:r>
              <a:rPr lang="en-US" sz="2800" u="sng" dirty="0">
                <a:solidFill>
                  <a:schemeClr val="tx1"/>
                </a:solidFill>
                <a:highlight>
                  <a:srgbClr val="000000"/>
                </a:highlight>
                <a:hlinkClick r:id="rId4">
                  <a:extLst>
                    <a:ext uri="{A12FA001-AC4F-418D-AE19-62706E023703}">
                      <ahyp:hlinkClr xmlns:ahyp="http://schemas.microsoft.com/office/drawing/2018/hyperlinkcolor" val="tx"/>
                    </a:ext>
                  </a:extLst>
                </a:hlinkClick>
              </a:rPr>
              <a:t>Advertising</a:t>
            </a:r>
            <a:r>
              <a:rPr lang="en-US" sz="2800" dirty="0">
                <a:solidFill>
                  <a:schemeClr val="tx1"/>
                </a:solidFill>
                <a:highlight>
                  <a:srgbClr val="000000"/>
                </a:highlight>
              </a:rPr>
              <a:t> </a:t>
            </a:r>
            <a:r>
              <a:rPr lang="en-US" dirty="0">
                <a:solidFill>
                  <a:srgbClr val="FFFFFF"/>
                </a:solidFill>
              </a:rPr>
              <a:t>often gives the message that you are not “normal” without their product/service.</a:t>
            </a:r>
            <a:endParaRPr lang="en-AU" dirty="0">
              <a:solidFill>
                <a:srgbClr val="FFFFFF"/>
              </a:solidFill>
            </a:endParaRPr>
          </a:p>
          <a:p>
            <a:pPr marL="0" indent="0">
              <a:buNone/>
            </a:pPr>
            <a:endParaRPr lang="en-US" dirty="0">
              <a:solidFill>
                <a:srgbClr val="FFFFFF"/>
              </a:solidFill>
            </a:endParaRPr>
          </a:p>
        </p:txBody>
      </p:sp>
    </p:spTree>
    <p:extLst>
      <p:ext uri="{BB962C8B-B14F-4D97-AF65-F5344CB8AC3E}">
        <p14:creationId xmlns:p14="http://schemas.microsoft.com/office/powerpoint/2010/main" val="137941111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Changing Norms…</a:t>
            </a:r>
            <a:endParaRPr lang="en-AU" dirty="0"/>
          </a:p>
        </p:txBody>
      </p:sp>
      <p:sp>
        <p:nvSpPr>
          <p:cNvPr id="3" name="Content Placeholder 2"/>
          <p:cNvSpPr>
            <a:spLocks noGrp="1"/>
          </p:cNvSpPr>
          <p:nvPr>
            <p:ph idx="1"/>
          </p:nvPr>
        </p:nvSpPr>
        <p:spPr/>
        <p:txBody>
          <a:bodyPr>
            <a:normAutofit/>
          </a:bodyPr>
          <a:lstStyle/>
          <a:p>
            <a:r>
              <a:rPr lang="en-US" dirty="0"/>
              <a:t>Change </a:t>
            </a:r>
            <a:r>
              <a:rPr lang="en-US" b="1" dirty="0"/>
              <a:t>beliefs/attitudes/values</a:t>
            </a:r>
            <a:r>
              <a:rPr lang="en-US" dirty="0"/>
              <a:t> = change norms</a:t>
            </a:r>
          </a:p>
          <a:p>
            <a:endParaRPr lang="en-US" dirty="0"/>
          </a:p>
          <a:p>
            <a:r>
              <a:rPr lang="en-US" dirty="0"/>
              <a:t>People follow norms for two reasons:</a:t>
            </a:r>
          </a:p>
          <a:p>
            <a:pPr marL="457200" indent="-457200">
              <a:buAutoNum type="arabicPeriod"/>
            </a:pPr>
            <a:r>
              <a:rPr lang="en-US" dirty="0"/>
              <a:t>Because of the expectations to follow it.</a:t>
            </a:r>
          </a:p>
          <a:p>
            <a:pPr marL="457200" indent="-457200">
              <a:buAutoNum type="arabicPeriod"/>
            </a:pPr>
            <a:r>
              <a:rPr lang="en-US" dirty="0"/>
              <a:t>Because of the expectations of consequences if they DON’T follow it.</a:t>
            </a:r>
          </a:p>
          <a:p>
            <a:pPr marL="0" indent="0">
              <a:buNone/>
            </a:pPr>
            <a:r>
              <a:rPr lang="en-US" dirty="0"/>
              <a:t>(</a:t>
            </a:r>
            <a:r>
              <a:rPr lang="en-US" dirty="0" err="1"/>
              <a:t>ie</a:t>
            </a:r>
            <a:r>
              <a:rPr lang="en-US" dirty="0"/>
              <a:t>. What they believe will happen to them if they aren’t taking part in the mainstream </a:t>
            </a:r>
            <a:r>
              <a:rPr lang="en-US" dirty="0" err="1"/>
              <a:t>behaviour</a:t>
            </a:r>
            <a:r>
              <a:rPr lang="en-US" dirty="0"/>
              <a:t>)</a:t>
            </a:r>
          </a:p>
          <a:p>
            <a:pPr marL="0" indent="0">
              <a:buNone/>
            </a:pPr>
            <a:endParaRPr lang="en-AU" dirty="0"/>
          </a:p>
        </p:txBody>
      </p:sp>
    </p:spTree>
    <p:extLst>
      <p:ext uri="{BB962C8B-B14F-4D97-AF65-F5344CB8AC3E}">
        <p14:creationId xmlns:p14="http://schemas.microsoft.com/office/powerpoint/2010/main" val="4229870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2" name="Rectangle 11">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33484" y="0"/>
            <a:ext cx="9144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468234" y="3681413"/>
            <a:ext cx="357266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8"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61926"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8400"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Isosceles Triangle 21">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068"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6694"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Isosceles Triangle 25">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4568"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Shape 27">
            <a:extLst>
              <a:ext uri="{FF2B5EF4-FFF2-40B4-BE49-F238E27FC236}">
                <a16:creationId xmlns:a16="http://schemas.microsoft.com/office/drawing/2014/main" id="{A5EC319D-0FEA-4B95-A3EA-01E35672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8223" y="-8467"/>
            <a:ext cx="4495777"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5386292" y="609600"/>
            <a:ext cx="3384742" cy="2227730"/>
          </a:xfrm>
        </p:spPr>
        <p:txBody>
          <a:bodyPr anchor="ctr">
            <a:normAutofit/>
          </a:bodyPr>
          <a:lstStyle/>
          <a:p>
            <a:pPr>
              <a:lnSpc>
                <a:spcPct val="90000"/>
              </a:lnSpc>
            </a:pPr>
            <a:r>
              <a:rPr lang="en-US" dirty="0">
                <a:solidFill>
                  <a:srgbClr val="FFFFFF"/>
                </a:solidFill>
              </a:rPr>
              <a:t>Strategies to change norms: Read textbook </a:t>
            </a:r>
            <a:r>
              <a:rPr lang="en-US" dirty="0" err="1">
                <a:solidFill>
                  <a:srgbClr val="FFFFFF"/>
                </a:solidFill>
              </a:rPr>
              <a:t>pg</a:t>
            </a:r>
            <a:r>
              <a:rPr lang="en-US" dirty="0">
                <a:solidFill>
                  <a:srgbClr val="FFFFFF"/>
                </a:solidFill>
              </a:rPr>
              <a:t> 80</a:t>
            </a:r>
            <a:endParaRPr lang="en-AU" dirty="0">
              <a:solidFill>
                <a:srgbClr val="FFFFFF"/>
              </a:solidFill>
            </a:endParaRPr>
          </a:p>
        </p:txBody>
      </p:sp>
      <p:pic>
        <p:nvPicPr>
          <p:cNvPr id="7" name="Graphic 6" descr="Presentation with Checklist">
            <a:extLst>
              <a:ext uri="{FF2B5EF4-FFF2-40B4-BE49-F238E27FC236}">
                <a16:creationId xmlns:a16="http://schemas.microsoft.com/office/drawing/2014/main" id="{CB6D992F-7D05-43EA-A241-660B7040495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7938" y="2027159"/>
            <a:ext cx="2892580" cy="2892580"/>
          </a:xfrm>
          <a:prstGeom prst="rect">
            <a:avLst/>
          </a:prstGeom>
        </p:spPr>
      </p:pic>
      <p:sp>
        <p:nvSpPr>
          <p:cNvPr id="3" name="Content Placeholder 2"/>
          <p:cNvSpPr>
            <a:spLocks noGrp="1"/>
          </p:cNvSpPr>
          <p:nvPr>
            <p:ph idx="1"/>
          </p:nvPr>
        </p:nvSpPr>
        <p:spPr>
          <a:xfrm>
            <a:off x="5386293" y="2837329"/>
            <a:ext cx="3384741" cy="3317938"/>
          </a:xfrm>
        </p:spPr>
        <p:txBody>
          <a:bodyPr anchor="t">
            <a:normAutofit/>
          </a:bodyPr>
          <a:lstStyle/>
          <a:p>
            <a:pPr marL="457200" indent="-457200">
              <a:lnSpc>
                <a:spcPct val="90000"/>
              </a:lnSpc>
              <a:buAutoNum type="arabicPeriod"/>
            </a:pPr>
            <a:r>
              <a:rPr lang="en-US" sz="1500">
                <a:solidFill>
                  <a:srgbClr val="FFFFFF"/>
                </a:solidFill>
              </a:rPr>
              <a:t>Discuss Consequences (eg. Lunc htable food selection)</a:t>
            </a:r>
          </a:p>
          <a:p>
            <a:pPr marL="457200" indent="-457200">
              <a:lnSpc>
                <a:spcPct val="90000"/>
              </a:lnSpc>
              <a:buAutoNum type="arabicPeriod"/>
            </a:pPr>
            <a:r>
              <a:rPr lang="en-US" sz="1500">
                <a:solidFill>
                  <a:srgbClr val="FFFFFF"/>
                </a:solidFill>
              </a:rPr>
              <a:t>Inform (eg. Group drink driving mentality)</a:t>
            </a:r>
          </a:p>
          <a:p>
            <a:pPr marL="457200" indent="-457200">
              <a:lnSpc>
                <a:spcPct val="90000"/>
              </a:lnSpc>
              <a:buAutoNum type="arabicPeriod"/>
            </a:pPr>
            <a:r>
              <a:rPr lang="en-US" sz="1500">
                <a:solidFill>
                  <a:srgbClr val="FFFFFF"/>
                </a:solidFill>
              </a:rPr>
              <a:t>Highlight inconsistencies in beliefs. (eg. Healthy children/empowerment of decision making)</a:t>
            </a:r>
          </a:p>
          <a:p>
            <a:pPr marL="457200" indent="-457200">
              <a:lnSpc>
                <a:spcPct val="90000"/>
              </a:lnSpc>
              <a:buAutoNum type="arabicPeriod"/>
            </a:pPr>
            <a:r>
              <a:rPr lang="en-US" sz="1500">
                <a:solidFill>
                  <a:srgbClr val="FFFFFF"/>
                </a:solidFill>
              </a:rPr>
              <a:t>Present a different core belief to replace the existing one (eg. Thin is healthy)</a:t>
            </a:r>
          </a:p>
          <a:p>
            <a:pPr marL="457200" indent="-457200">
              <a:lnSpc>
                <a:spcPct val="90000"/>
              </a:lnSpc>
              <a:buAutoNum type="arabicPeriod"/>
            </a:pPr>
            <a:r>
              <a:rPr lang="en-US" sz="1500">
                <a:solidFill>
                  <a:srgbClr val="FFFFFF"/>
                </a:solidFill>
              </a:rPr>
              <a:t>Change commonly shared beliefs (eg. Sugar free diet)</a:t>
            </a:r>
            <a:endParaRPr lang="en-AU" sz="1500">
              <a:solidFill>
                <a:srgbClr val="FFFFFF"/>
              </a:solidFill>
            </a:endParaRPr>
          </a:p>
        </p:txBody>
      </p:sp>
    </p:spTree>
    <p:extLst>
      <p:ext uri="{BB962C8B-B14F-4D97-AF65-F5344CB8AC3E}">
        <p14:creationId xmlns:p14="http://schemas.microsoft.com/office/powerpoint/2010/main" val="946494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REVISION QUESTIONS:</a:t>
            </a:r>
            <a:endParaRPr lang="en-AU" dirty="0"/>
          </a:p>
        </p:txBody>
      </p:sp>
      <p:sp>
        <p:nvSpPr>
          <p:cNvPr id="3" name="Content Placeholder 2"/>
          <p:cNvSpPr>
            <a:spLocks noGrp="1"/>
          </p:cNvSpPr>
          <p:nvPr>
            <p:ph idx="1"/>
          </p:nvPr>
        </p:nvSpPr>
        <p:spPr/>
        <p:txBody>
          <a:bodyPr>
            <a:normAutofit fontScale="92500"/>
          </a:bodyPr>
          <a:lstStyle/>
          <a:p>
            <a:pPr marL="0" indent="0">
              <a:buNone/>
            </a:pPr>
            <a:r>
              <a:rPr lang="en-US" dirty="0"/>
              <a:t>Question 1. Apply the Social Cognitive Theory to a teenage party. Consider dating, alcohol, fashion, supervision, music and food choices.</a:t>
            </a:r>
          </a:p>
          <a:p>
            <a:pPr marL="0" indent="0">
              <a:buNone/>
            </a:pPr>
            <a:endParaRPr lang="en-US" dirty="0"/>
          </a:p>
          <a:p>
            <a:pPr marL="0" indent="0">
              <a:buNone/>
            </a:pPr>
            <a:r>
              <a:rPr lang="en-US" dirty="0"/>
              <a:t>Question 2. Prepare a half page argument/presentation for a debate for the following statement: </a:t>
            </a:r>
          </a:p>
          <a:p>
            <a:pPr marL="0" indent="0">
              <a:buNone/>
            </a:pPr>
            <a:r>
              <a:rPr lang="en-US" dirty="0">
                <a:solidFill>
                  <a:srgbClr val="FF0000"/>
                </a:solidFill>
              </a:rPr>
              <a:t>“ In Australia social norms promote unhealthy </a:t>
            </a:r>
            <a:r>
              <a:rPr lang="en-US" dirty="0" err="1">
                <a:solidFill>
                  <a:srgbClr val="FF0000"/>
                </a:solidFill>
              </a:rPr>
              <a:t>behaviours</a:t>
            </a:r>
            <a:r>
              <a:rPr lang="en-US" dirty="0">
                <a:solidFill>
                  <a:srgbClr val="FF0000"/>
                </a:solidFill>
              </a:rPr>
              <a:t>” </a:t>
            </a:r>
          </a:p>
          <a:p>
            <a:pPr marL="0" indent="0">
              <a:buNone/>
            </a:pPr>
            <a:r>
              <a:rPr lang="en-US" dirty="0"/>
              <a:t>-choose affirmative or negative.</a:t>
            </a:r>
          </a:p>
          <a:p>
            <a:pPr marL="0" indent="0">
              <a:buNone/>
            </a:pPr>
            <a:r>
              <a:rPr lang="en-US" dirty="0"/>
              <a:t>-prepare an introduction, a few main points and conclusion.</a:t>
            </a:r>
          </a:p>
          <a:p>
            <a:pPr marL="0" indent="0">
              <a:buNone/>
            </a:pPr>
            <a:endParaRPr lang="en-US" dirty="0"/>
          </a:p>
          <a:p>
            <a:pPr marL="0" indent="0">
              <a:buNone/>
            </a:pPr>
            <a:r>
              <a:rPr lang="en-US" dirty="0"/>
              <a:t>Question 3. (if time allows) pop culture </a:t>
            </a:r>
            <a:r>
              <a:rPr lang="en-US" dirty="0" err="1"/>
              <a:t>tv</a:t>
            </a:r>
            <a:r>
              <a:rPr lang="en-US" dirty="0"/>
              <a:t> show. </a:t>
            </a:r>
          </a:p>
        </p:txBody>
      </p:sp>
    </p:spTree>
    <p:extLst>
      <p:ext uri="{BB962C8B-B14F-4D97-AF65-F5344CB8AC3E}">
        <p14:creationId xmlns:p14="http://schemas.microsoft.com/office/powerpoint/2010/main" val="239617180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2600" y="816638"/>
            <a:ext cx="2793256" cy="5224724"/>
          </a:xfrm>
        </p:spPr>
        <p:txBody>
          <a:bodyPr anchor="ctr">
            <a:normAutofit/>
          </a:bodyPr>
          <a:lstStyle/>
          <a:p>
            <a:r>
              <a:rPr lang="en-US" dirty="0"/>
              <a:t>Looking at your inquiry</a:t>
            </a:r>
            <a:endParaRPr lang="en-AU" dirty="0"/>
          </a:p>
        </p:txBody>
      </p:sp>
      <p:sp>
        <p:nvSpPr>
          <p:cNvPr id="3" name="Content Placeholder 2"/>
          <p:cNvSpPr>
            <a:spLocks noGrp="1"/>
          </p:cNvSpPr>
          <p:nvPr>
            <p:ph idx="1"/>
          </p:nvPr>
        </p:nvSpPr>
        <p:spPr>
          <a:xfrm>
            <a:off x="3419875" y="188640"/>
            <a:ext cx="4104436" cy="6768752"/>
          </a:xfrm>
        </p:spPr>
        <p:txBody>
          <a:bodyPr anchor="ctr">
            <a:normAutofit/>
          </a:bodyPr>
          <a:lstStyle/>
          <a:p>
            <a:pPr>
              <a:lnSpc>
                <a:spcPct val="90000"/>
              </a:lnSpc>
            </a:pPr>
            <a:r>
              <a:rPr lang="en-US" dirty="0"/>
              <a:t>When carrying out an inquiry, we are going to follow 7 key steps.</a:t>
            </a:r>
          </a:p>
          <a:p>
            <a:pPr>
              <a:lnSpc>
                <a:spcPct val="90000"/>
              </a:lnSpc>
            </a:pPr>
            <a:r>
              <a:rPr lang="en-US" sz="2400" b="1" dirty="0"/>
              <a:t>Step 1</a:t>
            </a:r>
            <a:r>
              <a:rPr lang="en-US" dirty="0"/>
              <a:t>-Identifying a </a:t>
            </a:r>
            <a:r>
              <a:rPr lang="en-US" b="1" u="sng" dirty="0"/>
              <a:t>health issue</a:t>
            </a:r>
            <a:r>
              <a:rPr lang="en-US" dirty="0"/>
              <a:t>.</a:t>
            </a:r>
          </a:p>
          <a:p>
            <a:pPr>
              <a:lnSpc>
                <a:spcPct val="90000"/>
              </a:lnSpc>
            </a:pPr>
            <a:r>
              <a:rPr lang="en-US" sz="2400" b="1" dirty="0"/>
              <a:t>Step 2</a:t>
            </a:r>
            <a:r>
              <a:rPr lang="en-US" dirty="0"/>
              <a:t>-Develop </a:t>
            </a:r>
            <a:r>
              <a:rPr lang="en-US" b="1" u="sng" dirty="0"/>
              <a:t>focus questions</a:t>
            </a:r>
            <a:r>
              <a:rPr lang="en-US" dirty="0"/>
              <a:t>.</a:t>
            </a:r>
          </a:p>
          <a:p>
            <a:pPr>
              <a:lnSpc>
                <a:spcPct val="90000"/>
              </a:lnSpc>
            </a:pPr>
            <a:r>
              <a:rPr lang="en-US" sz="2400" b="1" dirty="0"/>
              <a:t>Step 3</a:t>
            </a:r>
            <a:r>
              <a:rPr lang="en-US" dirty="0"/>
              <a:t>-Find </a:t>
            </a:r>
            <a:r>
              <a:rPr lang="en-US" b="1" u="sng" dirty="0"/>
              <a:t>appropriate resources</a:t>
            </a:r>
            <a:r>
              <a:rPr lang="en-US" dirty="0"/>
              <a:t>.</a:t>
            </a:r>
          </a:p>
          <a:p>
            <a:pPr>
              <a:lnSpc>
                <a:spcPct val="90000"/>
              </a:lnSpc>
            </a:pPr>
            <a:r>
              <a:rPr lang="en-US" sz="2400" b="1" dirty="0"/>
              <a:t>Step 4</a:t>
            </a:r>
            <a:r>
              <a:rPr lang="en-US" dirty="0"/>
              <a:t>-Gather </a:t>
            </a:r>
            <a:r>
              <a:rPr lang="en-US" b="1" u="sng" dirty="0"/>
              <a:t>appropriate information</a:t>
            </a:r>
            <a:r>
              <a:rPr lang="en-US" dirty="0"/>
              <a:t>.</a:t>
            </a:r>
          </a:p>
          <a:p>
            <a:pPr>
              <a:lnSpc>
                <a:spcPct val="90000"/>
              </a:lnSpc>
            </a:pPr>
            <a:r>
              <a:rPr lang="en-US" sz="2400" b="1" dirty="0"/>
              <a:t>Step 5</a:t>
            </a:r>
            <a:r>
              <a:rPr lang="en-US" dirty="0"/>
              <a:t>-</a:t>
            </a:r>
            <a:r>
              <a:rPr lang="en-US" b="1" u="sng" dirty="0"/>
              <a:t>Summarise</a:t>
            </a:r>
            <a:r>
              <a:rPr lang="en-US" dirty="0"/>
              <a:t> information</a:t>
            </a:r>
          </a:p>
          <a:p>
            <a:pPr>
              <a:lnSpc>
                <a:spcPct val="90000"/>
              </a:lnSpc>
            </a:pPr>
            <a:r>
              <a:rPr lang="en-US" sz="2400" b="1" dirty="0"/>
              <a:t>Step 6</a:t>
            </a:r>
            <a:r>
              <a:rPr lang="en-US" dirty="0"/>
              <a:t>-Final </a:t>
            </a:r>
            <a:r>
              <a:rPr lang="en-US" b="1" u="sng" dirty="0"/>
              <a:t>conclusions and recommendations</a:t>
            </a:r>
          </a:p>
          <a:p>
            <a:pPr>
              <a:lnSpc>
                <a:spcPct val="90000"/>
              </a:lnSpc>
            </a:pPr>
            <a:r>
              <a:rPr lang="en-US" sz="2400" b="1" dirty="0"/>
              <a:t>Step 7</a:t>
            </a:r>
            <a:r>
              <a:rPr lang="en-US" dirty="0"/>
              <a:t>-</a:t>
            </a:r>
            <a:r>
              <a:rPr lang="en-US" b="1" u="sng" dirty="0"/>
              <a:t>Presentation</a:t>
            </a:r>
          </a:p>
          <a:p>
            <a:pPr lvl="1">
              <a:lnSpc>
                <a:spcPct val="90000"/>
              </a:lnSpc>
            </a:pPr>
            <a:endParaRPr lang="en-AU" dirty="0"/>
          </a:p>
        </p:txBody>
      </p:sp>
    </p:spTree>
    <p:extLst>
      <p:ext uri="{BB962C8B-B14F-4D97-AF65-F5344CB8AC3E}">
        <p14:creationId xmlns:p14="http://schemas.microsoft.com/office/powerpoint/2010/main" val="2002381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332656"/>
            <a:ext cx="8066857" cy="1320800"/>
          </a:xfrm>
        </p:spPr>
        <p:txBody>
          <a:bodyPr/>
          <a:lstStyle/>
          <a:p>
            <a:r>
              <a:rPr lang="en-US" dirty="0"/>
              <a:t>Cultural and Social Norms Health Inquiry</a:t>
            </a:r>
            <a:endParaRPr lang="en-AU" dirty="0"/>
          </a:p>
        </p:txBody>
      </p:sp>
      <p:sp>
        <p:nvSpPr>
          <p:cNvPr id="3" name="Content Placeholder 2"/>
          <p:cNvSpPr>
            <a:spLocks noGrp="1"/>
          </p:cNvSpPr>
          <p:nvPr>
            <p:ph idx="1"/>
          </p:nvPr>
        </p:nvSpPr>
        <p:spPr/>
        <p:txBody>
          <a:bodyPr/>
          <a:lstStyle/>
          <a:p>
            <a:pPr marL="0" indent="0">
              <a:buNone/>
            </a:pPr>
            <a:r>
              <a:rPr lang="en-US" dirty="0"/>
              <a:t>BRAINSTORM:</a:t>
            </a:r>
          </a:p>
          <a:p>
            <a:r>
              <a:rPr lang="en-US" dirty="0"/>
              <a:t>Health issues – Social/cultural </a:t>
            </a:r>
          </a:p>
          <a:p>
            <a:r>
              <a:rPr lang="en-US" dirty="0"/>
              <a:t>What would you investigate?</a:t>
            </a:r>
            <a:endParaRPr lang="en-AU" dirty="0"/>
          </a:p>
        </p:txBody>
      </p:sp>
    </p:spTree>
    <p:extLst>
      <p:ext uri="{BB962C8B-B14F-4D97-AF65-F5344CB8AC3E}">
        <p14:creationId xmlns:p14="http://schemas.microsoft.com/office/powerpoint/2010/main" val="265399008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Sources</a:t>
            </a:r>
            <a:endParaRPr lang="en-AU" dirty="0"/>
          </a:p>
        </p:txBody>
      </p:sp>
      <p:sp>
        <p:nvSpPr>
          <p:cNvPr id="3" name="Content Placeholder 2"/>
          <p:cNvSpPr>
            <a:spLocks noGrp="1"/>
          </p:cNvSpPr>
          <p:nvPr>
            <p:ph idx="1"/>
          </p:nvPr>
        </p:nvSpPr>
        <p:spPr/>
        <p:txBody>
          <a:bodyPr/>
          <a:lstStyle/>
          <a:p>
            <a:r>
              <a:rPr lang="en-US" dirty="0"/>
              <a:t>Lockhart, E. (2015). </a:t>
            </a:r>
            <a:r>
              <a:rPr lang="en-US" i="1" dirty="0"/>
              <a:t>Health Studies Stage 2A-b. </a:t>
            </a:r>
            <a:r>
              <a:rPr lang="en-US" dirty="0" err="1"/>
              <a:t>Madeley</a:t>
            </a:r>
            <a:r>
              <a:rPr lang="en-US" dirty="0"/>
              <a:t>: Print Publishing.</a:t>
            </a:r>
            <a:endParaRPr lang="en-AU" dirty="0"/>
          </a:p>
          <a:p>
            <a:endParaRPr lang="en-AU" dirty="0"/>
          </a:p>
        </p:txBody>
      </p:sp>
    </p:spTree>
    <p:extLst>
      <p:ext uri="{BB962C8B-B14F-4D97-AF65-F5344CB8AC3E}">
        <p14:creationId xmlns:p14="http://schemas.microsoft.com/office/powerpoint/2010/main" val="102631607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Syllabus Points </a:t>
            </a:r>
            <a:endParaRPr lang="en-AU" dirty="0"/>
          </a:p>
        </p:txBody>
      </p:sp>
      <p:sp>
        <p:nvSpPr>
          <p:cNvPr id="3" name="Content Placeholder 2"/>
          <p:cNvSpPr>
            <a:spLocks noGrp="1"/>
          </p:cNvSpPr>
          <p:nvPr>
            <p:ph idx="1"/>
          </p:nvPr>
        </p:nvSpPr>
        <p:spPr/>
        <p:txBody>
          <a:bodyPr/>
          <a:lstStyle/>
          <a:p>
            <a:endParaRPr lang="en-AU"/>
          </a:p>
        </p:txBody>
      </p:sp>
      <p:pic>
        <p:nvPicPr>
          <p:cNvPr id="4" name="Picture 3">
            <a:extLst>
              <a:ext uri="{FF2B5EF4-FFF2-40B4-BE49-F238E27FC236}">
                <a16:creationId xmlns:a16="http://schemas.microsoft.com/office/drawing/2014/main" id="{0C0213D2-24B6-400B-835E-BEA5DED22216}"/>
              </a:ext>
            </a:extLst>
          </p:cNvPr>
          <p:cNvPicPr>
            <a:picLocks noChangeAspect="1"/>
          </p:cNvPicPr>
          <p:nvPr/>
        </p:nvPicPr>
        <p:blipFill>
          <a:blip r:embed="rId2"/>
          <a:stretch>
            <a:fillRect/>
          </a:stretch>
        </p:blipFill>
        <p:spPr>
          <a:xfrm>
            <a:off x="0" y="1930400"/>
            <a:ext cx="9144000" cy="4086868"/>
          </a:xfrm>
          <a:prstGeom prst="rect">
            <a:avLst/>
          </a:prstGeom>
        </p:spPr>
      </p:pic>
    </p:spTree>
    <p:extLst>
      <p:ext uri="{BB962C8B-B14F-4D97-AF65-F5344CB8AC3E}">
        <p14:creationId xmlns:p14="http://schemas.microsoft.com/office/powerpoint/2010/main" val="129115424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387</TotalTime>
  <Words>7403</Words>
  <Application>Microsoft Office PowerPoint</Application>
  <PresentationFormat>On-screen Show (4:3)</PresentationFormat>
  <Paragraphs>1015</Paragraphs>
  <Slides>144</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144</vt:i4>
      </vt:variant>
    </vt:vector>
  </HeadingPairs>
  <TitlesOfParts>
    <vt:vector size="150" baseType="lpstr">
      <vt:lpstr>Arial</vt:lpstr>
      <vt:lpstr>Calibri</vt:lpstr>
      <vt:lpstr>Trebuchet MS</vt:lpstr>
      <vt:lpstr>Wingdings</vt:lpstr>
      <vt:lpstr>Wingdings 3</vt:lpstr>
      <vt:lpstr>Facet</vt:lpstr>
      <vt:lpstr>Health Studies Unit 1</vt:lpstr>
      <vt:lpstr>PowerPoint Presentation</vt:lpstr>
      <vt:lpstr>Who are you? </vt:lpstr>
      <vt:lpstr>HEALTH STUDIES  Unit 1 &amp; 2</vt:lpstr>
      <vt:lpstr>Program Outline</vt:lpstr>
      <vt:lpstr>Class Expectations</vt:lpstr>
      <vt:lpstr>Expectations of this course</vt:lpstr>
      <vt:lpstr>Expectations of this course</vt:lpstr>
      <vt:lpstr>What You’ll Need</vt:lpstr>
      <vt:lpstr>GET TO KNOW YOU GAMES:</vt:lpstr>
      <vt:lpstr>Documents </vt:lpstr>
      <vt:lpstr>What you can expect</vt:lpstr>
      <vt:lpstr>What is Health Studies?</vt:lpstr>
      <vt:lpstr>Assessments </vt:lpstr>
      <vt:lpstr>Where does our information come from?</vt:lpstr>
      <vt:lpstr>Syllabus points</vt:lpstr>
      <vt:lpstr>Need to know and relate back to Health Status</vt:lpstr>
      <vt:lpstr>SOCIAL DETERMINANTS OF HEALTH</vt:lpstr>
      <vt:lpstr>What is Health?</vt:lpstr>
      <vt:lpstr>Determinants of Health</vt:lpstr>
      <vt:lpstr>Determinants of Health</vt:lpstr>
      <vt:lpstr>Determinants of Health</vt:lpstr>
      <vt:lpstr>Lesson Outcomes</vt:lpstr>
      <vt:lpstr>11 Social Determinants of Health </vt:lpstr>
      <vt:lpstr>Social Determinants of Health</vt:lpstr>
      <vt:lpstr>Addiction Cycle</vt:lpstr>
      <vt:lpstr>Social Determinants of Health </vt:lpstr>
      <vt:lpstr>Social Determinants of Health</vt:lpstr>
      <vt:lpstr>PowerPoint Presentation</vt:lpstr>
      <vt:lpstr>Source</vt:lpstr>
      <vt:lpstr>Case study </vt:lpstr>
      <vt:lpstr>Need to know and relate back to Health Status</vt:lpstr>
      <vt:lpstr>ENVIRONMENTAL DETERMINANTS OF HEALTH</vt:lpstr>
      <vt:lpstr>Need to know and relate back to Health Status</vt:lpstr>
      <vt:lpstr>Lesson Outcomes</vt:lpstr>
      <vt:lpstr>PowerPoint Presentation</vt:lpstr>
      <vt:lpstr>DEFINITION</vt:lpstr>
      <vt:lpstr>PowerPoint Presentation</vt:lpstr>
      <vt:lpstr>Syllabus points </vt:lpstr>
      <vt:lpstr>Environmental Determinants of Health</vt:lpstr>
      <vt:lpstr>Natural Environmental Factors</vt:lpstr>
      <vt:lpstr>Natural Environment </vt:lpstr>
      <vt:lpstr>AUSTRALIA</vt:lpstr>
      <vt:lpstr>Natural Environment </vt:lpstr>
      <vt:lpstr>Natural Environment </vt:lpstr>
      <vt:lpstr>Climate change in Australia </vt:lpstr>
      <vt:lpstr>Natural Environment </vt:lpstr>
      <vt:lpstr>Natural Environment </vt:lpstr>
      <vt:lpstr>Man-Made/Built Environmental Factors</vt:lpstr>
      <vt:lpstr>Enivronmental factors examples?</vt:lpstr>
      <vt:lpstr>Chinese Cancer Villages</vt:lpstr>
      <vt:lpstr>Quiz and revision </vt:lpstr>
      <vt:lpstr>Source</vt:lpstr>
      <vt:lpstr>Syllabus points – Socio-economic</vt:lpstr>
      <vt:lpstr>SOCIO-ECONOMIC FACTORS OF HEALTH</vt:lpstr>
      <vt:lpstr>Need to know and relate back to Health Status</vt:lpstr>
      <vt:lpstr>Lesson Outcomes</vt:lpstr>
      <vt:lpstr>Economic </vt:lpstr>
      <vt:lpstr>8 Socioeconomic Determinants of Health</vt:lpstr>
      <vt:lpstr>Socioeconomic Determinants of health</vt:lpstr>
      <vt:lpstr>Socioeconomic Determinants</vt:lpstr>
      <vt:lpstr>Syllabus points</vt:lpstr>
      <vt:lpstr>BIOLOGICAL FACTORS OF HEALTH</vt:lpstr>
      <vt:lpstr>2 Biological Determinants of Health</vt:lpstr>
      <vt:lpstr>PowerPoint Presentation</vt:lpstr>
      <vt:lpstr> Biological Determinants of Health</vt:lpstr>
      <vt:lpstr>PowerPoint Presentation</vt:lpstr>
      <vt:lpstr>Source:</vt:lpstr>
      <vt:lpstr>Revision</vt:lpstr>
      <vt:lpstr>Lesson Outcomes</vt:lpstr>
      <vt:lpstr>Writing in Health Studies </vt:lpstr>
      <vt:lpstr>ERIN BROKOVICH</vt:lpstr>
      <vt:lpstr>Lesson Outcomes</vt:lpstr>
      <vt:lpstr>Writing in Health Studies </vt:lpstr>
      <vt:lpstr>Syllabus points</vt:lpstr>
      <vt:lpstr>HEALTH PROMOTION</vt:lpstr>
      <vt:lpstr>Lesson Outcomes</vt:lpstr>
      <vt:lpstr>Health Promotion</vt:lpstr>
      <vt:lpstr>What is Health Promotion?</vt:lpstr>
      <vt:lpstr>Framework For Health Promotion</vt:lpstr>
      <vt:lpstr>Framework for Health Promotion</vt:lpstr>
      <vt:lpstr>FOCUS:</vt:lpstr>
      <vt:lpstr>STRATEGIES</vt:lpstr>
      <vt:lpstr>IMPACT</vt:lpstr>
      <vt:lpstr>OUTCOMES:</vt:lpstr>
      <vt:lpstr>The analogy </vt:lpstr>
      <vt:lpstr>REVISION QUESTION:</vt:lpstr>
      <vt:lpstr>Sources:</vt:lpstr>
      <vt:lpstr>Syllabus points</vt:lpstr>
      <vt:lpstr>Ottawa Charter</vt:lpstr>
      <vt:lpstr>8 Prerequisites for Health The fundamental conditions/resources for health are as follows: </vt:lpstr>
      <vt:lpstr>Ottawa Charter</vt:lpstr>
      <vt:lpstr>PowerPoint Presentation</vt:lpstr>
      <vt:lpstr>3 Ways for Effective Health Promotion</vt:lpstr>
      <vt:lpstr>5 Action Areas</vt:lpstr>
      <vt:lpstr>Build Healthy Public Policy</vt:lpstr>
      <vt:lpstr>Create Supportive Environments</vt:lpstr>
      <vt:lpstr>Strengthen Community Action</vt:lpstr>
      <vt:lpstr>Reorient Health Services</vt:lpstr>
      <vt:lpstr>Develop Personal Skills</vt:lpstr>
      <vt:lpstr>ACTION AREA POSTERS</vt:lpstr>
      <vt:lpstr>Quiz and responses </vt:lpstr>
      <vt:lpstr>Syllabus points – Health Inquiries </vt:lpstr>
      <vt:lpstr>HEALTH INQUIRIES</vt:lpstr>
      <vt:lpstr>Lesson Outcomes</vt:lpstr>
      <vt:lpstr>What is a Health Inquiry?</vt:lpstr>
      <vt:lpstr>Examples of Royal Inquiries  Full list – on Seqta    https://www.aph.gov.au/About_Parliament/Parliamentary_Departments/Parliamentary_Library/Browse_by_Topic/law/royalcommissions  </vt:lpstr>
      <vt:lpstr>7 steps to conduct a health inquiry</vt:lpstr>
      <vt:lpstr>Step 1</vt:lpstr>
      <vt:lpstr>Step 2</vt:lpstr>
      <vt:lpstr>Step 3</vt:lpstr>
      <vt:lpstr>Step 3 Continued</vt:lpstr>
      <vt:lpstr>Step 4</vt:lpstr>
      <vt:lpstr>Step 5</vt:lpstr>
      <vt:lpstr>Step 6</vt:lpstr>
      <vt:lpstr>Step 7</vt:lpstr>
      <vt:lpstr>Data interpretation</vt:lpstr>
      <vt:lpstr>Trends and Patterns in Data</vt:lpstr>
      <vt:lpstr>Describing Trends:</vt:lpstr>
      <vt:lpstr>In Australia, as the number of fast food outlets increases, the number of thousands of transactions increases, so the data follows a positive trend. </vt:lpstr>
      <vt:lpstr>As the distance from a Major City increases, the average access to a primary health care source decreases, so the date follows a negative trend. </vt:lpstr>
      <vt:lpstr>Data interpretation practice </vt:lpstr>
      <vt:lpstr>Review Question</vt:lpstr>
      <vt:lpstr>Quiz</vt:lpstr>
      <vt:lpstr>Sources:</vt:lpstr>
      <vt:lpstr>Syllabus points</vt:lpstr>
      <vt:lpstr>SOCIAL AND CULTURAL NORMS</vt:lpstr>
      <vt:lpstr>What is a Social Norm?</vt:lpstr>
      <vt:lpstr>What are Cultural Norms?</vt:lpstr>
      <vt:lpstr>How are these norms constructed?</vt:lpstr>
      <vt:lpstr>How are these norms constructed?</vt:lpstr>
      <vt:lpstr>ACTIVTY </vt:lpstr>
      <vt:lpstr>Compare and Contrast Social/Cultural Norms</vt:lpstr>
      <vt:lpstr>Transmission of norms:</vt:lpstr>
      <vt:lpstr>Social Cognitive Theory</vt:lpstr>
      <vt:lpstr>      Social Cognitive Theory</vt:lpstr>
      <vt:lpstr>Influence of the media:</vt:lpstr>
      <vt:lpstr>Changing Norms…</vt:lpstr>
      <vt:lpstr>Strategies to change norms: Read textbook pg 80</vt:lpstr>
      <vt:lpstr>REVISION QUESTIONS:</vt:lpstr>
      <vt:lpstr>Looking at your inquiry</vt:lpstr>
      <vt:lpstr>Cultural and Social Norms Health Inquiry</vt:lpstr>
      <vt:lpstr>Sources</vt:lpstr>
      <vt:lpstr>Syllabus Points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 Studies Unit 1</dc:title>
  <dc:creator>David Orr</dc:creator>
  <cp:lastModifiedBy>George uhe</cp:lastModifiedBy>
  <cp:revision>5</cp:revision>
  <dcterms:created xsi:type="dcterms:W3CDTF">2020-01-22T00:13:28Z</dcterms:created>
  <dcterms:modified xsi:type="dcterms:W3CDTF">2022-01-15T15:15:56Z</dcterms:modified>
</cp:coreProperties>
</file>