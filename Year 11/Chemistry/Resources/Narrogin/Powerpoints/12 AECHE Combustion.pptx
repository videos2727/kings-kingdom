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4" r:id="rId4"/>
    <p:sldId id="265" r:id="rId5"/>
    <p:sldId id="267" r:id="rId6"/>
    <p:sldId id="259" r:id="rId7"/>
    <p:sldId id="260" r:id="rId8"/>
    <p:sldId id="261" r:id="rId9"/>
    <p:sldId id="262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C9FA85E-5E92-4A92-8AD0-A98F00A39300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EDD971E-A42D-4742-89DE-6CE8CF3AE64C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nomenclature101.com/nom/en/index.ph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A1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Hydrocarbons:  Combustion Reactions</a:t>
            </a:r>
          </a:p>
        </p:txBody>
      </p:sp>
    </p:spTree>
    <p:extLst>
      <p:ext uri="{BB962C8B-B14F-4D97-AF65-F5344CB8AC3E}">
        <p14:creationId xmlns:p14="http://schemas.microsoft.com/office/powerpoint/2010/main" val="122991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Hydrocarbons, including alkanes, alkenes are made of …</a:t>
            </a:r>
          </a:p>
          <a:p>
            <a:pPr marL="82296" indent="0">
              <a:buNone/>
            </a:pPr>
            <a:r>
              <a:rPr lang="en-AU" dirty="0"/>
              <a:t>hydrogen and carbon</a:t>
            </a:r>
          </a:p>
        </p:txBody>
      </p:sp>
    </p:spTree>
    <p:extLst>
      <p:ext uri="{BB962C8B-B14F-4D97-AF65-F5344CB8AC3E}">
        <p14:creationId xmlns:p14="http://schemas.microsoft.com/office/powerpoint/2010/main" val="216530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>
                <a:hlinkClick r:id="rId2"/>
              </a:rPr>
              <a:t>build a quiz hydrocarbons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76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B5BD6-51D7-4C17-A6F6-B2562591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1D6DB-EBCA-45E0-9D2A-46C1D6ED4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alkanes, alkenes and benzene undergo characteristic reactions such as combustion, addition reactions for alkenes and substitution reactions for alkanes and benzene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16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163A-9E15-4FE8-99F5-F7922944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3C629-5023-42D1-AAB7-B12CADC2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balanced chemical equations for combustion of various hydrocarbons</a:t>
            </a:r>
          </a:p>
          <a:p>
            <a:pPr marL="82296" indent="0">
              <a:buNone/>
            </a:pPr>
            <a:r>
              <a:rPr lang="en-AU" dirty="0"/>
              <a:t>	a) in excess O</a:t>
            </a:r>
            <a:r>
              <a:rPr lang="en-AU" baseline="-25000" dirty="0"/>
              <a:t>2</a:t>
            </a:r>
          </a:p>
          <a:p>
            <a:pPr marL="82296" indent="0">
              <a:buNone/>
            </a:pPr>
            <a:r>
              <a:rPr lang="en-AU" dirty="0"/>
              <a:t>	b) in limited O</a:t>
            </a:r>
            <a:r>
              <a:rPr lang="en-AU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266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combustion</a:t>
            </a:r>
          </a:p>
        </p:txBody>
      </p:sp>
    </p:spTree>
    <p:extLst>
      <p:ext uri="{BB962C8B-B14F-4D97-AF65-F5344CB8AC3E}">
        <p14:creationId xmlns:p14="http://schemas.microsoft.com/office/powerpoint/2010/main" val="289542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Combustion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Combustion is reaction with oxygen, </a:t>
            </a:r>
            <a:r>
              <a:rPr lang="en-AU" dirty="0" err="1"/>
              <a:t>ie</a:t>
            </a:r>
            <a:r>
              <a:rPr lang="en-AU" dirty="0"/>
              <a:t> burning.</a:t>
            </a:r>
          </a:p>
          <a:p>
            <a:pPr marL="82296" indent="0">
              <a:buNone/>
            </a:pPr>
            <a:r>
              <a:rPr lang="en-AU" dirty="0"/>
              <a:t>Hydrogen with oxygen produces water</a:t>
            </a:r>
          </a:p>
          <a:p>
            <a:pPr marL="82296" indent="0">
              <a:buNone/>
            </a:pPr>
            <a:r>
              <a:rPr lang="en-AU" dirty="0"/>
              <a:t>Carbon with oxygen produces carbon dioxide</a:t>
            </a:r>
          </a:p>
          <a:p>
            <a:pPr marL="82296" indent="0">
              <a:buNone/>
            </a:pPr>
            <a:r>
              <a:rPr lang="en-AU" dirty="0"/>
              <a:t>Hydrocarbons with oxygen produce…</a:t>
            </a:r>
          </a:p>
          <a:p>
            <a:pPr marL="82296" indent="0">
              <a:buNone/>
            </a:pPr>
            <a:r>
              <a:rPr lang="en-AU" dirty="0"/>
              <a:t>water AND carbon dioxide! (And lots of energy)</a:t>
            </a:r>
          </a:p>
        </p:txBody>
      </p:sp>
    </p:spTree>
    <p:extLst>
      <p:ext uri="{BB962C8B-B14F-4D97-AF65-F5344CB8AC3E}">
        <p14:creationId xmlns:p14="http://schemas.microsoft.com/office/powerpoint/2010/main" val="341335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Unless…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In limited oxygen, incomplete combustion occurs:  carbon monoxide will be produced instead of carbon dioxide.</a:t>
            </a:r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r>
              <a:rPr lang="en-AU" dirty="0"/>
              <a:t>This produces less energy and can kill you.</a:t>
            </a:r>
          </a:p>
        </p:txBody>
      </p:sp>
    </p:spTree>
    <p:extLst>
      <p:ext uri="{BB962C8B-B14F-4D97-AF65-F5344CB8AC3E}">
        <p14:creationId xmlns:p14="http://schemas.microsoft.com/office/powerpoint/2010/main" val="272871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Write combustion equations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en-AU" dirty="0"/>
              <a:t>Burning methane in a Bunsen flame</a:t>
            </a:r>
          </a:p>
          <a:p>
            <a:pPr marL="596646" indent="-514350">
              <a:buFont typeface="+mj-lt"/>
              <a:buAutoNum type="arabicPeriod"/>
            </a:pPr>
            <a:endParaRPr lang="en-AU" dirty="0"/>
          </a:p>
          <a:p>
            <a:pPr marL="596646" indent="-514350">
              <a:buFont typeface="+mj-lt"/>
              <a:buAutoNum type="arabicPeriod"/>
            </a:pPr>
            <a:endParaRPr lang="en-AU" dirty="0"/>
          </a:p>
          <a:p>
            <a:pPr marL="596646" indent="-514350">
              <a:buFont typeface="+mj-lt"/>
              <a:buAutoNum type="arabicPeriod"/>
            </a:pPr>
            <a:r>
              <a:rPr lang="en-AU" dirty="0"/>
              <a:t>Incomplete combustion of octane.</a:t>
            </a:r>
          </a:p>
          <a:p>
            <a:pPr marL="596646" indent="-514350">
              <a:buFont typeface="+mj-lt"/>
              <a:buAutoNum type="arabicPeriod"/>
            </a:pPr>
            <a:endParaRPr lang="en-AU" dirty="0"/>
          </a:p>
          <a:p>
            <a:pPr marL="596646" indent="-514350">
              <a:buFont typeface="+mj-lt"/>
              <a:buAutoNum type="arabicPeriod"/>
            </a:pPr>
            <a:endParaRPr lang="en-AU" dirty="0"/>
          </a:p>
          <a:p>
            <a:pPr marL="596646" indent="-514350">
              <a:buFont typeface="+mj-lt"/>
              <a:buAutoNum type="arabicPeriod"/>
            </a:pPr>
            <a:r>
              <a:rPr lang="en-AU" dirty="0"/>
              <a:t>Combustion of acetylene C</a:t>
            </a:r>
            <a:r>
              <a:rPr lang="en-AU" sz="2000" dirty="0"/>
              <a:t>2</a:t>
            </a:r>
            <a:r>
              <a:rPr lang="en-AU" dirty="0"/>
              <a:t>H</a:t>
            </a:r>
            <a:r>
              <a:rPr lang="en-AU" sz="2000" dirty="0"/>
              <a:t>2</a:t>
            </a:r>
          </a:p>
          <a:p>
            <a:pPr marL="596646" indent="-514350">
              <a:buFont typeface="+mj-lt"/>
              <a:buAutoNum type="arabicPeriod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54748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163A-9E15-4FE8-99F5-F7922944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3C629-5023-42D1-AAB7-B12CADC2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balanced chemical equations for combustion of various hydrocarbons</a:t>
            </a:r>
          </a:p>
          <a:p>
            <a:pPr marL="82296" indent="0">
              <a:buNone/>
            </a:pPr>
            <a:r>
              <a:rPr lang="en-AU" dirty="0"/>
              <a:t>	a) in excess O</a:t>
            </a:r>
            <a:r>
              <a:rPr lang="en-AU" baseline="-25000" dirty="0"/>
              <a:t>2</a:t>
            </a:r>
          </a:p>
          <a:p>
            <a:pPr marL="82296" indent="0">
              <a:buNone/>
            </a:pPr>
            <a:r>
              <a:rPr lang="en-AU" dirty="0"/>
              <a:t>	b) in limited O</a:t>
            </a:r>
            <a:r>
              <a:rPr lang="en-AU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5376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27</TotalTime>
  <Words>184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Gill Sans MT</vt:lpstr>
      <vt:lpstr>Verdana</vt:lpstr>
      <vt:lpstr>Wingdings 2</vt:lpstr>
      <vt:lpstr>Solstice</vt:lpstr>
      <vt:lpstr>A1 Chemistry</vt:lpstr>
      <vt:lpstr>Review</vt:lpstr>
      <vt:lpstr>PowerPoint Presentation</vt:lpstr>
      <vt:lpstr>Learning Intentions</vt:lpstr>
      <vt:lpstr>Success criteria</vt:lpstr>
      <vt:lpstr>Key words</vt:lpstr>
      <vt:lpstr>Combustion reactions</vt:lpstr>
      <vt:lpstr>Unless…</vt:lpstr>
      <vt:lpstr>Write combustion equations for</vt:lpstr>
      <vt:lpstr>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5</cp:revision>
  <dcterms:created xsi:type="dcterms:W3CDTF">2015-05-05T03:49:55Z</dcterms:created>
  <dcterms:modified xsi:type="dcterms:W3CDTF">2023-03-24T06:26:57Z</dcterms:modified>
</cp:coreProperties>
</file>