
<file path=[Content_Types].xml><?xml version="1.0" encoding="utf-8"?>
<Types xmlns="http://schemas.openxmlformats.org/package/2006/content-types">
  <Default Extension="gif" ContentType="image/gif"/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3" r:id="rId9"/>
    <p:sldId id="262" r:id="rId10"/>
    <p:sldId id="264" r:id="rId11"/>
    <p:sldId id="270" r:id="rId12"/>
    <p:sldId id="265" r:id="rId13"/>
    <p:sldId id="266" r:id="rId14"/>
    <p:sldId id="267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9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373C3A33-3276-4483-B8FB-6C83878E05D5}" type="datetimeFigureOut">
              <a:rPr lang="en-AU" smtClean="0"/>
              <a:t>24/07/2023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E32BA924-C3C6-4062-968A-10E1F441850D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1143000"/>
            <a:ext cx="3457575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8542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A2 Chemistry	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Chromatography</a:t>
            </a:r>
          </a:p>
        </p:txBody>
      </p:sp>
    </p:spTree>
    <p:extLst>
      <p:ext uri="{BB962C8B-B14F-4D97-AF65-F5344CB8AC3E}">
        <p14:creationId xmlns:p14="http://schemas.microsoft.com/office/powerpoint/2010/main" val="184445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data from chromatography techniques, including thin layer chromatography (TLC), gas chromatography (GC), and high-performance liquid chromatography (HPLC), can be used to determine the composition and purity of substances; the separation of the components is caused by the variation in strength of the interactions between atoms, molecules or ions in the mobile and stationary phases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948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2616-52D9-4453-8229-2B0CCD18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E786-FCB4-4F84-85BF-222D6F913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State the stationary phase, mobile phase, detection phase and application or example of use for each of</a:t>
            </a:r>
          </a:p>
          <a:p>
            <a:r>
              <a:rPr lang="en-AU" dirty="0"/>
              <a:t>TLC</a:t>
            </a:r>
          </a:p>
          <a:p>
            <a:r>
              <a:rPr lang="en-AU" dirty="0"/>
              <a:t>GC</a:t>
            </a:r>
          </a:p>
          <a:p>
            <a:r>
              <a:rPr lang="en-AU" dirty="0"/>
              <a:t>HPLC</a:t>
            </a:r>
          </a:p>
          <a:p>
            <a:r>
              <a:rPr lang="en-AU" dirty="0"/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63548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Key 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Stationary phase</a:t>
            </a:r>
          </a:p>
          <a:p>
            <a:r>
              <a:rPr lang="en-AU" dirty="0"/>
              <a:t>Mobile phase</a:t>
            </a:r>
          </a:p>
          <a:p>
            <a:r>
              <a:rPr lang="en-AU" dirty="0"/>
              <a:t>Detection phase</a:t>
            </a:r>
          </a:p>
          <a:p>
            <a:r>
              <a:rPr lang="en-AU" dirty="0"/>
              <a:t>Adhesion</a:t>
            </a:r>
          </a:p>
          <a:p>
            <a:r>
              <a:rPr lang="en-AU" dirty="0"/>
              <a:t>Cohesion</a:t>
            </a:r>
          </a:p>
        </p:txBody>
      </p:sp>
    </p:spTree>
    <p:extLst>
      <p:ext uri="{BB962C8B-B14F-4D97-AF65-F5344CB8AC3E}">
        <p14:creationId xmlns:p14="http://schemas.microsoft.com/office/powerpoint/2010/main" val="282299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Chromatography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i="1" dirty="0" err="1"/>
              <a:t>chroma</a:t>
            </a:r>
            <a:r>
              <a:rPr lang="en-AU" dirty="0"/>
              <a:t> </a:t>
            </a:r>
            <a:r>
              <a:rPr lang="en-AU"/>
              <a:t>"colour</a:t>
            </a:r>
            <a:r>
              <a:rPr lang="en-AU" dirty="0"/>
              <a:t>" and </a:t>
            </a:r>
            <a:r>
              <a:rPr lang="en-AU" i="1" dirty="0"/>
              <a:t>graphein</a:t>
            </a:r>
            <a:r>
              <a:rPr lang="en-AU" dirty="0"/>
              <a:t> "to write“</a:t>
            </a:r>
          </a:p>
          <a:p>
            <a:r>
              <a:rPr lang="en-AU" dirty="0"/>
              <a:t>laboratory technique for the separation of mixtures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6502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mixture is dissolved in a fluid called the </a:t>
            </a:r>
            <a:r>
              <a:rPr lang="en-AU" i="1" dirty="0"/>
              <a:t>mobile phase,</a:t>
            </a:r>
            <a:r>
              <a:rPr lang="en-AU" dirty="0"/>
              <a:t> which carries it through a structure holding another material called the </a:t>
            </a:r>
            <a:r>
              <a:rPr lang="en-AU" i="1" dirty="0"/>
              <a:t>stationary phase.</a:t>
            </a:r>
            <a:r>
              <a:rPr lang="en-AU" dirty="0"/>
              <a:t> The various constituents of the mixture travel at different speeds, depending on the strength of their interaction with the stationary phase. </a:t>
            </a:r>
          </a:p>
          <a:p>
            <a:r>
              <a:rPr lang="en-AU" dirty="0"/>
              <a:t>There are different techniques to detect the separation of each component.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943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Wild Juice.mov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95736" y="1700808"/>
            <a:ext cx="4784080" cy="3588060"/>
          </a:xfrm>
        </p:spPr>
      </p:pic>
    </p:spTree>
    <p:extLst>
      <p:ext uri="{BB962C8B-B14F-4D97-AF65-F5344CB8AC3E}">
        <p14:creationId xmlns:p14="http://schemas.microsoft.com/office/powerpoint/2010/main" val="184652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Chromatography may be preparative or analytical. </a:t>
            </a:r>
          </a:p>
          <a:p>
            <a:r>
              <a:rPr lang="en-AU" dirty="0"/>
              <a:t>Preparative chromatography is a form of purification; it separates the components of a mixture for more advanced use</a:t>
            </a:r>
          </a:p>
          <a:p>
            <a:r>
              <a:rPr lang="en-AU" dirty="0"/>
              <a:t>Analytical chromatography is done normally with smaller amounts of material and is for measuring the relative proportions components in a mixture.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917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Paper chromatography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2014538"/>
            <a:ext cx="4000500" cy="282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CEAFC8-AF5D-4D5F-BB51-8FB1F304B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285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5700-30CB-4A27-93BA-2A03FF984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 descr="A diagram of a paper with text&#10;&#10;Description automatically generated">
            <a:extLst>
              <a:ext uri="{FF2B5EF4-FFF2-40B4-BE49-F238E27FC236}">
                <a16:creationId xmlns:a16="http://schemas.microsoft.com/office/drawing/2014/main" id="{94817E13-0600-42B2-9671-6EFCA8A8D1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533400"/>
            <a:ext cx="8630466" cy="5199856"/>
          </a:xfrm>
        </p:spPr>
      </p:pic>
    </p:spTree>
    <p:extLst>
      <p:ext uri="{BB962C8B-B14F-4D97-AF65-F5344CB8AC3E}">
        <p14:creationId xmlns:p14="http://schemas.microsoft.com/office/powerpoint/2010/main" val="3341672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Column chromatography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1609725"/>
            <a:ext cx="4429125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1903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Gas chromatography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326" y="1981200"/>
            <a:ext cx="4957474" cy="32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1596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HPLC chromatograph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772816"/>
            <a:ext cx="6935755" cy="3235052"/>
          </a:xfrm>
        </p:spPr>
      </p:pic>
    </p:spTree>
    <p:extLst>
      <p:ext uri="{BB962C8B-B14F-4D97-AF65-F5344CB8AC3E}">
        <p14:creationId xmlns:p14="http://schemas.microsoft.com/office/powerpoint/2010/main" val="1252816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2616-52D9-4453-8229-2B0CCD188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2E786-FCB4-4F84-85BF-222D6F913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State the stationary phase, mobile phase, detection phase and application or example of use for each of</a:t>
            </a:r>
          </a:p>
          <a:p>
            <a:r>
              <a:rPr lang="en-AU" dirty="0"/>
              <a:t>TLC</a:t>
            </a:r>
          </a:p>
          <a:p>
            <a:r>
              <a:rPr lang="en-AU" dirty="0"/>
              <a:t>GC</a:t>
            </a:r>
          </a:p>
          <a:p>
            <a:r>
              <a:rPr lang="en-AU" dirty="0"/>
              <a:t>HPLC</a:t>
            </a:r>
          </a:p>
          <a:p>
            <a:r>
              <a:rPr lang="en-AU" dirty="0"/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125749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52</TotalTime>
  <Words>265</Words>
  <Application>Microsoft Office PowerPoint</Application>
  <PresentationFormat>On-screen Show (4:3)</PresentationFormat>
  <Paragraphs>35</Paragraphs>
  <Slides>15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Clarity</vt:lpstr>
      <vt:lpstr>PowerPoint Presentation</vt:lpstr>
      <vt:lpstr>A2 Chemistry </vt:lpstr>
      <vt:lpstr>Learning Intention</vt:lpstr>
      <vt:lpstr>Success criteria</vt:lpstr>
      <vt:lpstr>Key words</vt:lpstr>
      <vt:lpstr>Chromatography</vt:lpstr>
      <vt:lpstr>Phases</vt:lpstr>
      <vt:lpstr>PowerPoint Presentation</vt:lpstr>
      <vt:lpstr>PowerPoint Presentation</vt:lpstr>
      <vt:lpstr>Paper chromatography</vt:lpstr>
      <vt:lpstr>PowerPoint Presentation</vt:lpstr>
      <vt:lpstr>Column chromatography</vt:lpstr>
      <vt:lpstr>Gas chromatography</vt:lpstr>
      <vt:lpstr>HPLC chromatograph</vt:lpstr>
      <vt:lpstr>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9</cp:revision>
  <dcterms:created xsi:type="dcterms:W3CDTF">2015-07-03T06:29:13Z</dcterms:created>
  <dcterms:modified xsi:type="dcterms:W3CDTF">2023-07-24T08:13:31Z</dcterms:modified>
</cp:coreProperties>
</file>