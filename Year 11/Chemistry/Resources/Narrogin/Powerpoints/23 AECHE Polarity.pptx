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67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Thursday, November 5, 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Thursday, November 5, 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21" y="548680"/>
            <a:ext cx="7151479" cy="5800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077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A2 Chemistry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Polarity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57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Objectives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the polarity of molecules can be explained and predicted using knowledge of molecular shape, understanding of symmetry, and comparison of the electronegativity of atoms involved in the bond formation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59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words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electronegativity</a:t>
            </a:r>
          </a:p>
          <a:p>
            <a:r>
              <a:rPr lang="en-AU" dirty="0" smtClean="0"/>
              <a:t>polar bond</a:t>
            </a:r>
          </a:p>
          <a:p>
            <a:r>
              <a:rPr lang="en-AU" dirty="0"/>
              <a:t>asymmetry</a:t>
            </a:r>
          </a:p>
          <a:p>
            <a:r>
              <a:rPr lang="en-AU" dirty="0" smtClean="0"/>
              <a:t>polar molecule</a:t>
            </a:r>
          </a:p>
          <a:p>
            <a:r>
              <a:rPr lang="en-AU" dirty="0"/>
              <a:t>p</a:t>
            </a:r>
            <a:r>
              <a:rPr lang="en-AU" dirty="0" smtClean="0"/>
              <a:t>olarity</a:t>
            </a:r>
          </a:p>
          <a:p>
            <a:r>
              <a:rPr lang="en-AU" dirty="0" smtClean="0"/>
              <a:t>dipole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434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Polar bonds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876800"/>
          </a:xfrm>
        </p:spPr>
        <p:txBody>
          <a:bodyPr/>
          <a:lstStyle/>
          <a:p>
            <a:r>
              <a:rPr lang="en-AU" dirty="0" smtClean="0"/>
              <a:t>Electronegativity is a measure of how strongly an atom attracts electrons</a:t>
            </a:r>
          </a:p>
          <a:p>
            <a:r>
              <a:rPr lang="en-AU" dirty="0" smtClean="0"/>
              <a:t>Within any covalent bond, electrons are shared between two atoms.</a:t>
            </a:r>
          </a:p>
        </p:txBody>
      </p:sp>
      <p:pic>
        <p:nvPicPr>
          <p:cNvPr id="1028" name="Picture 4" descr="http://www.800mainstreet.com/5/0005-008-period-e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2"/>
            <a:ext cx="6363072" cy="424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16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98976" cy="4876800"/>
          </a:xfrm>
        </p:spPr>
        <p:txBody>
          <a:bodyPr/>
          <a:lstStyle/>
          <a:p>
            <a:r>
              <a:rPr lang="en-AU" dirty="0"/>
              <a:t>If the atoms at each end of a bond have different electronegativity, the electrons will be located, on average, closer to the more electronegative atom</a:t>
            </a:r>
          </a:p>
          <a:p>
            <a:r>
              <a:rPr lang="en-AU" dirty="0"/>
              <a:t>This creates a polar bond, with one end slightly more negative and one end slightly more positive.</a:t>
            </a:r>
          </a:p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74" y="1556792"/>
            <a:ext cx="2725737" cy="272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25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884568" cy="315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97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Polar molecules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Polar molecules have uneven distribution of electrons, and therefore charge.</a:t>
            </a:r>
          </a:p>
          <a:p>
            <a:r>
              <a:rPr lang="en-AU" dirty="0" smtClean="0"/>
              <a:t>To achieve this they must: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c</a:t>
            </a:r>
            <a:r>
              <a:rPr lang="en-AU" dirty="0" smtClean="0"/>
              <a:t>ontain polar bonds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be asymmetrical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4427984" y="4005064"/>
            <a:ext cx="4289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</a:t>
            </a:r>
            <a:r>
              <a:rPr lang="en-AU" sz="2800" dirty="0" smtClean="0"/>
              <a:t> = H         H - Cl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444208" y="4005064"/>
            <a:ext cx="720080" cy="0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028885"/>
            <a:ext cx="4749098" cy="1760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 descr="http://i.stack.imgur.com/micP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046" y="2856862"/>
            <a:ext cx="4075212" cy="174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V="1">
            <a:off x="4805445" y="3212976"/>
            <a:ext cx="864096" cy="688095"/>
          </a:xfrm>
          <a:prstGeom prst="straightConnector1">
            <a:avLst/>
          </a:prstGeom>
          <a:ln w="571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510655">
            <a:off x="6408818" y="3014661"/>
            <a:ext cx="1133475" cy="95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V="1">
            <a:off x="6170652" y="1957326"/>
            <a:ext cx="0" cy="259228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185" y="4653136"/>
            <a:ext cx="1389063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313" y="1096901"/>
            <a:ext cx="13366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17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148" name="Picture 4" descr="http://www.magicschoolbook.com/science/z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528" y="332656"/>
            <a:ext cx="9793088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32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Polarity affects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intermolecular bonding</a:t>
            </a:r>
          </a:p>
          <a:p>
            <a:r>
              <a:rPr lang="en-AU" dirty="0" smtClean="0"/>
              <a:t>melting and boiling point</a:t>
            </a:r>
          </a:p>
          <a:p>
            <a:r>
              <a:rPr lang="en-AU" dirty="0" smtClean="0"/>
              <a:t>solubility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40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 now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1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179</TotalTime>
  <Words>159</Words>
  <Application>Microsoft Office PowerPoint</Application>
  <PresentationFormat>On-screen Show (4:3)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Clarity</vt:lpstr>
      <vt:lpstr>PowerPoint Presentation</vt:lpstr>
      <vt:lpstr>A2 Chemistry</vt:lpstr>
      <vt:lpstr>Objectives</vt:lpstr>
      <vt:lpstr>Key words</vt:lpstr>
      <vt:lpstr>Polar bonds</vt:lpstr>
      <vt:lpstr>PowerPoint Presentation</vt:lpstr>
      <vt:lpstr>PowerPoint Presentation</vt:lpstr>
      <vt:lpstr>Polar molecules</vt:lpstr>
      <vt:lpstr>PowerPoint Presentation</vt:lpstr>
      <vt:lpstr>Polarity affects</vt:lpstr>
      <vt:lpstr>Do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Chemistry</dc:title>
  <dc:creator>JOHNSON Kristy</dc:creator>
  <cp:lastModifiedBy>JOHNSON Kristy [Narrogin Senior High School]</cp:lastModifiedBy>
  <cp:revision>12</cp:revision>
  <dcterms:created xsi:type="dcterms:W3CDTF">2016-11-23T08:23:04Z</dcterms:created>
  <dcterms:modified xsi:type="dcterms:W3CDTF">2020-11-05T07:34:39Z</dcterms:modified>
</cp:coreProperties>
</file>