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  <p:sldId id="288" r:id="rId34"/>
    <p:sldId id="303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16" r:id="rId48"/>
    <p:sldId id="301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936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71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34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8207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072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99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650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821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5246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92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545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1561C-4ED3-4BDF-93B1-80BC9A04557B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68644-65B9-4B70-8967-F35571C1B4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17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Covalent Network </a:t>
            </a:r>
            <a:r>
              <a:rPr lang="en-AU" dirty="0" smtClean="0"/>
              <a:t>Substances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49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Covalent Network Substances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27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01241"/>
            <a:ext cx="115189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Substances that exist as large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interconnected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networks of atoms are known 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network substances.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 we can move onto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defining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substances, we have to look at the type of bonding that allows them to form: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 bonding.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Understanding the properties and relative strength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better allow us to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properties and bonding within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network substances.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68947988.102491g/1568947988011-292026119710292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75" y="3186112"/>
            <a:ext cx="2952750" cy="320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51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240943"/>
            <a:ext cx="11125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 bond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type of bond which occurs between two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non-metal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order for both atoms to fill their outer (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valence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shell and become stable, each atom must share one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electron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the other.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 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 between all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non-metal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 (except for the noble gases), for example, in oxygen gas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(O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nitrogen gas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(N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multiple </a:t>
            </a:r>
            <a:r>
              <a:rPr lang="en-AU" b="1" i="0" dirty="0" smtClean="0">
                <a:solidFill>
                  <a:srgbClr val="778899"/>
                </a:solidFill>
                <a:effectLst/>
                <a:latin typeface="Arial" panose="020B0604020202020204" pitchFamily="34" charset="0"/>
              </a:rPr>
              <a:t>carbon based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compounds, such as ethane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(C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​H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 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forms incredibly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molecules. These molecules make up a large proportion of the compounds found in nature and the building blocks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biological material.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60982647.136931g/1560982648797-131867285557080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3467100"/>
            <a:ext cx="381000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060700" y="56978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Depiction of a covalent bond between two chlorine atoms. Each chlorine atom shares one valence electron to gain a full outer shell of eight electrons. 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6506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23039"/>
            <a:ext cx="11493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makes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strong?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 bond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relies upon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electrostatic attraction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shared electrons and 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nuclei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two atoms that shared those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Neither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wants to lose its full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valence shell,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this would result in lower stability, so it requires high amounts of energy to break these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electrostatic attractions.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5732465.081281g/1525732450271-269191451756237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475" y="3643312"/>
            <a:ext cx="3790950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452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260340"/>
            <a:ext cx="11023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atoms are not just limited to single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electron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exchanges between two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double (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two electrons shared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or triple (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three electrons shared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bonds can form between two individual atoms.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can also form covalent bonds with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number of different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same time, allowing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complex molecules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form. These molecules can have complex crystalline structures that result in unique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developing.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57363481.819941g/1557363481793-353270479921133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76700"/>
            <a:ext cx="381000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868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352842"/>
            <a:ext cx="11061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Substances in which the atoms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covalently bonded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one another in a large multi-dimensional network are known 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“covalent network substances”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“macromolecules”.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substances do not exist as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discrete molecules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rather as an extended network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covalently bonded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atoms. These networks can be either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two or three dimensional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nature.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excellent example of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network substance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diamond, which consists of a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KaTeX_Main"/>
              </a:rPr>
              <a:t>3-D 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network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carbon atoms, each one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covalently bonded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surrounding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carbon atoms.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57186550.465421g/1557186550070-243707330958898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575" y="2819400"/>
            <a:ext cx="3810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17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207139"/>
            <a:ext cx="11353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network substances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exist as a continuous network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covalently bonded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complex substances that consist of multiple elements need to be defined by their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empirical formula.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empirical formula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chemical formula giving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proportional amount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elements present in a compound, but not the actual numbers or arrangement of atoms.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28690633.120061g/1528690632973-136608406869211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787" y="3149600"/>
            <a:ext cx="728662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87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250041"/>
            <a:ext cx="114935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Empirical Formula Examples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Silicon dioxide, also known as silica, is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network substance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made up of silicon and oxygen. Each silicon atom is covalently bonded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oxygen atoms and each oxygen is bound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silica atoms within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lattice. The resulting molecule has an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empirical formula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SiO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Silicon carbide is another example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network substance,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comprised of silicon and carbon. Each silicon atom is bound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carbon atoms and each carbon is bound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silica atoms within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lattice, giving the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empirical formula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SiC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Silicon 3D Latti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3405741"/>
            <a:ext cx="5822950" cy="326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4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100" y="429736"/>
            <a:ext cx="10502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of the ways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covalent network substances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arranged is into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2-dimensional network.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addition of this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multi-dimensional structure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bonding gives rise to some unique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physical properties.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Images/Content/Maths/1372107986562-78154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26162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853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31339"/>
            <a:ext cx="11201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 2-D network substances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 atoms are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covalently bonded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flat, sheet-like arrangement.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are then held together by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intermolecular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occurring between the sheets.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intermolecular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significantly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weaker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exist between the atoms of each of the layers.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68760956.205461g/1568760955172-100380302234171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2266949"/>
            <a:ext cx="7610475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28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400040"/>
            <a:ext cx="11468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example of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2-D network substance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graphite.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 each sheet consists of a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carbon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covalently bonded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other carbon atoms to produce a flat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hexagonal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based sheet that is one atom thick.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bonding arrangement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leaves each carbon atom with a spare unbound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valence electron,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free to move throughout the substance. This is known as a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delocalised electron,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presence of these delocalised electrons in graphite allows it to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conduct electricity.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57973605.180191g/1557973605502-188700843427829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2974975"/>
            <a:ext cx="3800475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73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0" y="299641"/>
            <a:ext cx="1066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Graphite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consists of multiple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hexagonal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sheets of carbon that are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 one atom thick.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sheets are held together by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weak intermolecular forces,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allowing the sheets to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move over one another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without disrupting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each sheet.</a:t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causes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graphite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a rather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soft, brittle, slippery solid,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allows for its use in pencil lead. As the pencil is rubbed onto the paper,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individual layers are deposited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onto the page.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English%20&amp;%20Literature/1541975837.480391g/1541975837325-351825246741160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0" y="33020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566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576640"/>
            <a:ext cx="11315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of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hardest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materials found in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natural world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comprised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3-D covalent network substances.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can range from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diamond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tipped industrial tools to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silicon carbide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based grinders and abrasives (such as sandpaper).</a:t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arrangement and number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these structures are what give them their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physical properties.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461288962.104921g/1461288963752-157977472623058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550" y="35814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353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60740"/>
            <a:ext cx="11518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3-D covalent network substance,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every atom is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covalently bonded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atoms situated around it, forming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strong rigid lattice.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large number of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gives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3-D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 covalent solids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unique physical properties.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 are considered incredibly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hard/rigid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have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melting points,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due to the large number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strong covalent bonds present.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57186550.465421g/1557186550070-243707330958898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075" y="2603500"/>
            <a:ext cx="3810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755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-20955"/>
            <a:ext cx="11099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silicon dioxide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an example.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Silicon dioxide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one of the most common compounds on the planet. It is the primary constituent of the mineral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quartz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makes up the majority of the chemical makeup of sand.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crystal structure consists of a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 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network of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silicon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covalently bonded to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oxygen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tetrahedral configuration.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oxygen 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then bound to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silicon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extended structure, giving it an empirical formula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SiO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formula is used to denote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silicon dioxide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even though it does not exist in nature as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discrete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SiO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molecule.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Silicon dioxide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 number of uses, ranging from its use as the main ingredient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concrete for construction,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being the primary constituent in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glass production.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54171595.558951g/1554171595539-1584768875143595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462" y="40846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56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8541"/>
            <a:ext cx="11201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Silicon carbide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another example of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3-D covalent network substance.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bonding within the crystal structure consists of a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network of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silicon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covalently bonded to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carbon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tetrahedral configuration.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carbon 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then bound to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silicon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extended structure.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Silicon carbide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extremely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hard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often used as an abrasive in grinding discs, as sandpaper or as grip tape on skateboards.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68254971.694761g/1568254971665-614011861565012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900" y="2850351"/>
            <a:ext cx="5799137" cy="3861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67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289342"/>
            <a:ext cx="10782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3-D covalent network substances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considered some of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hardest naturally occurring compounds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planet. An example of this is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diamond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is so hard it is used to create industrial cutting tools.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due to the incredibly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rigid and stable lattice structure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inherent in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3-D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 network.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multiple bonds allow the molecule to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resist a large amount of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from any direction. However, they are also highly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inflexible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are likely to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shatter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rather than bend when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excessive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applied to them.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English%20&amp;%20Literature/1564440257.744261g/1564440258136-51362292631095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312" y="3462337"/>
            <a:ext cx="3800475" cy="293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080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73841"/>
            <a:ext cx="11049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high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melting points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3-D covalent network substances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again related to the network of covalent bonds within the structure.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create a strong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electrostatic attraction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nuclei and the shared electrons which requires a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large amount of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input to break.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Since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3-D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 network substances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many covalent bonds, it takes incredibly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large amounts of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melt a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network solid. This is seen in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diamond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has a melting point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3500∘C,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only achievable under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immense pressure.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German/1475800760.684061g/1475800772173-381986180571274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34671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0458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Physical Properties of Covalent Network Substances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499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396439"/>
            <a:ext cx="115697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structure and bonding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a covalent network substance affect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displays.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will be covering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Melting point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Electrical conductivity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Thermal conductivity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Hardness and brittleness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Solubility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68345838.902771g/1568345839200-269867230158122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450" y="33782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669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531843"/>
            <a:ext cx="116967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two types of covalent network substances: 2-D and 3-D.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bonding between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their arrangement within covalent network substances are what give these substances their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unique physical properties.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this section we will be covering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covalent network substances,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graphite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being a common example.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 consists of carbon atoms covalently bonded to three other carbon atoms, forming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hexagonal based sheets,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atom thick. These sheets are then bound together through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weak intermolecular forces.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https://www.educationperfect.com/media/content/Science/1568760956.205461g/1568760955172-100380302234171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92" y="3289300"/>
            <a:ext cx="5308633" cy="320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202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200442"/>
            <a:ext cx="11506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Melting Point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structures such as graphite have incredibly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melting points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temperature at which a solid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changes state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 liquid).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it requires incredibly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amounts of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break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layers of atoms.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 is no exception to this. Even though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network substances have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weak intermolecular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each layer of atoms, a substantial number of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themselves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must be broken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turn the substance from a solid to a liquid.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German/1452468885.583281g/1452468889680-79333983850501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39370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410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102444"/>
            <a:ext cx="115951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Thermal Conductivity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 have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good thermal conductivity.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due to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covalent nature of the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sheets that comprise their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structure.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covalent bonds allow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thermal energy (heat)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passed from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 to 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throughout the sheet. The conduction of thermal energy is efficient within a sheet of atoms, however the conduction of thermal energy between each sheet is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significantly lower.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 is used for its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thermal conductivity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today, along with its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melting point,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making it an excellent component for blast furnaces and molten steel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molds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6" name="Picture 2" descr="https://www.educationperfect.com/media/content/Science/1554171631.052291g/1554171631026-1584768875143595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175" y="39576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350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408444"/>
            <a:ext cx="11404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Electrical Conductivity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nature of the 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carbon atoms that make up the sheets of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graphite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give it a unique property among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substances: the ability to conduct an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electrical current.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Within each sheet, each carbon atom is sharing three of its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three other carbon atoms. This bonding arrangement leaves each carbon atom with a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spare unbound valence electron,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free to move throughout the molecule. This is known as a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delocalised electron.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charged subatomic particles,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these delocalised electrons are free to move between the carbon atoms of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sheets. Thus they can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carry an electrical 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throughout the sheet.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530" name="Picture 2" descr="https://www.educationperfect.com/media/content/Science/1510265622.377171g/1510265626907-75657958374067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62" y="4432300"/>
            <a:ext cx="380047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891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96945"/>
            <a:ext cx="11734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Hardness and Brittleness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 is a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soft, slippery solid.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due to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weak intermolecular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sheets of carbon atoms that make up its structure. These sheets can slide over one another without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disrupting the covalent 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sheets themselves. This is why graphite is used in pencil lead. It is so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soft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 roughness of the paper it is rubbed on causes sheets of graphite to be removed 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deposited on the paper.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substance is considered </a:t>
            </a:r>
            <a:r>
              <a:rPr lang="en-AU" b="1" i="0" dirty="0" smtClean="0">
                <a:solidFill>
                  <a:srgbClr val="3BA485"/>
                </a:solidFill>
                <a:effectLst/>
                <a:latin typeface="Arial" panose="020B0604020202020204" pitchFamily="34" charset="0"/>
              </a:rPr>
              <a:t>brittle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it will break or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shatter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stressed, rather than deform/bend in the direction of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applied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with all covalent network substances, graphite and other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substances are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very brittle solids.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rigid 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layers will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resist the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to them and the substance will shatter before it will bend.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554" name="Picture 2" descr="https://www.educationperfect.com/media/content/English%20&amp;%20Literature/1541975837.480391g/1541975837325-351825246741160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090264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504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471944"/>
            <a:ext cx="11252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Solubility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substance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soluble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attractive forces of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solute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substance being dissolved) are able to be overcome by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(e.g. water). When something is soluble,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intermolecular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solute and the solvent are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greater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solute to solute forces.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 such as graphite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insoluble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both polar and non-polar solvents.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in order for a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 to be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dissolved,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covalent bonds within each sheet must be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broken.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attractive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solvent and the individual atoms are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not large enough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break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strong 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each atom within the substance.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578" name="Picture 2" descr="https://www.educationperfect.com/media/content/Science/1569901030.707041g/1569901030120-341013404261534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200" y="3611265"/>
            <a:ext cx="5988050" cy="375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773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537339"/>
            <a:ext cx="11087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of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atoms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3-D covalent network substances are held in a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strong, rigid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three-dimensional network.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network,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every atom is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covalently bound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maximum possible number of other atoms surrounding it.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this section we will be using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silicon dioxide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(SiO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silicon carbide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((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SiC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examples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602" name="Picture 2" descr="https://www.educationperfect.com/media/content/Science/1569192643.697451g/1569192641438-1543195820974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5" y="3404787"/>
            <a:ext cx="5734050" cy="321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7634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38143"/>
            <a:ext cx="110871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Melting Point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 have characteristically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 melting points.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due to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nature of the 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substance. The high number of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make up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structure of the substance require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large amounts of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break.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silicon dioxide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needs to be heated to over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1200∘C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production of glass.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Silicon carbide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higher melting point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any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known 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under the conditions present on our planet.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626" name="Picture 2" descr="https://www.educationperfect.com/media/content/Science/1554171607.099141g/1554171607080-1584768875143595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712" y="3619500"/>
            <a:ext cx="380047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61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400" y="525840"/>
            <a:ext cx="10782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Thermal Conductivity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high number of 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allows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 to conduct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thermal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(heat) very well.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every atom is covalently bound to all its neighbouring atoms, it can </a:t>
            </a:r>
            <a:r>
              <a:rPr lang="en-AU" b="1" i="0" dirty="0" smtClean="0">
                <a:solidFill>
                  <a:srgbClr val="FF6F50"/>
                </a:solidFill>
                <a:effectLst/>
                <a:latin typeface="Arial" panose="020B0604020202020204" pitchFamily="34" charset="0"/>
              </a:rPr>
              <a:t>transfer the thermal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these bonds in multiple directions. This allows the thermal energy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quickly pass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 substance.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650" name="Picture 2" descr="https://www.educationperfect.com/media/content/German/1454355920.678661g/1454355934693-108179385666778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550" y="3300412"/>
            <a:ext cx="3810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756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439341"/>
            <a:ext cx="113157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Electrical Conductivity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all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every atom in 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 are being shared within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multiple covalent bonds,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are no free electrons within the structure. With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no charged particles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free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move throughout the substance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carry an electrical current they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cannot conduct electricity.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why quartz (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silicon dioxide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 used in the production of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electrical insulators,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particularly in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silicon based computer chips.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8674" name="Picture 2" descr="https://www.educationperfect.com/media/content/Maths/1542234054.71141g/1542234055617-180327174220812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40719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75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332244"/>
            <a:ext cx="11099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Hardness and Brittleness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substances are among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hardest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naturally occurring substances on the planet. This allows substances such as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silicon carbide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used in industrial grinding tools.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hardness is due to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nature of the 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substance. Since every atom present is covalently bound to the maximum number of atoms, it can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resist large amounts of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to it due to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high number of 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arranged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multiple directions.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rigid nature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lattice of covalent bonds causes these substances to be rather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brittle.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Rather than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bend out of shape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excessive force is applied to the substance,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it will shatter.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698" name="Picture 2" descr="https://www.educationperfect.com/media/content/Science/1568863533.119051g/1568863532951-62273510467309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75" y="3748564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615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198041"/>
            <a:ext cx="114427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Solubility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571A98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covalent network substances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silicon dioxide and silicon carbide are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insoluble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both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polar and nonpolar solvents.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Since they exist as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large networks of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covalently bonded to one another,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attractive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individual atoms in the substance are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incredibly high.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is no way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attractive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solvent molecules and the individual atoms can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overcome the attractive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network substance.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22" name="Picture 2" descr="https://www.educationperfect.com/media/content/Science/1569900991.91251g/1569900991280-341013404261534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037" y="2515215"/>
            <a:ext cx="5661025" cy="32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30198" y="5537538"/>
            <a:ext cx="118618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left picture shows a soluble substance, in which the solvent molecules have overcome the attractive forces between the individual particles. The right picture shows that 3-D covalent network substances are insoluble. The attractive forces between the solvent and the atoms of the substance are not high enough to overcome the attractive forces of the atom-atom covalent bonds. 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8127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Allotropes of Carbon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547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365542"/>
            <a:ext cx="11239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an allotrope?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Allotropes are different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physical forms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same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chemical element,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exist whilst in the same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physical state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(solid, liquid, gas).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Allotropes have different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physical structures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arrangement of their atoms) which greatly affects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different allotropes.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allotropes are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naturally occurring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some are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synthetically produced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humans, to access structural properties not normally found within nature.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31746" name="Picture 2" descr="https://www.educationperfect.com/media/content/Science/1405990546068-22891248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185" y="3551237"/>
            <a:ext cx="4032930" cy="277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9675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286941"/>
            <a:ext cx="11049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Carbon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one of several elements that exhibits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allotropy.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Oxygen and phosphorus also exhibit allotropy but for this lesson we will be focusing on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allotropes of carbon.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three main allotropes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carbon are diamond, graphite and fullerenes. These have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multiple applications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due to the way their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structure and 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affects the physical properties they exhibit.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Allotropy is the ability of an element to exist in multiple different physical forms.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2770" name="Picture 2" descr="Allotropes of Carb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997200"/>
            <a:ext cx="6969125" cy="304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939800" y="6210220"/>
            <a:ext cx="10121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three main types of allotropes of carbon. Each one has a unique structure due to the way the carbon atoms are bound to one another.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5954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360740"/>
            <a:ext cx="11620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Diamond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Diamond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example of a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3D covalent network substance,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every carbon atom is covalently bonded to four other carbon atoms in a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tetrahedral lattice.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Diamond is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hardest natural substance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planet, due to 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rigid nature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bonds within its structure. It is used as a component in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powered cutting tools,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diamond-tipped saw blades.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3794" name="Picture 2" descr="https://www.educationperfect.com/media/content/Science/1557186550.465421g/1557186550070-243707330958898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50" y="2806700"/>
            <a:ext cx="3810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495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260340"/>
            <a:ext cx="11620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Graphite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example of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2D covalent network substance,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each carbon atom is covalently bound to three other carbon atoms, forming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flat hexagonal sheets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carbon atoms.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sheets are then held together by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weak intermolecular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occur between the sheets. These sheets can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slide over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another easily without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disrupting the 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sheets.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4818" name="Picture 2" descr="https://www.educationperfect.com/media/content/Science/1568760956.205461g/1568760955172-100380302234171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2266949"/>
            <a:ext cx="7610475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2048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163543"/>
            <a:ext cx="11455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Graphene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Graphene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allotrope of carbon consisting of one sheet of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graphite.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Graphene is the subject of much research, as it retains the excellent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thermal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electrical conductivity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graphite, whilst also gaining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high tensile strength.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Tensile strength is a measure of a substance's ability to resist being pulled apart.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Due to being only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one atom thick,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graphene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easily moulded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different shapes. This has applications in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advanced materials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touch screens and solar panels.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5842" name="Picture 2" descr="Graphene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855" y="3594099"/>
            <a:ext cx="3053219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8054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210741"/>
            <a:ext cx="105029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Fullerenes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Fullerenes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 third and most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recently discovered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allotrope of elemental carbon.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Discovered in 1985 when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accidentally synthesised,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have since been found to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exist naturally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in the universe.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60​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was the first fullerene discovered (known as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buckminsterfullerene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and consists of sixty carbon atoms covalently bound in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hexagonal based sphere arrangement.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6866" name="Picture 2" descr="https://www.educationperfect.com/media/content/Science/1466728505.154481g/1466728520521-296770582634514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5" y="2992437"/>
            <a:ext cx="3800475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442200" y="3894435"/>
            <a:ext cx="3962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Buckminsterfullerene is named after the American architect Buckminster Fuller. These spherical allotropes of carbon are sometimes referred to as "</a:t>
            </a:r>
            <a:r>
              <a:rPr lang="en-AU" b="0" i="1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buckyballs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81778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273040"/>
            <a:ext cx="108331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Carbon Nanotubes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Carbon nanotubes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synthetic type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fullerene that form a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long hollow cylinder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covalently bonded carbon atoms.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Due to their tube-like structure, they have incredible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tensile strength,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whilst retaining amazing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electrical conductivity.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has sparked interest in carbon nanotubes for use in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advanced structural and electrical components.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7890" name="Picture 2" descr="https://www.educationperfect.com/media/content/Science/1525056674.315161g/1525056674272-402857210387808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5" y="33401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845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434539"/>
            <a:ext cx="10756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Diamond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excellent example of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3D covalent network substance,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exhibits all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properties expected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such a substance.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Diamond consists of carbon atoms that are each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covalently bound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four other carbon atoms in a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tetrahedral arrangement.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forms a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stable, rigid lattice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covalently bound carbon atoms extending in three dimensions.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8914" name="Picture 2" descr="https://www.educationperfect.com/media/content/Science/1557186550.465421g/1557186550070-243707330958898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775" y="2705100"/>
            <a:ext cx="3810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8248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248841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Diamond is one of 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hardest substances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planet, due to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stable, rigid lattice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covalent bonds that make up its structure.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allow diamond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resist large amounts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applied force from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multiple directions.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stable lattice does not allow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atoms within the structure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moved out of their place within the lattice, without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breaking covalent bonds.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results in diamond being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quite brittle,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substances will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shatter under excessive force,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 covalent bonds in the lattice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cannot bend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out of shape.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9938" name="Picture 2" descr="Diamond Shatt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3700462"/>
            <a:ext cx="3810000" cy="200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306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228243"/>
            <a:ext cx="115951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large number of covalent bonds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structure of diamond give it an incredibly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 melting point.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it requires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large amounts of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break the bonds between each carbon atom.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covalent lattice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present in diamond gives it excellent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thermal conductivity.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Thermal energy can be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easily transmitted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one atom to another through these covalent bonds, allowing the heat 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pass quickly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throughout the substance.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Conversely, this same covalent lattice prevents diamond from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conducting electricity.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Since every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valence electron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occupied in a covalent bond, there are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no free charged particles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carry an electrical current.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62" name="Picture 2" descr="https://www.educationperfect.com/media/content/English%20&amp;%20Literature/1564440257.744261g/1564440258136-51362292631095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812" y="3924299"/>
            <a:ext cx="3800475" cy="293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5746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012" y="208340"/>
            <a:ext cx="11303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 is an example of a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2D covalent network substance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has different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diamond, due to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bonding and arrangement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its carbon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 consists of carbon atoms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covalently bonded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three other carbon atoms, forming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flat sheets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covalently bonded carbon.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sheets are then held together by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weak intermolecular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occur between the sheets.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986" name="Picture 2" descr="Graphi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5" y="2239665"/>
            <a:ext cx="7610475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658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419944"/>
            <a:ext cx="11696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 is a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soft, slippery solid.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due to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weak intermolecular forces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hold the sheets of carbon atoms together.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forces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comparatively weak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allow the sheets to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slide over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another, without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disrupting the 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each sheet of carbon atoms. This allows graphite to be used in pencil lead, and also as a dry lubricant (in locks and other mechanical parts).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 lubricant is a substance that reduces friction between two surfaces that are in contact with one another, allowing easier movement.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 is also a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brittle solid,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covalent bonds within each carbon sheet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rigid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substance will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shatter when excessive force is applied,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rather than bend.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3010" name="Picture 2" descr="Graphite Lubrica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75" y="40513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0807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312341"/>
            <a:ext cx="11607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Despite being a soft solid, graphite still has an incredibly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 melting point,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sheet must be broken and this requires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large amount of energy.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 also has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high thermal conductivity,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thermal energy can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quickly pass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atoms through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make up each sheet of carbon.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two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allow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graphite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used in the structure of blast furnaces and to form the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molds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for molten steel and glass.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4034" name="Picture 2" descr="https://www.educationperfect.com/media/content/Science/1569197288.621491g/1569197288488-23283996554305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175" y="3309937"/>
            <a:ext cx="3800475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4334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458044"/>
            <a:ext cx="11811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Graphite’s most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interesting and unique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physical property is its ability to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conduct electricity.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Within each sheet, each carbon atom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covalently bound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three other carbon atoms. This leaves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one electron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per carbon atom free. These are known as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delocalised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are free to move throughout the substance.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Electrical conductivity requires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free moving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charged particles to carry an electrical current. Graphite is able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conduct electricity,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delocalised electrons allow the current to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move throughout the substance.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advent of electric cars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demand for graphite has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increased,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use as electrodes within their batteries. Some electric cars can contain up 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40kg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graphite in the form of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battery electrodes.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5058" name="Picture 2" descr="Electric Car Battery and Eng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675" y="41862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775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475040"/>
            <a:ext cx="10591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Graphene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allotrope of carbon consisting of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single sheet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graphite.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sheet is a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single atom thick,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allows it to keep 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desirable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graphite whilst gaining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new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give it desirable traits for advanced electronics.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Graphene retains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melting point,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thermal conductivity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electrical conductivity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graphite exhibits.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6082" name="Picture 2" descr="Graphene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2801937"/>
            <a:ext cx="3810000" cy="34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8862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404843"/>
            <a:ext cx="1127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single atom thick sheet,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graphene is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easily </a:t>
            </a:r>
            <a:r>
              <a:rPr lang="en-AU" b="1" i="0" dirty="0" err="1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molded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 and flexible.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increases its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use within electronics and for use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non-metal based electronic wires.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 graphene has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high tensile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can be spun into wires (ductility). Graphite does not have these properties because the sheets of carbon can easily slide over one another due to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weak intermolecular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hold them in place.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research avenues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graphene include use in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organic light emitting diodes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(allowing for higher definition television and computer screens), biological imaging technology to assist in medical procedures and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more efficient solar panels.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7106" name="Picture 2" descr="https://www.educationperfect.com/media/content/Science/1529968108.175691g/1529968108030-207664831775328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62" y="38560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09096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246440"/>
            <a:ext cx="11303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Spherical fullerenes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made up of carbon atoms covalently bound into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sphere-shaped structures,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exist 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discrete molecules.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Like graphene, fullerenes have incredibly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 melting points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due to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amounts of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required to break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bonds within the substance.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also 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 tensile strength,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high number of covalent bonds can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resist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to the fullerene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multiple directions.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8130" name="Picture 2" descr="https://www.educationperfect.com/media/content/Science/1466728505.154481g/1466728520521-296770582634514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575" y="2852737"/>
            <a:ext cx="3800475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5718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158046"/>
            <a:ext cx="115951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Unlike graphene,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spherical fullerenes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buckminsterfullerene act as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electrical insulators.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Electrical insulators are substances which prevent the easy flow of electricity through them.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Although there are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delocalised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each sphere, fullerenes do not exist as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covalent network solids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discrete molecules.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 delocalised electrons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cannot move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throughout the entire substance and carry an electrical current.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fullerenes can act 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superconductors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metal atoms are added to their structure. 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metal 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exists within the sphere of the fullerene and alters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electrical properties.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 superconductor is a material that can conduct electricity with absolutely zero resistance to the electric current. This allows them to permanently contain an electric current with no power source.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9154" name="Picture 2" descr="https://www.educationperfect.com/media/content/Science/1570568587.37681g/1570568586238-318395960524447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00" y="3874471"/>
            <a:ext cx="2825750" cy="275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0841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300" y="250041"/>
            <a:ext cx="10668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subset of fullerenes, known as </a:t>
            </a:r>
            <a:r>
              <a:rPr lang="en-AU" b="1" i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carbon nanotubes,</a:t>
            </a:r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recently become the subject of </a:t>
            </a:r>
            <a:r>
              <a:rPr lang="en-AU" b="1" i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extensive research</a:t>
            </a:r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multiple potential </a:t>
            </a:r>
            <a:r>
              <a:rPr lang="en-AU" b="1" i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structural and electronic uses.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synthetic fullerenes are hollow tubes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covalently bonded carbon atoms,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 thickness of a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single atom.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allows them to retain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desirable properties of graphene,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with additional benefits.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Carbon nanotubes can still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conduct electricity,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each nanotube contains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delocalised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allows an electrical current to travel along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entire 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carbon nanotube.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0178" name="Picture 2" descr="CarbonNanotub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474" y="3492500"/>
            <a:ext cx="4607965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9861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338941"/>
            <a:ext cx="11150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Like graphene, carbon nanotubes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ductile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can be spun into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wires and rope-like structures.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they have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even greater tensile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compared to the flat sheets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graphene.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due to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tube-like structure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possess, which increases the directions in which the covalent bonds between the carbon can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resist and disperse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forces applied to it.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tensile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electrical conductivity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carbon nanotubes allow it to be used as both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structural and electrical component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same time.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02" name="Picture 2" descr="https://www.educationperfect.com/media/content/Geography/1529623954.41951g/1529623920919-3741245409617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001" y="3051264"/>
            <a:ext cx="4751798" cy="356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0487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365542"/>
            <a:ext cx="11328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 technology is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trending towards miniaturisation,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components getting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smaller and smaller.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Current materials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 limitation on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how small/thin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be made whilst retaining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structural integrity.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Carbon nanotubes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offer a solution to the problem. They are only a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single atom thick,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allowing incredibly small nanoscale wires with excellent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electrical conductivity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tensile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created.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has the potential to open the door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nanoscale robotics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powered computing components.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2226" name="Picture 2" descr="https://www.educationperfect.com/media/content/Science/1569983740.068491g/1569983741277-16240109754634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1" y="3654955"/>
            <a:ext cx="4197350" cy="2798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2563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521544"/>
            <a:ext cx="110363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Space Elevators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Carbon nanotubes possess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incredible tensile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orders of magnitude greater than steel. Coupled with its ability to be spun into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wires and cables,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uses of these substances in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hi-tech construction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being explored around the world.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potential for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carbon nanotube cables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the basis for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space elevator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surface of the planet to the upper atmosphere. This would allow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movement of materials and people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space without the need for rockets.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 ability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synthesise carbon nanotubes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create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thick enough fibres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support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large scale mechanical processes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still some years away.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3250" name="Picture 2" descr="Space Elev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2" y="4356100"/>
            <a:ext cx="3800475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509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5585</Words>
  <Application>Microsoft Office PowerPoint</Application>
  <PresentationFormat>Widescreen</PresentationFormat>
  <Paragraphs>317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Calibri Light</vt:lpstr>
      <vt:lpstr>KaTeX_Main</vt:lpstr>
      <vt:lpstr>Office Theme</vt:lpstr>
      <vt:lpstr>Covalent Network Substances</vt:lpstr>
      <vt:lpstr>Covalent Network Substances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Properties of Covalent Network Substances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Allotropes of Carbon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Covalent Network Susbstances</dc:title>
  <dc:creator>Joseph D'cruz</dc:creator>
  <cp:lastModifiedBy>D'CRUZ Jean [Narrogin Senior High School]</cp:lastModifiedBy>
  <cp:revision>7</cp:revision>
  <dcterms:created xsi:type="dcterms:W3CDTF">2022-03-06T10:39:35Z</dcterms:created>
  <dcterms:modified xsi:type="dcterms:W3CDTF">2022-03-08T02:30:17Z</dcterms:modified>
</cp:coreProperties>
</file>