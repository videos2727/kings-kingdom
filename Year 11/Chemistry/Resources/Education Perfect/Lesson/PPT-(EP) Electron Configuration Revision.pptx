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020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64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764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73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80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01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44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26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7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54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9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87722-4B2F-4DDE-AC86-235A6D6AA08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4CF3C-5991-4649-A768-AA3083D488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699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SkJzE2Vz_w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Electron Configuration Revision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326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654040"/>
            <a:ext cx="980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about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electron configurations of atoms.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lesson, you should be able to:</a:t>
            </a:r>
          </a:p>
          <a:p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which electrons fill electron shells and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number of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can be found in each shell.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Draw electron shell diagrams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neutral atoms of the first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Write electron configurations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neutral atoms of the first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Explain what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Identify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 using various methods.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31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787738"/>
            <a:ext cx="10579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elements are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extremely reactive,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sodium and potassium. Others are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extremely unreactive,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argon.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determines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chemical reactivity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different elements? The answer lies in the arrangement of their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electrons!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21614958.581551g/1421614928048-66680655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675" y="30861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87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473839"/>
            <a:ext cx="10858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 atom, electrons are constantly moving around the outside of the nucleus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electron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orbitals.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shells are usually represented by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circles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diagrams of atoms. Each shell is found at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different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nucleus. Electrons are represented by either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dots or crosses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these diagrams. The diagrams below show two different representations of a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lithium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has two electrons in the first shell and one in the second shell.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93954977.153251g/1493954987634-146813632476711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50" y="2916237"/>
            <a:ext cx="3810000" cy="34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493954991.271571g/1493955012401-1468136324767118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25" y="2840038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425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761137"/>
            <a:ext cx="10833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closer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 shells are to the nucleus,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lower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energy.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first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lowest energy,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second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second lowest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(higher energy than the first), and so 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91863131.284621g/1491863132251-1564344333036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2166937"/>
            <a:ext cx="6667500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43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494437"/>
            <a:ext cx="10909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fill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 shells starting from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shell closest to the nucleus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(lowest energy level).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shell can only hold a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certain number of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once it's full the electrons are added to the next shell, and so 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401.1347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17900" y="257810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2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7600" y="689739"/>
            <a:ext cx="10299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many electrons can each shell hold?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(the one closest to the nucleus) can hold up to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can hold up to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can hold up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all these shells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full,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electrons begin to fill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fourth electron shell.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the electrons in a calcium atom are arranged as shown below: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147.9863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87799" y="3237492"/>
            <a:ext cx="2651125" cy="336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4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30937"/>
            <a:ext cx="1130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using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 work out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how many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in an atom and therefore draw the arrangement of these electrons.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could you draw the electron arrangement for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boron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 by using the information below?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01560971.624441g/1501560965799-244830270412947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816100"/>
            <a:ext cx="760095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124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825838"/>
            <a:ext cx="11315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Boron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an atomic number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KaTeX_Main"/>
              </a:rPr>
              <a:t>5.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there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neutral atom of boron.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electron shell can hold up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 while the second can hold up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 This means you would draw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two electrons in the first shell,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remaining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three in the second shell.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20575788.596371g/1420575789370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28575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Science/1454993507.468791g/1454993510807-863118514223567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75" y="3395662"/>
            <a:ext cx="2381250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814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09938"/>
            <a:ext cx="11112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electron configuration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refers to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arrangement of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its shells.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Drawing out diagrams to show which shells the electrons are found in for each atom can be quite cumbersome. This is why scientists use a much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simpler, shorthand method.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German/1462837310.816171g/1462837324041-428330987199985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2" y="2466975"/>
            <a:ext cx="38004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51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890538"/>
            <a:ext cx="10998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write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shorthand electron configuration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using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numbers separated by commas.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numbers indicate the number of electrons in each shell. The commas indicate where the different shells start.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boron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 has two electrons in the first shell and three in the second shell. We write the electron configuration 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3.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20575788.596371g/1420575789370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275" y="3048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www.educationperfect.com/media/content/Science/1492487972.552681g/1492487979547-3624841017160034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5" y="3822700"/>
            <a:ext cx="37909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087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" y="309940"/>
            <a:ext cx="11963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also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work backwards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given electron configuration to determine what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 For example, what is the element with the electron configuration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,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,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its neutral atom?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total number of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neutral atom is equal to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that element, so you can simply add up the number of electrons and then find that element on the periodic table. In this case, there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element with an atomic number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aluminium.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91542676.350261g/1491542680502-198483329334715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5" y="2535237"/>
            <a:ext cx="324802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51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SkJzE2Vz_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49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59539"/>
            <a:ext cx="11328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 how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chemical reactivity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 depends on the arrangement of its electrons? It actually depends only on the number of electrons in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outermost electron shell.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electrons in the outermost shell are called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this shell is called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valence shell.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9218" name="Picture 2" descr="https://www.educationperfect.com/media/content/Science/1492561050.804791g/1492561059957-121381044908779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1571625"/>
            <a:ext cx="5924550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29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554841"/>
            <a:ext cx="10871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electrons that are involved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bonding and chemical reactions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atoms.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is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most 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valence shell is full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electrons, or empty of electrons. During chemical reactions, atoms will gain, lose or share electrons with other atoms in order to achieve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more 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with the same number of valence electrons tend to react in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same way.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You'll learn more about this in the next Smart Lesson. For now, let's focus on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identifying the 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present in an atom.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55586627.636541g/1455586628422-138812376200377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475" y="3090862"/>
            <a:ext cx="3800475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78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701239"/>
            <a:ext cx="10248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 can be identified in several ways.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1. Count the number of electrons in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outer shell of a diagram or picture.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outer shell of the atom in the diagram below has two electrons in it. This atom has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valence 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20576089.565281g/1420576090339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26543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874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467836"/>
            <a:ext cx="1127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2. Take only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last number of an electron configuration.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electron configuration of a carbon atom is: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00868B"/>
                </a:solidFill>
                <a:effectLst/>
                <a:latin typeface="KaTeX_Main"/>
              </a:rPr>
              <a:t>=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2,4.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Carbon atoms have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valence 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54978084.78731g/1454978088718-86311851422356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75" y="2493962"/>
            <a:ext cx="2381250" cy="2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578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260340"/>
            <a:ext cx="10795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3. Identify which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group of the periodic table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 is in.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elements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groups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2,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 valence electrons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equal to the group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(i.e.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electrons respectively). For elements in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groups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KaTeX_Main"/>
              </a:rPr>
              <a:t>13−18,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 valence electrons is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equal to the group number minus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KaTeX_Main"/>
              </a:rPr>
              <a:t>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(i.e.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3−8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electrons respectively).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nitrogen is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KaTeX_Main"/>
              </a:rPr>
              <a:t>15,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therefore a neutral atom of nitrogen has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valence 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92724033.083381g/1492724048280-350601850376163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2628900"/>
            <a:ext cx="760095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076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611138"/>
            <a:ext cx="10731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full valence electron shells.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they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do 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need to gain or lose any electrons to become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stable,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don't take part in any chemical reactions.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Helium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electrons as its valence shell is the one closest to the nucleus.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Neon and argon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have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75" y="3265487"/>
            <a:ext cx="6038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32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037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67</Words>
  <Application>Microsoft Office PowerPoint</Application>
  <PresentationFormat>Widescreen</PresentationFormat>
  <Paragraphs>69</Paragraphs>
  <Slides>20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KaTeX_Main</vt:lpstr>
      <vt:lpstr>Office Theme</vt:lpstr>
      <vt:lpstr>Electron Configuration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 Configuration Revision</dc:title>
  <dc:creator>Joseph D'cruz</dc:creator>
  <cp:lastModifiedBy>Joseph D'cruz</cp:lastModifiedBy>
  <cp:revision>3</cp:revision>
  <dcterms:created xsi:type="dcterms:W3CDTF">2020-09-06T03:01:46Z</dcterms:created>
  <dcterms:modified xsi:type="dcterms:W3CDTF">2020-09-06T03:21:13Z</dcterms:modified>
</cp:coreProperties>
</file>