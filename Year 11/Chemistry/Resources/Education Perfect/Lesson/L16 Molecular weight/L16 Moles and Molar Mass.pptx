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48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11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0179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62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172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32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695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466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770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761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146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9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F3478-068C-424E-BEDF-FEF37A5FECE2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BD29F-4945-4D64-9299-AE9CEFF816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95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Moles and Molar Mass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994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636538"/>
            <a:ext cx="10782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about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moles and molar mass.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you have completed this lesson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mole and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many particles it represents.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molar 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elements and compounds.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Manipulate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relationship between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mass, molar mass and amount in moles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elements or compounds.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610580209.95440461g/1610580210487-97802692358933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160" y="2801257"/>
            <a:ext cx="3417579" cy="341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01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0752" y="429175"/>
            <a:ext cx="114819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fully understand a chemical reaction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often need to know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exactly how many particles are present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each of the elements, ions or molecules that are reacting.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these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particles are so small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 are some many of them that it would be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very difficult to count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atoms, ions or even molecules individually. It would be like trying to count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number of individual blades of grass that make up a hay bale!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are going to learn about a convenient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way of counting particles called the mole.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counting hay we usually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state the amount of hay in bales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in a similar way when counting particles we usually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state the amount of particles in moles.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58001028.375421g/1458001029927-718460701227166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52" y="3695699"/>
            <a:ext cx="4762500" cy="31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German/1475195697.955471g/1475195715234-2134450720039605-optimis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233" y="3291497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9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07" y="192087"/>
            <a:ext cx="10785022" cy="4169332"/>
          </a:xfrm>
          <a:prstGeom prst="rect">
            <a:avLst/>
          </a:prstGeom>
        </p:spPr>
      </p:pic>
      <p:pic>
        <p:nvPicPr>
          <p:cNvPr id="3074" name="Picture 2" descr="https://www.educationperfect.com/media/content/Science/1510607487.058281g/1510607484542-380351609133622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0" y="4000500"/>
            <a:ext cx="2362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623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20" y="161471"/>
            <a:ext cx="11133137" cy="4004142"/>
          </a:xfrm>
          <a:prstGeom prst="rect">
            <a:avLst/>
          </a:prstGeom>
        </p:spPr>
      </p:pic>
      <p:pic>
        <p:nvPicPr>
          <p:cNvPr id="4098" name="Picture 2" descr="Sca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881" y="4165613"/>
            <a:ext cx="4386013" cy="267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71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122918"/>
            <a:ext cx="10184720" cy="683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5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49" y="0"/>
            <a:ext cx="9596663" cy="662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8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412" y="0"/>
            <a:ext cx="8858931" cy="688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57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44" y="237898"/>
            <a:ext cx="11388499" cy="559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3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53" y="175078"/>
            <a:ext cx="11413218" cy="3905246"/>
          </a:xfrm>
          <a:prstGeom prst="rect">
            <a:avLst/>
          </a:prstGeom>
        </p:spPr>
      </p:pic>
      <p:pic>
        <p:nvPicPr>
          <p:cNvPr id="5122" name="Picture 2" descr="https://www.educationperfect.com/media/content/German/1452731019.191951g/1452731028033-1554930782260817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648" y="3657600"/>
            <a:ext cx="3011714" cy="301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465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16" y="224517"/>
            <a:ext cx="11399614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8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01" y="24371"/>
            <a:ext cx="9332913" cy="683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925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32" y="210356"/>
            <a:ext cx="10401754" cy="664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43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</Words>
  <Application>Microsoft Office PowerPoint</Application>
  <PresentationFormat>Widescreen</PresentationFormat>
  <Paragraphs>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Moles and Molar Mass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Moles and Molar Mass</dc:title>
  <dc:creator>Joseph D'cruz</dc:creator>
  <cp:lastModifiedBy>Joseph D'cruz</cp:lastModifiedBy>
  <cp:revision>3</cp:revision>
  <dcterms:created xsi:type="dcterms:W3CDTF">2022-03-06T13:08:16Z</dcterms:created>
  <dcterms:modified xsi:type="dcterms:W3CDTF">2022-03-06T13:30:32Z</dcterms:modified>
</cp:coreProperties>
</file>