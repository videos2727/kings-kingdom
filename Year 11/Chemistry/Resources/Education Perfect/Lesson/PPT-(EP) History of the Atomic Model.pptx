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01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12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31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2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787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171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28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173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74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045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86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77A55-D5CB-4554-9151-F1B69F447B6C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E96ED-8165-4AA6-8468-7C8FDE66A3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76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History of the Atomic Model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171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5700" y="972235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incredibly tiny particles that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everything is made of!</a:t>
            </a:r>
            <a:endParaRPr lang="en-AU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41839450.688511g/1441839461214-19016731460598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825" y="1638300"/>
            <a:ext cx="380047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37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788938"/>
            <a:ext cx="11252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current model of the atom has not been around forever!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years ago a Greek philosopher called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Democritus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hypothesised about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dividing a material again and again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you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cannot divide it any more.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 called what remained an </a:t>
            </a:r>
            <a:r>
              <a:rPr lang="en-AU" b="1" i="0" dirty="0" err="1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atomos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Greek for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indivisible.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4385011.806391g/1454385051637-3073972159577730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7" y="2509836"/>
            <a:ext cx="2397125" cy="331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57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516741"/>
            <a:ext cx="114935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Models of atomic structure.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English chemist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John Dalton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proposed 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1803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matter was composed of solid, indivisible spheres which cannot be destroyed. But what was the structure of the spheres?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widely accepted model of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J. J. Thomson's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model of the atom 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1904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shortly after the discovery of electrons. Thomson suggested that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randomly scattered within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positive matrix,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plums in a plum pudding. This earned the nickname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plum-pudding model.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Science/1403397174410-174086313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4" y="3102063"/>
            <a:ext cx="3197225" cy="319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7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600839"/>
            <a:ext cx="10642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Experimental evidence led to a new theory.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former student of J. J. Thomson,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Ernest Rutherford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disproved Thomson's model of the atom by firing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α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-radiation at an incredibly thin sheet of gold foil. If Thomson's model was true, then the radiation should have gone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directly through with very little spread.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Instead, Rutherford found that a small amount of radiation was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deflected,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 even smaller amount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bounced completely back.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7300287.491491g/1447300294757-49048379440308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31369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458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72319" y="590034"/>
            <a:ext cx="5573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Rutherford's observations suggested two things:</a:t>
            </a:r>
            <a:endParaRPr lang="en-AU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060403"/>
              </p:ext>
            </p:extLst>
          </p:nvPr>
        </p:nvGraphicFramePr>
        <p:xfrm>
          <a:off x="776155" y="1305084"/>
          <a:ext cx="9726745" cy="1988820"/>
        </p:xfrm>
        <a:graphic>
          <a:graphicData uri="http://schemas.openxmlformats.org/drawingml/2006/table">
            <a:tbl>
              <a:tblPr/>
              <a:tblGrid>
                <a:gridCol w="1128845">
                  <a:extLst>
                    <a:ext uri="{9D8B030D-6E8A-4147-A177-3AD203B41FA5}">
                      <a16:colId xmlns:a16="http://schemas.microsoft.com/office/drawing/2014/main" val="3522282193"/>
                    </a:ext>
                  </a:extLst>
                </a:gridCol>
                <a:gridCol w="8597900">
                  <a:extLst>
                    <a:ext uri="{9D8B030D-6E8A-4147-A177-3AD203B41FA5}">
                      <a16:colId xmlns:a16="http://schemas.microsoft.com/office/drawing/2014/main" val="3636896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  <a:latin typeface="KaTeX_Main"/>
                        </a:rPr>
                        <a:t>1.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All the mass and positive charge are found in a small portion of the atom,</a:t>
                      </a:r>
                      <a:r>
                        <a:rPr lang="en-AU">
                          <a:solidFill>
                            <a:srgbClr val="0066CC"/>
                          </a:solidFill>
                          <a:effectLst/>
                        </a:rPr>
                        <a:t> as it takes a very dense positive mass to deflect the fast moving </a:t>
                      </a:r>
                      <a:r>
                        <a:rPr lang="en-AU" i="1">
                          <a:effectLst/>
                          <a:latin typeface="KaTeX_Math"/>
                        </a:rPr>
                        <a:t>α</a:t>
                      </a:r>
                      <a:r>
                        <a:rPr lang="en-AU">
                          <a:effectLst/>
                        </a:rPr>
                        <a:t>-radiation particles. He called this the </a:t>
                      </a:r>
                      <a:r>
                        <a:rPr lang="en-AU" b="1">
                          <a:effectLst/>
                        </a:rPr>
                        <a:t>nucleus.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13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 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 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951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  <a:latin typeface="KaTeX_Main"/>
                        </a:rPr>
                        <a:t>2.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 dirty="0">
                          <a:solidFill>
                            <a:srgbClr val="F30277"/>
                          </a:solidFill>
                          <a:effectLst/>
                        </a:rPr>
                        <a:t>Most of an atom is empty space,</a:t>
                      </a:r>
                      <a:r>
                        <a:rPr lang="en-AU" b="1" dirty="0">
                          <a:effectLst/>
                        </a:rPr>
                        <a:t> since the path for most of the </a:t>
                      </a:r>
                      <a:r>
                        <a:rPr lang="en-AU" i="1" dirty="0">
                          <a:effectLst/>
                          <a:latin typeface="KaTeX_Math"/>
                        </a:rPr>
                        <a:t>α</a:t>
                      </a:r>
                      <a:r>
                        <a:rPr lang="en-AU" dirty="0">
                          <a:effectLst/>
                        </a:rPr>
                        <a:t>-radiation particles was unaffected.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239921"/>
                  </a:ext>
                </a:extLst>
              </a:tr>
            </a:tbl>
          </a:graphicData>
        </a:graphic>
      </p:graphicFrame>
      <p:pic>
        <p:nvPicPr>
          <p:cNvPr id="5123" name="Picture 3" descr="https://www.educationperfect.com/media/content/Science/1447127152.83631g/1447127149527-357847663306740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3293904"/>
            <a:ext cx="381000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49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692835"/>
            <a:ext cx="10579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Rutherford believed that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orbited this newly discovered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nucleus,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planets around a sun.</a:t>
            </a:r>
            <a:endParaRPr lang="en-AU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7300351.881711g/1447300358898-49048379440308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863" y="2033588"/>
            <a:ext cx="38100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69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611138"/>
            <a:ext cx="1163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Niels Bohr's model of the atom.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Niels Bohr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provided the next piece to the model 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1913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observing that electrons could only orbit stably at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specific distances from the nucleus.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call these distances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 shells,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of which corresponds to electrons with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certain energy level.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47236097.807181g/1447236095861-308774733258816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0" y="3125788"/>
            <a:ext cx="2857500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1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805240"/>
            <a:ext cx="11176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Quantum Mechanical Model.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understanding of matter evolved, scientists realised waves could exhibit particle like properties and vice versa.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Austrian scientist,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Erwin Schr</a:t>
            </a:r>
            <a:r>
              <a:rPr lang="en-AU" b="1" i="0" dirty="0" smtClean="0">
                <a:solidFill>
                  <a:srgbClr val="21242C"/>
                </a:solidFill>
                <a:effectLst/>
                <a:latin typeface="Arial" panose="020B0604020202020204" pitchFamily="34" charset="0"/>
              </a:rPr>
              <a:t>ödinger </a:t>
            </a:r>
            <a:r>
              <a:rPr lang="en-AU" b="0" i="0" dirty="0" smtClean="0">
                <a:solidFill>
                  <a:srgbClr val="21242C"/>
                </a:solidFill>
                <a:effectLst/>
                <a:latin typeface="Arial" panose="020B0604020202020204" pitchFamily="34" charset="0"/>
              </a:rPr>
              <a:t>treated electrons as waves and 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1926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proposed the Quantum Mechanical model of atomic structure. In this model there are orbitals which show where the electrons are likely to be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90%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time! It shows the probability of an electron being within a given region of the atom.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40641611.800791g/1440641613214-414356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63" y="3916363"/>
            <a:ext cx="38100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39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6337"/>
            <a:ext cx="11518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how many </a:t>
            </a:r>
            <a:r>
              <a:rPr lang="en-AU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nucleus has.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what defines an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element!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atom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proton, it is hydrogen. If it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protons, it is oxygen and if it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protons, it is plutonium.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91789412.662871g/1491789417340-159330112869577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1656666"/>
            <a:ext cx="7610475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79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584538"/>
            <a:ext cx="1181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 is the combined mass of the </a:t>
            </a:r>
            <a:r>
              <a:rPr lang="en-AU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protons and 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just want to know the number of neutrons, subtract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mass,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round to the nearest whole number.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20662327.265681g/1420662329040-39416514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663" y="365442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08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702439"/>
            <a:ext cx="105791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may seem strange, but the </a:t>
            </a:r>
            <a:r>
              <a:rPr lang="en-AU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 is usually not a whole number.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elements can have different </a:t>
            </a:r>
            <a:r>
              <a:rPr lang="en-AU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isotopes,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atoms with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number of protons,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amounts of neutrons.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average mass of all known isotopes of an element.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22395939.786361g/1422395934127-184979916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3832225"/>
            <a:ext cx="24955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41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www.educationperfect.com/media/content/Science/1449615838.142061g/1449615850589-251828309966150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3" y="479425"/>
            <a:ext cx="5715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98500" y="3671838"/>
            <a:ext cx="10960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Hydrogen has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three isotopes,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(with an atomic mass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accounts for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99.99%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hydrogen found on earth.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why the atomic mass of hydrogen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1.008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hydrogen has a mass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but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0.001%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heavier (atomic masses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which </a:t>
            </a:r>
            <a:r>
              <a:rPr lang="en-AU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average very slightly.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369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416735"/>
            <a:ext cx="11442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can be very easy to mix these two values up, so here are some hints for remembering which is which: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962" y="2168524"/>
            <a:ext cx="7887167" cy="367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6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KaTeX_Math</vt:lpstr>
      <vt:lpstr>Office Theme</vt:lpstr>
      <vt:lpstr>History of the Atomic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the Atomic Model</dc:title>
  <dc:creator>Joseph D'cruz</dc:creator>
  <cp:lastModifiedBy>Joseph D'cruz</cp:lastModifiedBy>
  <cp:revision>1</cp:revision>
  <dcterms:created xsi:type="dcterms:W3CDTF">2020-09-06T02:35:59Z</dcterms:created>
  <dcterms:modified xsi:type="dcterms:W3CDTF">2020-09-06T02:36:25Z</dcterms:modified>
</cp:coreProperties>
</file>