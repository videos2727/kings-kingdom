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690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58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8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981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14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22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41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4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528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6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6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E3A36-7152-49DA-BE84-15E97E3CC09F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78E09-691E-4ABD-876F-EF50167B2F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77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nS77SPywI9w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edr-kSvEp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Flame Tests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395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0300" y="1202035"/>
            <a:ext cx="9944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about a simple analytical technique used to identify certain elements, called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flame test.</a:t>
            </a:r>
            <a:endParaRPr lang="en-AU" dirty="0"/>
          </a:p>
        </p:txBody>
      </p:sp>
      <p:pic>
        <p:nvPicPr>
          <p:cNvPr id="1026" name="Picture 2" descr="https://www.educationperfect.com/Images/Content/Maths/1372132854558-78154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2159000"/>
            <a:ext cx="32766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743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092538"/>
            <a:ext cx="10985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Have you ever wondered how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fireworks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 so many different colours? By packing the firework pellets with different colour producing chemicals, you can create a rainbow of colours.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chemicals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burn with a coloured flame,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this is the basis of fireworks and of the flame test.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62229321.29221g/1462229341312-479910776407451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314700"/>
            <a:ext cx="47625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573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548839"/>
            <a:ext cx="11557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Flame tests are most commonly used to identify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metal cations.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heated in a flame, the electrons are excited to a higher orbital. They then drop back to the lower orbital, and in doing so they give off light. The amount of energy, and hence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emission spectrum,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specific to each element. This means that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different elements produce different coloured flames.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Maths/1372132854558-78154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00" y="2781300"/>
            <a:ext cx="32766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37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1340535"/>
            <a:ext cx="10934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examples of characteristic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flame test colours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shown in the table below: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49" y="2282824"/>
            <a:ext cx="5504735" cy="41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1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597238"/>
            <a:ext cx="10502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how can you actually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carry out a flame test?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several methods used. One of the easiest is to soak a paddle pop stick in water overnight, then dip it in a solution of the substance you wish to test, then hold the stick in a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bunsen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flame and observe the colour of the flame. Just make sure you don't set the stick on fire!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09501216.169521g/1509501216774-437858699966673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00" y="2755900"/>
            <a:ext cx="12573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29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1575138"/>
            <a:ext cx="10604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common method used, which is especially useful for insoluble salts, is to burn a sample on a nichrome or platinum wire.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do this, first the wire is cleaned, then dipped in water and then into the test solid. Crystals will stick onto the wire. This is then burned in the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bunsen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flame.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67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S77SPywI9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58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21936"/>
            <a:ext cx="9931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version of the flame test is done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dissolving the metal salts in ethanol in a plastic spray bottle.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solution is then sprayed into the flame. It produces a good effect, but can be very messy. Make sure you are aware of all risks before attempting this experiment! 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879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dr-kSvEp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6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Widescreen</PresentationFormat>
  <Paragraphs>16</Paragraphs>
  <Slides>10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Flame Tests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Flame Tests</dc:title>
  <dc:creator>Joseph D'cruz</dc:creator>
  <cp:lastModifiedBy>Joseph D'cruz</cp:lastModifiedBy>
  <cp:revision>1</cp:revision>
  <dcterms:created xsi:type="dcterms:W3CDTF">2021-12-19T05:57:21Z</dcterms:created>
  <dcterms:modified xsi:type="dcterms:W3CDTF">2021-12-19T05:57:41Z</dcterms:modified>
</cp:coreProperties>
</file>