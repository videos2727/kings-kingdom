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677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544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32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967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812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498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689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16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004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57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259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44D5B-2C5B-480B-856A-218389F8686B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8BFCE-CE91-4E9F-B7E5-A65F55A36A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908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oWfzpUIoN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Bonding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08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664339"/>
            <a:ext cx="10528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atom, including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electron shells.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the filling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influences an atom’s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stability.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atoms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attain full valence shells and achieve stability.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" name="1527128141.2039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54400" y="2781300"/>
            <a:ext cx="48260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5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834241"/>
            <a:ext cx="109855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Structure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made up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subatomic particles: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positively charged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(+1),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negatively charged </a:t>
            </a:r>
            <a:r>
              <a:rPr lang="en-AU" b="1" i="0" dirty="0" smtClean="0">
                <a:solidFill>
                  <a:srgbClr val="95948D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(−1),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neutral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(0).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 have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numbers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 and electrons, so overall they carry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 charge.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neutrons pack together closely in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atom. Electrons are found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orbitals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the nucleus.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protons and electrons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this attraction that holds the electrons orbiting around the nucleus.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57880139.089251g/1557880139847-289572873622176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3559175"/>
            <a:ext cx="38004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539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15943"/>
            <a:ext cx="11506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only be seen with extremely powerful microscopes.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sizes of atoms are often measured in </a:t>
            </a:r>
            <a:r>
              <a:rPr lang="en-AU" b="1" i="0" dirty="0" err="1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ångströms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1A˚=1×10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have a mass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1.67×10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this is such a small number, we often define it as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mass unit (AMU).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95948D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much smaller,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0.000549 AMU,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1/1840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mass of a proton or neutron.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 of the tiny size of subatomic particles,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most of the volume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(over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99.99999%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empty space.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atom was the size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sports stadium,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nucleus would be the size of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pea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centre!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Maths/1517970935.840521g/1517970935732-2624074980392647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118548"/>
            <a:ext cx="5226050" cy="346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6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315943"/>
            <a:ext cx="11061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with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numbers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protons, neutrons and electrons as each other are atoms of the same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element.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elements have different numbers of subatomic particles from each other, and this gives them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different chemical properties.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subatomic particles on their own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 not possess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chemical properties of elements; these only emerge when they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combined in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protons in an atom is called its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atomic number.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 protons is equal to the number of electrons in a neutral atom.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arranged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atomic number, and patterns in the periodic table can tell you about the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chemical and 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65564830.626151g/1565564892244-6530745816319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995737"/>
            <a:ext cx="380047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educationperfect.com/media/content/Science/1453681119.95271g/1453681146550-1199668444988292-optimis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75" y="3995737"/>
            <a:ext cx="2581275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www.educationperfect.com/media/content/Science/1567136242.558631g/1567136242370-1458912498459528-4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525" y="3889375"/>
            <a:ext cx="38004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54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374640"/>
            <a:ext cx="1099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 </a:t>
            </a:r>
            <a:r>
              <a:rPr lang="en-AU" b="1" i="0" dirty="0" smtClean="0">
                <a:solidFill>
                  <a:srgbClr val="FF6666"/>
                </a:solidFill>
                <a:effectLst/>
                <a:latin typeface="Arial" panose="020B0604020202020204" pitchFamily="34" charset="0"/>
              </a:rPr>
              <a:t>orbit the nucleus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series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electron shells or orbitals.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electron shell has a different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level of energy,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sits at a different </a:t>
            </a:r>
            <a:r>
              <a:rPr lang="en-AU" b="1" i="0" dirty="0" smtClean="0">
                <a:solidFill>
                  <a:srgbClr val="FF6666"/>
                </a:solidFill>
                <a:effectLst/>
                <a:latin typeface="Arial" panose="020B0604020202020204" pitchFamily="34" charset="0"/>
              </a:rPr>
              <a:t>distance from the nucleus.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lowest energy shell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closest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nucleus, and the energy of the shells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further out from the nucleus they get.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diagrams, the shells are usually represented as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circles,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electrons as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dots or crosses.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93954991.271571g/1493955012401-146813632476711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2949575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493954977.153251g/1493954987634-1468136324767118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2949575"/>
            <a:ext cx="3810000" cy="34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9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44143"/>
            <a:ext cx="11226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electron shell can only hold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certain number of electrons.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Arial" panose="020B0604020202020204" pitchFamily="34" charset="0"/>
              </a:rPr>
              <a:t>first electron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one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closest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nucleus, with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energy) can hold up to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second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hold up to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third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hold up to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8.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At this stage, you will not need to deal with more than 8 valence electrons. You may assume that the third shell is always stable with 8 electrons, and treat this as its limit.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argon,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 has all of the first three electron shells stable.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20576585.881721g/1420576535201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48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89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265143"/>
            <a:ext cx="118745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 Shells and the Periodic Table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element’s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tell you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how many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has, and therefore how its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arranged. If you do this with a number of different elements, you’ll start to notice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patterns.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FF7F50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far left, all have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single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their outermost electron shell. The rightmost group in the periodic table (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known as the noble or inert gases) have their outermost electron shell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filled.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other groups range between these in predictable patterns.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patterns will help you determine atoms’ electron configurations, but they also have a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deeper significance,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we will learn about later in this lesson.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68085658.182071g/1568085659098-115709624037331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212" y="3642847"/>
            <a:ext cx="5832475" cy="321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8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oWfzpUIoN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03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99641"/>
            <a:ext cx="1176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outermost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that is occupied by electrons is called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 shell that’s </a:t>
            </a:r>
            <a:r>
              <a:rPr lang="en-AU" b="1" i="0" dirty="0" smtClean="0">
                <a:solidFill>
                  <a:srgbClr val="2E2E97"/>
                </a:solidFill>
                <a:effectLst/>
                <a:latin typeface="Arial" panose="020B0604020202020204" pitchFamily="34" charset="0"/>
              </a:rPr>
              <a:t>furthest from the 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atom, and has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highest energy.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the atom’s total number of electrons,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 is often not full.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Unlike the inner electron shells (the core shells), the electrons of the valence shell are able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directly with things outside the atom. This means that it is the valence electrons that are involved in </a:t>
            </a:r>
            <a:r>
              <a:rPr lang="en-AU" b="1" i="0" dirty="0" smtClean="0">
                <a:solidFill>
                  <a:srgbClr val="2E2E97"/>
                </a:solidFill>
                <a:effectLst/>
                <a:latin typeface="Arial" panose="020B0604020202020204" pitchFamily="34" charset="0"/>
              </a:rPr>
              <a:t>chemical reactions.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19948670.106881g/1519948668900-4824810683831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2" y="3470275"/>
            <a:ext cx="44100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02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35340"/>
            <a:ext cx="11315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is most stable when it has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full valence shell.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noble gases,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found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table,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chemically unreactive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their valence shells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already full.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full valence shells will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gain, lose, or share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valence electrons to become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stable.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basis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chemical bonding.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German/1470781075.650411g/1470781095511-316784250788424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012" y="3221037"/>
            <a:ext cx="380047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463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279043"/>
            <a:ext cx="107315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will gain or lose electrons depending on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how many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in the valence shell.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valence shell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close to full,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takes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small number of electrons than to lose the larger number already there.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atom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gains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obtains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extra negative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not balanced by the protons in the nucleus. It becomes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negative 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valence shell has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few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it, it takes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small number of electrons than to gain a large number.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atom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loses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loses some of its negative charge,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positive charge of the protons in the nucleus are no longer balanced by its electrons. It becomes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positive 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25732465.081281g/1525732450271-269191451756237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972362"/>
            <a:ext cx="587692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9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40142"/>
            <a:ext cx="11315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electrons in an atom’s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determines the magnitude of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ion.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chlorine atom below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7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its valence shell. It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one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full valence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 By doing this, it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gains a charge,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valency,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−1.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call this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chloride 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write it 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Cl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−.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magnesium atom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its valence shell. It will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 both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them to make the next shell in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full valence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 By doing this it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gains a valency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+2.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call this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magnesium 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write it as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Mg2</a:t>
            </a:r>
            <a:r>
              <a:rPr lang="en-AU" b="0" i="0" dirty="0" smtClean="0">
                <a:solidFill>
                  <a:srgbClr val="FF7F50"/>
                </a:solidFill>
                <a:effectLst/>
                <a:latin typeface="KaTeX_Main"/>
              </a:rPr>
              <a:t>+.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61588548.69921g/1561588549081-17107494198833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2951163"/>
            <a:ext cx="5264150" cy="193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www.educationperfect.com/media/content/Science/1561585433.624711g/1561585433962-171074941988336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5099634"/>
            <a:ext cx="4454525" cy="175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76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02042"/>
            <a:ext cx="11468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bonds an atom is able to form is called its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valency.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forming ionic bonds, the valency is equal to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charge on the 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Cl−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 has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valency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6247AA"/>
                </a:solidFill>
                <a:effectLst/>
                <a:latin typeface="KaTeX_Main"/>
              </a:rPr>
              <a:t>−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Mg2+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 has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valency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6247AA"/>
                </a:solidFill>
                <a:effectLst/>
                <a:latin typeface="KaTeX_Main"/>
              </a:rPr>
              <a:t>+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2.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forming covalent bonds, the valency is equal to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number of covalent bonds the atom can form.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related to their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number of valence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carbon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electrons, so it can form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bonds and thus has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valency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4.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discuss the types of bonds and how they form in the next section.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08821401.030931g/1508821405822-337625775529834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982" y="3327400"/>
            <a:ext cx="607193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00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44143"/>
            <a:ext cx="113919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Properties and the Periodic Table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with the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same 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tend to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similar chemical properties,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they must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react in similar ways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obtain a full valence shell.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Generally,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atoms,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 and bottom of the periodic table, have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low numbers of valence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tend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 electrons to form cations.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atoms,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 of the periodic table, have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high numbers of valence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tend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electrons to form anions.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number of valence electrons is the group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periodic table, or the group number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higher numbered groups.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68342575.544711g/1568342576505-234262184074732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378628"/>
            <a:ext cx="5175250" cy="3212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050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493743"/>
            <a:ext cx="11569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seldom find free atoms in nature, because in order to lose, gain, or share electrons 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achieve stability,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bond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other atoms.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Spontaneous changes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in nature to reach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greater stability,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bonding is one such process. When compatible atoms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collide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one another, they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form chemical bonds.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Energy is released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bonds form, which puts the newly bonded atoms into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lower energy, more stable state.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bonds may form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molecules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few atoms or larger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compounds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few million atoms. Only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noble gases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commonly exist as free atoms. For the rest,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how they bond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what they bond with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determines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everything you see around you.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3119723.4422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52900" y="3478848"/>
            <a:ext cx="4191000" cy="32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1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297240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when an atom which needs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donates its valence electrons to an atom which needs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electrons.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creates a pair of ions (a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which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 This attraction results in an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bonds usually form between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anion.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Ionic bonds may form between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many 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create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lattice.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63404912.925851g/1563404914554-409794289213444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3152775"/>
            <a:ext cx="7620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846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171440"/>
            <a:ext cx="1168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bond with each other by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sharing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many atoms.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metallic bonding,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metal atoms become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delocalised,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disconnecting from their nuclei. This results in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lattice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cations with a sea of delocalised electrons moving between them.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electrons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attracted equally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all the metal cations, so they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free to 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 The cations’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attractions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electrons holds the cations in a lattice.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63747439.03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71850" y="2324100"/>
            <a:ext cx="56007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8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4625" y="162728"/>
            <a:ext cx="11544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when electrons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shared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nuclei.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situation, neither atom loses or gains an electron; instead,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shared electrons belong to both of them simultaneously.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outer electron shells of the atoms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overlap,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shared electrons’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attraction to both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holds the molecule together.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atom’s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many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bonds it can form; in other words, covalent bonding is related to valency. Covalent bonds usually form between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non-metal atoms.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bonds may form between many atoms to create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network.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60982647.136931g/1560982648797-131867285557080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213997"/>
            <a:ext cx="6200775" cy="338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373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74241"/>
            <a:ext cx="11417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types of atoms do not attract electrons equally.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F8ABD"/>
                </a:solidFill>
                <a:effectLst/>
                <a:latin typeface="Arial" panose="020B0604020202020204" pitchFamily="34" charset="0"/>
              </a:rPr>
              <a:t>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which an atom attracts electrons is called </a:t>
            </a:r>
            <a:r>
              <a:rPr lang="en-AU" b="1" i="0" dirty="0" smtClean="0">
                <a:solidFill>
                  <a:srgbClr val="8F8ABD"/>
                </a:solidFill>
                <a:effectLst/>
                <a:latin typeface="Arial" panose="020B0604020202020204" pitchFamily="34" charset="0"/>
              </a:rPr>
              <a:t>electronegativity.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electronegativity of an atom depends on a number of factors.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with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greater number of 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 will attract electrons more strongly due to their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stronger positive charge.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 which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attract electrons more strongly because there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fewer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nucleus and its valence electrons and the outside world.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60982996.345761g/1560982998075-131867285557080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0" y="2884249"/>
            <a:ext cx="6165850" cy="365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102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97240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Electronegativity and the Periodic Table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factors combine to mean that electronegativity generally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left to 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bottom to top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Metallic 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low </a:t>
            </a:r>
            <a:r>
              <a:rPr lang="en-AU" b="1" i="0" dirty="0" err="1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electronegativities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non-metallic 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lang="en-AU" b="1" i="0" dirty="0" err="1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electronegativities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which is another way of saying that metal atoms tend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non-metallic atoms tend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them.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570138504.529481g/1570138505212-305818961177911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2378075"/>
            <a:ext cx="760095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656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53643"/>
            <a:ext cx="117475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8E8EF0"/>
                </a:solidFill>
                <a:effectLst/>
                <a:latin typeface="Arial" panose="020B0604020202020204" pitchFamily="34" charset="0"/>
              </a:rPr>
              <a:t>Varying electronegativity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that in most bonds, electrons will be more strongly attracted to one atom than the other.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 reason that some atoms form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some form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ionic bonds have a much </a:t>
            </a:r>
            <a:r>
              <a:rPr lang="en-AU" b="1" i="0" dirty="0" smtClean="0">
                <a:solidFill>
                  <a:srgbClr val="8E8EF0"/>
                </a:solidFill>
                <a:effectLst/>
                <a:latin typeface="Arial" panose="020B0604020202020204" pitchFamily="34" charset="0"/>
              </a:rPr>
              <a:t>greater electronegativity difference.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it also means that many covalent bonds are </a:t>
            </a:r>
            <a:r>
              <a:rPr lang="en-AU" b="1" i="0" dirty="0" smtClean="0">
                <a:solidFill>
                  <a:srgbClr val="34A6AD"/>
                </a:solidFill>
                <a:effectLst/>
                <a:latin typeface="Arial" panose="020B0604020202020204" pitchFamily="34" charset="0"/>
              </a:rPr>
              <a:t>polar;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shared electrons are </a:t>
            </a:r>
            <a:r>
              <a:rPr lang="en-AU" b="1" i="0" dirty="0" smtClean="0">
                <a:solidFill>
                  <a:srgbClr val="8E8EF0"/>
                </a:solidFill>
                <a:effectLst/>
                <a:latin typeface="Arial" panose="020B0604020202020204" pitchFamily="34" charset="0"/>
              </a:rPr>
              <a:t>more strongly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one atom than the other, so they spend more of their time close to the more electronegative atom.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can thus be considered a </a:t>
            </a:r>
            <a:r>
              <a:rPr lang="en-AU" b="1" i="0" dirty="0" smtClean="0">
                <a:solidFill>
                  <a:srgbClr val="34A6AD"/>
                </a:solidFill>
                <a:effectLst/>
                <a:latin typeface="Arial" panose="020B0604020202020204" pitchFamily="34" charset="0"/>
              </a:rPr>
              <a:t>continuum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non-polar covalent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electrons are equally shared, through </a:t>
            </a:r>
            <a:r>
              <a:rPr lang="en-AU" b="1" i="0" dirty="0" smtClean="0">
                <a:solidFill>
                  <a:srgbClr val="34A6AD"/>
                </a:solidFill>
                <a:effectLst/>
                <a:latin typeface="Arial" panose="020B0604020202020204" pitchFamily="34" charset="0"/>
              </a:rPr>
              <a:t>polar covalent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electrons are unequally shared, 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electrons are not shared.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22272541.781511g/1522272546531-104309690782977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3392964"/>
            <a:ext cx="3810000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034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52443"/>
            <a:ext cx="11620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molecules and compounds are determined by the types of particles involved and the types of attractions between them.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attractions involved in chemical bonds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electrostatic forces: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attractive forces between electrically charged objects.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 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strongly, while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like charges repel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 This is why chemical bonds are determined by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interactions between protons and 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Ionic, metallic, and covalent compounds have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different 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how their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 are arranged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how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their atoms, ions, protons and electrons operate.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68929561.972871g/1568929562366-2619607601369976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114765"/>
            <a:ext cx="5588000" cy="313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ttps://www.educationperfect.com/media/content/English%20&amp;%20Literature/1553056024.905871g/1553056025006-2186826949603790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275" y="3114765"/>
            <a:ext cx="4722150" cy="313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0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113</Words>
  <Application>Microsoft Office PowerPoint</Application>
  <PresentationFormat>Widescreen</PresentationFormat>
  <Paragraphs>123</Paragraphs>
  <Slides>23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KaTeX_Main</vt:lpstr>
      <vt:lpstr>Office Theme</vt:lpstr>
      <vt:lpstr>Introduction to Bonding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Bonding</dc:title>
  <dc:creator>Joseph D'cruz</dc:creator>
  <cp:lastModifiedBy>Joseph D'cruz</cp:lastModifiedBy>
  <cp:revision>3</cp:revision>
  <dcterms:created xsi:type="dcterms:W3CDTF">2020-09-06T03:33:15Z</dcterms:created>
  <dcterms:modified xsi:type="dcterms:W3CDTF">2020-09-06T04:45:52Z</dcterms:modified>
</cp:coreProperties>
</file>