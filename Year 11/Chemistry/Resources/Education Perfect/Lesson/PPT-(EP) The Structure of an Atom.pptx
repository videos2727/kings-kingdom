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B6455-C612-4A5A-9C39-90F238EF35DF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97FE2-C071-4849-9A19-968ED7BD8E9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1568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B6455-C612-4A5A-9C39-90F238EF35DF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97FE2-C071-4849-9A19-968ED7BD8E9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0185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B6455-C612-4A5A-9C39-90F238EF35DF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97FE2-C071-4849-9A19-968ED7BD8E9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1158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B6455-C612-4A5A-9C39-90F238EF35DF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97FE2-C071-4849-9A19-968ED7BD8E9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582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B6455-C612-4A5A-9C39-90F238EF35DF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97FE2-C071-4849-9A19-968ED7BD8E9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0413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B6455-C612-4A5A-9C39-90F238EF35DF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97FE2-C071-4849-9A19-968ED7BD8E9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4087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B6455-C612-4A5A-9C39-90F238EF35DF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97FE2-C071-4849-9A19-968ED7BD8E9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4903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B6455-C612-4A5A-9C39-90F238EF35DF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97FE2-C071-4849-9A19-968ED7BD8E9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8167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B6455-C612-4A5A-9C39-90F238EF35DF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97FE2-C071-4849-9A19-968ED7BD8E9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2433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B6455-C612-4A5A-9C39-90F238EF35DF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97FE2-C071-4849-9A19-968ED7BD8E9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6121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B6455-C612-4A5A-9C39-90F238EF35DF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97FE2-C071-4849-9A19-968ED7BD8E9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1045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AB6455-C612-4A5A-9C39-90F238EF35DF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97FE2-C071-4849-9A19-968ED7BD8E9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7386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oSCX78-8-q0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The Structure of an Atom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5901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715139"/>
            <a:ext cx="107569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After you have completed this lesson, you should be able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Describe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structure of an atom in terms of the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subatomic particles: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protons, neutrons and electrons.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Identify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draw the location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these subatomic particles within a model of an atom.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State the charges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each subatomic particle, and explain how these contribute to 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overall charge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an atom.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474502290.854321g/1474502291178-3970581124784488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7475" y="3556000"/>
            <a:ext cx="3810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8058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305138"/>
            <a:ext cx="116459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Atoms are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smallest particles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substance that can exist while still possessing all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unique chemical properties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that substance.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Atoms can only be seen with an incredibly powerful microscope, and they look like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tiny spheres,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you can see in the video below.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oSCX78-8-q0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701800" y="1876425"/>
            <a:ext cx="8521700" cy="4793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848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8300" y="308739"/>
            <a:ext cx="114935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Atoms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commonly described as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building blocks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all matter.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They make up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everything in the universe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are the basis of chemistry.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Atoms are so tiny that they cannot be seen except with a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powerful microscope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called a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scanning tunnelling microscope (STM).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They can be thought of as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tiny spheres.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454966962.337731g/1454966979028-2510599555300306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875" y="3017837"/>
            <a:ext cx="3800475" cy="2933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2748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7700" y="337741"/>
            <a:ext cx="112903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Just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how small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atoms?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size of atoms is often measured in </a:t>
            </a:r>
            <a:r>
              <a:rPr lang="en-AU" b="1" i="0" dirty="0" err="1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ångströms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 (Å),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where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ångström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 is equal to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×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10</a:t>
            </a:r>
            <a:r>
              <a:rPr lang="en-AU" b="1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−10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The diameter of a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hydrogen atom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approximately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KaTeX_Main"/>
              </a:rPr>
              <a:t>1A˚</a:t>
            </a:r>
            <a:r>
              <a:rPr lang="en-AU" b="0" i="0" dirty="0" smtClean="0">
                <a:solidFill>
                  <a:srgbClr val="00868B"/>
                </a:solidFill>
                <a:effectLst/>
                <a:latin typeface="KaTeX_Main"/>
              </a:rPr>
              <a:t>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 diameter of a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uranium atom,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largest naturally occurring element, is approximately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KaTeX_Main"/>
              </a:rPr>
              <a:t>5A˚.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single grain of sand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contains about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KaTeX_Main"/>
              </a:rPr>
              <a:t>22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1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quintillion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(22,000,000,000,000,000,000)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atoms. That's a lot!</a:t>
            </a:r>
          </a:p>
          <a:p>
            <a:r>
              <a:rPr lang="en-AU" dirty="0" smtClean="0"/>
              <a:t/>
            </a:r>
            <a:br>
              <a:rPr lang="en-AU" dirty="0" smtClean="0"/>
            </a:br>
            <a:endParaRPr lang="en-AU" dirty="0"/>
          </a:p>
        </p:txBody>
      </p:sp>
      <p:pic>
        <p:nvPicPr>
          <p:cNvPr id="3074" name="Picture 2" descr="https://www.educationperfect.com/media/content/Science/1557786325.532921g/1557786328084-2091752689050573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775" y="2722562"/>
            <a:ext cx="3800475" cy="360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6863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9100" y="364341"/>
            <a:ext cx="115443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atom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smallest part of a substance that can exist and still possess all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unique chemical properties of that substance.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is why they're called the 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building blocks of matter.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might already know that atoms are actually made up of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even smaller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particles called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protons, neutrons, and electrons.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Different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types of atoms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different numbers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protons, neutrons, and electrons.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However, protons, neutrons, and electrons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on their own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do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not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possess the chemical properties of elements. It is only when they are in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combination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substances with different properties are formed.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40241356.7298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629024" y="2768599"/>
            <a:ext cx="4257675" cy="390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70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34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60340"/>
            <a:ext cx="114935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Different types of atoms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different numbers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protons, neutrons and electrons.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These different types of atoms are called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elements.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term element also describes a substance made up of just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one type of atom.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are currently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KaTeX_Main"/>
              </a:rPr>
              <a:t>118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known elements.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They can be organised based on their properties into a chart called 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periodic table.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periodic table gives you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information about each element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 atoms that make it up.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447187304.599471g/1447187309334-2807887778813907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8950" y="2568664"/>
            <a:ext cx="3810000" cy="3800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4366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5900" y="547638"/>
            <a:ext cx="117983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can think of atoms as being like pieces of </a:t>
            </a:r>
            <a:r>
              <a:rPr lang="en-AU" b="1" i="1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Lego: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each different arrangement of atoms creates something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new.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your body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made up of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26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types of atom arranged in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many different ways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form your blood, skin, hair, muscles, and so on. In fact,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96%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your body is made up of just four types: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carbon, oxygen, hydrogen, and nitrogen atoms.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551138775.493081g/1551138775662-2898873778043486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6328" y="3427412"/>
            <a:ext cx="4657444" cy="2579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389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39800" y="785336"/>
            <a:ext cx="10922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Atoms are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so small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they cannot be seen without an extremely powerful microscope. But atoms are actually made up of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even smaller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particles called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subatomic particles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("smaller than an atom" particles). These are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protons, neutrons, and electrons.</a:t>
            </a:r>
            <a:endParaRPr lang="en-AU" dirty="0"/>
          </a:p>
        </p:txBody>
      </p:sp>
      <p:pic>
        <p:nvPicPr>
          <p:cNvPr id="6146" name="Picture 2" descr="https://www.educationperfect.com/media/content/Science/1557879343.382721g/1557879344088-2895728736221769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1175" y="2962275"/>
            <a:ext cx="6265182" cy="230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8645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1600" y="798036"/>
            <a:ext cx="119253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Protons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neutrons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make up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nucleus,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is at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centre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atom (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nucleus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means 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centre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343330"/>
                </a:solidFill>
                <a:effectLst/>
                <a:latin typeface="Arial" panose="020B0604020202020204" pitchFamily="34" charset="0"/>
              </a:rPr>
              <a:t>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found in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orbitals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(or shells) around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outside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nucleus.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Science/1557879436.687741g/1557879437445-2895728736221769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0200" y="2324100"/>
            <a:ext cx="4616950" cy="4049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1437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63540"/>
            <a:ext cx="11430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i="0" u="sng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P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rotons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 </a:t>
            </a:r>
            <a:r>
              <a:rPr lang="en-AU" b="1" i="0" u="sng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p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ositively charged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(+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)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; </a:t>
            </a:r>
            <a:r>
              <a:rPr lang="en-AU" b="1" i="0" dirty="0" smtClean="0">
                <a:solidFill>
                  <a:srgbClr val="343330"/>
                </a:solidFill>
                <a:effectLst/>
                <a:latin typeface="Arial" panose="020B0604020202020204" pitchFamily="34" charset="0"/>
              </a:rPr>
              <a:t>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 </a:t>
            </a:r>
            <a:r>
              <a:rPr lang="en-AU" b="1" i="0" dirty="0" smtClean="0">
                <a:solidFill>
                  <a:srgbClr val="343330"/>
                </a:solidFill>
                <a:effectLst/>
                <a:latin typeface="Arial" panose="020B0604020202020204" pitchFamily="34" charset="0"/>
              </a:rPr>
              <a:t>negatively charged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(−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)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; and </a:t>
            </a:r>
            <a:r>
              <a:rPr lang="en-AU" b="1" i="0" u="sng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neutr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 </a:t>
            </a:r>
            <a:r>
              <a:rPr lang="en-AU" b="1" i="0" u="sng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neutr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al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(have no charge;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0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Protons and electrons have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opposite charges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each other. Electrons are </a:t>
            </a:r>
            <a:r>
              <a:rPr lang="en-AU" b="1" i="0" dirty="0" smtClean="0">
                <a:solidFill>
                  <a:srgbClr val="343330"/>
                </a:solidFill>
                <a:effectLst/>
                <a:latin typeface="Arial" panose="020B0604020202020204" pitchFamily="34" charset="0"/>
              </a:rPr>
              <a:t>constantly moving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their shells outside the nucleus.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attraction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the electrons and protons holds the electrons in their shells.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Atoms have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equal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numbers of positively charged protons and negatively charged electrons, making them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neutral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(uncharged) overall.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Images/Content/Science/1403398456206-1796588577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4675" y="2771864"/>
            <a:ext cx="3390900" cy="339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1670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6600" y="664339"/>
            <a:ext cx="108585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is also important to look at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size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subatomic particles.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Most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atom's mass (about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99.9%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is made up of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protons and neutrons.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Protons and neutrons each have a mass of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KaTeX_Main"/>
              </a:rPr>
              <a:t>1.67</a:t>
            </a:r>
            <a:r>
              <a:rPr lang="en-AU" b="0" i="0" dirty="0" smtClean="0">
                <a:solidFill>
                  <a:srgbClr val="FF7F50"/>
                </a:solidFill>
                <a:effectLst/>
                <a:latin typeface="KaTeX_Main"/>
              </a:rPr>
              <a:t>×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KaTeX_Main"/>
              </a:rPr>
              <a:t>10</a:t>
            </a:r>
            <a:r>
              <a:rPr lang="en-AU" b="0" i="0" baseline="30000" dirty="0" smtClean="0">
                <a:solidFill>
                  <a:srgbClr val="FF7F50"/>
                </a:solidFill>
                <a:effectLst/>
                <a:latin typeface="KaTeX_Main"/>
              </a:rPr>
              <a:t>−</a:t>
            </a:r>
            <a:r>
              <a:rPr lang="en-AU" b="1" i="0" baseline="30000" dirty="0" smtClean="0">
                <a:solidFill>
                  <a:srgbClr val="FF7F50"/>
                </a:solidFill>
                <a:effectLst/>
                <a:latin typeface="KaTeX_Main"/>
              </a:rPr>
              <a:t>24</a:t>
            </a:r>
            <a:r>
              <a:rPr lang="en-AU" b="0" i="0" dirty="0" smtClean="0">
                <a:solidFill>
                  <a:srgbClr val="FF7F50"/>
                </a:solidFill>
                <a:effectLst/>
                <a:latin typeface="KaTeX_Main"/>
              </a:rPr>
              <a:t> g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KaTeX_Main"/>
              </a:rPr>
              <a:t>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is such a tiny number that a new unit of mass is used: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atomic mass unit (</a:t>
            </a:r>
            <a:r>
              <a:rPr lang="en-AU" b="1" i="0" dirty="0" err="1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amu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).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Using these units, protons and neutrons both have a mass of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KaTeX_Main"/>
              </a:rPr>
              <a:t>1</a:t>
            </a:r>
            <a:r>
              <a:rPr lang="en-AU" b="0" i="0" dirty="0" smtClean="0">
                <a:solidFill>
                  <a:srgbClr val="3598DC"/>
                </a:solidFill>
                <a:effectLst/>
                <a:latin typeface="KaTeX_Main"/>
              </a:rPr>
              <a:t> </a:t>
            </a:r>
            <a:r>
              <a:rPr lang="en-AU" b="1" i="0" dirty="0" err="1" smtClean="0">
                <a:solidFill>
                  <a:srgbClr val="3598DC"/>
                </a:solidFill>
                <a:effectLst/>
                <a:latin typeface="KaTeX_Main"/>
              </a:rPr>
              <a:t>amu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KaTeX_Main"/>
              </a:rPr>
              <a:t>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 descr="https://www.educationperfect.com/media/content/Science/1557879627.035681g/1557879627789-2895728736221769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2875" y="382270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https://www.educationperfect.com/media/content/Science/1557879657.624721g/1557879658289-2895728736221769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6975" y="382270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6520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7500" y="453936"/>
            <a:ext cx="116205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i="0" dirty="0" smtClean="0">
                <a:solidFill>
                  <a:srgbClr val="343330"/>
                </a:solidFill>
                <a:effectLst/>
                <a:latin typeface="Arial" panose="020B0604020202020204" pitchFamily="34" charset="0"/>
              </a:rPr>
              <a:t>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KaTeX_Main"/>
              </a:rPr>
              <a:t>1840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times smaller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protons and neutrons, with a mass of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0.000549  </a:t>
            </a:r>
            <a:r>
              <a:rPr lang="en-AU" b="0" i="0" dirty="0" err="1" smtClean="0">
                <a:solidFill>
                  <a:srgbClr val="444444"/>
                </a:solidFill>
                <a:effectLst/>
                <a:latin typeface="KaTeX_Main"/>
              </a:rPr>
              <a:t>amu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Their mass is usually represented in terms of the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relative mass,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i.e.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1/1840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mass of protons and neutrons.</a:t>
            </a:r>
            <a:endParaRPr lang="en-AU" dirty="0"/>
          </a:p>
        </p:txBody>
      </p:sp>
      <p:pic>
        <p:nvPicPr>
          <p:cNvPr id="10242" name="Picture 2" descr="https://www.educationperfect.com/media/content/Science/1446762972.839911g/1446762973403-4391005400701117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975" y="2243137"/>
            <a:ext cx="4762500" cy="3638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2686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598438"/>
            <a:ext cx="113284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Electrons are also found a very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long way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 nucleus, which means that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most of an atom is empty space.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the nucleus of a hydrogen atom were the size of a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golf ball,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electron would be the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width of a human hair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be found at a distance similar to the height of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Sky Tower!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266" name="Picture 2" descr="https://www.educationperfect.com/media/content/German/1468809362.407291g/1468809364971-3593475189455037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0700" y="3225800"/>
            <a:ext cx="3810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39989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52500" y="667435"/>
            <a:ext cx="101981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table summarises the information you need to know about the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subatomic particles:</a:t>
            </a: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525" y="1482724"/>
            <a:ext cx="10768950" cy="291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48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</Words>
  <Application>Microsoft Office PowerPoint</Application>
  <PresentationFormat>Widescreen</PresentationFormat>
  <Paragraphs>51</Paragraphs>
  <Slides>15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KaTeX_Main</vt:lpstr>
      <vt:lpstr>Office Theme</vt:lpstr>
      <vt:lpstr>The Structure of an Atom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Structure of an Atom</dc:title>
  <dc:creator>Joseph D'cruz</dc:creator>
  <cp:lastModifiedBy>Joseph D'cruz</cp:lastModifiedBy>
  <cp:revision>1</cp:revision>
  <dcterms:created xsi:type="dcterms:W3CDTF">2020-09-06T02:42:38Z</dcterms:created>
  <dcterms:modified xsi:type="dcterms:W3CDTF">2020-09-06T02:42:50Z</dcterms:modified>
</cp:coreProperties>
</file>