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64" r:id="rId15"/>
    <p:sldId id="265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ED51-33EA-44EB-9807-75358DD88AF7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C44-DDB1-4FCC-8D14-15FA10643F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565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ED51-33EA-44EB-9807-75358DD88AF7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C44-DDB1-4FCC-8D14-15FA10643F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6679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ED51-33EA-44EB-9807-75358DD88AF7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C44-DDB1-4FCC-8D14-15FA10643F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4400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ED51-33EA-44EB-9807-75358DD88AF7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C44-DDB1-4FCC-8D14-15FA10643F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2597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ED51-33EA-44EB-9807-75358DD88AF7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C44-DDB1-4FCC-8D14-15FA10643F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2858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ED51-33EA-44EB-9807-75358DD88AF7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C44-DDB1-4FCC-8D14-15FA10643F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2428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ED51-33EA-44EB-9807-75358DD88AF7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C44-DDB1-4FCC-8D14-15FA10643F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9325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ED51-33EA-44EB-9807-75358DD88AF7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C44-DDB1-4FCC-8D14-15FA10643F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6131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ED51-33EA-44EB-9807-75358DD88AF7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C44-DDB1-4FCC-8D14-15FA10643F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8887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ED51-33EA-44EB-9807-75358DD88AF7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C44-DDB1-4FCC-8D14-15FA10643F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3183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BED51-33EA-44EB-9807-75358DD88AF7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C44-DDB1-4FCC-8D14-15FA10643F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706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BED51-33EA-44EB-9807-75358DD88AF7}" type="datetimeFigureOut">
              <a:rPr lang="en-AU" smtClean="0"/>
              <a:t>6/09/2020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CEC44-DDB1-4FCC-8D14-15FA10643F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767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hyperlink" Target="https://www.britannica.com/event/Cold-War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Atomic Symbols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1168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1097340"/>
            <a:ext cx="11099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about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atomic symbols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elements. After you have completed this lesson, you should be able to:</a:t>
            </a:r>
          </a:p>
          <a:p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Identify and correctly write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unique chemical symbols for the first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elements and other selected elements.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atomic number, mass number, and relative atomic mass.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Use the periodic table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determine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number of protons, neutrons and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an atom of a given element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90915946.929091g/1490915947456-311789027056815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975" y="3643312"/>
            <a:ext cx="4762500" cy="29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4737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309245"/>
            <a:ext cx="114554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AU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Transfermium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Wars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Before a newly discovered element gets an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atomic symbol,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must be named. The naming rights to a new element traditionally go to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scientist(s) who discovered the element.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some elements have had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multiple groups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claiming to be their discoverer. For example,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elements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KaTeX_Main"/>
              </a:rPr>
              <a:t>104</a:t>
            </a:r>
            <a:r>
              <a:rPr lang="en-AU" b="0" i="0" dirty="0" smtClean="0">
                <a:solidFill>
                  <a:srgbClr val="6773B2"/>
                </a:solidFill>
                <a:effectLst/>
                <a:latin typeface="KaTeX_Main"/>
              </a:rPr>
              <a:t>−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KaTeX_Main"/>
              </a:rPr>
              <a:t>106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radioactive elements discovered as a result of atomic research during the </a:t>
            </a:r>
            <a:r>
              <a:rPr lang="en-AU" b="0" i="0" u="none" strike="noStrike" dirty="0" smtClean="0">
                <a:solidFill>
                  <a:srgbClr val="0780B0"/>
                </a:solidFill>
                <a:effectLst/>
                <a:latin typeface="Arial" panose="020B0604020202020204" pitchFamily="34" charset="0"/>
                <a:hlinkClick r:id="rId2"/>
              </a:rPr>
              <a:t>Cold War.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American scientists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the Lawrence Berkeley National Laboratory, and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Soviet scientists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the Joint Institute for Nuclear Research, 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Dubna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both claimed to have discovered these three elements.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controversy, along with disputes surrounding the naming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107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108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Russians and Germans,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became known as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"</a:t>
            </a:r>
            <a:r>
              <a:rPr lang="en-AU" b="1" i="0" dirty="0" err="1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Transfermium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 Wars",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the five elements follow Fermium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KaTeX_Main"/>
              </a:rPr>
              <a:t>Fm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periodic table.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Geography/1528948416.015361f/1528948441805-3358474466158355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75" y="3977164"/>
            <a:ext cx="2924175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4703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8700" y="698838"/>
            <a:ext cx="10642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Every known element has its own unique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chemical symbol.</a:t>
            </a:r>
            <a:endParaRPr lang="en-AU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chemical symbol is either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one or two letters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derived from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name of the element.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the chemical symbol for </a:t>
            </a:r>
            <a:r>
              <a:rPr lang="en-AU" b="1" i="0" u="sng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he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lium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1" i="0" u="sng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He.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German/1453933349.859171g/1453933391791-3951118349438109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0" y="2830512"/>
            <a:ext cx="3810000" cy="377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5242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0839"/>
            <a:ext cx="11658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first letter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chemical symbol is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always a capital,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just like a person's name.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first letter already belongs to another element, a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second letter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added to the chemical symbol. The second letter is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always lowercase.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KaTeX_Main"/>
              </a:rPr>
              <a:t>Ca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used for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calcium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already used for carbon. It must be written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Ca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NOT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CA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ca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or 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KaTeX_Main"/>
              </a:rPr>
              <a:t>cA.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54978084.78731g/1454978088718-86311851422356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5775" y="3535362"/>
            <a:ext cx="2381250" cy="2714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www.educationperfect.com/media/content/Science/1454978180.101851g/1454978180365-863118514223567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575" y="3535362"/>
            <a:ext cx="2381250" cy="252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229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435739"/>
            <a:ext cx="116713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chemical symbols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do not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resemble the common name we use for the element.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the symbol for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silver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Ag.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because the symbol is derived from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Latin name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silver,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argentum.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other elements that have symbols derived from their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Latin name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shown below. You will need to remember these symbols.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012" y="2622550"/>
            <a:ext cx="6669088" cy="403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918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501640"/>
            <a:ext cx="110871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Chemical symbols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always letters.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never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contain numbers.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Two symbols that students often have trouble with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oxygen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chlorine.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Oxygen's symbol is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capital O.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not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zero.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Chlorine's symbol is a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capital 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followed by a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lowercase 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Cl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).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second letter is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not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a capital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I.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You will be marked wrong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you type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incorrect symbol.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91271459.927031g/1491271463027-389141163924113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8275" y="3322637"/>
            <a:ext cx="4762500" cy="269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489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573038"/>
            <a:ext cx="1168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118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elements are organised on the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periodic table.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are ordered from left to right in terms of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increasing atomic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(number of protons in the nucleus).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need to know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first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KaTeX_Main"/>
              </a:rPr>
              <a:t>20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elements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Ca)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plus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Fe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Cu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Zn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Ag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I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KaTeX_Main"/>
              </a:rPr>
              <a:t>Pb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These are all highlighted below in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blue.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58557055.555791g/1558557055631-604841302331733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262" y="2151062"/>
            <a:ext cx="7610475" cy="4152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14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" y="367437"/>
            <a:ext cx="113157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periodic table contains a series of boxes with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important information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about each of the elements.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two numbers in each element's box: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relative atomic mass.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58399022.915461g/1558399022944-269235694721928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5775" y="2619375"/>
            <a:ext cx="6677025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5777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" y="345639"/>
            <a:ext cx="10947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equal to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number of protons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nucleus.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atomic number is what distinguishes different elements from one another. It is always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smaller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element's box.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helium's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single atom of helium has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protons in its nucleus.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58402015.089381g/1558402014641-234107738799078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175" y="3008312"/>
            <a:ext cx="6981825" cy="337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6517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143639"/>
            <a:ext cx="112395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mass number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equal to the number of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protons + neutrons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nucleus.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mass number tells you the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mass of a single atom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that element, in atomic mass units (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amu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 Protons and neutrons each have a mass of about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amu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number of electrons is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not included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mass number because electrons are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so light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they do not significantly contribute to the mass of an atom.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08976409.309091g/1508976422483-2364615985884360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75" y="2959100"/>
            <a:ext cx="3810000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9943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297240"/>
            <a:ext cx="112141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number of neutrons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an atom of a specific element can vary.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Elements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only defined by the number of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their nucleus. Atoms of an element with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different numbers of neutrons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called isotopes.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Both neutrons and protons contribute to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atom, so these different isotopes of the same element have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different mass numbers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the same atomic number.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558407063.725721g/1558407063238-2341077387990785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475" y="2548454"/>
            <a:ext cx="5314950" cy="3765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5122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0" y="452041"/>
            <a:ext cx="11366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relative atomic mass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average mass number of an element.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isotopes of an element each have slightly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different mass numbers,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occur in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different abundances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nature. The relative atomic mass is a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calculated average of the mass numbers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all the isotopes of that element. It can also be called the atomic weight.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Being a calculated average, the relative atomic mass is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usually not a whole number.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the value displayed on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periodic table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alongside the atomic number.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558406286.104511g/1558406285639-2341077387990785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699" y="2894829"/>
            <a:ext cx="6899275" cy="3475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402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42035"/>
            <a:ext cx="10985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find the number of neutrons in an atom, subtract the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mass number:</a:t>
            </a:r>
            <a:endParaRPr lang="en-AU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774" y="1554162"/>
            <a:ext cx="8219593" cy="6048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2377639"/>
            <a:ext cx="114427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working this out from the information given on the periodic table, simply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round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atomic mass to the nearest whole number. This will give you the mass number of the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most abundant isotope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that element.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the relative atomic mass of lithium 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6.94.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can round this to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KaTeX_Main"/>
              </a:rPr>
              <a:t>7</a:t>
            </a:r>
            <a:r>
              <a:rPr lang="en-AU" b="0" i="0" dirty="0" smtClean="0">
                <a:solidFill>
                  <a:srgbClr val="8C4AB2"/>
                </a:solidFill>
                <a:effectLst/>
                <a:latin typeface="KaTeX_Main"/>
              </a:rPr>
              <a:t>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mass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most abundant lithium isotope. The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lithium is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KaTeX_Main"/>
              </a:rPr>
              <a:t>3.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449" y="4306838"/>
            <a:ext cx="8240779" cy="150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287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200" y="482938"/>
            <a:ext cx="11353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are electrically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neutral,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means they have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no charge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overall.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the number of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electrons (-)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neutral atom is always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equal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number of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protons (+).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Therefore,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also tells you how many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 atom of that element has.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558402458.081511g/1558402457692-2341077387990785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2052637"/>
            <a:ext cx="7610475" cy="348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209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58453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may need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work out the number of subatomic particles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an atom from the information provided on the periodic table.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the element box for oxygen is shown to the right.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How many protons, neutrons and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there in a neutral atom of oxygen?</a:t>
            </a:r>
            <a:endParaRPr lang="en-AU" dirty="0"/>
          </a:p>
        </p:txBody>
      </p:sp>
      <p:pic>
        <p:nvPicPr>
          <p:cNvPr id="14338" name="Picture 2" descr="https://www.educationperfect.com/media/content/Science/1558402193.899771g/1558402193509-234107738799078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341312"/>
            <a:ext cx="2857500" cy="337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09600" y="3265438"/>
            <a:ext cx="105283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Solution: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From the element box, we can see that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oxygen is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8</a:t>
            </a:r>
            <a:r>
              <a:rPr lang="en-AU" b="0" i="0" dirty="0" smtClean="0">
                <a:solidFill>
                  <a:srgbClr val="3598DC"/>
                </a:solidFill>
                <a:effectLst/>
                <a:latin typeface="KaTeX_Main"/>
              </a:rPr>
              <a:t>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relative atomic mass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oxygen is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KaTeX_Main"/>
              </a:rPr>
              <a:t>15.99</a:t>
            </a:r>
            <a:r>
              <a:rPr lang="en-AU" b="0" i="0" dirty="0" smtClean="0">
                <a:solidFill>
                  <a:srgbClr val="8C4AB2"/>
                </a:solidFill>
                <a:effectLst/>
                <a:latin typeface="KaTeX_Main"/>
              </a:rPr>
              <a:t>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can round the atomic mass to the nearest whole number,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KaTeX_Main"/>
              </a:rPr>
              <a:t>16</a:t>
            </a:r>
            <a:r>
              <a:rPr lang="en-AU" b="0" i="0" dirty="0" smtClean="0">
                <a:solidFill>
                  <a:srgbClr val="00868B"/>
                </a:solidFill>
                <a:effectLst/>
                <a:latin typeface="KaTeX_Main"/>
              </a:rPr>
              <a:t>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find the mass number, and then use this to determine the number of each subatomic particle.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912" y="4987538"/>
            <a:ext cx="7900477" cy="154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77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448439"/>
            <a:ext cx="111887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Usually, the atomic number of an element is written at the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top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its box on the periodic table and the atomic mass is written at the bottom. However, some periodic tables write them the other way around.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important thing to remember is that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atomic mass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larger, decimal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smaller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is always an integer. If only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one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shown, it will be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atomic number,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in the periodic table shown below.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https://www.educationperfect.com/media/content/Science/1556857025.623451g/1556857026296-306677055884144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562" y="2482164"/>
            <a:ext cx="7565376" cy="3944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688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88</Words>
  <Application>Microsoft Office PowerPoint</Application>
  <PresentationFormat>Widescreen</PresentationFormat>
  <Paragraphs>75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KaTeX_Main</vt:lpstr>
      <vt:lpstr>KaTeX_Math</vt:lpstr>
      <vt:lpstr>Office Theme</vt:lpstr>
      <vt:lpstr>Atomic Symbols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Atomic Symbols</dc:title>
  <dc:creator>Joseph D'cruz</dc:creator>
  <cp:lastModifiedBy>Joseph D'cruz</cp:lastModifiedBy>
  <cp:revision>1</cp:revision>
  <dcterms:created xsi:type="dcterms:W3CDTF">2020-09-06T02:44:32Z</dcterms:created>
  <dcterms:modified xsi:type="dcterms:W3CDTF">2020-09-06T02:51:55Z</dcterms:modified>
</cp:coreProperties>
</file>