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75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073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57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99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742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9528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8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68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50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961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68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8A6D8-988A-4751-B43E-2F3528F4E64C}" type="datetimeFigureOut">
              <a:rPr lang="en-AU" smtClean="0"/>
              <a:t>9/08/2020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9E778-552D-4E08-AB10-42A0EF4452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89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2JI7tz4blk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Trends in the Periodic Table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39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30138"/>
            <a:ext cx="11772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divided into three categories: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left.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non-metals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right (plus hydrogen).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metalloids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border between metals and non-metals.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69756686.675941g/1469756704116-379030325902529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907794"/>
            <a:ext cx="5556250" cy="370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737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631736"/>
            <a:ext cx="11226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 up most of the periodic table,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current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118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known elements are metals!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all have the following properties: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462" y="2218420"/>
            <a:ext cx="8770938" cy="463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380137"/>
            <a:ext cx="11836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Though there are considerably fewer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non-metals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metals, they have considerably more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variation.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there is only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not a solid (mercury, which is a liquid). In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non-metals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gases,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solids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liquid.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1337077.363391g/1441337075203-184744345075546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096" y="3263900"/>
            <a:ext cx="4672379" cy="267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442440613.958161g/1442440644862-3014960610621007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3170237"/>
            <a:ext cx="4152900" cy="276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675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553135"/>
            <a:ext cx="10210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contrast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non-metals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following properties: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24" y="1317624"/>
            <a:ext cx="9528175" cy="496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0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69439"/>
            <a:ext cx="11569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Metalloids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(sometimes called semi-metals) have similar properties to both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non-metals.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tend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look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more like metals, but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more like non-metals.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silicon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shiny,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also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brittle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only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semiconductor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(will conduct electricity under certain circumstances).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4631142.312371g/1454631146965-254030327416179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0" y="35433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66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_2JI7tz4bl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5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201136"/>
            <a:ext cx="12001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Electronegativity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measure of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how strongly an atom attracts electrons.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Electronegativity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increases as you go to the right of the table, and as you go up the table.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5741213.855581g/1455741215751-41749028526770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4" y="2493962"/>
            <a:ext cx="9253291" cy="343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51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" y="0"/>
            <a:ext cx="12103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electronegativity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affects how an element will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react.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element with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electronegativity, such as oxygen, is going to be very good at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taking electrons.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element with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electronegativity, such as caesium, is going to be very good at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losing electrons.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5741213.855581g/1455741215751-41749028526770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3332162"/>
            <a:ext cx="6667500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94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9700" y="719435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Fluorine is 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most electronegative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Francium is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least electronegative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24" y="2263775"/>
            <a:ext cx="7064375" cy="359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68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417036"/>
            <a:ext cx="11290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atomic radius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distance from the nucleus to the outer electrons.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radius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increases as you move to the left of the table, and as you go down the table.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55741259.57521g/1455741259414-41749028526770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2611437"/>
            <a:ext cx="666750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8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17835"/>
            <a:ext cx="10807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Helium has the lowest atomic radius.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Caesium has the highest known atomic radius.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787" y="2463800"/>
            <a:ext cx="7756525" cy="385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10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75841"/>
            <a:ext cx="11709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Due to the patterns in atomic structure and properties, there are also some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trends seen in the compounds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example is the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oxides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elements, which change from basic through amphoteric to acidic across a period.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alkali metals (group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as their name suggests, form strongly basic oxides. As you move across the periodic table to the non-metals, such as carbon, nitrogen, sulphur and fluorine, the oxides become acidic. (Again hydrogen is an exception, being placed above group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but forming a neutral oxide,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H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.)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08117059.129841g/1508117062275-243518581989567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4697412"/>
            <a:ext cx="76200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183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42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KaTeX_Main</vt:lpstr>
      <vt:lpstr>Office Theme</vt:lpstr>
      <vt:lpstr>Trends in the Periodic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 in the Periodic Table</dc:title>
  <dc:creator>Joseph D'cruz</dc:creator>
  <cp:lastModifiedBy>Joseph D'cruz</cp:lastModifiedBy>
  <cp:revision>1</cp:revision>
  <dcterms:created xsi:type="dcterms:W3CDTF">2020-08-09T03:06:56Z</dcterms:created>
  <dcterms:modified xsi:type="dcterms:W3CDTF">2020-08-09T03:07:07Z</dcterms:modified>
</cp:coreProperties>
</file>