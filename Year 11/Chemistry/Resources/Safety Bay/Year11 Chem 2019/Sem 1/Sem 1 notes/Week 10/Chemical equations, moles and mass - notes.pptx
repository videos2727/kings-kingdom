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4" autoAdjust="0"/>
    <p:restoredTop sz="94660"/>
  </p:normalViewPr>
  <p:slideViewPr>
    <p:cSldViewPr snapToGrid="0">
      <p:cViewPr>
        <p:scale>
          <a:sx n="50" d="100"/>
          <a:sy n="50" d="100"/>
        </p:scale>
        <p:origin x="1709" y="8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D68AE13-762E-4EF8-888B-7C415BDDB3BB}" type="datetimeFigureOut">
              <a:rPr lang="en-AU" smtClean="0"/>
              <a:t>8/04/2019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E34DCF2-C920-44FB-AB82-027D049DF341}" type="slidenum">
              <a:rPr lang="en-AU" smtClean="0"/>
              <a:t>‹#›</a:t>
            </a:fld>
            <a:endParaRPr lang="en-A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83334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8AE13-762E-4EF8-888B-7C415BDDB3BB}" type="datetimeFigureOut">
              <a:rPr lang="en-AU" smtClean="0"/>
              <a:t>8/04/2019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4DCF2-C920-44FB-AB82-027D049DF3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147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D68AE13-762E-4EF8-888B-7C415BDDB3BB}" type="datetimeFigureOut">
              <a:rPr lang="en-AU" smtClean="0"/>
              <a:t>8/04/2019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E34DCF2-C920-44FB-AB82-027D049DF341}" type="slidenum">
              <a:rPr lang="en-AU" smtClean="0"/>
              <a:t>‹#›</a:t>
            </a:fld>
            <a:endParaRPr lang="en-A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475022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8AE13-762E-4EF8-888B-7C415BDDB3BB}" type="datetimeFigureOut">
              <a:rPr lang="en-AU" smtClean="0"/>
              <a:t>8/04/2019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4DCF2-C920-44FB-AB82-027D049DF3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931454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8AE13-762E-4EF8-888B-7C415BDDB3BB}" type="datetimeFigureOut">
              <a:rPr lang="en-AU" smtClean="0"/>
              <a:t>8/04/2019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4DCF2-C920-44FB-AB82-027D049DF3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880399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8AE13-762E-4EF8-888B-7C415BDDB3BB}" type="datetimeFigureOut">
              <a:rPr lang="en-AU" smtClean="0"/>
              <a:t>8/04/2019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4DCF2-C920-44FB-AB82-027D049DF3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1403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8AE13-762E-4EF8-888B-7C415BDDB3BB}" type="datetimeFigureOut">
              <a:rPr lang="en-AU" smtClean="0"/>
              <a:t>8/04/2019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4DCF2-C920-44FB-AB82-027D049DF3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1164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D68AE13-762E-4EF8-888B-7C415BDDB3BB}" type="datetimeFigureOut">
              <a:rPr lang="en-AU" smtClean="0"/>
              <a:t>8/04/2019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BE34DCF2-C920-44FB-AB82-027D049DF341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6360780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D68AE13-762E-4EF8-888B-7C415BDDB3BB}" type="datetimeFigureOut">
              <a:rPr lang="en-AU" smtClean="0"/>
              <a:t>8/04/2019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BE34DCF2-C920-44FB-AB82-027D049DF3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231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8AE13-762E-4EF8-888B-7C415BDDB3BB}" type="datetimeFigureOut">
              <a:rPr lang="en-AU" smtClean="0"/>
              <a:t>8/04/2019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4DCF2-C920-44FB-AB82-027D049DF3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9880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8AE13-762E-4EF8-888B-7C415BDDB3BB}" type="datetimeFigureOut">
              <a:rPr lang="en-AU" smtClean="0"/>
              <a:t>8/04/2019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4DCF2-C920-44FB-AB82-027D049DF3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9237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D68AE13-762E-4EF8-888B-7C415BDDB3BB}" type="datetimeFigureOut">
              <a:rPr lang="en-AU" smtClean="0"/>
              <a:t>8/04/2019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E34DCF2-C920-44FB-AB82-027D049DF341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8226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Week 10</a:t>
            </a:r>
            <a:endParaRPr lang="en-AU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072450"/>
            <a:ext cx="9144000" cy="1309255"/>
          </a:xfrm>
        </p:spPr>
        <p:txBody>
          <a:bodyPr>
            <a:noAutofit/>
          </a:bodyPr>
          <a:lstStyle/>
          <a:p>
            <a:r>
              <a:rPr lang="en-US" sz="5400" dirty="0"/>
              <a:t>Chemical equations, moles and mass</a:t>
            </a:r>
            <a:endParaRPr lang="en-AU" sz="5400" dirty="0"/>
          </a:p>
        </p:txBody>
      </p:sp>
    </p:spTree>
    <p:extLst>
      <p:ext uri="{BB962C8B-B14F-4D97-AF65-F5344CB8AC3E}">
        <p14:creationId xmlns:p14="http://schemas.microsoft.com/office/powerpoint/2010/main" val="784155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Quantities in chemical reactions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600" dirty="0" smtClean="0">
                <a:solidFill>
                  <a:srgbClr val="7030A0"/>
                </a:solidFill>
              </a:rPr>
              <a:t>The coefficients in a balanced chemical equation give the </a:t>
            </a:r>
            <a:r>
              <a:rPr lang="en-AU" sz="3600" b="1" dirty="0" smtClean="0">
                <a:solidFill>
                  <a:srgbClr val="7030A0"/>
                </a:solidFill>
              </a:rPr>
              <a:t>relative</a:t>
            </a:r>
            <a:r>
              <a:rPr lang="en-AU" sz="3600" dirty="0" smtClean="0">
                <a:solidFill>
                  <a:srgbClr val="7030A0"/>
                </a:solidFill>
              </a:rPr>
              <a:t> number of molecules, formula units or moles of each substance in the reaction.  The actual amounts of each substance is always in the same ratio as the coefficients.</a:t>
            </a:r>
            <a:endParaRPr lang="en-AU" sz="36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753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Mole to mole calculations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3600" dirty="0" smtClean="0"/>
              <a:t>The molar amount of any two substances used or produced in a reaction is in the same ratio as their stoichiometric ratio.  This is the ratio of their coefficients in the balanced equation. </a:t>
            </a:r>
          </a:p>
          <a:p>
            <a:r>
              <a:rPr lang="en-AU" sz="3600" dirty="0" smtClean="0"/>
              <a:t>Consider the general equation given below:</a:t>
            </a:r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22645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576" y="2286000"/>
            <a:ext cx="10031693" cy="3931920"/>
          </a:xfrm>
        </p:spPr>
      </p:pic>
    </p:spTree>
    <p:extLst>
      <p:ext uri="{BB962C8B-B14F-4D97-AF65-F5344CB8AC3E}">
        <p14:creationId xmlns:p14="http://schemas.microsoft.com/office/powerpoint/2010/main" val="297397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Calculations involving mass and moles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dirty="0" smtClean="0"/>
              <a:t>If the mass of any one substance involved in a reaction is known, then by converting this to an equal amount in moles (n=m/M), molar amounts of all other substances in the reaction can be found. </a:t>
            </a:r>
          </a:p>
          <a:p>
            <a:r>
              <a:rPr lang="en-AU" sz="3200" dirty="0" smtClean="0"/>
              <a:t>Once the molar amount is found, using m = </a:t>
            </a:r>
            <a:r>
              <a:rPr lang="en-AU" sz="3200" dirty="0" err="1" smtClean="0"/>
              <a:t>nM</a:t>
            </a:r>
            <a:r>
              <a:rPr lang="en-AU" sz="3200" dirty="0" smtClean="0"/>
              <a:t> mass of a substance can be found.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828668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6" name="Content Placeholder 5" descr="C:\Users\e2046920\AppData\Local\Microsoft\Windows\INetCache\IE\AGBKWOCJ\20190408_224945.jpg"/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22" t="29506" r="547" b="28245"/>
          <a:stretch/>
        </p:blipFill>
        <p:spPr bwMode="auto">
          <a:xfrm>
            <a:off x="1250950" y="1661161"/>
            <a:ext cx="10179050" cy="39789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89988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200" b="1" dirty="0" smtClean="0"/>
              <a:t>Complete questions ( 1,2 and 3) from Set 17 EC Unit 1&amp;2 </a:t>
            </a:r>
            <a:endParaRPr lang="en-AU" sz="3200" b="1" dirty="0"/>
          </a:p>
          <a:p>
            <a:endParaRPr lang="en-AU" sz="3200" b="1" dirty="0"/>
          </a:p>
        </p:txBody>
      </p:sp>
    </p:spTree>
    <p:extLst>
      <p:ext uri="{BB962C8B-B14F-4D97-AF65-F5344CB8AC3E}">
        <p14:creationId xmlns:p14="http://schemas.microsoft.com/office/powerpoint/2010/main" val="2549972748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336</TotalTime>
  <Words>176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Gill Sans MT</vt:lpstr>
      <vt:lpstr>Impact</vt:lpstr>
      <vt:lpstr>Badge</vt:lpstr>
      <vt:lpstr>Week 10</vt:lpstr>
      <vt:lpstr>Quantities in chemical reactions</vt:lpstr>
      <vt:lpstr>Mole to mole calculations</vt:lpstr>
      <vt:lpstr>PowerPoint Presentation</vt:lpstr>
      <vt:lpstr>Calculations involving mass and moles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D'CRUZ Jijy [Safety Bay Senior High School]</dc:creator>
  <cp:lastModifiedBy>D'CRUZ Jijy [Safety Bay Senior High School]</cp:lastModifiedBy>
  <cp:revision>13</cp:revision>
  <dcterms:created xsi:type="dcterms:W3CDTF">2019-04-08T09:20:41Z</dcterms:created>
  <dcterms:modified xsi:type="dcterms:W3CDTF">2019-04-08T14:57:15Z</dcterms:modified>
</cp:coreProperties>
</file>