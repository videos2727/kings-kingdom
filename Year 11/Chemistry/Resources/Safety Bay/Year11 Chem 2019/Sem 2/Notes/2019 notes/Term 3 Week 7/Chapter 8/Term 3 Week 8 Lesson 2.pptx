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0B3B72F-2DFF-470E-9457-850DED998128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13075D6-67C9-4610-A158-10075C87F108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Calculating gases in chemical reactions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Calculating gases in chemical reactions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776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M</a:t>
            </a:r>
            <a:r>
              <a:rPr lang="en-AU" dirty="0" smtClean="0"/>
              <a:t>ass </a:t>
            </a:r>
            <a:r>
              <a:rPr lang="en-AU" dirty="0" smtClean="0"/>
              <a:t>calculations based on amounts of products and reactants </a:t>
            </a:r>
            <a:r>
              <a:rPr lang="en-AU" dirty="0" smtClean="0"/>
              <a:t>should be considered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The calculations needed to use the mole relationships given by coefficients in a balanced chemical equation in order to determine amounts of reactants and products. </a:t>
            </a:r>
          </a:p>
          <a:p>
            <a:endParaRPr lang="en-AU" dirty="0"/>
          </a:p>
          <a:p>
            <a:r>
              <a:rPr lang="en-AU" dirty="0" smtClean="0"/>
              <a:t>This relationship can now be extended to include volume of gases.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168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1367" t="40221" r="46479" b="29890"/>
          <a:stretch/>
        </p:blipFill>
        <p:spPr bwMode="auto">
          <a:xfrm>
            <a:off x="323528" y="1628800"/>
            <a:ext cx="8136903" cy="47525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0265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3649" t="12915" r="20340"/>
          <a:stretch/>
        </p:blipFill>
        <p:spPr bwMode="auto">
          <a:xfrm>
            <a:off x="611560" y="548680"/>
            <a:ext cx="7704856" cy="61206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826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9499" r="18060"/>
          <a:stretch/>
        </p:blipFill>
        <p:spPr bwMode="auto">
          <a:xfrm>
            <a:off x="683568" y="476672"/>
            <a:ext cx="7488832" cy="63813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961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35</TotalTime>
  <Words>61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Wingdings</vt:lpstr>
      <vt:lpstr>Wingdings 2</vt:lpstr>
      <vt:lpstr>Wingdings 3</vt:lpstr>
      <vt:lpstr>Module</vt:lpstr>
      <vt:lpstr>Calculating gases in chemical reactions 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8.5</dc:title>
  <dc:creator>D'CRUZ Jijy</dc:creator>
  <cp:lastModifiedBy>D'CRUZ Jijy [Safety Bay Senior High School]</cp:lastModifiedBy>
  <cp:revision>5</cp:revision>
  <dcterms:created xsi:type="dcterms:W3CDTF">2017-08-31T03:41:19Z</dcterms:created>
  <dcterms:modified xsi:type="dcterms:W3CDTF">2019-09-09T14:41:26Z</dcterms:modified>
</cp:coreProperties>
</file>