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4" r:id="rId6"/>
    <p:sldId id="259" r:id="rId7"/>
    <p:sldId id="265" r:id="rId8"/>
    <p:sldId id="260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18752-F240-4F95-9AB9-D7C9E6E88E7F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66FD4-993D-4055-AFD8-E1CD931E37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56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66FD4-993D-4055-AFD8-E1CD931E377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254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54A4E34-01DF-4A8F-B10E-9D0ED99558B5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652624-324E-42B7-9761-2499D3E145D0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qVTsn_qGL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Term 3: Week 3</a:t>
            </a:r>
            <a:r>
              <a:rPr lang="en-AU" smtClean="0"/>
              <a:t>: Lesson 2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Determining concentration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717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The concentration of a solution is the amount of solute present in a specified amount of solution.</a:t>
            </a:r>
          </a:p>
          <a:p>
            <a:r>
              <a:rPr lang="en-AU" b="1" u="sng" dirty="0" smtClean="0"/>
              <a:t>Molarity</a:t>
            </a:r>
          </a:p>
          <a:p>
            <a:r>
              <a:rPr lang="en-AU" dirty="0" smtClean="0"/>
              <a:t>The molarity of a solution is defined as the number of moles of solute per litre of solution.</a:t>
            </a:r>
          </a:p>
          <a:p>
            <a:r>
              <a:rPr lang="en-AU" dirty="0" smtClean="0"/>
              <a:t>The concentration of a particular solution is given by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02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Concentration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𝑚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𝐿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𝑛𝑢𝑚𝑏𝑒𝑟</m:t>
                    </m:r>
                  </m:oMath>
                </a14:m>
                <a:r>
                  <a:rPr lang="en-AU" dirty="0" smtClean="0"/>
                  <a:t> of moles of solute (</a:t>
                </a:r>
                <a:r>
                  <a:rPr lang="en-AU" dirty="0" err="1" smtClean="0"/>
                  <a:t>mol</a:t>
                </a:r>
                <a:r>
                  <a:rPr lang="en-AU" dirty="0" smtClean="0"/>
                  <a:t>)÷ volume of solution (L)</a:t>
                </a:r>
              </a:p>
              <a:p>
                <a:r>
                  <a:rPr lang="en-AU" dirty="0" smtClean="0"/>
                  <a:t>c= n/V</a:t>
                </a:r>
              </a:p>
              <a:p>
                <a:r>
                  <a:rPr lang="en-AU" dirty="0" smtClean="0"/>
                  <a:t>See worked example: 7.2 in page: 313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617" r="-20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44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8" r="29861"/>
          <a:stretch/>
        </p:blipFill>
        <p:spPr bwMode="auto">
          <a:xfrm>
            <a:off x="1043608" y="-228600"/>
            <a:ext cx="6624735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512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3" r="27833"/>
          <a:stretch/>
        </p:blipFill>
        <p:spPr bwMode="auto">
          <a:xfrm>
            <a:off x="1907704" y="0"/>
            <a:ext cx="7769987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78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Laboratory preparation of a solution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To prepare a solution of known concentration, chemists must use precise apparatus. A volumetric flask is used to allow precise volume determinations. </a:t>
            </a:r>
          </a:p>
          <a:p>
            <a:endParaRPr lang="en-AU" dirty="0"/>
          </a:p>
        </p:txBody>
      </p:sp>
      <p:pic>
        <p:nvPicPr>
          <p:cNvPr id="4" name="Picture 3" descr="http://fp.academic.venturacollege.edu/doliver/glassware/LAB-GIFS/Vol-flask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717032"/>
            <a:ext cx="2088232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74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www.youtube.com/watch?v=7qVTsn_qGLU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752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The steps for preparing a solution of known concentration are as follows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7030A0"/>
                </a:solidFill>
              </a:rPr>
              <a:t>1. The required amount of solute is weighed and then transferred to a volumetric flask of required volume.</a:t>
            </a:r>
          </a:p>
          <a:p>
            <a:r>
              <a:rPr lang="en-AU" dirty="0" smtClean="0"/>
              <a:t>2. The beaker that contained the solute is rinsed with distilled water and the rinsed water is transferred to the volumetric flask </a:t>
            </a:r>
          </a:p>
          <a:p>
            <a:r>
              <a:rPr lang="en-AU" dirty="0" smtClean="0">
                <a:solidFill>
                  <a:srgbClr val="7030A0"/>
                </a:solidFill>
              </a:rPr>
              <a:t>3. More water is added to dissolve the solute and then up to the calibration mark. </a:t>
            </a:r>
          </a:p>
          <a:p>
            <a:r>
              <a:rPr lang="en-AU" dirty="0" smtClean="0"/>
              <a:t>4. The stopper is placed in the flask, which is inverted several times to ensure thorough mixing of the solution.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866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Calculating reacting quantities</a:t>
            </a:r>
            <a:endParaRPr lang="en-AU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56674" t="4656" r="23753" b="76923"/>
          <a:stretch/>
        </p:blipFill>
        <p:spPr bwMode="auto">
          <a:xfrm>
            <a:off x="899592" y="1844825"/>
            <a:ext cx="6120680" cy="34563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700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3" r="28882"/>
          <a:stretch/>
        </p:blipFill>
        <p:spPr bwMode="auto">
          <a:xfrm>
            <a:off x="1043608" y="188640"/>
            <a:ext cx="7128792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309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273</TotalTime>
  <Words>192</Words>
  <Application>Microsoft Office PowerPoint</Application>
  <PresentationFormat>On-screen Show (4:3)</PresentationFormat>
  <Paragraphs>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Cambria Math</vt:lpstr>
      <vt:lpstr>Constantia</vt:lpstr>
      <vt:lpstr>Wingdings 2</vt:lpstr>
      <vt:lpstr>Flow</vt:lpstr>
      <vt:lpstr>Term 3: Week 3: Lesson 2 </vt:lpstr>
      <vt:lpstr>PowerPoint Presentation</vt:lpstr>
      <vt:lpstr> </vt:lpstr>
      <vt:lpstr>PowerPoint Presentation</vt:lpstr>
      <vt:lpstr>PowerPoint Presentation</vt:lpstr>
      <vt:lpstr>Laboratory preparation of a solution</vt:lpstr>
      <vt:lpstr>PowerPoint Presentation</vt:lpstr>
      <vt:lpstr>The steps for preparing a solution of known concentration are as follows</vt:lpstr>
      <vt:lpstr>Calculating reacting quantities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7.2</dc:title>
  <dc:creator>Jijy D'cruz</dc:creator>
  <cp:lastModifiedBy>D'CRUZ Jijy [Safety Bay Senior High School]</cp:lastModifiedBy>
  <cp:revision>19</cp:revision>
  <dcterms:created xsi:type="dcterms:W3CDTF">2015-08-23T11:25:45Z</dcterms:created>
  <dcterms:modified xsi:type="dcterms:W3CDTF">2019-08-07T12:43:28Z</dcterms:modified>
</cp:coreProperties>
</file>