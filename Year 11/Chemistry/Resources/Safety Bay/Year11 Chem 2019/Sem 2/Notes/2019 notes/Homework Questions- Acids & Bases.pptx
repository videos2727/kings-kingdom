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2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08B9EBBA-996F-894A-B54A-D6246ED52CEA}" type="datetimeFigureOut">
              <a:rPr lang="en-US" smtClean="0"/>
              <a:pPr/>
              <a:t>8/28/2019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8970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smtClean="0"/>
              <a:pPr/>
              <a:t>8/28/2019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554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8/28/2019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2377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smtClean="0"/>
              <a:pPr/>
              <a:t>8/28/2019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866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smtClean="0"/>
              <a:pPr/>
              <a:t>8/28/2019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3007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8/28/2019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3567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8/28/2019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931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smtClean="0"/>
              <a:pPr/>
              <a:t>8/28/2019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3937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8/28/2019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41748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8/28/2019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97999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8/28/2019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956199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8/28/2019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949415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8/28/2019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86575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8/28/2019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059057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8/28/2019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23535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smtClean="0"/>
              <a:pPr/>
              <a:t>8/28/2019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409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smtClean="0"/>
              <a:pPr/>
              <a:t>8/28/2019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6323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9B482E8-6E0E-1B4F-B1FD-C69DB9E858D9}" type="datetimeFigureOut">
              <a:rPr lang="en-US" smtClean="0"/>
              <a:pPr/>
              <a:t>8/28/2019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359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  <p:sldLayoutId id="2147483698" r:id="rId16"/>
    <p:sldLayoutId id="2147483699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Homework Questions- Acids a&amp; Bases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0617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Complete Questions</a:t>
            </a:r>
          </a:p>
          <a:p>
            <a:pPr marL="0" indent="0">
              <a:buNone/>
            </a:pPr>
            <a:r>
              <a:rPr lang="en-AU" dirty="0" smtClean="0"/>
              <a:t>Set 29: Q: 1, 2 ( a, d, h and </a:t>
            </a:r>
            <a:r>
              <a:rPr lang="en-AU" dirty="0" err="1" smtClean="0"/>
              <a:t>i</a:t>
            </a:r>
            <a:r>
              <a:rPr lang="en-AU" dirty="0" smtClean="0"/>
              <a:t>)</a:t>
            </a:r>
          </a:p>
          <a:p>
            <a:pPr marL="0" indent="0">
              <a:buNone/>
            </a:pPr>
            <a:r>
              <a:rPr lang="en-AU" dirty="0" smtClean="0"/>
              <a:t>Q:3 (a, c ,f j)</a:t>
            </a:r>
          </a:p>
          <a:p>
            <a:pPr marL="0" indent="0">
              <a:buNone/>
            </a:pPr>
            <a:r>
              <a:rPr lang="en-AU" dirty="0" smtClean="0"/>
              <a:t>Q:4 (b, d, h, </a:t>
            </a:r>
            <a:r>
              <a:rPr lang="en-AU" dirty="0" err="1" smtClean="0"/>
              <a:t>i</a:t>
            </a:r>
            <a:r>
              <a:rPr lang="en-AU" dirty="0" smtClean="0"/>
              <a:t>)</a:t>
            </a:r>
          </a:p>
          <a:p>
            <a:pPr marL="0" indent="0">
              <a:buNone/>
            </a:pPr>
            <a:r>
              <a:rPr lang="en-AU" smtClean="0"/>
              <a:t>Q:5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193920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</TotalTime>
  <Words>45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Garamond</vt:lpstr>
      <vt:lpstr>Organic</vt:lpstr>
      <vt:lpstr>Homework Questions- Acids a&amp; Bases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Homework Questions- Acids a&amp; Bases</dc:title>
  <dc:creator>D'CRUZ Jijy [Safety Bay Senior High School]</dc:creator>
  <cp:lastModifiedBy>D'CRUZ Jijy [Safety Bay Senior High School]</cp:lastModifiedBy>
  <cp:revision>1</cp:revision>
  <dcterms:created xsi:type="dcterms:W3CDTF">2019-08-28T12:46:58Z</dcterms:created>
  <dcterms:modified xsi:type="dcterms:W3CDTF">2019-08-28T12:52:13Z</dcterms:modified>
</cp:coreProperties>
</file>