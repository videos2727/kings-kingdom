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4"/>
    <p:restoredTop sz="93895"/>
  </p:normalViewPr>
  <p:slideViewPr>
    <p:cSldViewPr snapToGrid="0" snapToObjects="1">
      <p:cViewPr varScale="1">
        <p:scale>
          <a:sx n="75" d="100"/>
          <a:sy n="75" d="100"/>
        </p:scale>
        <p:origin x="1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0060D-6CE4-BB4C-92B2-D36B1CDB1D2F}" type="datetimeFigureOut">
              <a:rPr lang="en-US" smtClean="0"/>
              <a:t>6/2/20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88A79-161F-8043-9A88-A5E4A8EA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6/2/20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Values and beliefs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Year 11 Ancient History</a:t>
            </a:r>
          </a:p>
          <a:p>
            <a:r>
              <a:rPr lang="en-US" dirty="0" smtClean="0"/>
              <a:t>Unit 1, Week 1: Lesson </a:t>
            </a:r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8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lesson: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22401"/>
            <a:ext cx="10178322" cy="52154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4000" dirty="0" smtClean="0">
                <a:solidFill>
                  <a:schemeClr val="tx1"/>
                </a:solidFill>
              </a:rPr>
              <a:t>Information sheet on values and beliefs (30 min)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4000" dirty="0" smtClean="0">
                <a:solidFill>
                  <a:schemeClr val="tx1"/>
                </a:solidFill>
              </a:rPr>
              <a:t>Timeline </a:t>
            </a:r>
            <a:r>
              <a:rPr lang="mr-IN" sz="4000" dirty="0" smtClean="0">
                <a:solidFill>
                  <a:schemeClr val="tx1"/>
                </a:solidFill>
              </a:rPr>
              <a:t>–</a:t>
            </a:r>
            <a:r>
              <a:rPr lang="en-US" sz="4000" dirty="0" smtClean="0">
                <a:solidFill>
                  <a:schemeClr val="tx1"/>
                </a:solidFill>
              </a:rPr>
              <a:t> Ancient Macedonia key dates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5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659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ACTIVITY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985" y="1148316"/>
            <a:ext cx="10178322" cy="5220586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Read through the information sheet</a:t>
            </a:r>
          </a:p>
          <a:p>
            <a:r>
              <a:rPr lang="en-US" sz="2800" dirty="0" err="1" smtClean="0">
                <a:solidFill>
                  <a:schemeClr val="tx1"/>
                </a:solidFill>
              </a:rPr>
              <a:t>Summarise</a:t>
            </a:r>
            <a:r>
              <a:rPr lang="en-US" sz="2800" dirty="0" smtClean="0">
                <a:solidFill>
                  <a:schemeClr val="tx1"/>
                </a:solidFill>
              </a:rPr>
              <a:t> the information in your workbook using subheadings and dot-points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20 minutes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622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659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ACTIVITY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985" y="1148316"/>
            <a:ext cx="10178322" cy="5220586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solidFill>
                  <a:schemeClr val="tx1"/>
                </a:solidFill>
              </a:rPr>
              <a:t>Create a timeline of key dates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using the information sheet provided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mtClean="0">
                <a:solidFill>
                  <a:schemeClr val="tx1"/>
                </a:solidFill>
              </a:rPr>
              <a:t>- Must be completed by the end of the lesson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4000" y="76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692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89</TotalTime>
  <Words>76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Gill Sans MT</vt:lpstr>
      <vt:lpstr>Impact</vt:lpstr>
      <vt:lpstr>Mangal</vt:lpstr>
      <vt:lpstr>Arial</vt:lpstr>
      <vt:lpstr>Badge</vt:lpstr>
      <vt:lpstr>Values and beliefs</vt:lpstr>
      <vt:lpstr>Today’s lesson:</vt:lpstr>
      <vt:lpstr>ACTIVITY 1</vt:lpstr>
      <vt:lpstr>ACTIVITY 2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in the ancient world</dc:title>
  <dc:creator>BARRIE Lauren [Byford Secondary College]</dc:creator>
  <cp:lastModifiedBy>BARRIE Lauren [Byford Secondary College]</cp:lastModifiedBy>
  <cp:revision>46</cp:revision>
  <dcterms:created xsi:type="dcterms:W3CDTF">2020-06-02T04:24:18Z</dcterms:created>
  <dcterms:modified xsi:type="dcterms:W3CDTF">2020-06-02T06:32:54Z</dcterms:modified>
</cp:coreProperties>
</file>