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478" r:id="rId4"/>
  </p:sldMasterIdLst>
  <p:notesMasterIdLst>
    <p:notesMasterId r:id="rId8"/>
  </p:notesMasterIdLst>
  <p:sldIdLst>
    <p:sldId id="256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3875" autoAdjust="0"/>
  </p:normalViewPr>
  <p:slideViewPr>
    <p:cSldViewPr snapToGrid="0">
      <p:cViewPr>
        <p:scale>
          <a:sx n="100" d="100"/>
          <a:sy n="100" d="100"/>
        </p:scale>
        <p:origin x="1560" y="608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7771-3FAA-4D43-A059-9A7D838C2880}" type="datetimeFigureOut">
              <a:rPr lang="en-US" smtClean="0"/>
              <a:t>6/12/20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68C18-1BF1-F447-95ED-60EAAE354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615" y="1367500"/>
            <a:ext cx="2397795" cy="2397795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</p:spTree>
    <p:extLst>
      <p:ext uri="{BB962C8B-B14F-4D97-AF65-F5344CB8AC3E}">
        <p14:creationId xmlns:p14="http://schemas.microsoft.com/office/powerpoint/2010/main" val="182742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E2565D1-06D8-4141-9B5F-95C29313C16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xmlns="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DDD7-72ED-FC4E-8075-0107060235C5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cxnSp>
        <p:nvCxnSpPr>
          <p:cNvPr id="12" name="Straight Connector 11" title="Horizontal Rule Line">
            <a:extLst>
              <a:ext uri="{FF2B5EF4-FFF2-40B4-BE49-F238E27FC236}">
                <a16:creationId xmlns:a16="http://schemas.microsoft.com/office/drawing/2014/main" xmlns="" id="{54F1A406-73A8-450C-B21C-AA9616F476C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 / Icon Bullet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D9D9-8B30-6A45-929D-0A0366E2E953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xmlns="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xmlns="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xmlns="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xmlns="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xmlns="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xmlns="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30">
            <a:extLst>
              <a:ext uri="{FF2B5EF4-FFF2-40B4-BE49-F238E27FC236}">
                <a16:creationId xmlns:a16="http://schemas.microsoft.com/office/drawing/2014/main" xmlns="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2">
            <a:extLst>
              <a:ext uri="{FF2B5EF4-FFF2-40B4-BE49-F238E27FC236}">
                <a16:creationId xmlns:a16="http://schemas.microsoft.com/office/drawing/2014/main" xmlns="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4">
            <a:extLst>
              <a:ext uri="{FF2B5EF4-FFF2-40B4-BE49-F238E27FC236}">
                <a16:creationId xmlns:a16="http://schemas.microsoft.com/office/drawing/2014/main" xmlns="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418798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Bullets in a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62550" y="2019300"/>
            <a:ext cx="1944000" cy="2700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9B67-2563-3544-8019-B2D766585AE6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806" y="2019300"/>
            <a:ext cx="1943100" cy="2700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163" y="2019300"/>
            <a:ext cx="1943100" cy="2700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0550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53356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5713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9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 / Icon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Page Number Shape">
            <a:extLst>
              <a:ext uri="{FF2B5EF4-FFF2-40B4-BE49-F238E27FC236}">
                <a16:creationId xmlns:a16="http://schemas.microsoft.com/office/drawing/2014/main" xmlns="" id="{4C028BF1-8F7F-4E8E-9D47-05D46323E336}"/>
              </a:ext>
            </a:extLst>
          </p:cNvPr>
          <p:cNvSpPr/>
          <p:nvPr userDrawn="1"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F1C92E-34EF-7443-98EE-55EB64C2F5FD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xmlns="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xmlns="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xmlns="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xmlns="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xmlns="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xmlns="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2325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dium Photos with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831932"/>
            <a:ext cx="3833906" cy="156263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noProof="0"/>
              <a:t>Click to edit your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6DA4A-63D4-BC43-9B38-53D06F7CC9C4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573117"/>
            <a:ext cx="3842550" cy="1178396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xmlns="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24736" y="482857"/>
            <a:ext cx="2179814" cy="21798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xmlns="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xmlns="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xmlns="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xmlns="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xmlns="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xmlns="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xmlns="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34550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xmlns="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67581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xmlns="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00613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xmlns="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34550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2">
            <a:extLst>
              <a:ext uri="{FF2B5EF4-FFF2-40B4-BE49-F238E27FC236}">
                <a16:creationId xmlns:a16="http://schemas.microsoft.com/office/drawing/2014/main" xmlns="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67581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2" name="Picture Placeholder 34">
            <a:extLst>
              <a:ext uri="{FF2B5EF4-FFF2-40B4-BE49-F238E27FC236}">
                <a16:creationId xmlns:a16="http://schemas.microsoft.com/office/drawing/2014/main" xmlns="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500163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10807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5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29964A5-3468-3F49-AD7A-0CF5EB762F89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534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BC751F3-ABD6-4995-8494-4932D12ACE1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26063" y="559678"/>
            <a:ext cx="6103937" cy="519183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7545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559678"/>
            <a:ext cx="6132512" cy="519183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Drag picture to placeholder or click icon to add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491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7"/>
            <a:ext cx="3833906" cy="527492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4889D34E-DF9E-41B7-A5EC-B9D63999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559678"/>
            <a:ext cx="6172200" cy="561728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226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73E-FB98-2A42-974A-9CD83D46C100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30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15EF-7A83-9842-815E-554E5DEB63CD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77019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097A0-4000-B744-87D8-18F42A934248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344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74EA9-4639-9B48-9E98-70455404EF00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2390238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A90851AE-F437-A04B-ADE2-D5E346F2089C}" type="datetime1">
              <a:rPr lang="en-US" noProof="0" smtClean="0"/>
              <a:t>6/12/20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9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9" r:id="rId1"/>
    <p:sldLayoutId id="2147484480" r:id="rId2"/>
    <p:sldLayoutId id="2147484495" r:id="rId3"/>
    <p:sldLayoutId id="2147484490" r:id="rId4"/>
    <p:sldLayoutId id="2147484491" r:id="rId5"/>
    <p:sldLayoutId id="2147484492" r:id="rId6"/>
    <p:sldLayoutId id="2147484493" r:id="rId7"/>
    <p:sldLayoutId id="2147484496" r:id="rId8"/>
    <p:sldLayoutId id="2147484481" r:id="rId9"/>
    <p:sldLayoutId id="2147484498" r:id="rId10"/>
    <p:sldLayoutId id="2147484499" r:id="rId11"/>
    <p:sldLayoutId id="2147484500" r:id="rId12"/>
    <p:sldLayoutId id="2147484482" r:id="rId13"/>
    <p:sldLayoutId id="2147484483" r:id="rId14"/>
    <p:sldLayoutId id="2147484484" r:id="rId15"/>
    <p:sldLayoutId id="2147484485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679374-8EAE-4873-9BB6-F6C630302D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Key Battles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E42C4E3-AFAF-4630-AF6D-21FB3C29C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666" y="4513307"/>
            <a:ext cx="4633806" cy="992466"/>
          </a:xfrm>
        </p:spPr>
        <p:txBody>
          <a:bodyPr/>
          <a:lstStyle/>
          <a:p>
            <a:r>
              <a:rPr lang="en-US" dirty="0" smtClean="0"/>
              <a:t>Year 11 Ancient History</a:t>
            </a:r>
          </a:p>
          <a:p>
            <a:r>
              <a:rPr lang="en-US" dirty="0" smtClean="0"/>
              <a:t>Week 2 </a:t>
            </a:r>
            <a:r>
              <a:rPr lang="mr-IN" dirty="0" smtClean="0"/>
              <a:t>–</a:t>
            </a:r>
            <a:r>
              <a:rPr lang="en-US" dirty="0" smtClean="0"/>
              <a:t> Lesson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6" name="Picture 6" descr=" Look at Both Sides of Alexander the Great - Practice of History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7" b="13027"/>
          <a:stretch>
            <a:fillRect/>
          </a:stretch>
        </p:blipFill>
        <p:spPr bwMode="auto">
          <a:xfrm>
            <a:off x="2052362" y="1264197"/>
            <a:ext cx="3249110" cy="324911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88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Activity 1:</a:t>
            </a:r>
            <a:br>
              <a:rPr lang="en-US" dirty="0" smtClean="0"/>
            </a:br>
            <a:r>
              <a:rPr lang="en-US" dirty="0" smtClean="0"/>
              <a:t>Source Study </a:t>
            </a:r>
            <a:r>
              <a:rPr lang="mr-IN" dirty="0" smtClean="0"/>
              <a:t>–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PERSIA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Read through Sources 1 </a:t>
            </a:r>
            <a:r>
              <a:rPr lang="mr-IN" sz="2800" dirty="0" smtClean="0"/>
              <a:t>–</a:t>
            </a:r>
            <a:r>
              <a:rPr lang="en-US" sz="2800" dirty="0" smtClean="0"/>
              <a:t> 4. Answer the following two questions about each of the sources using dot-points.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 smtClean="0"/>
              <a:t>a) Identify the key PEOPLE, EVENTS, and IDEAS.</a:t>
            </a:r>
          </a:p>
          <a:p>
            <a:pPr algn="l"/>
            <a:r>
              <a:rPr lang="en-US" sz="2800" dirty="0" smtClean="0"/>
              <a:t>b) What does this source teach you about Alexander the Great?</a:t>
            </a: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16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Activity 2:</a:t>
            </a:r>
            <a:br>
              <a:rPr lang="en-US" dirty="0" smtClean="0"/>
            </a:br>
            <a:r>
              <a:rPr lang="en-AU" dirty="0" smtClean="0"/>
              <a:t>Key Battles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AU" sz="2800" dirty="0" smtClean="0"/>
              <a:t>Use a laptop to fill research key information about each battle identified on the worksheet.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 smtClean="0"/>
              <a:t>You must list key PEOPLE, EVENTS, and IDEAS.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 smtClean="0"/>
              <a:t>Dot-points only. 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 smtClean="0"/>
              <a:t>MUST be finished by the end of </a:t>
            </a:r>
            <a:r>
              <a:rPr lang="en-AU" sz="2800" smtClean="0"/>
              <a:t>the lesson, or it will become homework.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6501253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75639_Biography_presentation_cr - v2" id="{A01E65BC-612A-475B-B592-779A440066C3}" vid="{453437E2-1A5B-4416-AE85-AE3C10623C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0E032F-2E55-4A86-BB2D-1A317C642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7EC923-6023-4411-8330-A0042153EE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4AFBF-E012-4607-B95C-D9E661912A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Biography presentation</Template>
  <TotalTime>0</TotalTime>
  <Words>108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Century Schoolbook</vt:lpstr>
      <vt:lpstr>Corbel</vt:lpstr>
      <vt:lpstr>Mangal</vt:lpstr>
      <vt:lpstr>Arial</vt:lpstr>
      <vt:lpstr>Headlines</vt:lpstr>
      <vt:lpstr>Key Battles</vt:lpstr>
      <vt:lpstr>Activity 1: Source Study –  PERSIA</vt:lpstr>
      <vt:lpstr>Activity 2: Key Battles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BARRIE Lauren [Byford Secondary College]</dc:creator>
  <cp:lastModifiedBy/>
  <cp:revision>1</cp:revision>
  <dcterms:created xsi:type="dcterms:W3CDTF">2020-06-11T03:43:09Z</dcterms:created>
  <dcterms:modified xsi:type="dcterms:W3CDTF">2020-06-12T06:29:46Z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