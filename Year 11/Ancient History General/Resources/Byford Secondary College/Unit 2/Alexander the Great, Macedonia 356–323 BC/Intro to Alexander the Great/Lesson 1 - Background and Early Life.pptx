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478" r:id="rId4"/>
  </p:sldMasterIdLst>
  <p:notesMasterIdLst>
    <p:notesMasterId r:id="rId15"/>
  </p:notesMasterIdLst>
  <p:sldIdLst>
    <p:sldId id="256" r:id="rId5"/>
    <p:sldId id="270" r:id="rId6"/>
    <p:sldId id="271" r:id="rId7"/>
    <p:sldId id="260" r:id="rId8"/>
    <p:sldId id="272" r:id="rId9"/>
    <p:sldId id="273" r:id="rId10"/>
    <p:sldId id="274" r:id="rId11"/>
    <p:sldId id="267" r:id="rId12"/>
    <p:sldId id="275" r:id="rId13"/>
    <p:sldId id="276"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854" autoAdjust="0"/>
    <p:restoredTop sz="93875" autoAdjust="0"/>
  </p:normalViewPr>
  <p:slideViewPr>
    <p:cSldViewPr snapToGrid="0">
      <p:cViewPr>
        <p:scale>
          <a:sx n="100" d="100"/>
          <a:sy n="100" d="100"/>
        </p:scale>
        <p:origin x="1560" y="608"/>
      </p:cViewPr>
      <p:guideLst/>
    </p:cSldViewPr>
  </p:slideViewPr>
  <p:outlineViewPr>
    <p:cViewPr>
      <p:scale>
        <a:sx n="33" d="100"/>
        <a:sy n="33" d="100"/>
      </p:scale>
      <p:origin x="0" y="-47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F07771-3FAA-4D43-A059-9A7D838C2880}" type="datetimeFigureOut">
              <a:rPr lang="en-US" smtClean="0"/>
              <a:t>6/12/20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68C18-1BF1-F447-95ED-60EAAE35426E}" type="slidenum">
              <a:rPr lang="en-US" smtClean="0"/>
              <a:t>‹#›</a:t>
            </a:fld>
            <a:endParaRPr lang="en-US"/>
          </a:p>
        </p:txBody>
      </p:sp>
    </p:spTree>
    <p:extLst>
      <p:ext uri="{BB962C8B-B14F-4D97-AF65-F5344CB8AC3E}">
        <p14:creationId xmlns:p14="http://schemas.microsoft.com/office/powerpoint/2010/main" val="1391759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 xmlns:a16="http://schemas.microsoft.com/office/drawing/2014/main" id="{137A75DA-C6FF-4420-94B9-E3338D1F9A04}"/>
              </a:ext>
            </a:extLst>
          </p:cNvPr>
          <p:cNvSpPr>
            <a:spLocks noGrp="1"/>
          </p:cNvSpPr>
          <p:nvPr>
            <p:ph type="pic" sz="quarter" idx="10" hasCustomPrompt="1"/>
          </p:nvPr>
        </p:nvSpPr>
        <p:spPr>
          <a:xfrm>
            <a:off x="2743615" y="1367500"/>
            <a:ext cx="2397795" cy="2397795"/>
          </a:xfrm>
          <a:prstGeom prst="ellipse">
            <a:avLst/>
          </a:prstGeom>
          <a:solidFill>
            <a:schemeClr val="bg1"/>
          </a:solidFill>
        </p:spPr>
        <p:txBody>
          <a:bodyPr anchor="ctr"/>
          <a:lstStyle>
            <a:lvl1pPr marL="0" indent="0" algn="ctr">
              <a:buNone/>
              <a:defRPr i="1"/>
            </a:lvl1pPr>
          </a:lstStyle>
          <a:p>
            <a:r>
              <a:rPr lang="en-US" noProof="0"/>
              <a:t>Insert Portrait Photo</a:t>
            </a:r>
          </a:p>
        </p:txBody>
      </p:sp>
    </p:spTree>
    <p:extLst>
      <p:ext uri="{BB962C8B-B14F-4D97-AF65-F5344CB8AC3E}">
        <p14:creationId xmlns:p14="http://schemas.microsoft.com/office/powerpoint/2010/main" val="182742633"/>
      </p:ext>
    </p:extLst>
  </p:cSld>
  <p:clrMapOvr>
    <a:overrideClrMapping bg1="dk1" tx1="lt1" bg2="dk2" tx2="lt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7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9E2565D1-06D8-4141-9B5F-95C29313C16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0" name="Text Placeholder 19">
            <a:extLst>
              <a:ext uri="{FF2B5EF4-FFF2-40B4-BE49-F238E27FC236}">
                <a16:creationId xmlns="" xmlns:a16="http://schemas.microsoft.com/office/drawing/2014/main" id="{04FBD4F5-432F-4C2D-A734-6CC48615FF21}"/>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sp>
        <p:nvSpPr>
          <p:cNvPr id="3" name="Content Placeholder 2"/>
          <p:cNvSpPr>
            <a:spLocks noGrp="1"/>
          </p:cNvSpPr>
          <p:nvPr>
            <p:ph idx="1"/>
          </p:nvPr>
        </p:nvSpPr>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Date Placeholder 3"/>
          <p:cNvSpPr>
            <a:spLocks noGrp="1"/>
          </p:cNvSpPr>
          <p:nvPr>
            <p:ph type="dt" sz="half" idx="10"/>
          </p:nvPr>
        </p:nvSpPr>
        <p:spPr/>
        <p:txBody>
          <a:bodyPr/>
          <a:lstStyle/>
          <a:p>
            <a:fld id="{C3BDDDD7-72ED-FC4E-8075-0107060235C5}" type="datetime1">
              <a:rPr lang="en-US" noProof="0" smtClean="0"/>
              <a:t>6/12/20</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11" name="Title 1">
            <a:extLst>
              <a:ext uri="{FF2B5EF4-FFF2-40B4-BE49-F238E27FC236}">
                <a16:creationId xmlns="" xmlns:a16="http://schemas.microsoft.com/office/drawing/2014/main" id="{3837580B-9009-4524-B820-7ACB27BCBEB4}"/>
              </a:ext>
            </a:extLst>
          </p:cNvPr>
          <p:cNvSpPr>
            <a:spLocks noGrp="1"/>
          </p:cNvSpPr>
          <p:nvPr>
            <p:ph type="title"/>
          </p:nvPr>
        </p:nvSpPr>
        <p:spPr>
          <a:xfrm>
            <a:off x="762000" y="559678"/>
            <a:ext cx="3833906" cy="2221622"/>
          </a:xfrm>
        </p:spPr>
        <p:txBody>
          <a:bodyPr anchor="b"/>
          <a:lstStyle/>
          <a:p>
            <a:r>
              <a:rPr lang="en-US" noProof="0" smtClean="0"/>
              <a:t>Click to edit Master title style</a:t>
            </a:r>
            <a:endParaRPr lang="en-US" noProof="0"/>
          </a:p>
        </p:txBody>
      </p:sp>
      <p:cxnSp>
        <p:nvCxnSpPr>
          <p:cNvPr id="12" name="Straight Connector 11" title="Horizontal Rule Line">
            <a:extLst>
              <a:ext uri="{FF2B5EF4-FFF2-40B4-BE49-F238E27FC236}">
                <a16:creationId xmlns="" xmlns:a16="http://schemas.microsoft.com/office/drawing/2014/main" id="{54F1A406-73A8-450C-B21C-AA9616F476C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79541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6 Image / Icon Bullets Light">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p>
            <a:fld id="{26B3D9D9-8B30-6A45-929D-0A0366E2E953}" type="datetime1">
              <a:rPr lang="en-US" noProof="0" smtClean="0"/>
              <a:t>6/12/20</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16" name="Content Placeholder 2">
            <a:extLst>
              <a:ext uri="{FF2B5EF4-FFF2-40B4-BE49-F238E27FC236}">
                <a16:creationId xmlns="" xmlns:a16="http://schemas.microsoft.com/office/drawing/2014/main" id="{0CF91DE7-F23F-444D-B56E-B059EC98D983}"/>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8">
            <a:extLst>
              <a:ext uri="{FF2B5EF4-FFF2-40B4-BE49-F238E27FC236}">
                <a16:creationId xmlns="" xmlns:a16="http://schemas.microsoft.com/office/drawing/2014/main" id="{DD8B7AFB-040F-4222-BF21-649EEB9B7663}"/>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10">
            <a:extLst>
              <a:ext uri="{FF2B5EF4-FFF2-40B4-BE49-F238E27FC236}">
                <a16:creationId xmlns="" xmlns:a16="http://schemas.microsoft.com/office/drawing/2014/main" id="{36C44B50-DCD8-4661-AE20-1744F5052F2B}"/>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6">
            <a:extLst>
              <a:ext uri="{FF2B5EF4-FFF2-40B4-BE49-F238E27FC236}">
                <a16:creationId xmlns="" xmlns:a16="http://schemas.microsoft.com/office/drawing/2014/main" id="{C0107EA4-5D36-4C90-97D0-F9F14116BDE7}"/>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15">
            <a:extLst>
              <a:ext uri="{FF2B5EF4-FFF2-40B4-BE49-F238E27FC236}">
                <a16:creationId xmlns="" xmlns:a16="http://schemas.microsoft.com/office/drawing/2014/main" id="{CB22D40E-097C-4007-9190-A37498065321}"/>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8">
            <a:extLst>
              <a:ext uri="{FF2B5EF4-FFF2-40B4-BE49-F238E27FC236}">
                <a16:creationId xmlns="" xmlns:a16="http://schemas.microsoft.com/office/drawing/2014/main" id="{D385A57E-D5E6-4E0A-BE4C-C1B40196AB2B}"/>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Picture Placeholder 22">
            <a:extLst>
              <a:ext uri="{FF2B5EF4-FFF2-40B4-BE49-F238E27FC236}">
                <a16:creationId xmlns="" xmlns:a16="http://schemas.microsoft.com/office/drawing/2014/main" id="{3D1BBD84-BA1A-4F7F-BD78-6D42162E33D5}"/>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4">
            <a:extLst>
              <a:ext uri="{FF2B5EF4-FFF2-40B4-BE49-F238E27FC236}">
                <a16:creationId xmlns="" xmlns:a16="http://schemas.microsoft.com/office/drawing/2014/main" id="{75DDD589-ADD5-491E-B180-F1FCDF9ED6A1}"/>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6">
            <a:extLst>
              <a:ext uri="{FF2B5EF4-FFF2-40B4-BE49-F238E27FC236}">
                <a16:creationId xmlns="" xmlns:a16="http://schemas.microsoft.com/office/drawing/2014/main" id="{BFFFDD99-5C1A-4C7C-8FA2-BEA3DB4BA884}"/>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30">
            <a:extLst>
              <a:ext uri="{FF2B5EF4-FFF2-40B4-BE49-F238E27FC236}">
                <a16:creationId xmlns="" xmlns:a16="http://schemas.microsoft.com/office/drawing/2014/main" id="{23C5456C-A352-4CF6-8671-B2572BAD518D}"/>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2">
            <a:extLst>
              <a:ext uri="{FF2B5EF4-FFF2-40B4-BE49-F238E27FC236}">
                <a16:creationId xmlns="" xmlns:a16="http://schemas.microsoft.com/office/drawing/2014/main" id="{C7C33AAD-B12F-4AA1-80BD-D7D3D1304B98}"/>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4">
            <a:extLst>
              <a:ext uri="{FF2B5EF4-FFF2-40B4-BE49-F238E27FC236}">
                <a16:creationId xmlns="" xmlns:a16="http://schemas.microsoft.com/office/drawing/2014/main" id="{E2951AF1-2CE3-48B5-9CF3-7488DCDF3299}"/>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41879821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Numbered Bullets in a row">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p>
            <a:r>
              <a:rPr lang="en-US" noProof="0" smtClean="0"/>
              <a:t>Click to edit Master title style</a:t>
            </a:r>
            <a:endParaRPr lang="en-US" noProof="0"/>
          </a:p>
        </p:txBody>
      </p:sp>
      <p:sp>
        <p:nvSpPr>
          <p:cNvPr id="3" name="Content Placeholder 2"/>
          <p:cNvSpPr>
            <a:spLocks noGrp="1"/>
          </p:cNvSpPr>
          <p:nvPr>
            <p:ph idx="1" hasCustomPrompt="1"/>
          </p:nvPr>
        </p:nvSpPr>
        <p:spPr>
          <a:xfrm>
            <a:off x="5162550" y="2019300"/>
            <a:ext cx="1944000" cy="2700000"/>
          </a:xfrm>
          <a:gradFill>
            <a:gsLst>
              <a:gs pos="0">
                <a:schemeClr val="accent1">
                  <a:lumMod val="20000"/>
                  <a:lumOff val="80000"/>
                </a:schemeClr>
              </a:gs>
              <a:gs pos="99000">
                <a:schemeClr val="accent1">
                  <a:lumMod val="20000"/>
                  <a:lumOff val="80000"/>
                </a:schemeClr>
              </a:gs>
              <a:gs pos="100000">
                <a:schemeClr val="accent1"/>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4" name="Date Placeholder 3"/>
          <p:cNvSpPr>
            <a:spLocks noGrp="1"/>
          </p:cNvSpPr>
          <p:nvPr>
            <p:ph type="dt" sz="half" idx="10"/>
          </p:nvPr>
        </p:nvSpPr>
        <p:spPr/>
        <p:txBody>
          <a:bodyPr/>
          <a:lstStyle/>
          <a:p>
            <a:fld id="{54919B67-2563-3544-8019-B2D766585AE6}" type="datetime1">
              <a:rPr lang="en-US" noProof="0" smtClean="0"/>
              <a:t>6/12/20</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9" name="Text Placeholder 8">
            <a:extLst>
              <a:ext uri="{FF2B5EF4-FFF2-40B4-BE49-F238E27FC236}">
                <a16:creationId xmlns="" xmlns:a16="http://schemas.microsoft.com/office/drawing/2014/main" id="{617748B7-E5B4-4481-8BBD-FA336F544D66}"/>
              </a:ext>
            </a:extLst>
          </p:cNvPr>
          <p:cNvSpPr>
            <a:spLocks noGrp="1"/>
          </p:cNvSpPr>
          <p:nvPr>
            <p:ph type="body" sz="quarter" idx="13" hasCustomPrompt="1"/>
          </p:nvPr>
        </p:nvSpPr>
        <p:spPr>
          <a:xfrm>
            <a:off x="7295806" y="2019300"/>
            <a:ext cx="1943100" cy="2700000"/>
          </a:xfrm>
          <a:gradFill>
            <a:gsLst>
              <a:gs pos="0">
                <a:schemeClr val="accent3">
                  <a:lumMod val="20000"/>
                  <a:lumOff val="80000"/>
                </a:schemeClr>
              </a:gs>
              <a:gs pos="99000">
                <a:schemeClr val="accent3">
                  <a:lumMod val="20000"/>
                  <a:lumOff val="80000"/>
                </a:schemeClr>
              </a:gs>
              <a:gs pos="100000">
                <a:schemeClr val="accent3"/>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1" name="Text Placeholder 10">
            <a:extLst>
              <a:ext uri="{FF2B5EF4-FFF2-40B4-BE49-F238E27FC236}">
                <a16:creationId xmlns="" xmlns:a16="http://schemas.microsoft.com/office/drawing/2014/main" id="{47DBBB1B-8761-455D-AD09-0A48C1ED27E0}"/>
              </a:ext>
            </a:extLst>
          </p:cNvPr>
          <p:cNvSpPr>
            <a:spLocks noGrp="1"/>
          </p:cNvSpPr>
          <p:nvPr>
            <p:ph type="body" sz="quarter" idx="14" hasCustomPrompt="1"/>
          </p:nvPr>
        </p:nvSpPr>
        <p:spPr>
          <a:xfrm>
            <a:off x="9428163" y="2019300"/>
            <a:ext cx="1943100" cy="2700000"/>
          </a:xfrm>
          <a:gradFill>
            <a:gsLst>
              <a:gs pos="0">
                <a:schemeClr val="accent5">
                  <a:lumMod val="20000"/>
                  <a:lumOff val="80000"/>
                </a:schemeClr>
              </a:gs>
              <a:gs pos="99000">
                <a:schemeClr val="accent5">
                  <a:lumMod val="20000"/>
                  <a:lumOff val="80000"/>
                </a:schemeClr>
              </a:gs>
              <a:gs pos="100000">
                <a:schemeClr val="accent5"/>
              </a:gs>
            </a:gsLst>
            <a:lin ang="5400000" scaled="1"/>
          </a:gradFill>
        </p:spPr>
        <p:txBody>
          <a:bodyPr lIns="0" tIns="1332000" rIns="0" bIns="0">
            <a:noAutofit/>
          </a:bodyPr>
          <a:lstStyle>
            <a:lvl1pPr marL="0" indent="0" algn="ctr">
              <a:buNone/>
              <a:defRPr sz="1600"/>
            </a:lvl1pPr>
          </a:lstStyle>
          <a:p>
            <a:pPr lvl="0"/>
            <a:r>
              <a:rPr lang="en-US" noProof="0"/>
              <a:t>Event Description</a:t>
            </a:r>
          </a:p>
        </p:txBody>
      </p:sp>
      <p:sp>
        <p:nvSpPr>
          <p:cNvPr id="13" name="Text Placeholder 12">
            <a:extLst>
              <a:ext uri="{FF2B5EF4-FFF2-40B4-BE49-F238E27FC236}">
                <a16:creationId xmlns="" xmlns:a16="http://schemas.microsoft.com/office/drawing/2014/main" id="{701A7388-8628-470F-82E9-729C86AAFDC5}"/>
              </a:ext>
            </a:extLst>
          </p:cNvPr>
          <p:cNvSpPr>
            <a:spLocks noGrp="1"/>
          </p:cNvSpPr>
          <p:nvPr>
            <p:ph type="body" sz="quarter" idx="15" hasCustomPrompt="1"/>
          </p:nvPr>
        </p:nvSpPr>
        <p:spPr>
          <a:xfrm>
            <a:off x="5720550" y="2324100"/>
            <a:ext cx="828000" cy="828000"/>
          </a:xfrm>
          <a:prstGeom prst="ellipse">
            <a:avLst/>
          </a:prstGeom>
          <a:solidFill>
            <a:schemeClr val="tx1">
              <a:lumMod val="85000"/>
              <a:lumOff val="15000"/>
            </a:schemeClr>
          </a:solidFill>
        </p:spPr>
        <p:txBody>
          <a:bodyPr lIns="0" tIns="0" rIns="0" bIns="0" anchor="ctr">
            <a:noAutofit/>
          </a:bodyPr>
          <a:lstStyle>
            <a:lvl1pPr marL="0" indent="0" algn="ctr">
              <a:lnSpc>
                <a:spcPct val="100000"/>
              </a:lnSpc>
              <a:buNone/>
              <a:defRPr sz="2000" i="1">
                <a:solidFill>
                  <a:schemeClr val="bg1"/>
                </a:solidFill>
                <a:latin typeface="+mj-lt"/>
              </a:defRPr>
            </a:lvl1pPr>
          </a:lstStyle>
          <a:p>
            <a:pPr lvl="0"/>
            <a:r>
              <a:rPr lang="en-US" noProof="0"/>
              <a:t>1</a:t>
            </a:r>
          </a:p>
        </p:txBody>
      </p:sp>
      <p:sp>
        <p:nvSpPr>
          <p:cNvPr id="15" name="Text Placeholder 14">
            <a:extLst>
              <a:ext uri="{FF2B5EF4-FFF2-40B4-BE49-F238E27FC236}">
                <a16:creationId xmlns="" xmlns:a16="http://schemas.microsoft.com/office/drawing/2014/main" id="{CAE5D4FA-2556-4640-8793-063247AA272E}"/>
              </a:ext>
            </a:extLst>
          </p:cNvPr>
          <p:cNvSpPr>
            <a:spLocks noGrp="1"/>
          </p:cNvSpPr>
          <p:nvPr>
            <p:ph type="body" sz="quarter" idx="16" hasCustomPrompt="1"/>
          </p:nvPr>
        </p:nvSpPr>
        <p:spPr>
          <a:xfrm>
            <a:off x="7853356"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2</a:t>
            </a:r>
          </a:p>
        </p:txBody>
      </p:sp>
      <p:sp>
        <p:nvSpPr>
          <p:cNvPr id="17" name="Text Placeholder 16">
            <a:extLst>
              <a:ext uri="{FF2B5EF4-FFF2-40B4-BE49-F238E27FC236}">
                <a16:creationId xmlns="" xmlns:a16="http://schemas.microsoft.com/office/drawing/2014/main" id="{8379251E-EDF2-4AC5-AB5B-C1FD66A9D6F3}"/>
              </a:ext>
            </a:extLst>
          </p:cNvPr>
          <p:cNvSpPr>
            <a:spLocks noGrp="1"/>
          </p:cNvSpPr>
          <p:nvPr>
            <p:ph type="body" sz="quarter" idx="17" hasCustomPrompt="1"/>
          </p:nvPr>
        </p:nvSpPr>
        <p:spPr>
          <a:xfrm>
            <a:off x="9985713" y="2324100"/>
            <a:ext cx="828000" cy="828000"/>
          </a:xfrm>
          <a:prstGeom prst="ellipse">
            <a:avLst/>
          </a:prstGeom>
          <a:solidFill>
            <a:schemeClr val="tx1">
              <a:lumMod val="85000"/>
              <a:lumOff val="15000"/>
            </a:schemeClr>
          </a:solidFill>
        </p:spPr>
        <p:txBody>
          <a:bodyPr lIns="0" tIns="0" rIns="0" bIns="0" anchor="ctr"/>
          <a:lstStyle>
            <a:lvl1pPr marL="0" indent="0" algn="ctr">
              <a:buNone/>
              <a:defRPr i="1">
                <a:solidFill>
                  <a:schemeClr val="bg1"/>
                </a:solidFill>
                <a:latin typeface="+mj-lt"/>
              </a:defRPr>
            </a:lvl1pPr>
          </a:lstStyle>
          <a:p>
            <a:pPr lvl="0"/>
            <a:r>
              <a:rPr lang="en-US" noProof="0"/>
              <a:t>3</a:t>
            </a:r>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1316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6/12/20</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914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6 Image / Icon Bullets">
    <p:bg>
      <p:bgPr>
        <a:solidFill>
          <a:schemeClr val="bg2"/>
        </a:solidFill>
        <a:effectLst/>
      </p:bgPr>
    </p:bg>
    <p:spTree>
      <p:nvGrpSpPr>
        <p:cNvPr id="1" name=""/>
        <p:cNvGrpSpPr/>
        <p:nvPr/>
      </p:nvGrpSpPr>
      <p:grpSpPr>
        <a:xfrm>
          <a:off x="0" y="0"/>
          <a:ext cx="0" cy="0"/>
          <a:chOff x="0" y="0"/>
          <a:chExt cx="0" cy="0"/>
        </a:xfrm>
      </p:grpSpPr>
      <p:sp>
        <p:nvSpPr>
          <p:cNvPr id="9" name="Freeform 6" title="Page Number Shape">
            <a:extLst>
              <a:ext uri="{FF2B5EF4-FFF2-40B4-BE49-F238E27FC236}">
                <a16:creationId xmlns="" xmlns:a16="http://schemas.microsoft.com/office/drawing/2014/main" id="{4C028BF1-8F7F-4E8E-9D47-05D46323E336}"/>
              </a:ext>
            </a:extLst>
          </p:cNvPr>
          <p:cNvSpPr/>
          <p:nvPr userDrawn="1"/>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solidFill>
          <a:ln w="0">
            <a:noFill/>
            <a:prstDash val="solid"/>
            <a:round/>
            <a:headEnd/>
            <a:tailEnd/>
          </a:ln>
        </p:spPr>
      </p:sp>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lvl1pPr>
              <a:defRPr>
                <a:solidFill>
                  <a:schemeClr val="bg1"/>
                </a:solidFill>
              </a:defRPr>
            </a:lvl1pPr>
          </a:lstStyle>
          <a:p>
            <a:fld id="{F8F1C92E-34EF-7443-98EE-55EB64C2F5FD}" type="datetime1">
              <a:rPr lang="en-US" noProof="0" smtClean="0"/>
              <a:t>6/12/20</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Content Placeholder 2">
            <a:extLst>
              <a:ext uri="{FF2B5EF4-FFF2-40B4-BE49-F238E27FC236}">
                <a16:creationId xmlns="" xmlns:a16="http://schemas.microsoft.com/office/drawing/2014/main" id="{5D7203A2-76F7-4D98-BFEB-C48DDC3E5C6C}"/>
              </a:ext>
            </a:extLst>
          </p:cNvPr>
          <p:cNvSpPr>
            <a:spLocks noGrp="1"/>
          </p:cNvSpPr>
          <p:nvPr>
            <p:ph idx="1" hasCustomPrompt="1"/>
          </p:nvPr>
        </p:nvSpPr>
        <p:spPr>
          <a:xfrm>
            <a:off x="5162550"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1" name="Text Placeholder 8">
            <a:extLst>
              <a:ext uri="{FF2B5EF4-FFF2-40B4-BE49-F238E27FC236}">
                <a16:creationId xmlns="" xmlns:a16="http://schemas.microsoft.com/office/drawing/2014/main" id="{333FF03C-99D8-472E-A74F-87D3B5A5696D}"/>
              </a:ext>
            </a:extLst>
          </p:cNvPr>
          <p:cNvSpPr>
            <a:spLocks noGrp="1"/>
          </p:cNvSpPr>
          <p:nvPr>
            <p:ph type="body" sz="quarter" idx="13" hasCustomPrompt="1"/>
          </p:nvPr>
        </p:nvSpPr>
        <p:spPr>
          <a:xfrm>
            <a:off x="7295581"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2" name="Text Placeholder 10">
            <a:extLst>
              <a:ext uri="{FF2B5EF4-FFF2-40B4-BE49-F238E27FC236}">
                <a16:creationId xmlns="" xmlns:a16="http://schemas.microsoft.com/office/drawing/2014/main" id="{982C482D-2EED-4942-A5D4-D8A794C2486A}"/>
              </a:ext>
            </a:extLst>
          </p:cNvPr>
          <p:cNvSpPr>
            <a:spLocks noGrp="1"/>
          </p:cNvSpPr>
          <p:nvPr>
            <p:ph type="body" sz="quarter" idx="14" hasCustomPrompt="1"/>
          </p:nvPr>
        </p:nvSpPr>
        <p:spPr>
          <a:xfrm>
            <a:off x="9428613" y="559678"/>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7" name="Text Placeholder 6">
            <a:extLst>
              <a:ext uri="{FF2B5EF4-FFF2-40B4-BE49-F238E27FC236}">
                <a16:creationId xmlns="" xmlns:a16="http://schemas.microsoft.com/office/drawing/2014/main" id="{51D4C5CB-E26D-42D3-B242-792D37C5074D}"/>
              </a:ext>
            </a:extLst>
          </p:cNvPr>
          <p:cNvSpPr>
            <a:spLocks noGrp="1"/>
          </p:cNvSpPr>
          <p:nvPr>
            <p:ph type="body" sz="quarter" idx="19" hasCustomPrompt="1"/>
          </p:nvPr>
        </p:nvSpPr>
        <p:spPr>
          <a:xfrm>
            <a:off x="5162550" y="3429000"/>
            <a:ext cx="1944000" cy="2700000"/>
          </a:xfrm>
          <a:solidFill>
            <a:schemeClr val="bg1"/>
          </a:solidFill>
        </p:spPr>
        <p:txBody>
          <a:bodyPr lIns="0" tIns="1332000" rIns="0" bIns="0"/>
          <a:lstStyle>
            <a:lvl1pPr marL="0" indent="0" algn="ctr">
              <a:buNone/>
              <a:defRPr sz="1600">
                <a:solidFill>
                  <a:schemeClr val="tx1">
                    <a:lumMod val="85000"/>
                    <a:lumOff val="15000"/>
                  </a:schemeClr>
                </a:solidFill>
              </a:defRPr>
            </a:lvl1pPr>
          </a:lstStyle>
          <a:p>
            <a:pPr lvl="0"/>
            <a:r>
              <a:rPr lang="en-US" noProof="0"/>
              <a:t>Item Description</a:t>
            </a:r>
          </a:p>
        </p:txBody>
      </p:sp>
      <p:sp>
        <p:nvSpPr>
          <p:cNvPr id="16" name="Text Placeholder 15">
            <a:extLst>
              <a:ext uri="{FF2B5EF4-FFF2-40B4-BE49-F238E27FC236}">
                <a16:creationId xmlns="" xmlns:a16="http://schemas.microsoft.com/office/drawing/2014/main" id="{8F1F9D8C-5E2A-414E-9E1D-AB7DF4824DB3}"/>
              </a:ext>
            </a:extLst>
          </p:cNvPr>
          <p:cNvSpPr>
            <a:spLocks noGrp="1"/>
          </p:cNvSpPr>
          <p:nvPr>
            <p:ph type="body" sz="quarter" idx="20" hasCustomPrompt="1"/>
          </p:nvPr>
        </p:nvSpPr>
        <p:spPr>
          <a:xfrm>
            <a:off x="7295356"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19" name="Text Placeholder 18">
            <a:extLst>
              <a:ext uri="{FF2B5EF4-FFF2-40B4-BE49-F238E27FC236}">
                <a16:creationId xmlns="" xmlns:a16="http://schemas.microsoft.com/office/drawing/2014/main" id="{571AC612-4E8C-42E2-88EB-DB98E2791D0C}"/>
              </a:ext>
            </a:extLst>
          </p:cNvPr>
          <p:cNvSpPr>
            <a:spLocks noGrp="1"/>
          </p:cNvSpPr>
          <p:nvPr>
            <p:ph type="body" sz="quarter" idx="21" hasCustomPrompt="1"/>
          </p:nvPr>
        </p:nvSpPr>
        <p:spPr>
          <a:xfrm>
            <a:off x="9428163" y="3429000"/>
            <a:ext cx="1944000" cy="2700000"/>
          </a:xfrm>
          <a:solidFill>
            <a:schemeClr val="bg1"/>
          </a:solidFill>
        </p:spPr>
        <p:txBody>
          <a:bodyPr lIns="0" tIns="1332000" rIns="0" bIns="0">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Picture Placeholder 22">
            <a:extLst>
              <a:ext uri="{FF2B5EF4-FFF2-40B4-BE49-F238E27FC236}">
                <a16:creationId xmlns="" xmlns:a16="http://schemas.microsoft.com/office/drawing/2014/main" id="{2AA95DF8-549D-4CA3-8E1A-D2DEB8CF4608}"/>
              </a:ext>
            </a:extLst>
          </p:cNvPr>
          <p:cNvSpPr>
            <a:spLocks noGrp="1"/>
          </p:cNvSpPr>
          <p:nvPr>
            <p:ph type="pic" sz="quarter" idx="22" hasCustomPrompt="1"/>
          </p:nvPr>
        </p:nvSpPr>
        <p:spPr>
          <a:xfrm>
            <a:off x="5648550"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5" name="Picture Placeholder 24">
            <a:extLst>
              <a:ext uri="{FF2B5EF4-FFF2-40B4-BE49-F238E27FC236}">
                <a16:creationId xmlns="" xmlns:a16="http://schemas.microsoft.com/office/drawing/2014/main" id="{AA78BAAC-8764-4AFE-9AC1-DF47930B46EB}"/>
              </a:ext>
            </a:extLst>
          </p:cNvPr>
          <p:cNvSpPr>
            <a:spLocks noGrp="1"/>
          </p:cNvSpPr>
          <p:nvPr>
            <p:ph type="pic" sz="quarter" idx="23" hasCustomPrompt="1"/>
          </p:nvPr>
        </p:nvSpPr>
        <p:spPr>
          <a:xfrm>
            <a:off x="7781581"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7" name="Picture Placeholder 26">
            <a:extLst>
              <a:ext uri="{FF2B5EF4-FFF2-40B4-BE49-F238E27FC236}">
                <a16:creationId xmlns="" xmlns:a16="http://schemas.microsoft.com/office/drawing/2014/main" id="{88491EA9-E431-4D48-BD30-3BA8FACC97F2}"/>
              </a:ext>
            </a:extLst>
          </p:cNvPr>
          <p:cNvSpPr>
            <a:spLocks noGrp="1"/>
          </p:cNvSpPr>
          <p:nvPr>
            <p:ph type="pic" sz="quarter" idx="24" hasCustomPrompt="1"/>
          </p:nvPr>
        </p:nvSpPr>
        <p:spPr>
          <a:xfrm>
            <a:off x="9914613" y="729000"/>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0">
            <a:extLst>
              <a:ext uri="{FF2B5EF4-FFF2-40B4-BE49-F238E27FC236}">
                <a16:creationId xmlns="" xmlns:a16="http://schemas.microsoft.com/office/drawing/2014/main" id="{130F713C-752D-4C1A-89AB-638A7DAF60A8}"/>
              </a:ext>
            </a:extLst>
          </p:cNvPr>
          <p:cNvSpPr>
            <a:spLocks noGrp="1"/>
          </p:cNvSpPr>
          <p:nvPr>
            <p:ph type="pic" sz="quarter" idx="25" hasCustomPrompt="1"/>
          </p:nvPr>
        </p:nvSpPr>
        <p:spPr>
          <a:xfrm>
            <a:off x="5648550"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3" name="Picture Placeholder 32">
            <a:extLst>
              <a:ext uri="{FF2B5EF4-FFF2-40B4-BE49-F238E27FC236}">
                <a16:creationId xmlns="" xmlns:a16="http://schemas.microsoft.com/office/drawing/2014/main" id="{EDF00299-5001-4927-B344-D4AE0D5F0393}"/>
              </a:ext>
            </a:extLst>
          </p:cNvPr>
          <p:cNvSpPr>
            <a:spLocks noGrp="1"/>
          </p:cNvSpPr>
          <p:nvPr>
            <p:ph type="pic" sz="quarter" idx="26" hasCustomPrompt="1"/>
          </p:nvPr>
        </p:nvSpPr>
        <p:spPr>
          <a:xfrm>
            <a:off x="7781581"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5" name="Picture Placeholder 34">
            <a:extLst>
              <a:ext uri="{FF2B5EF4-FFF2-40B4-BE49-F238E27FC236}">
                <a16:creationId xmlns="" xmlns:a16="http://schemas.microsoft.com/office/drawing/2014/main" id="{4CBE51A8-3BCA-490E-93CB-B70BBCCD9671}"/>
              </a:ext>
            </a:extLst>
          </p:cNvPr>
          <p:cNvSpPr>
            <a:spLocks noGrp="1"/>
          </p:cNvSpPr>
          <p:nvPr>
            <p:ph type="pic" sz="quarter" idx="27" hasCustomPrompt="1"/>
          </p:nvPr>
        </p:nvSpPr>
        <p:spPr>
          <a:xfrm>
            <a:off x="9914613" y="3598323"/>
            <a:ext cx="972000" cy="972000"/>
          </a:xfrm>
          <a:prstGeom prst="ellipse">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232522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 Medium Photos with Descriptions">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hasCustomPrompt="1"/>
          </p:nvPr>
        </p:nvSpPr>
        <p:spPr>
          <a:xfrm>
            <a:off x="762000" y="2831932"/>
            <a:ext cx="3833906" cy="1562638"/>
          </a:xfrm>
        </p:spPr>
        <p:txBody>
          <a:bodyPr anchor="b"/>
          <a:lstStyle>
            <a:lvl1pPr>
              <a:defRPr/>
            </a:lvl1pPr>
          </a:lstStyle>
          <a:p>
            <a:r>
              <a:rPr lang="en-US" noProof="0"/>
              <a:t>Click to edit your title</a:t>
            </a:r>
          </a:p>
        </p:txBody>
      </p:sp>
      <p:sp>
        <p:nvSpPr>
          <p:cNvPr id="4" name="Date Placeholder 3"/>
          <p:cNvSpPr>
            <a:spLocks noGrp="1"/>
          </p:cNvSpPr>
          <p:nvPr>
            <p:ph type="dt" sz="half" idx="10"/>
          </p:nvPr>
        </p:nvSpPr>
        <p:spPr/>
        <p:txBody>
          <a:bodyPr/>
          <a:lstStyle/>
          <a:p>
            <a:fld id="{4176DA4A-63D4-BC43-9B38-53D06F7CC9C4}" type="datetime1">
              <a:rPr lang="en-US" noProof="0" smtClean="0"/>
              <a:t>6/12/20</a:t>
            </a:fld>
            <a:endParaRPr lang="en-US" noProof="0"/>
          </a:p>
        </p:txBody>
      </p:sp>
      <p:sp>
        <p:nvSpPr>
          <p:cNvPr id="5" name="Footer Placeholder 4"/>
          <p:cNvSpPr>
            <a:spLocks noGrp="1"/>
          </p:cNvSpPr>
          <p:nvPr>
            <p:ph type="ftr" sz="quarter" idx="11"/>
          </p:nvPr>
        </p:nvSpPr>
        <p:spPr/>
        <p:txBody>
          <a:body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4573117"/>
            <a:ext cx="3842550" cy="1178396"/>
          </a:xfrm>
        </p:spPr>
        <p:txBody>
          <a:bodyPr/>
          <a:lstStyle>
            <a:lvl1pPr marL="0" indent="0" algn="r">
              <a:buNone/>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Picture Placeholder 10">
            <a:extLst>
              <a:ext uri="{FF2B5EF4-FFF2-40B4-BE49-F238E27FC236}">
                <a16:creationId xmlns="" xmlns:a16="http://schemas.microsoft.com/office/drawing/2014/main" id="{4EDDE9BC-8D20-403B-A5FE-C277A3515DE4}"/>
              </a:ext>
            </a:extLst>
          </p:cNvPr>
          <p:cNvSpPr>
            <a:spLocks noGrp="1"/>
          </p:cNvSpPr>
          <p:nvPr>
            <p:ph type="pic" sz="quarter" idx="19" hasCustomPrompt="1"/>
          </p:nvPr>
        </p:nvSpPr>
        <p:spPr>
          <a:xfrm>
            <a:off x="2424736" y="482857"/>
            <a:ext cx="2179814" cy="2179814"/>
          </a:xfrm>
          <a:prstGeom prst="ellipse">
            <a:avLst/>
          </a:prstGeom>
          <a:solidFill>
            <a:schemeClr val="bg1">
              <a:lumMod val="95000"/>
            </a:schemeClr>
          </a:solidFill>
        </p:spPr>
        <p:txBody>
          <a:bodyPr anchor="ctr"/>
          <a:lstStyle>
            <a:lvl1pPr marL="0" indent="0" algn="ctr">
              <a:buNone/>
              <a:defRPr i="1"/>
            </a:lvl1pPr>
          </a:lstStyle>
          <a:p>
            <a:r>
              <a:rPr lang="en-US" noProof="0"/>
              <a:t>Insert Portrait Photo</a:t>
            </a:r>
          </a:p>
        </p:txBody>
      </p:sp>
      <p:sp>
        <p:nvSpPr>
          <p:cNvPr id="19" name="Content Placeholder 2">
            <a:extLst>
              <a:ext uri="{FF2B5EF4-FFF2-40B4-BE49-F238E27FC236}">
                <a16:creationId xmlns="" xmlns:a16="http://schemas.microsoft.com/office/drawing/2014/main" id="{2BF5E186-AFA1-42AA-AE51-CF3AC059F0FB}"/>
              </a:ext>
            </a:extLst>
          </p:cNvPr>
          <p:cNvSpPr>
            <a:spLocks noGrp="1"/>
          </p:cNvSpPr>
          <p:nvPr>
            <p:ph idx="1" hasCustomPrompt="1"/>
          </p:nvPr>
        </p:nvSpPr>
        <p:spPr>
          <a:xfrm>
            <a:off x="5162550"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2" name="Text Placeholder 8">
            <a:extLst>
              <a:ext uri="{FF2B5EF4-FFF2-40B4-BE49-F238E27FC236}">
                <a16:creationId xmlns="" xmlns:a16="http://schemas.microsoft.com/office/drawing/2014/main" id="{C860CCD0-F268-4994-9434-F0E0132A4E53}"/>
              </a:ext>
            </a:extLst>
          </p:cNvPr>
          <p:cNvSpPr>
            <a:spLocks noGrp="1"/>
          </p:cNvSpPr>
          <p:nvPr>
            <p:ph type="body" sz="quarter" idx="13" hasCustomPrompt="1"/>
          </p:nvPr>
        </p:nvSpPr>
        <p:spPr>
          <a:xfrm>
            <a:off x="7295581"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3" name="Text Placeholder 10">
            <a:extLst>
              <a:ext uri="{FF2B5EF4-FFF2-40B4-BE49-F238E27FC236}">
                <a16:creationId xmlns="" xmlns:a16="http://schemas.microsoft.com/office/drawing/2014/main" id="{28D5E220-4F6C-4A47-9F47-4CA88EA230DF}"/>
              </a:ext>
            </a:extLst>
          </p:cNvPr>
          <p:cNvSpPr>
            <a:spLocks noGrp="1"/>
          </p:cNvSpPr>
          <p:nvPr>
            <p:ph type="body" sz="quarter" idx="14" hasCustomPrompt="1"/>
          </p:nvPr>
        </p:nvSpPr>
        <p:spPr>
          <a:xfrm>
            <a:off x="9428613" y="559678"/>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4" name="Text Placeholder 6">
            <a:extLst>
              <a:ext uri="{FF2B5EF4-FFF2-40B4-BE49-F238E27FC236}">
                <a16:creationId xmlns="" xmlns:a16="http://schemas.microsoft.com/office/drawing/2014/main" id="{1DFEF73A-C0FC-4A4C-8342-991CEFF532E2}"/>
              </a:ext>
            </a:extLst>
          </p:cNvPr>
          <p:cNvSpPr>
            <a:spLocks noGrp="1"/>
          </p:cNvSpPr>
          <p:nvPr>
            <p:ph type="body" sz="quarter" idx="20" hasCustomPrompt="1"/>
          </p:nvPr>
        </p:nvSpPr>
        <p:spPr>
          <a:xfrm>
            <a:off x="5162550" y="3429000"/>
            <a:ext cx="1944000" cy="2700000"/>
          </a:xfrm>
          <a:solidFill>
            <a:schemeClr val="bg1"/>
          </a:solidFill>
        </p:spPr>
        <p:txBody>
          <a:bodyPr lIns="0" tIns="1944000" rIns="0" bIns="72000" anchor="ctr"/>
          <a:lstStyle>
            <a:lvl1pPr marL="0" indent="0" algn="ctr">
              <a:buNone/>
              <a:defRPr sz="1600">
                <a:solidFill>
                  <a:schemeClr val="tx1">
                    <a:lumMod val="85000"/>
                    <a:lumOff val="15000"/>
                  </a:schemeClr>
                </a:solidFill>
              </a:defRPr>
            </a:lvl1pPr>
          </a:lstStyle>
          <a:p>
            <a:pPr lvl="0"/>
            <a:r>
              <a:rPr lang="en-US" noProof="0"/>
              <a:t>Item Description</a:t>
            </a:r>
          </a:p>
        </p:txBody>
      </p:sp>
      <p:sp>
        <p:nvSpPr>
          <p:cNvPr id="25" name="Text Placeholder 15">
            <a:extLst>
              <a:ext uri="{FF2B5EF4-FFF2-40B4-BE49-F238E27FC236}">
                <a16:creationId xmlns="" xmlns:a16="http://schemas.microsoft.com/office/drawing/2014/main" id="{E60572FB-0574-4BE3-9637-7CA7B5ACA8DE}"/>
              </a:ext>
            </a:extLst>
          </p:cNvPr>
          <p:cNvSpPr>
            <a:spLocks noGrp="1"/>
          </p:cNvSpPr>
          <p:nvPr>
            <p:ph type="body" sz="quarter" idx="21" hasCustomPrompt="1"/>
          </p:nvPr>
        </p:nvSpPr>
        <p:spPr>
          <a:xfrm>
            <a:off x="7295356"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6" name="Text Placeholder 18">
            <a:extLst>
              <a:ext uri="{FF2B5EF4-FFF2-40B4-BE49-F238E27FC236}">
                <a16:creationId xmlns="" xmlns:a16="http://schemas.microsoft.com/office/drawing/2014/main" id="{155E2FBC-2458-49C4-B75C-CAEAC6D9F10F}"/>
              </a:ext>
            </a:extLst>
          </p:cNvPr>
          <p:cNvSpPr>
            <a:spLocks noGrp="1"/>
          </p:cNvSpPr>
          <p:nvPr>
            <p:ph type="body" sz="quarter" idx="22" hasCustomPrompt="1"/>
          </p:nvPr>
        </p:nvSpPr>
        <p:spPr>
          <a:xfrm>
            <a:off x="9428163" y="3429000"/>
            <a:ext cx="1944000" cy="2700000"/>
          </a:xfrm>
          <a:solidFill>
            <a:schemeClr val="bg1"/>
          </a:solidFill>
        </p:spPr>
        <p:txBody>
          <a:bodyPr lIns="0" tIns="1944000" rIns="0" bIns="72000" anchor="ctr">
            <a:normAutofit/>
          </a:bodyPr>
          <a:lstStyle>
            <a:lvl1pPr marL="0" indent="0" algn="ctr">
              <a:buNone/>
              <a:defRPr sz="1600">
                <a:solidFill>
                  <a:schemeClr val="tx1">
                    <a:lumMod val="85000"/>
                    <a:lumOff val="15000"/>
                  </a:schemeClr>
                </a:solidFill>
              </a:defRPr>
            </a:lvl1pPr>
          </a:lstStyle>
          <a:p>
            <a:pPr lvl="0"/>
            <a:r>
              <a:rPr lang="en-US" noProof="0"/>
              <a:t>Item Description</a:t>
            </a:r>
          </a:p>
        </p:txBody>
      </p:sp>
      <p:sp>
        <p:nvSpPr>
          <p:cNvPr id="27" name="Picture Placeholder 22">
            <a:extLst>
              <a:ext uri="{FF2B5EF4-FFF2-40B4-BE49-F238E27FC236}">
                <a16:creationId xmlns="" xmlns:a16="http://schemas.microsoft.com/office/drawing/2014/main" id="{844B1DAB-161E-44A0-9E15-DA816B46A48E}"/>
              </a:ext>
            </a:extLst>
          </p:cNvPr>
          <p:cNvSpPr>
            <a:spLocks noGrp="1"/>
          </p:cNvSpPr>
          <p:nvPr>
            <p:ph type="pic" sz="quarter" idx="23" hasCustomPrompt="1"/>
          </p:nvPr>
        </p:nvSpPr>
        <p:spPr>
          <a:xfrm>
            <a:off x="5234550"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8" name="Picture Placeholder 24">
            <a:extLst>
              <a:ext uri="{FF2B5EF4-FFF2-40B4-BE49-F238E27FC236}">
                <a16:creationId xmlns="" xmlns:a16="http://schemas.microsoft.com/office/drawing/2014/main" id="{8811849A-335B-47C0-980E-357EE8C4BCC2}"/>
              </a:ext>
            </a:extLst>
          </p:cNvPr>
          <p:cNvSpPr>
            <a:spLocks noGrp="1"/>
          </p:cNvSpPr>
          <p:nvPr>
            <p:ph type="pic" sz="quarter" idx="24" hasCustomPrompt="1"/>
          </p:nvPr>
        </p:nvSpPr>
        <p:spPr>
          <a:xfrm>
            <a:off x="7367581"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29" name="Picture Placeholder 26">
            <a:extLst>
              <a:ext uri="{FF2B5EF4-FFF2-40B4-BE49-F238E27FC236}">
                <a16:creationId xmlns="" xmlns:a16="http://schemas.microsoft.com/office/drawing/2014/main" id="{E1254A81-6A51-429E-91AC-6B4CADA71DC5}"/>
              </a:ext>
            </a:extLst>
          </p:cNvPr>
          <p:cNvSpPr>
            <a:spLocks noGrp="1"/>
          </p:cNvSpPr>
          <p:nvPr>
            <p:ph type="pic" sz="quarter" idx="25" hasCustomPrompt="1"/>
          </p:nvPr>
        </p:nvSpPr>
        <p:spPr>
          <a:xfrm>
            <a:off x="9500613" y="647388"/>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0" name="Picture Placeholder 30">
            <a:extLst>
              <a:ext uri="{FF2B5EF4-FFF2-40B4-BE49-F238E27FC236}">
                <a16:creationId xmlns="" xmlns:a16="http://schemas.microsoft.com/office/drawing/2014/main" id="{64053090-461C-448F-9705-7FEE78A41337}"/>
              </a:ext>
            </a:extLst>
          </p:cNvPr>
          <p:cNvSpPr>
            <a:spLocks noGrp="1"/>
          </p:cNvSpPr>
          <p:nvPr>
            <p:ph type="pic" sz="quarter" idx="26" hasCustomPrompt="1"/>
          </p:nvPr>
        </p:nvSpPr>
        <p:spPr>
          <a:xfrm>
            <a:off x="5234550"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1" name="Picture Placeholder 32">
            <a:extLst>
              <a:ext uri="{FF2B5EF4-FFF2-40B4-BE49-F238E27FC236}">
                <a16:creationId xmlns="" xmlns:a16="http://schemas.microsoft.com/office/drawing/2014/main" id="{7AD2F7CB-CFE4-4C72-864A-D00C1CEAA23D}"/>
              </a:ext>
            </a:extLst>
          </p:cNvPr>
          <p:cNvSpPr>
            <a:spLocks noGrp="1"/>
          </p:cNvSpPr>
          <p:nvPr>
            <p:ph type="pic" sz="quarter" idx="27" hasCustomPrompt="1"/>
          </p:nvPr>
        </p:nvSpPr>
        <p:spPr>
          <a:xfrm>
            <a:off x="7367581"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
        <p:nvSpPr>
          <p:cNvPr id="32" name="Picture Placeholder 34">
            <a:extLst>
              <a:ext uri="{FF2B5EF4-FFF2-40B4-BE49-F238E27FC236}">
                <a16:creationId xmlns="" xmlns:a16="http://schemas.microsoft.com/office/drawing/2014/main" id="{CCA07CA3-C8D4-41EA-A0FB-74E1A4770398}"/>
              </a:ext>
            </a:extLst>
          </p:cNvPr>
          <p:cNvSpPr>
            <a:spLocks noGrp="1"/>
          </p:cNvSpPr>
          <p:nvPr>
            <p:ph type="pic" sz="quarter" idx="28" hasCustomPrompt="1"/>
          </p:nvPr>
        </p:nvSpPr>
        <p:spPr>
          <a:xfrm>
            <a:off x="9500163" y="3516711"/>
            <a:ext cx="1800000" cy="1800000"/>
          </a:xfrm>
          <a:prstGeom prst="rect">
            <a:avLst/>
          </a:prstGeom>
          <a:solidFill>
            <a:schemeClr val="bg1">
              <a:lumMod val="95000"/>
            </a:schemeClr>
          </a:solidFill>
        </p:spPr>
        <p:txBody>
          <a:bodyPr anchor="ctr">
            <a:normAutofit/>
          </a:bodyPr>
          <a:lstStyle>
            <a:lvl1pPr marL="0" indent="0" algn="ctr">
              <a:buNone/>
              <a:defRPr sz="1200" i="1">
                <a:solidFill>
                  <a:schemeClr val="tx1">
                    <a:lumMod val="85000"/>
                    <a:lumOff val="15000"/>
                  </a:schemeClr>
                </a:solidFill>
              </a:defRPr>
            </a:lvl1pPr>
          </a:lstStyle>
          <a:p>
            <a:r>
              <a:rPr lang="en-US" noProof="0"/>
              <a:t>Insert Icon / Picture</a:t>
            </a:r>
          </a:p>
        </p:txBody>
      </p:sp>
    </p:spTree>
    <p:extLst>
      <p:ext uri="{BB962C8B-B14F-4D97-AF65-F5344CB8AC3E}">
        <p14:creationId xmlns:p14="http://schemas.microsoft.com/office/powerpoint/2010/main" val="1108071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sp>
        <p:nvSpPr>
          <p:cNvPr id="12" name="Freeform 6" title="Page Number Shape"/>
          <p:cNvSpPr/>
          <p:nvPr/>
        </p:nvSpPr>
        <p:spPr bwMode="auto">
          <a:xfrm>
            <a:off x="11784011" y="-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accent1"/>
          </a:solidFill>
          <a:ln w="0">
            <a:noFill/>
            <a:prstDash val="solid"/>
            <a:round/>
            <a:headEnd/>
            <a:tailEnd/>
          </a:ln>
        </p:spPr>
      </p:sp>
      <p:sp>
        <p:nvSpPr>
          <p:cNvPr id="2" name="Title 1"/>
          <p:cNvSpPr>
            <a:spLocks noGrp="1"/>
          </p:cNvSpPr>
          <p:nvPr>
            <p:ph type="ctrTitle"/>
          </p:nvPr>
        </p:nvSpPr>
        <p:spPr>
          <a:xfrm>
            <a:off x="5747656" y="1264197"/>
            <a:ext cx="5670487" cy="4268965"/>
          </a:xfrm>
        </p:spPr>
        <p:txBody>
          <a:bodyPr anchor="ctr">
            <a:normAutofit/>
          </a:bodyPr>
          <a:lstStyle>
            <a:lvl1pPr algn="l">
              <a:lnSpc>
                <a:spcPct val="85000"/>
              </a:lnSpc>
              <a:defRPr sz="6000" cap="none" baseline="0">
                <a:solidFill>
                  <a:schemeClr val="tx2"/>
                </a:solidFill>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667666" y="4151085"/>
            <a:ext cx="4633806" cy="1591181"/>
          </a:xfrm>
        </p:spPr>
        <p:txBody>
          <a:bodyPr anchor="b">
            <a:noAutofit/>
          </a:bodyPr>
          <a:lstStyle>
            <a:lvl1pPr marL="0" indent="0" algn="r">
              <a:lnSpc>
                <a:spcPct val="100000"/>
              </a:lnSpc>
              <a:spcBef>
                <a:spcPts val="0"/>
              </a:spcBef>
              <a:buNone/>
              <a:defRPr sz="2300" b="0" i="1"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smtClean="0"/>
              <a:t>Click to edit Master subtitle style</a:t>
            </a:r>
            <a:endParaRPr lang="en-US" noProof="0"/>
          </a:p>
        </p:txBody>
      </p:sp>
      <p:cxnSp>
        <p:nvCxnSpPr>
          <p:cNvPr id="9" name="Straight Connector 8" title="Verticle Rule Line"/>
          <p:cNvCxnSpPr>
            <a:cxnSpLocks/>
          </p:cNvCxnSpPr>
          <p:nvPr/>
        </p:nvCxnSpPr>
        <p:spPr>
          <a:xfrm>
            <a:off x="5524563" y="1115733"/>
            <a:ext cx="0" cy="4626534"/>
          </a:xfrm>
          <a:prstGeom prst="line">
            <a:avLst/>
          </a:prstGeom>
          <a:ln w="635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053122"/>
      </p:ext>
    </p:extLst>
  </p:cSld>
  <p:clrMapOvr>
    <a:overrideClrMapping bg1="dk1" tx1="lt1" bg2="dk2" tx2="lt2" accent1="accent1" accent2="accent2" accent3="accent3" accent4="accent4" accent5="accent5" accent6="accent6" hlink="hlink" folHlink="folHlink"/>
  </p:clrMapOvr>
  <p:extLst mod="1">
    <p:ext uri="{DCECCB84-F9BA-43D5-87BE-67443E8EF086}">
      <p15:sldGuideLst xmlns:p15="http://schemas.microsoft.com/office/powerpoint/2012/main">
        <p15:guide id="1" orient="horz" pos="79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7" name="Freeform 6" title="Page Number Shape"/>
          <p:cNvSpPr/>
          <p:nvPr/>
        </p:nvSpPr>
        <p:spPr bwMode="auto">
          <a:xfrm>
            <a:off x="11784011" y="1393748"/>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1"/>
          <p:cNvSpPr>
            <a:spLocks noGrp="1"/>
          </p:cNvSpPr>
          <p:nvPr>
            <p:ph type="title"/>
          </p:nvPr>
        </p:nvSpPr>
        <p:spPr>
          <a:xfrm>
            <a:off x="1947673" y="2571722"/>
            <a:ext cx="8296654" cy="3286153"/>
          </a:xfrm>
        </p:spPr>
        <p:txBody>
          <a:bodyPr anchor="t">
            <a:normAutofit/>
          </a:bodyPr>
          <a:lstStyle>
            <a:lvl1pPr>
              <a:lnSpc>
                <a:spcPct val="85000"/>
              </a:lnSpc>
              <a:defRPr sz="7700" cap="none" baseline="0">
                <a:solidFill>
                  <a:schemeClr val="tx1">
                    <a:lumMod val="85000"/>
                    <a:lumOff val="15000"/>
                  </a:schemeClr>
                </a:solidFill>
              </a:defRPr>
            </a:lvl1pPr>
          </a:lstStyle>
          <a:p>
            <a:r>
              <a:rPr lang="en-US" noProof="0" smtClean="0"/>
              <a:t>Click to edit Master title style</a:t>
            </a:r>
            <a:endParaRPr lang="en-US" noProof="0"/>
          </a:p>
        </p:txBody>
      </p:sp>
      <p:sp>
        <p:nvSpPr>
          <p:cNvPr id="3" name="Text Placeholder 2"/>
          <p:cNvSpPr>
            <a:spLocks noGrp="1"/>
          </p:cNvSpPr>
          <p:nvPr>
            <p:ph type="body" idx="1"/>
          </p:nvPr>
        </p:nvSpPr>
        <p:spPr>
          <a:xfrm>
            <a:off x="1947673" y="1393748"/>
            <a:ext cx="8401429" cy="819150"/>
          </a:xfrm>
        </p:spPr>
        <p:txBody>
          <a:bodyPr anchor="ctr">
            <a:normAutofit/>
          </a:bodyPr>
          <a:lstStyle>
            <a:lvl1pPr marL="0" indent="0" algn="r">
              <a:lnSpc>
                <a:spcPct val="113000"/>
              </a:lnSpc>
              <a:spcBef>
                <a:spcPts val="0"/>
              </a:spcBef>
              <a:buNone/>
              <a:defRPr sz="2000" b="0" i="1" baseline="0">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smtClean="0"/>
              <a:t>Click to edit Master text styles</a:t>
            </a:r>
          </a:p>
        </p:txBody>
      </p:sp>
      <p:sp>
        <p:nvSpPr>
          <p:cNvPr id="4" name="Date Placeholder 3"/>
          <p:cNvSpPr>
            <a:spLocks noGrp="1"/>
          </p:cNvSpPr>
          <p:nvPr>
            <p:ph type="dt" sz="half" idx="10"/>
          </p:nvPr>
        </p:nvSpPr>
        <p:spPr>
          <a:xfrm>
            <a:off x="8742955" y="6314439"/>
            <a:ext cx="1596622" cy="365125"/>
          </a:xfrm>
        </p:spPr>
        <p:txBody>
          <a:bodyPr/>
          <a:lstStyle>
            <a:lvl1pPr>
              <a:defRPr sz="1200">
                <a:solidFill>
                  <a:schemeClr val="tx1">
                    <a:lumMod val="85000"/>
                    <a:lumOff val="15000"/>
                  </a:schemeClr>
                </a:solidFill>
              </a:defRPr>
            </a:lvl1pPr>
          </a:lstStyle>
          <a:p>
            <a:fld id="{529964A5-3468-3F49-AD7A-0CF5EB762F89}" type="datetime1">
              <a:rPr lang="en-US" noProof="0" smtClean="0"/>
              <a:t>6/12/20</a:t>
            </a:fld>
            <a:endParaRPr lang="en-US" noProof="0"/>
          </a:p>
        </p:txBody>
      </p:sp>
      <p:sp>
        <p:nvSpPr>
          <p:cNvPr id="5" name="Footer Placeholder 4"/>
          <p:cNvSpPr>
            <a:spLocks noGrp="1"/>
          </p:cNvSpPr>
          <p:nvPr>
            <p:ph type="ftr" sz="quarter" idx="11"/>
          </p:nvPr>
        </p:nvSpPr>
        <p:spPr>
          <a:xfrm>
            <a:off x="1947673" y="6314440"/>
            <a:ext cx="6480226" cy="365125"/>
          </a:xfrm>
        </p:spPr>
        <p:txBody>
          <a:bodyPr/>
          <a:lstStyle>
            <a:lvl1pPr>
              <a:defRPr b="0">
                <a:solidFill>
                  <a:schemeClr val="tx1">
                    <a:lumMod val="85000"/>
                    <a:lumOff val="15000"/>
                  </a:schemeClr>
                </a:solidFill>
              </a:defRPr>
            </a:lvl1pPr>
          </a:lstStyle>
          <a:p>
            <a:endParaRPr lang="en-US" noProof="0"/>
          </a:p>
        </p:txBody>
      </p:sp>
      <p:sp>
        <p:nvSpPr>
          <p:cNvPr id="6" name="Slide Number Placeholder 5"/>
          <p:cNvSpPr>
            <a:spLocks noGrp="1"/>
          </p:cNvSpPr>
          <p:nvPr>
            <p:ph type="sldNum" sz="quarter" idx="12"/>
          </p:nvPr>
        </p:nvSpPr>
        <p:spPr>
          <a:xfrm>
            <a:off x="11784011" y="1620760"/>
            <a:ext cx="407988" cy="365125"/>
          </a:xfrm>
        </p:spPr>
        <p:txBody>
          <a:bodyPr/>
          <a:lstStyle>
            <a:lvl1pPr>
              <a:defRPr>
                <a:solidFill>
                  <a:schemeClr val="bg2"/>
                </a:solidFill>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flipH="1">
            <a:off x="1" y="6178167"/>
            <a:ext cx="10244326"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453484"/>
      </p:ext>
    </p:extLst>
  </p:cSld>
  <p:clrMapOvr>
    <a:masterClrMapping/>
  </p:clrMapOvr>
  <p:extLst mod="1">
    <p:ext uri="{DCECCB84-F9BA-43D5-87BE-67443E8EF086}">
      <p15:sldGuideLst xmlns:p15="http://schemas.microsoft.com/office/powerpoint/2012/main">
        <p15:guide id="1" pos="64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6/12/20</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 xmlns:a16="http://schemas.microsoft.com/office/drawing/2014/main" id="{FBC751F3-ABD6-4995-8494-4932D12ACE1B}"/>
              </a:ext>
            </a:extLst>
          </p:cNvPr>
          <p:cNvSpPr>
            <a:spLocks noGrp="1"/>
          </p:cNvSpPr>
          <p:nvPr>
            <p:ph sz="quarter" idx="19"/>
          </p:nvPr>
        </p:nvSpPr>
        <p:spPr>
          <a:xfrm>
            <a:off x="5326063" y="559678"/>
            <a:ext cx="6103937" cy="519183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2875451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8"/>
            <a:ext cx="3833906" cy="2221622"/>
          </a:xfrm>
        </p:spPr>
        <p:txBody>
          <a:bodyPr anchor="b"/>
          <a:lstStyle>
            <a:lvl1pPr>
              <a:defRPr>
                <a:solidFill>
                  <a:schemeClr val="bg1"/>
                </a:solidFill>
              </a:defRPr>
            </a:lvl1pPr>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6/12/20</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sp>
        <p:nvSpPr>
          <p:cNvPr id="20" name="Text Placeholder 19">
            <a:extLst>
              <a:ext uri="{FF2B5EF4-FFF2-40B4-BE49-F238E27FC236}">
                <a16:creationId xmlns="" xmlns:a16="http://schemas.microsoft.com/office/drawing/2014/main" id="{66A1A72B-59FA-4D91-8267-669EAAD44565}"/>
              </a:ext>
            </a:extLst>
          </p:cNvPr>
          <p:cNvSpPr>
            <a:spLocks noGrp="1"/>
          </p:cNvSpPr>
          <p:nvPr>
            <p:ph type="body" sz="quarter" idx="18" hasCustomPrompt="1"/>
          </p:nvPr>
        </p:nvSpPr>
        <p:spPr>
          <a:xfrm>
            <a:off x="762000" y="2895600"/>
            <a:ext cx="3842550" cy="2855913"/>
          </a:xfrm>
        </p:spPr>
        <p:txBody>
          <a:bodyPr/>
          <a:lstStyle>
            <a:lvl1pPr marL="0" indent="0" algn="r">
              <a:buNone/>
              <a:defRPr>
                <a:solidFill>
                  <a:schemeClr val="bg1"/>
                </a:solidFill>
              </a:defRPr>
            </a:lvl1pPr>
            <a:lvl2pPr marL="402336" indent="0" algn="r">
              <a:buNone/>
              <a:defRPr/>
            </a:lvl2pPr>
            <a:lvl3pPr marL="859536" indent="0" algn="r">
              <a:buNone/>
              <a:defRPr/>
            </a:lvl3pPr>
            <a:lvl4pPr marL="1316736" indent="0" algn="r">
              <a:buNone/>
              <a:defRPr/>
            </a:lvl4pPr>
            <a:lvl5pPr marL="1773936" indent="0" algn="r">
              <a:buNone/>
              <a:defRPr/>
            </a:lvl5pPr>
          </a:lstStyle>
          <a:p>
            <a:pPr lvl="0"/>
            <a:r>
              <a:rPr lang="en-US" noProof="0"/>
              <a:t>Place your subtitle here</a:t>
            </a:r>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 xmlns:a16="http://schemas.microsoft.com/office/drawing/2014/main" id="{1466EC8C-C8BE-4149-A684-18CFF4574C18}"/>
              </a:ext>
            </a:extLst>
          </p:cNvPr>
          <p:cNvSpPr>
            <a:spLocks noGrp="1"/>
          </p:cNvSpPr>
          <p:nvPr>
            <p:ph type="pic" sz="quarter" idx="19"/>
          </p:nvPr>
        </p:nvSpPr>
        <p:spPr>
          <a:xfrm>
            <a:off x="5297488" y="559678"/>
            <a:ext cx="6132512" cy="5191835"/>
          </a:xfrm>
        </p:spPr>
        <p:txBody>
          <a:bodyPr anchor="ctr"/>
          <a:lstStyle>
            <a:lvl1pPr marL="0" indent="0" algn="ctr">
              <a:buNone/>
              <a:defRPr/>
            </a:lvl1pPr>
          </a:lstStyle>
          <a:p>
            <a:r>
              <a:rPr lang="en-US" noProof="0" smtClean="0"/>
              <a:t>Drag picture to placeholder or click icon to add</a:t>
            </a:r>
            <a:endParaRPr lang="en-US" noProof="0"/>
          </a:p>
        </p:txBody>
      </p:sp>
    </p:spTree>
    <p:extLst>
      <p:ext uri="{BB962C8B-B14F-4D97-AF65-F5344CB8AC3E}">
        <p14:creationId xmlns:p14="http://schemas.microsoft.com/office/powerpoint/2010/main" val="3687491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Rectangle 17">
            <a:extLst>
              <a:ext uri="{FF2B5EF4-FFF2-40B4-BE49-F238E27FC236}">
                <a16:creationId xmlns="" xmlns:a16="http://schemas.microsoft.com/office/drawing/2014/main" id="{16C1126B-4E27-49D1-926A-A5CDC562C77C}"/>
              </a:ext>
            </a:extLst>
          </p:cNvPr>
          <p:cNvSpPr/>
          <p:nvPr userDrawn="1"/>
        </p:nvSpPr>
        <p:spPr>
          <a:xfrm>
            <a:off x="0" y="0"/>
            <a:ext cx="4896195"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 name="Title 1"/>
          <p:cNvSpPr>
            <a:spLocks noGrp="1"/>
          </p:cNvSpPr>
          <p:nvPr>
            <p:ph type="title"/>
          </p:nvPr>
        </p:nvSpPr>
        <p:spPr>
          <a:xfrm>
            <a:off x="762000" y="559677"/>
            <a:ext cx="3833906" cy="5274923"/>
          </a:xfrm>
        </p:spPr>
        <p:txBody>
          <a:bodyPr anchor="b"/>
          <a:lstStyle>
            <a:lvl1pPr>
              <a:defRPr>
                <a:solidFill>
                  <a:schemeClr val="bg1"/>
                </a:solidFill>
              </a:defRPr>
            </a:lvl1pPr>
          </a:lstStyle>
          <a:p>
            <a:r>
              <a:rPr lang="en-US" noProof="0" smtClean="0"/>
              <a:t>Click to edit Master title style</a:t>
            </a:r>
            <a:endParaRPr lang="en-US" noProof="0"/>
          </a:p>
        </p:txBody>
      </p:sp>
      <p:sp>
        <p:nvSpPr>
          <p:cNvPr id="4" name="Date Placeholder 3"/>
          <p:cNvSpPr>
            <a:spLocks noGrp="1"/>
          </p:cNvSpPr>
          <p:nvPr>
            <p:ph type="dt" sz="half" idx="10"/>
          </p:nvPr>
        </p:nvSpPr>
        <p:spPr/>
        <p:txBody>
          <a:bodyPr/>
          <a:lstStyle>
            <a:lvl1pPr>
              <a:defRPr>
                <a:solidFill>
                  <a:schemeClr val="bg1"/>
                </a:solidFill>
              </a:defRPr>
            </a:lvl1pPr>
          </a:lstStyle>
          <a:p>
            <a:fld id="{471D0754-1959-7F4F-A198-3F4710E170D8}" type="datetime1">
              <a:rPr lang="en-US" noProof="0" smtClean="0"/>
              <a:t>6/12/20</a:t>
            </a:fld>
            <a:endParaRPr lang="en-US" noProof="0"/>
          </a:p>
        </p:txBody>
      </p:sp>
      <p:sp>
        <p:nvSpPr>
          <p:cNvPr id="5" name="Footer Placeholder 4"/>
          <p:cNvSpPr>
            <a:spLocks noGrp="1"/>
          </p:cNvSpPr>
          <p:nvPr>
            <p:ph type="ftr" sz="quarter" idx="11"/>
          </p:nvPr>
        </p:nvSpPr>
        <p:spPr/>
        <p:txBody>
          <a:bodyPr/>
          <a:lstStyle>
            <a:lvl1pPr>
              <a:defRPr>
                <a:solidFill>
                  <a:schemeClr val="bg1"/>
                </a:solidFill>
              </a:defRPr>
            </a:lvl1pPr>
          </a:lstStyle>
          <a:p>
            <a:endParaRPr lang="en-US" noProof="0"/>
          </a:p>
        </p:txBody>
      </p:sp>
      <p:sp>
        <p:nvSpPr>
          <p:cNvPr id="6" name="Slide Number Placeholder 5"/>
          <p:cNvSpPr>
            <a:spLocks noGrp="1"/>
          </p:cNvSpPr>
          <p:nvPr>
            <p:ph type="sldNum" sz="quarter" idx="12"/>
          </p:nvPr>
        </p:nvSpPr>
        <p:spPr/>
        <p:txBody>
          <a:bodyPr/>
          <a:lstStyle/>
          <a:p>
            <a:fld id="{13D2E340-0663-474B-992C-9192B5C45E57}" type="slidenum">
              <a:rPr lang="en-US" noProof="0" smtClean="0"/>
              <a:t>‹#›</a:t>
            </a:fld>
            <a:endParaRPr lang="en-US" noProof="0"/>
          </a:p>
        </p:txBody>
      </p:sp>
      <p:cxnSp>
        <p:nvCxnSpPr>
          <p:cNvPr id="21" name="Straight Connector 20" title="Horizontal Rule Line">
            <a:extLst>
              <a:ext uri="{FF2B5EF4-FFF2-40B4-BE49-F238E27FC236}">
                <a16:creationId xmlns="" xmlns:a16="http://schemas.microsoft.com/office/drawing/2014/main" id="{D75086F1-E157-4A98-93DB-478F34A1158E}"/>
              </a:ext>
            </a:extLst>
          </p:cNvPr>
          <p:cNvCxnSpPr/>
          <p:nvPr userDrawn="1"/>
        </p:nvCxnSpPr>
        <p:spPr>
          <a:xfrm>
            <a:off x="0" y="6199730"/>
            <a:ext cx="44958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 xmlns:a16="http://schemas.microsoft.com/office/drawing/2014/main" id="{4889D34E-DF9E-41B7-A5EC-B9D63999B3D0}"/>
              </a:ext>
            </a:extLst>
          </p:cNvPr>
          <p:cNvSpPr>
            <a:spLocks noGrp="1"/>
          </p:cNvSpPr>
          <p:nvPr>
            <p:ph idx="1"/>
          </p:nvPr>
        </p:nvSpPr>
        <p:spPr>
          <a:xfrm>
            <a:off x="5181600" y="559678"/>
            <a:ext cx="6172200" cy="5617285"/>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Tree>
    <p:extLst>
      <p:ext uri="{BB962C8B-B14F-4D97-AF65-F5344CB8AC3E}">
        <p14:creationId xmlns:p14="http://schemas.microsoft.com/office/powerpoint/2010/main" val="3222617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Content Placeholder 2"/>
          <p:cNvSpPr>
            <a:spLocks noGrp="1"/>
          </p:cNvSpPr>
          <p:nvPr>
            <p:ph sz="half" idx="1"/>
          </p:nvPr>
        </p:nvSpPr>
        <p:spPr>
          <a:xfrm>
            <a:off x="5181600" y="540628"/>
            <a:ext cx="6248400" cy="2488946"/>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4" name="Content Placeholder 3"/>
          <p:cNvSpPr>
            <a:spLocks noGrp="1"/>
          </p:cNvSpPr>
          <p:nvPr>
            <p:ph sz="half" idx="2"/>
          </p:nvPr>
        </p:nvSpPr>
        <p:spPr>
          <a:xfrm>
            <a:off x="5181600" y="3712467"/>
            <a:ext cx="6248400" cy="248222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Date Placeholder 4"/>
          <p:cNvSpPr>
            <a:spLocks noGrp="1"/>
          </p:cNvSpPr>
          <p:nvPr>
            <p:ph type="dt" sz="half" idx="10"/>
          </p:nvPr>
        </p:nvSpPr>
        <p:spPr/>
        <p:txBody>
          <a:bodyPr/>
          <a:lstStyle/>
          <a:p>
            <a:fld id="{F316E73E-FB98-2A42-974A-9CD83D46C100}" type="datetime1">
              <a:rPr lang="en-US" noProof="0" smtClean="0"/>
              <a:t>6/12/20</a:t>
            </a:fld>
            <a:endParaRPr lang="en-US" noProof="0"/>
          </a:p>
        </p:txBody>
      </p:sp>
      <p:sp>
        <p:nvSpPr>
          <p:cNvPr id="6" name="Footer Placeholder 5"/>
          <p:cNvSpPr>
            <a:spLocks noGrp="1"/>
          </p:cNvSpPr>
          <p:nvPr>
            <p:ph type="ftr" sz="quarter" idx="11"/>
          </p:nvPr>
        </p:nvSpPr>
        <p:spPr/>
        <p:txBody>
          <a:bodyPr/>
          <a:lstStyle/>
          <a:p>
            <a:endParaRPr lang="en-US" noProof="0"/>
          </a:p>
        </p:txBody>
      </p:sp>
      <p:sp>
        <p:nvSpPr>
          <p:cNvPr id="7" name="Slide Number Placeholder 6"/>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45430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62000" y="557784"/>
            <a:ext cx="3831336" cy="4956048"/>
          </a:xfrm>
        </p:spPr>
        <p:txBody>
          <a:bodyPr/>
          <a:lstStyle/>
          <a:p>
            <a:r>
              <a:rPr lang="en-US" noProof="0" smtClean="0"/>
              <a:t>Click to edit Master title style</a:t>
            </a:r>
            <a:endParaRPr lang="en-US" noProof="0"/>
          </a:p>
        </p:txBody>
      </p:sp>
      <p:sp>
        <p:nvSpPr>
          <p:cNvPr id="3" name="Text Placeholder 2"/>
          <p:cNvSpPr>
            <a:spLocks noGrp="1"/>
          </p:cNvSpPr>
          <p:nvPr>
            <p:ph type="body" idx="1"/>
          </p:nvPr>
        </p:nvSpPr>
        <p:spPr>
          <a:xfrm>
            <a:off x="5181600" y="558065"/>
            <a:ext cx="6245352" cy="914400"/>
          </a:xfrm>
        </p:spPr>
        <p:txBody>
          <a:bodyPr anchor="b">
            <a:normAutofit/>
          </a:bodyPr>
          <a:lstStyle>
            <a:lvl1pPr marL="0" indent="0">
              <a:lnSpc>
                <a:spcPct val="113000"/>
              </a:lnSpc>
              <a:spcBef>
                <a:spcPts val="0"/>
              </a:spcBef>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4" name="Content Placeholder 3"/>
          <p:cNvSpPr>
            <a:spLocks noGrp="1"/>
          </p:cNvSpPr>
          <p:nvPr>
            <p:ph sz="half" idx="2"/>
          </p:nvPr>
        </p:nvSpPr>
        <p:spPr>
          <a:xfrm>
            <a:off x="5181600" y="1526671"/>
            <a:ext cx="6245352" cy="175564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5" name="Text Placeholder 4"/>
          <p:cNvSpPr>
            <a:spLocks noGrp="1"/>
          </p:cNvSpPr>
          <p:nvPr>
            <p:ph type="body" sz="quarter" idx="3"/>
          </p:nvPr>
        </p:nvSpPr>
        <p:spPr>
          <a:xfrm>
            <a:off x="5181600" y="3700826"/>
            <a:ext cx="6248400" cy="914400"/>
          </a:xfrm>
        </p:spPr>
        <p:txBody>
          <a:bodyPr anchor="b">
            <a:normAutofit/>
          </a:bodyPr>
          <a:lstStyle>
            <a:lvl1pPr marL="0" indent="0">
              <a:buNone/>
              <a:defRPr sz="2400" b="0" i="1" baseline="0">
                <a:solidFill>
                  <a:schemeClr val="tx1">
                    <a:lumMod val="85000"/>
                    <a:lumOff val="1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smtClean="0"/>
              <a:t>Click to edit Master text styles</a:t>
            </a:r>
          </a:p>
        </p:txBody>
      </p:sp>
      <p:sp>
        <p:nvSpPr>
          <p:cNvPr id="6" name="Content Placeholder 5"/>
          <p:cNvSpPr>
            <a:spLocks noGrp="1"/>
          </p:cNvSpPr>
          <p:nvPr>
            <p:ph sz="quarter" idx="4"/>
          </p:nvPr>
        </p:nvSpPr>
        <p:spPr>
          <a:xfrm>
            <a:off x="5181600" y="4669432"/>
            <a:ext cx="6245352" cy="1755648"/>
          </a:xfrm>
        </p:spPr>
        <p:txBody>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7" name="Date Placeholder 6"/>
          <p:cNvSpPr>
            <a:spLocks noGrp="1"/>
          </p:cNvSpPr>
          <p:nvPr>
            <p:ph type="dt" sz="half" idx="10"/>
          </p:nvPr>
        </p:nvSpPr>
        <p:spPr/>
        <p:txBody>
          <a:bodyPr/>
          <a:lstStyle/>
          <a:p>
            <a:fld id="{98A115EF-7A83-9842-815E-554E5DEB63CD}" type="datetime1">
              <a:rPr lang="en-US" noProof="0" smtClean="0"/>
              <a:t>6/12/20</a:t>
            </a:fld>
            <a:endParaRPr lang="en-US" noProof="0"/>
          </a:p>
        </p:txBody>
      </p:sp>
      <p:sp>
        <p:nvSpPr>
          <p:cNvPr id="8" name="Footer Placeholder 7"/>
          <p:cNvSpPr>
            <a:spLocks noGrp="1"/>
          </p:cNvSpPr>
          <p:nvPr>
            <p:ph type="ftr" sz="quarter" idx="11"/>
          </p:nvPr>
        </p:nvSpPr>
        <p:spPr/>
        <p:txBody>
          <a:bodyPr/>
          <a:lstStyle/>
          <a:p>
            <a:endParaRPr lang="en-US" noProof="0"/>
          </a:p>
        </p:txBody>
      </p:sp>
      <p:sp>
        <p:nvSpPr>
          <p:cNvPr id="9" name="Slide Number Placeholder 8"/>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42770199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smtClean="0"/>
              <a:t>Click to edit Master title style</a:t>
            </a:r>
            <a:endParaRPr lang="en-US" noProof="0"/>
          </a:p>
        </p:txBody>
      </p:sp>
      <p:sp>
        <p:nvSpPr>
          <p:cNvPr id="3" name="Date Placeholder 2"/>
          <p:cNvSpPr>
            <a:spLocks noGrp="1"/>
          </p:cNvSpPr>
          <p:nvPr>
            <p:ph type="dt" sz="half" idx="10"/>
          </p:nvPr>
        </p:nvSpPr>
        <p:spPr/>
        <p:txBody>
          <a:bodyPr/>
          <a:lstStyle/>
          <a:p>
            <a:fld id="{4BE097A0-4000-B744-87D8-18F42A934248}" type="datetime1">
              <a:rPr lang="en-US" noProof="0" smtClean="0"/>
              <a:t>6/12/20</a:t>
            </a:fld>
            <a:endParaRPr lang="en-US" noProof="0"/>
          </a:p>
        </p:txBody>
      </p:sp>
      <p:sp>
        <p:nvSpPr>
          <p:cNvPr id="4" name="Footer Placeholder 3"/>
          <p:cNvSpPr>
            <a:spLocks noGrp="1"/>
          </p:cNvSpPr>
          <p:nvPr>
            <p:ph type="ftr" sz="quarter" idx="11"/>
          </p:nvPr>
        </p:nvSpPr>
        <p:spPr/>
        <p:txBody>
          <a:bodyPr/>
          <a:lstStyle/>
          <a:p>
            <a:endParaRPr lang="en-US" noProof="0"/>
          </a:p>
        </p:txBody>
      </p:sp>
      <p:sp>
        <p:nvSpPr>
          <p:cNvPr id="5" name="Slide Number Placeholder 4"/>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20434470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6974EA9-4639-9B48-9E98-70455404EF00}" type="datetime1">
              <a:rPr lang="en-US" noProof="0" smtClean="0"/>
              <a:t>6/12/20</a:t>
            </a:fld>
            <a:endParaRPr lang="en-US" noProof="0"/>
          </a:p>
        </p:txBody>
      </p:sp>
      <p:sp>
        <p:nvSpPr>
          <p:cNvPr id="3" name="Footer Placeholder 2"/>
          <p:cNvSpPr>
            <a:spLocks noGrp="1"/>
          </p:cNvSpPr>
          <p:nvPr>
            <p:ph type="ftr" sz="quarter" idx="11"/>
          </p:nvPr>
        </p:nvSpPr>
        <p:spPr/>
        <p:txBody>
          <a:bodyPr/>
          <a:lstStyle/>
          <a:p>
            <a:endParaRPr lang="en-US" noProof="0"/>
          </a:p>
        </p:txBody>
      </p:sp>
      <p:sp>
        <p:nvSpPr>
          <p:cNvPr id="4" name="Slide Number Placeholder 3"/>
          <p:cNvSpPr>
            <a:spLocks noGrp="1"/>
          </p:cNvSpPr>
          <p:nvPr>
            <p:ph type="sldNum" sz="quarter" idx="12"/>
          </p:nvPr>
        </p:nvSpPr>
        <p:spPr/>
        <p:txBody>
          <a:bodyPr/>
          <a:lstStyle/>
          <a:p>
            <a:fld id="{13D2E340-0663-474B-992C-9192B5C45E57}" type="slidenum">
              <a:rPr lang="en-US" noProof="0" smtClean="0"/>
              <a:t>‹#›</a:t>
            </a:fld>
            <a:endParaRPr lang="en-US" noProof="0"/>
          </a:p>
        </p:txBody>
      </p:sp>
    </p:spTree>
    <p:extLst>
      <p:ext uri="{BB962C8B-B14F-4D97-AF65-F5344CB8AC3E}">
        <p14:creationId xmlns:p14="http://schemas.microsoft.com/office/powerpoint/2010/main" val="823902382"/>
      </p:ext>
    </p:extLst>
  </p:cSld>
  <p:clrMapOvr>
    <a:masterClrMapping/>
  </p:clrMapOvr>
  <p:extLst mod="1">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0" name="Freeform 6" title="Page Number Shape"/>
          <p:cNvSpPr/>
          <p:nvPr/>
        </p:nvSpPr>
        <p:spPr bwMode="auto">
          <a:xfrm>
            <a:off x="11784011" y="5380580"/>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sp>
      <p:sp>
        <p:nvSpPr>
          <p:cNvPr id="2" name="Title Placeholder 1"/>
          <p:cNvSpPr>
            <a:spLocks noGrp="1"/>
          </p:cNvSpPr>
          <p:nvPr>
            <p:ph type="title"/>
          </p:nvPr>
        </p:nvSpPr>
        <p:spPr>
          <a:xfrm>
            <a:off x="762000" y="559678"/>
            <a:ext cx="3833906" cy="4952492"/>
          </a:xfrm>
          <a:prstGeom prst="rect">
            <a:avLst/>
          </a:prstGeom>
        </p:spPr>
        <p:txBody>
          <a:bodyPr vert="horz" lIns="91440" tIns="45720" rIns="91440" bIns="45720" rtlCol="0" anchor="t">
            <a:normAutofit/>
          </a:bodyPr>
          <a:lstStyle/>
          <a:p>
            <a:r>
              <a:rPr lang="en-US" noProof="0" smtClean="0"/>
              <a:t>Click to edit Master title style</a:t>
            </a:r>
            <a:endParaRPr lang="en-US" noProof="0"/>
          </a:p>
        </p:txBody>
      </p:sp>
      <p:sp>
        <p:nvSpPr>
          <p:cNvPr id="3" name="Text Placeholder 2"/>
          <p:cNvSpPr>
            <a:spLocks noGrp="1"/>
          </p:cNvSpPr>
          <p:nvPr>
            <p:ph type="body" idx="1"/>
          </p:nvPr>
        </p:nvSpPr>
        <p:spPr>
          <a:xfrm>
            <a:off x="5181600" y="569066"/>
            <a:ext cx="6248398" cy="5655156"/>
          </a:xfrm>
          <a:prstGeom prst="rect">
            <a:avLst/>
          </a:prstGeom>
        </p:spPr>
        <p:txBody>
          <a:bodyPr vert="horz" lIns="91440" tIns="45720" rIns="91440" bIns="45720" rtlCol="0">
            <a:normAutofit/>
          </a:body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Date Placeholder 3"/>
          <p:cNvSpPr>
            <a:spLocks noGrp="1"/>
          </p:cNvSpPr>
          <p:nvPr>
            <p:ph type="dt" sz="half" idx="2"/>
          </p:nvPr>
        </p:nvSpPr>
        <p:spPr>
          <a:xfrm>
            <a:off x="762001" y="5930060"/>
            <a:ext cx="3814856" cy="365125"/>
          </a:xfrm>
          <a:prstGeom prst="rect">
            <a:avLst/>
          </a:prstGeom>
        </p:spPr>
        <p:txBody>
          <a:bodyPr vert="horz" lIns="91440" tIns="45720" rIns="91440" bIns="45720" rtlCol="0" anchor="t"/>
          <a:lstStyle>
            <a:lvl1pPr algn="r">
              <a:defRPr sz="1000" b="0" i="1" baseline="0">
                <a:solidFill>
                  <a:schemeClr val="tx1">
                    <a:lumMod val="85000"/>
                    <a:lumOff val="15000"/>
                  </a:schemeClr>
                </a:solidFill>
                <a:latin typeface="+mj-lt"/>
              </a:defRPr>
            </a:lvl1pPr>
          </a:lstStyle>
          <a:p>
            <a:fld id="{A90851AE-F437-A04B-ADE2-D5E346F2089C}" type="datetime1">
              <a:rPr lang="en-US" noProof="0" smtClean="0"/>
              <a:t>6/12/20</a:t>
            </a:fld>
            <a:endParaRPr lang="en-US" noProof="0"/>
          </a:p>
        </p:txBody>
      </p:sp>
      <p:sp>
        <p:nvSpPr>
          <p:cNvPr id="5" name="Footer Placeholder 4"/>
          <p:cNvSpPr>
            <a:spLocks noGrp="1"/>
          </p:cNvSpPr>
          <p:nvPr>
            <p:ph type="ftr" sz="quarter" idx="3"/>
          </p:nvPr>
        </p:nvSpPr>
        <p:spPr>
          <a:xfrm>
            <a:off x="762001" y="6314440"/>
            <a:ext cx="3814856" cy="365125"/>
          </a:xfrm>
          <a:prstGeom prst="rect">
            <a:avLst/>
          </a:prstGeom>
        </p:spPr>
        <p:txBody>
          <a:bodyPr vert="horz" lIns="91440" tIns="45720" rIns="91440" bIns="45720" rtlCol="0" anchor="t"/>
          <a:lstStyle>
            <a:lvl1pPr algn="r">
              <a:defRPr sz="1200" b="1" i="1" baseline="0">
                <a:solidFill>
                  <a:schemeClr val="tx1">
                    <a:lumMod val="85000"/>
                    <a:lumOff val="15000"/>
                  </a:schemeClr>
                </a:solidFill>
                <a:latin typeface="+mj-lt"/>
              </a:defRPr>
            </a:lvl1pPr>
          </a:lstStyle>
          <a:p>
            <a:endParaRPr lang="en-US" noProof="0"/>
          </a:p>
        </p:txBody>
      </p:sp>
      <p:sp>
        <p:nvSpPr>
          <p:cNvPr id="6" name="Slide Number Placeholder 5"/>
          <p:cNvSpPr>
            <a:spLocks noGrp="1"/>
          </p:cNvSpPr>
          <p:nvPr>
            <p:ph type="sldNum" sz="quarter" idx="4"/>
          </p:nvPr>
        </p:nvSpPr>
        <p:spPr>
          <a:xfrm>
            <a:off x="11784011" y="5607592"/>
            <a:ext cx="407988" cy="365125"/>
          </a:xfrm>
          <a:prstGeom prst="rect">
            <a:avLst/>
          </a:prstGeom>
        </p:spPr>
        <p:txBody>
          <a:bodyPr vert="horz" lIns="91440" tIns="45720" rIns="91440" bIns="45720" rtlCol="0" anchor="ctr"/>
          <a:lstStyle>
            <a:lvl1pPr algn="r">
              <a:defRPr sz="1200" b="0" i="1" baseline="0">
                <a:solidFill>
                  <a:schemeClr val="bg2"/>
                </a:solidFill>
                <a:latin typeface="+mj-lt"/>
              </a:defRPr>
            </a:lvl1pPr>
          </a:lstStyle>
          <a:p>
            <a:fld id="{13D2E340-0663-474B-992C-9192B5C45E57}" type="slidenum">
              <a:rPr lang="en-US" noProof="0" smtClean="0"/>
              <a:t>‹#›</a:t>
            </a:fld>
            <a:endParaRPr lang="en-US" noProof="0"/>
          </a:p>
        </p:txBody>
      </p:sp>
      <p:cxnSp>
        <p:nvCxnSpPr>
          <p:cNvPr id="10" name="Straight Connector 9" title="Horizontal Rule Line"/>
          <p:cNvCxnSpPr/>
          <p:nvPr/>
        </p:nvCxnSpPr>
        <p:spPr>
          <a:xfrm>
            <a:off x="0" y="6199730"/>
            <a:ext cx="4495800" cy="0"/>
          </a:xfrm>
          <a:prstGeom prst="line">
            <a:avLst/>
          </a:prstGeom>
          <a:ln w="254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6093967"/>
      </p:ext>
    </p:extLst>
  </p:cSld>
  <p:clrMap bg1="lt1" tx1="dk1" bg2="lt2" tx2="dk2" accent1="accent1" accent2="accent2" accent3="accent3" accent4="accent4" accent5="accent5" accent6="accent6" hlink="hlink" folHlink="folHlink"/>
  <p:sldLayoutIdLst>
    <p:sldLayoutId id="2147484479" r:id="rId1"/>
    <p:sldLayoutId id="2147484480" r:id="rId2"/>
    <p:sldLayoutId id="2147484495" r:id="rId3"/>
    <p:sldLayoutId id="2147484490" r:id="rId4"/>
    <p:sldLayoutId id="2147484491" r:id="rId5"/>
    <p:sldLayoutId id="2147484492" r:id="rId6"/>
    <p:sldLayoutId id="2147484493" r:id="rId7"/>
    <p:sldLayoutId id="2147484496" r:id="rId8"/>
    <p:sldLayoutId id="2147484481" r:id="rId9"/>
    <p:sldLayoutId id="2147484498" r:id="rId10"/>
    <p:sldLayoutId id="2147484499" r:id="rId11"/>
    <p:sldLayoutId id="2147484500" r:id="rId12"/>
    <p:sldLayoutId id="2147484482" r:id="rId13"/>
    <p:sldLayoutId id="2147484483" r:id="rId14"/>
    <p:sldLayoutId id="2147484484" r:id="rId15"/>
    <p:sldLayoutId id="2147484485" r:id="rId16"/>
  </p:sldLayoutIdLst>
  <p:hf hdr="0" ftr="0" dt="0"/>
  <p:txStyles>
    <p:titleStyle>
      <a:lvl1pPr algn="r" defTabSz="914400" rtl="0" eaLnBrk="1" latinLnBrk="0" hangingPunct="1">
        <a:lnSpc>
          <a:spcPct val="90000"/>
        </a:lnSpc>
        <a:spcBef>
          <a:spcPct val="0"/>
        </a:spcBef>
        <a:buNone/>
        <a:defRPr sz="5000" b="0" i="1" kern="1200" baseline="0">
          <a:solidFill>
            <a:schemeClr val="tx1">
              <a:lumMod val="85000"/>
              <a:lumOff val="15000"/>
            </a:schemeClr>
          </a:solidFill>
          <a:latin typeface="+mj-lt"/>
          <a:ea typeface="+mj-ea"/>
          <a:cs typeface="+mj-cs"/>
        </a:defRPr>
      </a:lvl1pPr>
    </p:titleStyle>
    <p:bodyStyle>
      <a:lvl1pPr marL="283464" indent="-283464" algn="l" defTabSz="914400" rtl="0" eaLnBrk="1" latinLnBrk="0" hangingPunct="1">
        <a:lnSpc>
          <a:spcPct val="112000"/>
        </a:lnSpc>
        <a:spcBef>
          <a:spcPts val="900"/>
        </a:spcBef>
        <a:buFont typeface="Arial" panose="020B0604020202020204" pitchFamily="34" charset="0"/>
        <a:buChar char="•"/>
        <a:defRPr sz="2000" kern="1200" baseline="0">
          <a:solidFill>
            <a:schemeClr val="tx1">
              <a:lumMod val="85000"/>
              <a:lumOff val="15000"/>
            </a:schemeClr>
          </a:solidFill>
          <a:latin typeface="+mn-lt"/>
          <a:ea typeface="+mn-ea"/>
          <a:cs typeface="+mn-cs"/>
        </a:defRPr>
      </a:lvl1pPr>
      <a:lvl2pPr marL="685800" indent="-283464" algn="l" defTabSz="914400" rtl="0" eaLnBrk="1" latinLnBrk="0" hangingPunct="1">
        <a:lnSpc>
          <a:spcPct val="112000"/>
        </a:lnSpc>
        <a:spcBef>
          <a:spcPts val="900"/>
        </a:spcBef>
        <a:buFont typeface="Corbel" panose="020B0503020204020204" pitchFamily="34" charset="0"/>
        <a:buChar char="–"/>
        <a:defRPr sz="1800" kern="1200" baseline="0">
          <a:solidFill>
            <a:schemeClr val="tx1">
              <a:lumMod val="85000"/>
              <a:lumOff val="15000"/>
            </a:schemeClr>
          </a:solidFill>
          <a:latin typeface="+mn-lt"/>
          <a:ea typeface="+mn-ea"/>
          <a:cs typeface="+mn-cs"/>
        </a:defRPr>
      </a:lvl2pPr>
      <a:lvl3pPr marL="1143000" indent="-283464" algn="l" defTabSz="914400" rtl="0" eaLnBrk="1" latinLnBrk="0" hangingPunct="1">
        <a:lnSpc>
          <a:spcPct val="112000"/>
        </a:lnSpc>
        <a:spcBef>
          <a:spcPts val="900"/>
        </a:spcBef>
        <a:buFont typeface="Arial" panose="020B0604020202020204" pitchFamily="34" charset="0"/>
        <a:buChar char="•"/>
        <a:defRPr sz="1600" kern="1200" baseline="0">
          <a:solidFill>
            <a:schemeClr val="tx1">
              <a:lumMod val="85000"/>
              <a:lumOff val="15000"/>
            </a:schemeClr>
          </a:solidFill>
          <a:latin typeface="+mn-lt"/>
          <a:ea typeface="+mn-ea"/>
          <a:cs typeface="+mn-cs"/>
        </a:defRPr>
      </a:lvl3pPr>
      <a:lvl4pPr marL="1600200" indent="-283464" algn="l" defTabSz="914400" rtl="0" eaLnBrk="1" latinLnBrk="0" hangingPunct="1">
        <a:lnSpc>
          <a:spcPct val="112000"/>
        </a:lnSpc>
        <a:spcBef>
          <a:spcPts val="900"/>
        </a:spcBef>
        <a:buFont typeface="Corbel" panose="020B0503020204020204" pitchFamily="34" charset="0"/>
        <a:buChar char="–"/>
        <a:defRPr sz="1400" kern="1200" baseline="0">
          <a:solidFill>
            <a:schemeClr val="tx1">
              <a:lumMod val="85000"/>
              <a:lumOff val="15000"/>
            </a:schemeClr>
          </a:solidFill>
          <a:latin typeface="+mn-lt"/>
          <a:ea typeface="+mn-ea"/>
          <a:cs typeface="+mn-cs"/>
        </a:defRPr>
      </a:lvl4pPr>
      <a:lvl5pPr marL="2057400" indent="-283464" algn="l" defTabSz="914400" rtl="0" eaLnBrk="1" latinLnBrk="0" hangingPunct="1">
        <a:lnSpc>
          <a:spcPct val="112000"/>
        </a:lnSpc>
        <a:spcBef>
          <a:spcPts val="9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5pPr>
      <a:lvl6pPr marL="25146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6pPr>
      <a:lvl7pPr marL="2971800" indent="-283464" algn="l" defTabSz="914400" rtl="0" eaLnBrk="1" latinLnBrk="0" hangingPunct="1">
        <a:lnSpc>
          <a:spcPct val="112000"/>
        </a:lnSpc>
        <a:spcBef>
          <a:spcPts val="1300"/>
        </a:spcBef>
        <a:buFont typeface="Arial" panose="020B0604020202020204" pitchFamily="34" charset="0"/>
        <a:buChar char="•"/>
        <a:defRPr sz="1400" i="1" kern="1200">
          <a:solidFill>
            <a:schemeClr val="tx1">
              <a:lumMod val="85000"/>
              <a:lumOff val="15000"/>
            </a:schemeClr>
          </a:solidFill>
          <a:latin typeface="+mn-lt"/>
          <a:ea typeface="+mn-ea"/>
          <a:cs typeface="+mn-cs"/>
        </a:defRPr>
      </a:lvl7pPr>
      <a:lvl8pPr marL="3429000" indent="-283464" algn="l" defTabSz="914400" rtl="0" eaLnBrk="1" latinLnBrk="0" hangingPunct="1">
        <a:lnSpc>
          <a:spcPct val="112000"/>
        </a:lnSpc>
        <a:spcBef>
          <a:spcPts val="1300"/>
        </a:spcBef>
        <a:buFont typeface="Corbel" panose="020B0503020204020204" pitchFamily="34" charset="0"/>
        <a:buChar char="–"/>
        <a:defRPr sz="1400" kern="1200">
          <a:solidFill>
            <a:schemeClr val="tx1">
              <a:lumMod val="85000"/>
              <a:lumOff val="15000"/>
            </a:schemeClr>
          </a:solidFill>
          <a:latin typeface="+mn-lt"/>
          <a:ea typeface="+mn-ea"/>
          <a:cs typeface="+mn-cs"/>
        </a:defRPr>
      </a:lvl8pPr>
      <a:lvl9pPr marL="3886200" indent="-283464" algn="l" defTabSz="914400" rtl="0" eaLnBrk="1" latinLnBrk="0" hangingPunct="1">
        <a:lnSpc>
          <a:spcPct val="112000"/>
        </a:lnSpc>
        <a:spcBef>
          <a:spcPts val="1300"/>
        </a:spcBef>
        <a:buFont typeface="Arial" panose="020B0604020202020204" pitchFamily="34" charset="0"/>
        <a:buChar char="•"/>
        <a:defRPr sz="1400" i="1" kern="1200" baseline="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2832">
          <p15:clr>
            <a:srgbClr val="F26B43"/>
          </p15:clr>
        </p15:guide>
        <p15:guide id="2" pos="480">
          <p15:clr>
            <a:srgbClr val="F26B43"/>
          </p15:clr>
        </p15:guide>
        <p15:guide id="3" orient="horz" pos="432">
          <p15:clr>
            <a:srgbClr val="F26B43"/>
          </p15:clr>
        </p15:guide>
        <p15:guide id="4" pos="7200">
          <p15:clr>
            <a:srgbClr val="F26B43"/>
          </p15:clr>
        </p15:guide>
        <p15:guide id="5" pos="3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www.youtube.com/watch?v=FyjAyIyXOe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679374-8EAE-4873-9BB6-F6C630302DA2}"/>
              </a:ext>
            </a:extLst>
          </p:cNvPr>
          <p:cNvSpPr>
            <a:spLocks noGrp="1"/>
          </p:cNvSpPr>
          <p:nvPr>
            <p:ph type="ctrTitle"/>
          </p:nvPr>
        </p:nvSpPr>
        <p:spPr/>
        <p:txBody>
          <a:bodyPr/>
          <a:lstStyle/>
          <a:p>
            <a:r>
              <a:rPr lang="en-US" dirty="0" smtClean="0"/>
              <a:t>ATG </a:t>
            </a:r>
            <a:r>
              <a:rPr lang="mr-IN" dirty="0" smtClean="0"/>
              <a:t>–</a:t>
            </a:r>
            <a:r>
              <a:rPr lang="en-US" dirty="0" smtClean="0"/>
              <a:t> Background and Early Life</a:t>
            </a:r>
            <a:endParaRPr lang="en-US" dirty="0"/>
          </a:p>
        </p:txBody>
      </p:sp>
      <p:sp>
        <p:nvSpPr>
          <p:cNvPr id="3" name="Subtitle 2">
            <a:extLst>
              <a:ext uri="{FF2B5EF4-FFF2-40B4-BE49-F238E27FC236}">
                <a16:creationId xmlns="" xmlns:a16="http://schemas.microsoft.com/office/drawing/2014/main" id="{7E42C4E3-AFAF-4630-AF6D-21FB3C29CF71}"/>
              </a:ext>
            </a:extLst>
          </p:cNvPr>
          <p:cNvSpPr>
            <a:spLocks noGrp="1"/>
          </p:cNvSpPr>
          <p:nvPr>
            <p:ph type="subTitle" idx="1"/>
          </p:nvPr>
        </p:nvSpPr>
        <p:spPr>
          <a:xfrm>
            <a:off x="667666" y="4513307"/>
            <a:ext cx="4633806" cy="992466"/>
          </a:xfrm>
        </p:spPr>
        <p:txBody>
          <a:bodyPr/>
          <a:lstStyle/>
          <a:p>
            <a:r>
              <a:rPr lang="en-US" dirty="0" smtClean="0"/>
              <a:t>Year 11 Ancient History</a:t>
            </a:r>
          </a:p>
          <a:p>
            <a:r>
              <a:rPr lang="en-US" dirty="0" smtClean="0"/>
              <a:t>Week 2 </a:t>
            </a:r>
            <a:r>
              <a:rPr lang="mr-IN" dirty="0" smtClean="0"/>
              <a:t>–</a:t>
            </a:r>
            <a:r>
              <a:rPr lang="en-US" dirty="0" smtClean="0"/>
              <a:t> Lesson 1</a:t>
            </a:r>
            <a:endParaRPr lang="en-US" dirty="0"/>
          </a:p>
        </p:txBody>
      </p:sp>
      <p:pic>
        <p:nvPicPr>
          <p:cNvPr id="1030" name="Picture 6" descr=" Look at Both Sides of Alexander the Great - Practice of History "/>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t="13027" b="13027"/>
          <a:stretch>
            <a:fillRect/>
          </a:stretch>
        </p:blipFill>
        <p:spPr bwMode="auto">
          <a:xfrm>
            <a:off x="2052362" y="1264197"/>
            <a:ext cx="3249110" cy="324911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3886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Who is he?</a:t>
            </a:r>
            <a:endParaRPr lang="en-US" dirty="0"/>
          </a:p>
        </p:txBody>
      </p:sp>
      <p:sp>
        <p:nvSpPr>
          <p:cNvPr id="3" name="Subtitle 2"/>
          <p:cNvSpPr>
            <a:spLocks noGrp="1"/>
          </p:cNvSpPr>
          <p:nvPr>
            <p:ph type="subTitle" idx="1"/>
          </p:nvPr>
        </p:nvSpPr>
        <p:spPr/>
        <p:txBody>
          <a:bodyPr/>
          <a:lstStyle/>
          <a:p>
            <a:r>
              <a:rPr lang="en-US" sz="2800" dirty="0" smtClean="0"/>
              <a:t>Alexander the Great is often considered to be one of the ‘greatest’ military leaders that the world has ever know. Building on the great military successes of his father, Philip II, Alexander created an empire that covered the entire eastern Mediterranean world.</a:t>
            </a:r>
            <a:endParaRPr lang="en-US" sz="2800" dirty="0"/>
          </a:p>
        </p:txBody>
      </p:sp>
    </p:spTree>
    <p:extLst>
      <p:ext uri="{BB962C8B-B14F-4D97-AF65-F5344CB8AC3E}">
        <p14:creationId xmlns:p14="http://schemas.microsoft.com/office/powerpoint/2010/main" val="317162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Watch the following video for an overview of ATG</a:t>
            </a:r>
            <a:endParaRPr lang="en-US" dirty="0"/>
          </a:p>
        </p:txBody>
      </p:sp>
      <p:sp>
        <p:nvSpPr>
          <p:cNvPr id="3" name="Text Placeholder 2"/>
          <p:cNvSpPr>
            <a:spLocks noGrp="1"/>
          </p:cNvSpPr>
          <p:nvPr>
            <p:ph type="body" idx="1"/>
          </p:nvPr>
        </p:nvSpPr>
        <p:spPr/>
        <p:txBody>
          <a:bodyPr/>
          <a:lstStyle/>
          <a:p>
            <a:r>
              <a:rPr lang="en-US" dirty="0">
                <a:hlinkClick r:id="rId2"/>
              </a:rPr>
              <a:t>https://www.youtube.com/watch?v=FyjAyIyXOeM</a:t>
            </a:r>
            <a:endParaRPr lang="en-US" dirty="0"/>
          </a:p>
        </p:txBody>
      </p:sp>
      <p:sp>
        <p:nvSpPr>
          <p:cNvPr id="4" name="Slide Number Placeholder 3"/>
          <p:cNvSpPr>
            <a:spLocks noGrp="1"/>
          </p:cNvSpPr>
          <p:nvPr>
            <p:ph type="sldNum" sz="quarter" idx="12"/>
          </p:nvPr>
        </p:nvSpPr>
        <p:spPr/>
        <p:txBody>
          <a:bodyPr/>
          <a:lstStyle/>
          <a:p>
            <a:fld id="{13D2E340-0663-474B-992C-9192B5C45E57}" type="slidenum">
              <a:rPr lang="en-US" noProof="0" smtClean="0"/>
              <a:t>3</a:t>
            </a:fld>
            <a:endParaRPr lang="en-US" noProof="0"/>
          </a:p>
        </p:txBody>
      </p:sp>
    </p:spTree>
    <p:extLst>
      <p:ext uri="{BB962C8B-B14F-4D97-AF65-F5344CB8AC3E}">
        <p14:creationId xmlns:p14="http://schemas.microsoft.com/office/powerpoint/2010/main" val="450872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72769D-B8C8-4982-AE15-C41C3D921D39}"/>
              </a:ext>
            </a:extLst>
          </p:cNvPr>
          <p:cNvSpPr>
            <a:spLocks noGrp="1"/>
          </p:cNvSpPr>
          <p:nvPr>
            <p:ph type="title"/>
          </p:nvPr>
        </p:nvSpPr>
        <p:spPr>
          <a:xfrm>
            <a:off x="466725" y="559678"/>
            <a:ext cx="4129181" cy="4952492"/>
          </a:xfrm>
        </p:spPr>
        <p:txBody>
          <a:bodyPr/>
          <a:lstStyle/>
          <a:p>
            <a:r>
              <a:rPr lang="en-US" dirty="0" smtClean="0"/>
              <a:t>Early Life</a:t>
            </a:r>
            <a:endParaRPr lang="en-US" dirty="0"/>
          </a:p>
        </p:txBody>
      </p:sp>
      <p:sp>
        <p:nvSpPr>
          <p:cNvPr id="3" name="Content Placeholder 2">
            <a:extLst>
              <a:ext uri="{FF2B5EF4-FFF2-40B4-BE49-F238E27FC236}">
                <a16:creationId xmlns="" xmlns:a16="http://schemas.microsoft.com/office/drawing/2014/main" id="{3AD45E12-8254-4FAB-AF03-3FA92E2DC3BF}"/>
              </a:ext>
            </a:extLst>
          </p:cNvPr>
          <p:cNvSpPr>
            <a:spLocks noGrp="1"/>
          </p:cNvSpPr>
          <p:nvPr>
            <p:ph idx="1"/>
          </p:nvPr>
        </p:nvSpPr>
        <p:spPr/>
        <p:txBody>
          <a:bodyPr>
            <a:normAutofit/>
          </a:bodyPr>
          <a:lstStyle/>
          <a:p>
            <a:r>
              <a:rPr lang="en-US" dirty="0"/>
              <a:t>Born 356 in Pella, capital of Macedonia</a:t>
            </a:r>
          </a:p>
          <a:p>
            <a:r>
              <a:rPr lang="en-US" dirty="0"/>
              <a:t>Son of Philip II (ruled 359-336BC) and Olympias </a:t>
            </a:r>
            <a:endParaRPr lang="en-US" dirty="0" smtClean="0"/>
          </a:p>
          <a:p>
            <a:r>
              <a:rPr lang="en-US" dirty="0" smtClean="0"/>
              <a:t>Philip </a:t>
            </a:r>
            <a:r>
              <a:rPr lang="mr-IN" dirty="0" smtClean="0"/>
              <a:t>–</a:t>
            </a:r>
            <a:r>
              <a:rPr lang="en-US" dirty="0" smtClean="0"/>
              <a:t> Great military leader</a:t>
            </a:r>
          </a:p>
          <a:p>
            <a:r>
              <a:rPr lang="en-US" dirty="0" smtClean="0"/>
              <a:t>Olympias </a:t>
            </a:r>
            <a:r>
              <a:rPr lang="mr-IN" dirty="0" smtClean="0"/>
              <a:t>–</a:t>
            </a:r>
            <a:r>
              <a:rPr lang="en-US" dirty="0" smtClean="0"/>
              <a:t> Passionate and hot-tempered</a:t>
            </a:r>
            <a:endParaRPr lang="en-US" dirty="0"/>
          </a:p>
          <a:p>
            <a:r>
              <a:rPr lang="en-US" dirty="0" smtClean="0"/>
              <a:t>ATG </a:t>
            </a:r>
            <a:r>
              <a:rPr lang="en-US" dirty="0"/>
              <a:t>and his sister were raised in Pella's royal court</a:t>
            </a:r>
          </a:p>
          <a:p>
            <a:r>
              <a:rPr lang="en-US" dirty="0"/>
              <a:t>Hardly ever saw his father: spent most of his time engaged in military campaigns and extra-marital affairs</a:t>
            </a:r>
          </a:p>
          <a:p>
            <a:r>
              <a:rPr lang="en-US" dirty="0"/>
              <a:t>Although Olympia served as a powerful role model for the boy, Alexander grew to resent his father's absence and </a:t>
            </a:r>
            <a:r>
              <a:rPr lang="en-US" dirty="0" smtClean="0"/>
              <a:t>philandering</a:t>
            </a:r>
            <a:endParaRPr lang="en-US" dirty="0"/>
          </a:p>
        </p:txBody>
      </p:sp>
      <p:sp>
        <p:nvSpPr>
          <p:cNvPr id="4" name="Slide Number Placeholder 3">
            <a:extLst>
              <a:ext uri="{FF2B5EF4-FFF2-40B4-BE49-F238E27FC236}">
                <a16:creationId xmlns="" xmlns:a16="http://schemas.microsoft.com/office/drawing/2014/main" id="{D0C282D6-6FE9-264F-8985-EBC964197BF5}"/>
              </a:ext>
            </a:extLst>
          </p:cNvPr>
          <p:cNvSpPr>
            <a:spLocks noGrp="1"/>
          </p:cNvSpPr>
          <p:nvPr>
            <p:ph type="sldNum" sz="quarter" idx="12"/>
          </p:nvPr>
        </p:nvSpPr>
        <p:spPr/>
        <p:txBody>
          <a:bodyPr/>
          <a:lstStyle/>
          <a:p>
            <a:fld id="{13D2E340-0663-474B-992C-9192B5C45E57}" type="slidenum">
              <a:rPr lang="en-US" smtClean="0"/>
              <a:t>4</a:t>
            </a:fld>
            <a:endParaRPr lang="en-US"/>
          </a:p>
        </p:txBody>
      </p:sp>
    </p:spTree>
    <p:extLst>
      <p:ext uri="{BB962C8B-B14F-4D97-AF65-F5344CB8AC3E}">
        <p14:creationId xmlns:p14="http://schemas.microsoft.com/office/powerpoint/2010/main" val="29773792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72769D-B8C8-4982-AE15-C41C3D921D39}"/>
              </a:ext>
            </a:extLst>
          </p:cNvPr>
          <p:cNvSpPr>
            <a:spLocks noGrp="1"/>
          </p:cNvSpPr>
          <p:nvPr>
            <p:ph type="title"/>
          </p:nvPr>
        </p:nvSpPr>
        <p:spPr>
          <a:xfrm>
            <a:off x="466725" y="559678"/>
            <a:ext cx="4129181" cy="4952492"/>
          </a:xfrm>
        </p:spPr>
        <p:txBody>
          <a:bodyPr/>
          <a:lstStyle/>
          <a:p>
            <a:r>
              <a:rPr lang="en-US" dirty="0" smtClean="0"/>
              <a:t>Boyhood</a:t>
            </a:r>
            <a:endParaRPr lang="en-US" dirty="0"/>
          </a:p>
        </p:txBody>
      </p:sp>
      <p:sp>
        <p:nvSpPr>
          <p:cNvPr id="3" name="Content Placeholder 2">
            <a:extLst>
              <a:ext uri="{FF2B5EF4-FFF2-40B4-BE49-F238E27FC236}">
                <a16:creationId xmlns="" xmlns:a16="http://schemas.microsoft.com/office/drawing/2014/main" id="{3AD45E12-8254-4FAB-AF03-3FA92E2DC3BF}"/>
              </a:ext>
            </a:extLst>
          </p:cNvPr>
          <p:cNvSpPr>
            <a:spLocks noGrp="1"/>
          </p:cNvSpPr>
          <p:nvPr>
            <p:ph idx="1"/>
          </p:nvPr>
        </p:nvSpPr>
        <p:spPr/>
        <p:txBody>
          <a:bodyPr>
            <a:normAutofit/>
          </a:bodyPr>
          <a:lstStyle/>
          <a:p>
            <a:r>
              <a:rPr lang="en-AU" dirty="0" smtClean="0"/>
              <a:t>More ambitious than his father </a:t>
            </a:r>
          </a:p>
          <a:p>
            <a:r>
              <a:rPr lang="en-AU" dirty="0" smtClean="0"/>
              <a:t>“My father will get ahead of me in </a:t>
            </a:r>
            <a:r>
              <a:rPr lang="en-AU" dirty="0" err="1" smtClean="0"/>
              <a:t>everyting</a:t>
            </a:r>
            <a:r>
              <a:rPr lang="en-AU" dirty="0" smtClean="0"/>
              <a:t>, and will leave nothing great for me to do”</a:t>
            </a:r>
          </a:p>
          <a:p>
            <a:r>
              <a:rPr lang="en-AU" dirty="0" smtClean="0"/>
              <a:t>Olympias taught him that Achilles was his ancestor, and that his father was descended from Heracles</a:t>
            </a:r>
          </a:p>
          <a:p>
            <a:r>
              <a:rPr lang="en-AU" dirty="0" smtClean="0"/>
              <a:t>Learned by heart the </a:t>
            </a:r>
            <a:r>
              <a:rPr lang="en-AU" dirty="0" err="1" smtClean="0"/>
              <a:t>Illiad</a:t>
            </a:r>
            <a:r>
              <a:rPr lang="en-AU" dirty="0" smtClean="0"/>
              <a:t> and carried a copy with him</a:t>
            </a:r>
          </a:p>
          <a:p>
            <a:r>
              <a:rPr lang="en-US" dirty="0"/>
              <a:t>At age 12, Alexander showed impressive courage when he tamed the wild horse Bucephalus, an enormous stallion with a furious demeanor. The horse became his battle companion for most of Alexander’s </a:t>
            </a:r>
            <a:r>
              <a:rPr lang="en-US" dirty="0" smtClean="0"/>
              <a:t>life</a:t>
            </a:r>
            <a:endParaRPr lang="en-US" dirty="0"/>
          </a:p>
        </p:txBody>
      </p:sp>
      <p:sp>
        <p:nvSpPr>
          <p:cNvPr id="4" name="Slide Number Placeholder 3">
            <a:extLst>
              <a:ext uri="{FF2B5EF4-FFF2-40B4-BE49-F238E27FC236}">
                <a16:creationId xmlns="" xmlns:a16="http://schemas.microsoft.com/office/drawing/2014/main" id="{D0C282D6-6FE9-264F-8985-EBC964197BF5}"/>
              </a:ext>
            </a:extLst>
          </p:cNvPr>
          <p:cNvSpPr>
            <a:spLocks noGrp="1"/>
          </p:cNvSpPr>
          <p:nvPr>
            <p:ph type="sldNum" sz="quarter" idx="12"/>
          </p:nvPr>
        </p:nvSpPr>
        <p:spPr/>
        <p:txBody>
          <a:bodyPr/>
          <a:lstStyle/>
          <a:p>
            <a:fld id="{13D2E340-0663-474B-992C-9192B5C45E57}" type="slidenum">
              <a:rPr lang="en-US" smtClean="0"/>
              <a:t>5</a:t>
            </a:fld>
            <a:endParaRPr lang="en-US"/>
          </a:p>
        </p:txBody>
      </p:sp>
    </p:spTree>
    <p:extLst>
      <p:ext uri="{BB962C8B-B14F-4D97-AF65-F5344CB8AC3E}">
        <p14:creationId xmlns:p14="http://schemas.microsoft.com/office/powerpoint/2010/main" val="1608764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672769D-B8C8-4982-AE15-C41C3D921D39}"/>
              </a:ext>
            </a:extLst>
          </p:cNvPr>
          <p:cNvSpPr>
            <a:spLocks noGrp="1"/>
          </p:cNvSpPr>
          <p:nvPr>
            <p:ph type="title"/>
          </p:nvPr>
        </p:nvSpPr>
        <p:spPr>
          <a:xfrm>
            <a:off x="466725" y="559678"/>
            <a:ext cx="4129181" cy="4952492"/>
          </a:xfrm>
        </p:spPr>
        <p:txBody>
          <a:bodyPr/>
          <a:lstStyle/>
          <a:p>
            <a:r>
              <a:rPr lang="en-US" dirty="0" smtClean="0"/>
              <a:t>Influences</a:t>
            </a:r>
            <a:endParaRPr lang="en-US" dirty="0"/>
          </a:p>
        </p:txBody>
      </p:sp>
      <p:sp>
        <p:nvSpPr>
          <p:cNvPr id="3" name="Content Placeholder 2">
            <a:extLst>
              <a:ext uri="{FF2B5EF4-FFF2-40B4-BE49-F238E27FC236}">
                <a16:creationId xmlns="" xmlns:a16="http://schemas.microsoft.com/office/drawing/2014/main" id="{3AD45E12-8254-4FAB-AF03-3FA92E2DC3BF}"/>
              </a:ext>
            </a:extLst>
          </p:cNvPr>
          <p:cNvSpPr>
            <a:spLocks noGrp="1"/>
          </p:cNvSpPr>
          <p:nvPr>
            <p:ph idx="1"/>
          </p:nvPr>
        </p:nvSpPr>
        <p:spPr/>
        <p:txBody>
          <a:bodyPr>
            <a:normAutofit/>
          </a:bodyPr>
          <a:lstStyle/>
          <a:p>
            <a:r>
              <a:rPr lang="en-US" dirty="0"/>
              <a:t>343 B.C. King Philip II hired the philosopher Aristotle to tutor Alexander</a:t>
            </a:r>
          </a:p>
          <a:p>
            <a:r>
              <a:rPr lang="en-US" dirty="0"/>
              <a:t>Over three years, Aristotle taught Alexander and a handful of his friends philosophy, poetry, drama, science and politics. </a:t>
            </a:r>
          </a:p>
          <a:p>
            <a:r>
              <a:rPr lang="en-US" dirty="0"/>
              <a:t>Seeing that Homer's Iliad inspired Alexander to dream of becoming a heroic warrior, Aristotle created a version of it for Alexander to carry with him on military campaigns.</a:t>
            </a:r>
          </a:p>
          <a:p>
            <a:r>
              <a:rPr lang="en-US" dirty="0"/>
              <a:t>Alexander completed his education at </a:t>
            </a:r>
            <a:r>
              <a:rPr lang="en-US" dirty="0" err="1"/>
              <a:t>Meiza</a:t>
            </a:r>
            <a:r>
              <a:rPr lang="en-US" dirty="0"/>
              <a:t> in 340 B.C.</a:t>
            </a:r>
          </a:p>
        </p:txBody>
      </p:sp>
      <p:sp>
        <p:nvSpPr>
          <p:cNvPr id="4" name="Slide Number Placeholder 3">
            <a:extLst>
              <a:ext uri="{FF2B5EF4-FFF2-40B4-BE49-F238E27FC236}">
                <a16:creationId xmlns="" xmlns:a16="http://schemas.microsoft.com/office/drawing/2014/main" id="{D0C282D6-6FE9-264F-8985-EBC964197BF5}"/>
              </a:ext>
            </a:extLst>
          </p:cNvPr>
          <p:cNvSpPr>
            <a:spLocks noGrp="1"/>
          </p:cNvSpPr>
          <p:nvPr>
            <p:ph type="sldNum" sz="quarter" idx="12"/>
          </p:nvPr>
        </p:nvSpPr>
        <p:spPr/>
        <p:txBody>
          <a:bodyPr/>
          <a:lstStyle/>
          <a:p>
            <a:fld id="{13D2E340-0663-474B-992C-9192B5C45E57}" type="slidenum">
              <a:rPr lang="en-US" smtClean="0"/>
              <a:t>6</a:t>
            </a:fld>
            <a:endParaRPr lang="en-US"/>
          </a:p>
        </p:txBody>
      </p:sp>
      <p:sp>
        <p:nvSpPr>
          <p:cNvPr id="5" name="TextBox 4"/>
          <p:cNvSpPr txBox="1"/>
          <p:nvPr/>
        </p:nvSpPr>
        <p:spPr>
          <a:xfrm>
            <a:off x="10579100" y="3276600"/>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302454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Rise to power</a:t>
            </a:r>
            <a:endParaRPr lang="en-US" dirty="0"/>
          </a:p>
        </p:txBody>
      </p:sp>
      <p:sp>
        <p:nvSpPr>
          <p:cNvPr id="3" name="Content Placeholder 2"/>
          <p:cNvSpPr>
            <a:spLocks noGrp="1"/>
          </p:cNvSpPr>
          <p:nvPr>
            <p:ph idx="1"/>
          </p:nvPr>
        </p:nvSpPr>
        <p:spPr>
          <a:xfrm>
            <a:off x="5162550" y="2019300"/>
            <a:ext cx="1944000" cy="3327400"/>
          </a:xfrm>
        </p:spPr>
        <p:txBody>
          <a:bodyPr/>
          <a:lstStyle/>
          <a:p>
            <a:r>
              <a:rPr lang="en-US" dirty="0" smtClean="0"/>
              <a:t>At 16 he is given command of Macedonia while his father is at war against Byzantium</a:t>
            </a:r>
            <a:endParaRPr lang="en-US" dirty="0"/>
          </a:p>
        </p:txBody>
      </p:sp>
      <p:sp>
        <p:nvSpPr>
          <p:cNvPr id="4" name="Slide Number Placeholder 3"/>
          <p:cNvSpPr>
            <a:spLocks noGrp="1"/>
          </p:cNvSpPr>
          <p:nvPr>
            <p:ph type="sldNum" sz="quarter" idx="12"/>
          </p:nvPr>
        </p:nvSpPr>
        <p:spPr/>
        <p:txBody>
          <a:bodyPr/>
          <a:lstStyle/>
          <a:p>
            <a:fld id="{13D2E340-0663-474B-992C-9192B5C45E57}" type="slidenum">
              <a:rPr lang="en-US" noProof="0" smtClean="0"/>
              <a:t>7</a:t>
            </a:fld>
            <a:endParaRPr lang="en-US" noProof="0"/>
          </a:p>
        </p:txBody>
      </p:sp>
      <p:sp>
        <p:nvSpPr>
          <p:cNvPr id="5" name="Text Placeholder 4"/>
          <p:cNvSpPr>
            <a:spLocks noGrp="1"/>
          </p:cNvSpPr>
          <p:nvPr>
            <p:ph type="body" sz="quarter" idx="13"/>
          </p:nvPr>
        </p:nvSpPr>
        <p:spPr>
          <a:xfrm>
            <a:off x="7295806" y="2019300"/>
            <a:ext cx="1943100" cy="3327400"/>
          </a:xfrm>
        </p:spPr>
        <p:txBody>
          <a:bodyPr/>
          <a:lstStyle/>
          <a:p>
            <a:r>
              <a:rPr lang="en-US" dirty="0" smtClean="0"/>
              <a:t>At 18 he commands a part of Philip’s cavalry at the Battle of </a:t>
            </a:r>
            <a:r>
              <a:rPr lang="en-US" dirty="0" smtClean="0"/>
              <a:t>Chaeronea </a:t>
            </a:r>
            <a:r>
              <a:rPr lang="en-US" dirty="0" smtClean="0"/>
              <a:t>and acted as his father’s ambassador in Athens</a:t>
            </a:r>
            <a:endParaRPr lang="en-US" dirty="0"/>
          </a:p>
        </p:txBody>
      </p:sp>
      <p:sp>
        <p:nvSpPr>
          <p:cNvPr id="6" name="Text Placeholder 5"/>
          <p:cNvSpPr>
            <a:spLocks noGrp="1"/>
          </p:cNvSpPr>
          <p:nvPr>
            <p:ph type="body" sz="quarter" idx="14"/>
          </p:nvPr>
        </p:nvSpPr>
        <p:spPr>
          <a:xfrm>
            <a:off x="9428163" y="2019300"/>
            <a:ext cx="1943100" cy="3327400"/>
          </a:xfrm>
        </p:spPr>
        <p:txBody>
          <a:bodyPr/>
          <a:lstStyle/>
          <a:p>
            <a:r>
              <a:rPr lang="en-US" dirty="0" smtClean="0"/>
              <a:t>At 20 he becomes King of Macedonia after his father’s death in 336 BCE</a:t>
            </a:r>
            <a:endParaRPr lang="en-US" dirty="0"/>
          </a:p>
        </p:txBody>
      </p:sp>
      <p:sp>
        <p:nvSpPr>
          <p:cNvPr id="7" name="Text Placeholder 6"/>
          <p:cNvSpPr>
            <a:spLocks noGrp="1"/>
          </p:cNvSpPr>
          <p:nvPr>
            <p:ph type="body" sz="quarter" idx="15"/>
          </p:nvPr>
        </p:nvSpPr>
        <p:spPr/>
        <p:txBody>
          <a:bodyPr/>
          <a:lstStyle/>
          <a:p>
            <a:endParaRPr lang="en-US"/>
          </a:p>
        </p:txBody>
      </p:sp>
      <p:sp>
        <p:nvSpPr>
          <p:cNvPr id="8" name="Text Placeholder 7"/>
          <p:cNvSpPr>
            <a:spLocks noGrp="1"/>
          </p:cNvSpPr>
          <p:nvPr>
            <p:ph type="body" sz="quarter" idx="16"/>
          </p:nvPr>
        </p:nvSpPr>
        <p:spPr/>
        <p:txBody>
          <a:bodyPr/>
          <a:lstStyle/>
          <a:p>
            <a:endParaRPr lang="en-US"/>
          </a:p>
        </p:txBody>
      </p:sp>
      <p:sp>
        <p:nvSpPr>
          <p:cNvPr id="9" name="Text Placeholder 8"/>
          <p:cNvSpPr>
            <a:spLocks noGrp="1"/>
          </p:cNvSpPr>
          <p:nvPr>
            <p:ph type="body" sz="quarter" idx="17"/>
          </p:nvPr>
        </p:nvSpPr>
        <p:spPr/>
        <p:txBody>
          <a:bodyPr/>
          <a:lstStyle/>
          <a:p>
            <a:endParaRPr lang="en-US"/>
          </a:p>
        </p:txBody>
      </p:sp>
      <p:sp>
        <p:nvSpPr>
          <p:cNvPr id="10" name="Text Placeholder 9"/>
          <p:cNvSpPr>
            <a:spLocks noGrp="1"/>
          </p:cNvSpPr>
          <p:nvPr>
            <p:ph type="body" sz="quarter" idx="18"/>
          </p:nvPr>
        </p:nvSpPr>
        <p:spPr/>
        <p:txBody>
          <a:bodyPr/>
          <a:lstStyle/>
          <a:p>
            <a:r>
              <a:rPr lang="en-US" dirty="0" smtClean="0"/>
              <a:t>How did Alexander gain his power?</a:t>
            </a:r>
            <a:endParaRPr lang="en-US" dirty="0"/>
          </a:p>
        </p:txBody>
      </p:sp>
    </p:spTree>
    <p:extLst>
      <p:ext uri="{BB962C8B-B14F-4D97-AF65-F5344CB8AC3E}">
        <p14:creationId xmlns:p14="http://schemas.microsoft.com/office/powerpoint/2010/main" val="52184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54DA9A-F01A-481E-A192-F11CA07CCE35}"/>
              </a:ext>
            </a:extLst>
          </p:cNvPr>
          <p:cNvSpPr>
            <a:spLocks noGrp="1"/>
          </p:cNvSpPr>
          <p:nvPr>
            <p:ph type="title"/>
          </p:nvPr>
        </p:nvSpPr>
        <p:spPr/>
        <p:txBody>
          <a:bodyPr/>
          <a:lstStyle/>
          <a:p>
            <a:r>
              <a:rPr lang="en-US" dirty="0" smtClean="0"/>
              <a:t>What you might not know...</a:t>
            </a:r>
            <a:endParaRPr lang="en-US" dirty="0"/>
          </a:p>
        </p:txBody>
      </p:sp>
      <p:sp>
        <p:nvSpPr>
          <p:cNvPr id="3" name="Text Placeholder 2">
            <a:extLst>
              <a:ext uri="{FF2B5EF4-FFF2-40B4-BE49-F238E27FC236}">
                <a16:creationId xmlns="" xmlns:a16="http://schemas.microsoft.com/office/drawing/2014/main" id="{6DCC875B-FB79-4EB2-ACC0-A26593F489C1}"/>
              </a:ext>
            </a:extLst>
          </p:cNvPr>
          <p:cNvSpPr>
            <a:spLocks noGrp="1"/>
          </p:cNvSpPr>
          <p:nvPr>
            <p:ph type="body" sz="quarter" idx="18"/>
          </p:nvPr>
        </p:nvSpPr>
        <p:spPr/>
        <p:txBody>
          <a:bodyPr/>
          <a:lstStyle/>
          <a:p>
            <a:r>
              <a:rPr lang="en-US" dirty="0" smtClean="0"/>
              <a:t>Secrets of his uprising.</a:t>
            </a:r>
            <a:endParaRPr lang="en-US" dirty="0"/>
          </a:p>
        </p:txBody>
      </p:sp>
      <p:sp>
        <p:nvSpPr>
          <p:cNvPr id="4" name="Content Placeholder 3">
            <a:extLst>
              <a:ext uri="{FF2B5EF4-FFF2-40B4-BE49-F238E27FC236}">
                <a16:creationId xmlns="" xmlns:a16="http://schemas.microsoft.com/office/drawing/2014/main" id="{52ACB615-64CF-4226-B7EB-A7D9E8A800A2}"/>
              </a:ext>
            </a:extLst>
          </p:cNvPr>
          <p:cNvSpPr>
            <a:spLocks noGrp="1"/>
          </p:cNvSpPr>
          <p:nvPr>
            <p:ph idx="1"/>
          </p:nvPr>
        </p:nvSpPr>
        <p:spPr>
          <a:xfrm>
            <a:off x="5162550" y="0"/>
            <a:ext cx="1944000" cy="3259678"/>
          </a:xfrm>
        </p:spPr>
        <p:txBody>
          <a:bodyPr>
            <a:normAutofit/>
          </a:bodyPr>
          <a:lstStyle/>
          <a:p>
            <a:r>
              <a:rPr lang="en-US" sz="1800" dirty="0" smtClean="0"/>
              <a:t>Determined to seize throne by any means necessary</a:t>
            </a:r>
            <a:endParaRPr lang="en-US" sz="1800" dirty="0"/>
          </a:p>
        </p:txBody>
      </p:sp>
      <p:sp>
        <p:nvSpPr>
          <p:cNvPr id="5" name="Text Placeholder 4">
            <a:extLst>
              <a:ext uri="{FF2B5EF4-FFF2-40B4-BE49-F238E27FC236}">
                <a16:creationId xmlns="" xmlns:a16="http://schemas.microsoft.com/office/drawing/2014/main" id="{7CC704F7-10A3-438C-BF49-21B39AA5FD1F}"/>
              </a:ext>
            </a:extLst>
          </p:cNvPr>
          <p:cNvSpPr>
            <a:spLocks noGrp="1"/>
          </p:cNvSpPr>
          <p:nvPr>
            <p:ph type="body" sz="quarter" idx="13"/>
          </p:nvPr>
        </p:nvSpPr>
        <p:spPr>
          <a:xfrm>
            <a:off x="7295581" y="0"/>
            <a:ext cx="1944000" cy="3259678"/>
          </a:xfrm>
        </p:spPr>
        <p:txBody>
          <a:bodyPr>
            <a:normAutofit/>
          </a:bodyPr>
          <a:lstStyle/>
          <a:p>
            <a:r>
              <a:rPr lang="en-US" sz="1800" dirty="0" smtClean="0"/>
              <a:t>Used the support of the Macedonian army/troops he had fought with </a:t>
            </a:r>
            <a:endParaRPr lang="en-US" sz="1800" dirty="0"/>
          </a:p>
        </p:txBody>
      </p:sp>
      <p:sp>
        <p:nvSpPr>
          <p:cNvPr id="6" name="Text Placeholder 5">
            <a:extLst>
              <a:ext uri="{FF2B5EF4-FFF2-40B4-BE49-F238E27FC236}">
                <a16:creationId xmlns="" xmlns:a16="http://schemas.microsoft.com/office/drawing/2014/main" id="{C0CB0B93-889C-4918-9E62-5E0470169619}"/>
              </a:ext>
            </a:extLst>
          </p:cNvPr>
          <p:cNvSpPr>
            <a:spLocks noGrp="1"/>
          </p:cNvSpPr>
          <p:nvPr>
            <p:ph type="body" sz="quarter" idx="14"/>
          </p:nvPr>
        </p:nvSpPr>
        <p:spPr>
          <a:xfrm>
            <a:off x="9428613" y="0"/>
            <a:ext cx="1944000" cy="3259678"/>
          </a:xfrm>
        </p:spPr>
        <p:txBody>
          <a:bodyPr>
            <a:normAutofit/>
          </a:bodyPr>
          <a:lstStyle/>
          <a:p>
            <a:r>
              <a:rPr lang="en-US" sz="1800" dirty="0" smtClean="0"/>
              <a:t>Army proclaimed ATG as the king</a:t>
            </a:r>
            <a:endParaRPr lang="en-US" sz="1800" dirty="0"/>
          </a:p>
        </p:txBody>
      </p:sp>
      <p:sp>
        <p:nvSpPr>
          <p:cNvPr id="7" name="Text Placeholder 6">
            <a:extLst>
              <a:ext uri="{FF2B5EF4-FFF2-40B4-BE49-F238E27FC236}">
                <a16:creationId xmlns="" xmlns:a16="http://schemas.microsoft.com/office/drawing/2014/main" id="{E818D25A-67F7-4CDC-A9F9-92E596277CD6}"/>
              </a:ext>
            </a:extLst>
          </p:cNvPr>
          <p:cNvSpPr>
            <a:spLocks noGrp="1"/>
          </p:cNvSpPr>
          <p:nvPr>
            <p:ph type="body" sz="quarter" idx="19"/>
          </p:nvPr>
        </p:nvSpPr>
        <p:spPr>
          <a:xfrm>
            <a:off x="6044581" y="3429000"/>
            <a:ext cx="1944000" cy="3429000"/>
          </a:xfrm>
        </p:spPr>
        <p:txBody>
          <a:bodyPr>
            <a:normAutofit/>
          </a:bodyPr>
          <a:lstStyle/>
          <a:p>
            <a:r>
              <a:rPr lang="en-US" sz="1800" dirty="0" smtClean="0"/>
              <a:t>Army helped him to murder other potential heirs to the throne</a:t>
            </a:r>
            <a:endParaRPr lang="en-US" sz="1800" dirty="0"/>
          </a:p>
        </p:txBody>
      </p:sp>
      <p:sp>
        <p:nvSpPr>
          <p:cNvPr id="8" name="Text Placeholder 7">
            <a:extLst>
              <a:ext uri="{FF2B5EF4-FFF2-40B4-BE49-F238E27FC236}">
                <a16:creationId xmlns="" xmlns:a16="http://schemas.microsoft.com/office/drawing/2014/main" id="{C78C2BF3-B597-4BD5-90B4-54EB9C2F6EE1}"/>
              </a:ext>
            </a:extLst>
          </p:cNvPr>
          <p:cNvSpPr>
            <a:spLocks noGrp="1"/>
          </p:cNvSpPr>
          <p:nvPr>
            <p:ph type="body" sz="quarter" idx="20"/>
          </p:nvPr>
        </p:nvSpPr>
        <p:spPr>
          <a:xfrm>
            <a:off x="8362097" y="3429000"/>
            <a:ext cx="1944000" cy="3327400"/>
          </a:xfrm>
        </p:spPr>
        <p:txBody>
          <a:bodyPr>
            <a:normAutofit/>
          </a:bodyPr>
          <a:lstStyle/>
          <a:p>
            <a:r>
              <a:rPr lang="en-US" sz="1800" dirty="0" smtClean="0"/>
              <a:t>Olympias helped, slaughtering daughter of Philip and Cleopatra </a:t>
            </a:r>
            <a:endParaRPr lang="en-US" sz="1800" dirty="0"/>
          </a:p>
        </p:txBody>
      </p:sp>
      <p:sp>
        <p:nvSpPr>
          <p:cNvPr id="10" name="Slide Number Placeholder 9">
            <a:extLst>
              <a:ext uri="{FF2B5EF4-FFF2-40B4-BE49-F238E27FC236}">
                <a16:creationId xmlns="" xmlns:a16="http://schemas.microsoft.com/office/drawing/2014/main" id="{EC7ECEE9-580B-8B4A-919F-4C04337CEC51}"/>
              </a:ext>
            </a:extLst>
          </p:cNvPr>
          <p:cNvSpPr>
            <a:spLocks noGrp="1"/>
          </p:cNvSpPr>
          <p:nvPr>
            <p:ph type="sldNum" sz="quarter" idx="12"/>
          </p:nvPr>
        </p:nvSpPr>
        <p:spPr/>
        <p:txBody>
          <a:bodyPr/>
          <a:lstStyle/>
          <a:p>
            <a:fld id="{13D2E340-0663-474B-992C-9192B5C45E57}" type="slidenum">
              <a:rPr lang="en-US" smtClean="0"/>
              <a:t>8</a:t>
            </a:fld>
            <a:endParaRPr lang="en-US"/>
          </a:p>
        </p:txBody>
      </p:sp>
      <p:sp>
        <p:nvSpPr>
          <p:cNvPr id="15" name="Right Arrow 14"/>
          <p:cNvSpPr/>
          <p:nvPr/>
        </p:nvSpPr>
        <p:spPr>
          <a:xfrm>
            <a:off x="6940715" y="2781300"/>
            <a:ext cx="520700" cy="317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ight Arrow 19"/>
          <p:cNvSpPr/>
          <p:nvPr/>
        </p:nvSpPr>
        <p:spPr>
          <a:xfrm>
            <a:off x="9073747" y="2781300"/>
            <a:ext cx="520700" cy="317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ight Arrow 21"/>
          <p:cNvSpPr/>
          <p:nvPr/>
        </p:nvSpPr>
        <p:spPr>
          <a:xfrm>
            <a:off x="7907561" y="5972717"/>
            <a:ext cx="520700" cy="3175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9796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8"/>
          </p:nvPr>
        </p:nvSpPr>
        <p:spPr/>
        <p:txBody>
          <a:bodyPr/>
          <a:lstStyle/>
          <a:p>
            <a:r>
              <a:rPr lang="en-US" dirty="0" smtClean="0"/>
              <a:t>Thebes and the citizen’s uprising</a:t>
            </a:r>
            <a:endParaRPr lang="en-US" dirty="0"/>
          </a:p>
        </p:txBody>
      </p:sp>
      <p:sp>
        <p:nvSpPr>
          <p:cNvPr id="3" name="Content Placeholder 2"/>
          <p:cNvSpPr>
            <a:spLocks noGrp="1"/>
          </p:cNvSpPr>
          <p:nvPr>
            <p:ph idx="1"/>
          </p:nvPr>
        </p:nvSpPr>
        <p:spPr/>
        <p:txBody>
          <a:bodyPr/>
          <a:lstStyle/>
          <a:p>
            <a:r>
              <a:rPr lang="en-US" dirty="0"/>
              <a:t>After Alexander became king, the surrounding territories revolted</a:t>
            </a:r>
          </a:p>
          <a:p>
            <a:r>
              <a:rPr lang="en-US" dirty="0"/>
              <a:t>The city of Thebes in Greece was the first to start the revolt</a:t>
            </a:r>
          </a:p>
          <a:p>
            <a:r>
              <a:rPr lang="en-US" dirty="0"/>
              <a:t>Alexander’s advisors viewed that he should give up the Greek territories and not take action </a:t>
            </a:r>
          </a:p>
          <a:p>
            <a:r>
              <a:rPr lang="en-US" dirty="0"/>
              <a:t>Alexander decided against this and subdued the territories with lightning speed starting with Thebes.</a:t>
            </a:r>
          </a:p>
          <a:p>
            <a:r>
              <a:rPr lang="en-US" dirty="0"/>
              <a:t>Alexander and his army stormed the city of Thebes and destroyed every building except the temples and the house of the poet Pindar</a:t>
            </a:r>
          </a:p>
          <a:p>
            <a:r>
              <a:rPr lang="en-US" dirty="0"/>
              <a:t>30,000 inhabitants were sold into slavery</a:t>
            </a:r>
          </a:p>
          <a:p>
            <a:r>
              <a:rPr lang="en-US" dirty="0"/>
              <a:t>Seeing this, the rest of the territories surrendered and Alexander then had control of Macedonia and Greece.</a:t>
            </a:r>
          </a:p>
          <a:p>
            <a:endParaRPr lang="en-US" dirty="0"/>
          </a:p>
        </p:txBody>
      </p:sp>
      <p:sp>
        <p:nvSpPr>
          <p:cNvPr id="4" name="Slide Number Placeholder 3"/>
          <p:cNvSpPr>
            <a:spLocks noGrp="1"/>
          </p:cNvSpPr>
          <p:nvPr>
            <p:ph type="sldNum" sz="quarter" idx="12"/>
          </p:nvPr>
        </p:nvSpPr>
        <p:spPr/>
        <p:txBody>
          <a:bodyPr/>
          <a:lstStyle/>
          <a:p>
            <a:fld id="{13D2E340-0663-474B-992C-9192B5C45E57}" type="slidenum">
              <a:rPr lang="en-US" noProof="0" smtClean="0"/>
              <a:t>9</a:t>
            </a:fld>
            <a:endParaRPr lang="en-US" noProof="0"/>
          </a:p>
        </p:txBody>
      </p:sp>
      <p:sp>
        <p:nvSpPr>
          <p:cNvPr id="5" name="Title 4"/>
          <p:cNvSpPr>
            <a:spLocks noGrp="1"/>
          </p:cNvSpPr>
          <p:nvPr>
            <p:ph type="title"/>
          </p:nvPr>
        </p:nvSpPr>
        <p:spPr/>
        <p:txBody>
          <a:bodyPr/>
          <a:lstStyle/>
          <a:p>
            <a:r>
              <a:rPr lang="en-US" dirty="0" smtClean="0"/>
              <a:t>Revolts</a:t>
            </a:r>
            <a:endParaRPr lang="en-US" dirty="0"/>
          </a:p>
        </p:txBody>
      </p:sp>
    </p:spTree>
    <p:extLst>
      <p:ext uri="{BB962C8B-B14F-4D97-AF65-F5344CB8AC3E}">
        <p14:creationId xmlns:p14="http://schemas.microsoft.com/office/powerpoint/2010/main" val="11872653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2679374-8EAE-4873-9BB6-F6C630302DA2}"/>
              </a:ext>
            </a:extLst>
          </p:cNvPr>
          <p:cNvSpPr>
            <a:spLocks noGrp="1"/>
          </p:cNvSpPr>
          <p:nvPr>
            <p:ph type="ctrTitle"/>
          </p:nvPr>
        </p:nvSpPr>
        <p:spPr/>
        <p:txBody>
          <a:bodyPr/>
          <a:lstStyle/>
          <a:p>
            <a:pPr algn="ctr"/>
            <a:r>
              <a:rPr lang="en-AU" u="sng" dirty="0" smtClean="0"/>
              <a:t>3.2.1. R. I. Q</a:t>
            </a:r>
            <a:r>
              <a:rPr lang="en-AU" dirty="0" smtClean="0"/>
              <a:t/>
            </a:r>
            <a:br>
              <a:rPr lang="en-AU" dirty="0" smtClean="0"/>
            </a:br>
            <a:r>
              <a:rPr lang="en-AU" sz="2800" dirty="0" smtClean="0"/>
              <a:t>3. Three new things you learned today from this lesson</a:t>
            </a:r>
            <a:br>
              <a:rPr lang="en-AU" sz="2800" dirty="0" smtClean="0"/>
            </a:br>
            <a:r>
              <a:rPr lang="en-AU" sz="2800" dirty="0" smtClean="0"/>
              <a:t/>
            </a:r>
            <a:br>
              <a:rPr lang="en-AU" sz="2800" dirty="0" smtClean="0"/>
            </a:br>
            <a:r>
              <a:rPr lang="en-AU" sz="2800" dirty="0" smtClean="0"/>
              <a:t>2. Two facts about key people, events, or ideas</a:t>
            </a:r>
            <a:br>
              <a:rPr lang="en-AU" sz="2800" dirty="0" smtClean="0"/>
            </a:br>
            <a:r>
              <a:rPr lang="en-AU" sz="2800" dirty="0"/>
              <a:t/>
            </a:r>
            <a:br>
              <a:rPr lang="en-AU" sz="2800" dirty="0"/>
            </a:br>
            <a:r>
              <a:rPr lang="en-AU" sz="2800" dirty="0" smtClean="0"/>
              <a:t>1. One question you now have about Alexander the Great </a:t>
            </a:r>
            <a:endParaRPr lang="en-US" dirty="0"/>
          </a:p>
        </p:txBody>
      </p:sp>
      <p:sp>
        <p:nvSpPr>
          <p:cNvPr id="3" name="Subtitle 2">
            <a:extLst>
              <a:ext uri="{FF2B5EF4-FFF2-40B4-BE49-F238E27FC236}">
                <a16:creationId xmlns="" xmlns:a16="http://schemas.microsoft.com/office/drawing/2014/main" id="{7E42C4E3-AFAF-4630-AF6D-21FB3C29CF71}"/>
              </a:ext>
            </a:extLst>
          </p:cNvPr>
          <p:cNvSpPr>
            <a:spLocks noGrp="1"/>
          </p:cNvSpPr>
          <p:nvPr>
            <p:ph type="subTitle" idx="1"/>
          </p:nvPr>
        </p:nvSpPr>
        <p:spPr>
          <a:xfrm>
            <a:off x="667666" y="4513307"/>
            <a:ext cx="4633806" cy="992466"/>
          </a:xfrm>
        </p:spPr>
        <p:txBody>
          <a:bodyPr/>
          <a:lstStyle/>
          <a:p>
            <a:r>
              <a:rPr lang="en-AU" dirty="0" smtClean="0"/>
              <a:t>SUMMARY</a:t>
            </a:r>
            <a:endParaRPr lang="en-US" dirty="0"/>
          </a:p>
        </p:txBody>
      </p:sp>
      <p:pic>
        <p:nvPicPr>
          <p:cNvPr id="1030" name="Picture 6" descr=" Look at Both Sides of Alexander the Great - Practice of History "/>
          <p:cNvPicPr>
            <a:picLocks noGrp="1" noChangeAspect="1" noChangeArrowheads="1"/>
          </p:cNvPicPr>
          <p:nvPr>
            <p:ph type="pic" sz="quarter" idx="10"/>
          </p:nvPr>
        </p:nvPicPr>
        <p:blipFill>
          <a:blip r:embed="rId2">
            <a:extLst>
              <a:ext uri="{28A0092B-C50C-407E-A947-70E740481C1C}">
                <a14:useLocalDpi xmlns:a14="http://schemas.microsoft.com/office/drawing/2010/main" val="0"/>
              </a:ext>
            </a:extLst>
          </a:blip>
          <a:srcRect t="13027" b="13027"/>
          <a:stretch>
            <a:fillRect/>
          </a:stretch>
        </p:blipFill>
        <p:spPr bwMode="auto">
          <a:xfrm>
            <a:off x="2052362" y="1264197"/>
            <a:ext cx="3249110" cy="3249110"/>
          </a:xfrm>
          <a:prstGeom prst="ellipse">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270961"/>
      </p:ext>
    </p:extLst>
  </p:cSld>
  <p:clrMapOvr>
    <a:masterClrMapping/>
  </p:clrMapOvr>
</p:sld>
</file>

<file path=ppt/theme/theme1.xml><?xml version="1.0" encoding="utf-8"?>
<a:theme xmlns:a="http://schemas.openxmlformats.org/drawingml/2006/main" name="Headlines">
  <a:themeElements>
    <a:clrScheme name="Headlines">
      <a:dk1>
        <a:sysClr val="windowText" lastClr="000000"/>
      </a:dk1>
      <a:lt1>
        <a:sysClr val="window" lastClr="FFFFFF"/>
      </a:lt1>
      <a:dk2>
        <a:srgbClr val="1D1A1D"/>
      </a:dk2>
      <a:lt2>
        <a:srgbClr val="F5F5F5"/>
      </a:lt2>
      <a:accent1>
        <a:srgbClr val="439EB7"/>
      </a:accent1>
      <a:accent2>
        <a:srgbClr val="E28B55"/>
      </a:accent2>
      <a:accent3>
        <a:srgbClr val="DCB64D"/>
      </a:accent3>
      <a:accent4>
        <a:srgbClr val="4CA198"/>
      </a:accent4>
      <a:accent5>
        <a:srgbClr val="835B82"/>
      </a:accent5>
      <a:accent6>
        <a:srgbClr val="645135"/>
      </a:accent6>
      <a:hlink>
        <a:srgbClr val="439EB7"/>
      </a:hlink>
      <a:folHlink>
        <a:srgbClr val="835B82"/>
      </a:folHlink>
    </a:clrScheme>
    <a:fontScheme name="Headlines">
      <a:majorFont>
        <a:latin typeface="Century Schoolbook" panose="02040604050505020304"/>
        <a:ea typeface=""/>
        <a:cs typeface=""/>
        <a:font script="Jpan" typeface="メイリオ"/>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eadlines">
      <a:fillStyleLst>
        <a:solidFill>
          <a:schemeClr val="phClr"/>
        </a:solidFill>
        <a:solidFill>
          <a:schemeClr val="phClr">
            <a:tint val="67000"/>
            <a:satMod val="105000"/>
          </a:schemeClr>
        </a:solidFill>
        <a:gradFill rotWithShape="1">
          <a:gsLst>
            <a:gs pos="0">
              <a:schemeClr val="phClr">
                <a:tint val="100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6350" cap="flat" cmpd="sng" algn="in">
          <a:solidFill>
            <a:schemeClr val="phClr"/>
          </a:solidFill>
          <a:prstDash val="solid"/>
        </a:ln>
        <a:ln w="12700" cap="flat" cmpd="sng" algn="in">
          <a:solidFill>
            <a:schemeClr val="phClr"/>
          </a:solidFill>
          <a:prstDash val="solid"/>
        </a:ln>
        <a:ln w="19050" cap="flat" cmpd="sng" algn="in">
          <a:solidFill>
            <a:schemeClr val="phClr">
              <a:satMod val="150000"/>
            </a:schemeClr>
          </a:solidFill>
          <a:prstDash val="solid"/>
        </a:ln>
      </a:lnStyleLst>
      <a:effectStyleLst>
        <a:effectStyle>
          <a:effectLst/>
        </a:effectStyle>
        <a:effectStyle>
          <a:effectLst/>
        </a:effectStyle>
        <a:effectStyle>
          <a:effectLst>
            <a:innerShdw blurRad="88900" dist="25400" dir="10800000">
              <a:srgbClr val="000000">
                <a:alpha val="25000"/>
              </a:srgbClr>
            </a:innerShdw>
            <a:outerShdw blurRad="25400" dist="25400" dir="5400000" rotWithShape="0">
              <a:srgbClr val="FFFFFF">
                <a:alpha val="1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45175639_Biography_presentation_cr - v2" id="{A01E65BC-612A-475B-B592-779A440066C3}" vid="{453437E2-1A5B-4416-AE85-AE3C10623CB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60E032F-2E55-4A86-BB2D-1A317C6429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77EC923-6023-4411-8330-A0042153EED3}">
  <ds:schemaRefs>
    <ds:schemaRef ds:uri="http://schemas.microsoft.com/sharepoint/v3/contenttype/forms"/>
  </ds:schemaRefs>
</ds:datastoreItem>
</file>

<file path=customXml/itemProps3.xml><?xml version="1.0" encoding="utf-8"?>
<ds:datastoreItem xmlns:ds="http://schemas.openxmlformats.org/officeDocument/2006/customXml" ds:itemID="{6DB4AFBF-E012-4607-B95C-D9E661912AC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Biography presentation</Template>
  <TotalTime>0</TotalTime>
  <Words>465</Words>
  <Application>Microsoft Macintosh PowerPoint</Application>
  <PresentationFormat>Widescreen</PresentationFormat>
  <Paragraphs>56</Paragraphs>
  <Slides>10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Calibri</vt:lpstr>
      <vt:lpstr>Century Schoolbook</vt:lpstr>
      <vt:lpstr>Corbel</vt:lpstr>
      <vt:lpstr>Mangal</vt:lpstr>
      <vt:lpstr>Arial</vt:lpstr>
      <vt:lpstr>Headlines</vt:lpstr>
      <vt:lpstr>ATG – Background and Early Life</vt:lpstr>
      <vt:lpstr>Who is he?</vt:lpstr>
      <vt:lpstr>Watch the following video for an overview of ATG</vt:lpstr>
      <vt:lpstr>Early Life</vt:lpstr>
      <vt:lpstr>Boyhood</vt:lpstr>
      <vt:lpstr>Influences</vt:lpstr>
      <vt:lpstr>Rise to power</vt:lpstr>
      <vt:lpstr>What you might not know...</vt:lpstr>
      <vt:lpstr>Revolts</vt:lpstr>
      <vt:lpstr>3.2.1. R. I. Q 3. Three new things you learned today from this lesson  2. Two facts about key people, events, or ideas  1. One question you now have about Alexander the Great </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BARRIE Lauren [Byford Secondary College]</dc:creator>
  <cp:lastModifiedBy/>
  <cp:revision>1</cp:revision>
  <dcterms:created xsi:type="dcterms:W3CDTF">2020-06-11T03:43:09Z</dcterms:created>
  <dcterms:modified xsi:type="dcterms:W3CDTF">2020-06-12T00:44:01Z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