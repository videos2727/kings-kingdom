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478" r:id="rId4"/>
  </p:sldMasterIdLst>
  <p:notesMasterIdLst>
    <p:notesMasterId r:id="rId10"/>
  </p:notesMasterIdLst>
  <p:sldIdLst>
    <p:sldId id="256" r:id="rId5"/>
    <p:sldId id="270" r:id="rId6"/>
    <p:sldId id="272" r:id="rId7"/>
    <p:sldId id="273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3895" autoAdjust="0"/>
  </p:normalViewPr>
  <p:slideViewPr>
    <p:cSldViewPr snapToGrid="0">
      <p:cViewPr>
        <p:scale>
          <a:sx n="100" d="100"/>
          <a:sy n="100" d="100"/>
        </p:scale>
        <p:origin x="920" y="-360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6/15/20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</p:spTree>
    <p:extLst>
      <p:ext uri="{BB962C8B-B14F-4D97-AF65-F5344CB8AC3E}">
        <p14:creationId xmlns:p14="http://schemas.microsoft.com/office/powerpoint/2010/main" val="18274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E2565D1-06D8-4141-9B5F-95C29313C16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xmlns="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DDD7-72ED-FC4E-8075-0107060235C5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cxnSp>
        <p:nvCxnSpPr>
          <p:cNvPr id="12" name="Straight Connector 11" title="Horizontal Rule Line">
            <a:extLst>
              <a:ext uri="{FF2B5EF4-FFF2-40B4-BE49-F238E27FC236}">
                <a16:creationId xmlns:a16="http://schemas.microsoft.com/office/drawing/2014/main" xmlns="" id="{54F1A406-73A8-450C-B21C-AA9616F476C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 / Icon Bullet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D9D9-8B30-6A45-929D-0A0366E2E953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xmlns="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xmlns="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xmlns="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xmlns="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xmlns="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xmlns="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2">
            <a:extLst>
              <a:ext uri="{FF2B5EF4-FFF2-40B4-BE49-F238E27FC236}">
                <a16:creationId xmlns:a16="http://schemas.microsoft.com/office/drawing/2014/main" xmlns="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4">
            <a:extLst>
              <a:ext uri="{FF2B5EF4-FFF2-40B4-BE49-F238E27FC236}">
                <a16:creationId xmlns:a16="http://schemas.microsoft.com/office/drawing/2014/main" xmlns="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418798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Bullets in a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9B67-2563-3544-8019-B2D766585AE6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 / Icon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:a16="http://schemas.microsoft.com/office/drawing/2014/main" xmlns="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F1C92E-34EF-7443-98EE-55EB64C2F5FD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xmlns="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xmlns="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xmlns="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xmlns="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2325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um Photos with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noProof="0"/>
              <a:t>Click to edit your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DA4A-63D4-BC43-9B38-53D06F7CC9C4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xmlns="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xmlns="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xmlns="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xmlns="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xmlns="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xmlns="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xmlns="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xmlns="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xmlns="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xmlns="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2">
            <a:extLst>
              <a:ext uri="{FF2B5EF4-FFF2-40B4-BE49-F238E27FC236}">
                <a16:creationId xmlns:a16="http://schemas.microsoft.com/office/drawing/2014/main" xmlns="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2" name="Picture Placeholder 34">
            <a:extLst>
              <a:ext uri="{FF2B5EF4-FFF2-40B4-BE49-F238E27FC236}">
                <a16:creationId xmlns:a16="http://schemas.microsoft.com/office/drawing/2014/main" xmlns="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10807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29964A5-3468-3F49-AD7A-0CF5EB762F89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534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BC751F3-ABD6-4995-8494-4932D12ACE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26063" y="559678"/>
            <a:ext cx="6103937" cy="519183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7545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559678"/>
            <a:ext cx="6132512" cy="519183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Drag picture to placeholder or click icon to add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491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527492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4889D34E-DF9E-41B7-A5EC-B9D63999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559678"/>
            <a:ext cx="6172200" cy="561728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26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73E-FB98-2A42-974A-9CD83D46C100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30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15EF-7A83-9842-815E-554E5DEB63CD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701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097A0-4000-B744-87D8-18F42A93424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344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74EA9-4639-9B48-9E98-70455404EF00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2390238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90851AE-F437-A04B-ADE2-D5E346F2089C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9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80" r:id="rId2"/>
    <p:sldLayoutId id="2147484495" r:id="rId3"/>
    <p:sldLayoutId id="2147484490" r:id="rId4"/>
    <p:sldLayoutId id="2147484491" r:id="rId5"/>
    <p:sldLayoutId id="2147484492" r:id="rId6"/>
    <p:sldLayoutId id="2147484493" r:id="rId7"/>
    <p:sldLayoutId id="2147484496" r:id="rId8"/>
    <p:sldLayoutId id="2147484481" r:id="rId9"/>
    <p:sldLayoutId id="2147484498" r:id="rId10"/>
    <p:sldLayoutId id="2147484499" r:id="rId11"/>
    <p:sldLayoutId id="2147484500" r:id="rId12"/>
    <p:sldLayoutId id="2147484482" r:id="rId13"/>
    <p:sldLayoutId id="2147484483" r:id="rId14"/>
    <p:sldLayoutId id="2147484484" r:id="rId15"/>
    <p:sldLayoutId id="2147484485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youtube.com/watch?v=C8DzzseqBMw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mtClean="0"/>
              <a:t>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66" y="4513307"/>
            <a:ext cx="4633806" cy="992466"/>
          </a:xfrm>
        </p:spPr>
        <p:txBody>
          <a:bodyPr/>
          <a:lstStyle/>
          <a:p>
            <a:r>
              <a:rPr lang="en-US" dirty="0" smtClean="0"/>
              <a:t>Year 11 Ancient History</a:t>
            </a:r>
          </a:p>
          <a:p>
            <a:r>
              <a:rPr lang="en-US" dirty="0" smtClean="0"/>
              <a:t>Week 2 </a:t>
            </a:r>
            <a:r>
              <a:rPr lang="mr-IN" dirty="0" smtClean="0"/>
              <a:t>–</a:t>
            </a:r>
            <a:r>
              <a:rPr lang="en-US" dirty="0" smtClean="0"/>
              <a:t> Lesson 4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6" name="Picture 6" descr=" Look at Both Sides of Alexander the Great - Practice of History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7" b="13027"/>
          <a:stretch>
            <a:fillRect/>
          </a:stretch>
        </p:blipFill>
        <p:spPr bwMode="auto">
          <a:xfrm>
            <a:off x="2052362" y="1264197"/>
            <a:ext cx="3249110" cy="324911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Activity 1:</a:t>
            </a:r>
            <a:br>
              <a:rPr lang="en-US" dirty="0" smtClean="0"/>
            </a:br>
            <a:r>
              <a:rPr lang="en-AU" dirty="0" smtClean="0"/>
              <a:t>Battle Tactics information sheet.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Read </a:t>
            </a:r>
            <a:r>
              <a:rPr lang="en-US" sz="2800" dirty="0" smtClean="0"/>
              <a:t>through the information sheet as a class.</a:t>
            </a:r>
          </a:p>
          <a:p>
            <a:pPr algn="ctr"/>
            <a:r>
              <a:rPr lang="en-US" sz="2800" dirty="0" smtClean="0"/>
              <a:t>Highlight key words/concepts.</a:t>
            </a:r>
          </a:p>
          <a:p>
            <a:pPr algn="ctr"/>
            <a:r>
              <a:rPr lang="en-US" sz="2800" dirty="0" smtClean="0"/>
              <a:t>Write them n the left hand column.</a:t>
            </a:r>
          </a:p>
        </p:txBody>
      </p:sp>
    </p:spTree>
    <p:extLst>
      <p:ext uri="{BB962C8B-B14F-4D97-AF65-F5344CB8AC3E}">
        <p14:creationId xmlns:p14="http://schemas.microsoft.com/office/powerpoint/2010/main" val="31716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Activity </a:t>
            </a:r>
            <a:r>
              <a:rPr lang="en-US" dirty="0" smtClean="0"/>
              <a:t>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AU" dirty="0" smtClean="0"/>
              <a:t>Questions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sz="2800" dirty="0"/>
              <a:t>Define the following terms: phalanx, </a:t>
            </a:r>
            <a:r>
              <a:rPr lang="en-US" sz="2800" dirty="0" err="1"/>
              <a:t>hypaspists</a:t>
            </a:r>
            <a:r>
              <a:rPr lang="en-US" sz="2800" dirty="0"/>
              <a:t>, </a:t>
            </a:r>
            <a:r>
              <a:rPr lang="en-US" sz="2800" dirty="0" err="1"/>
              <a:t>dekas</a:t>
            </a:r>
            <a:r>
              <a:rPr lang="en-US" sz="2800" dirty="0"/>
              <a:t>,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/>
              <a:t>Identify and describe the disadvantages of the Phalanx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/>
              <a:t>Why was the Cavalry the single greatest weapon in Alexander’s disposal?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/>
              <a:t>Write 2 - 3 sentences describing Alexanders ‘Battle Strategy’.</a:t>
            </a:r>
          </a:p>
        </p:txBody>
      </p:sp>
    </p:spTree>
    <p:extLst>
      <p:ext uri="{BB962C8B-B14F-4D97-AF65-F5344CB8AC3E}">
        <p14:creationId xmlns:p14="http://schemas.microsoft.com/office/powerpoint/2010/main" val="158431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Activity </a:t>
            </a:r>
            <a:r>
              <a:rPr lang="en-US" dirty="0"/>
              <a:t>3</a:t>
            </a:r>
            <a:r>
              <a:rPr lang="en-US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AU" dirty="0" smtClean="0"/>
              <a:t>Video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800" dirty="0" smtClean="0"/>
              <a:t>Get into groups of 3 </a:t>
            </a:r>
            <a:r>
              <a:rPr lang="mr-IN" sz="2800" dirty="0" smtClean="0"/>
              <a:t>–</a:t>
            </a:r>
            <a:r>
              <a:rPr lang="en-US" sz="2800" dirty="0" smtClean="0"/>
              <a:t> 4</a:t>
            </a:r>
            <a:br>
              <a:rPr lang="en-US" sz="2800" dirty="0" smtClean="0"/>
            </a:br>
            <a:r>
              <a:rPr lang="en-US" sz="2800" dirty="0" smtClean="0"/>
              <a:t>Watch the following video</a:t>
            </a:r>
          </a:p>
          <a:p>
            <a:pPr algn="l"/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www.youtube.com/watch?v=C8DzzseqBMw</a:t>
            </a:r>
            <a:endParaRPr lang="en-US" sz="2800" dirty="0" smtClean="0"/>
          </a:p>
          <a:p>
            <a:pPr algn="l"/>
            <a:r>
              <a:rPr lang="en-US" sz="2800" dirty="0" smtClean="0"/>
              <a:t>After the video, create a GRAFFITI of key terms/ideas shown in the video. 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 smtClean="0"/>
              <a:t>These will be displayed.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441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Summary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AU" sz="2800" dirty="0" smtClean="0"/>
              <a:t>Do you believe Alexander deserves his title </a:t>
            </a:r>
            <a:r>
              <a:rPr lang="en-AU" sz="2800" dirty="0" smtClean="0"/>
              <a:t>of ‘Great’?</a:t>
            </a:r>
            <a:br>
              <a:rPr lang="en-AU" sz="2800" dirty="0" smtClean="0"/>
            </a:br>
            <a:r>
              <a:rPr lang="en-AU" sz="2800" smtClean="0"/>
              <a:t>Why/why not?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6501253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75639_Biography_presentation_cr - v2" id="{A01E65BC-612A-475B-B592-779A440066C3}" vid="{453437E2-1A5B-4416-AE85-AE3C10623C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0E032F-2E55-4A86-BB2D-1A317C642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7EC923-6023-4411-8330-A0042153EE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4AFBF-E012-4607-B95C-D9E661912A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0</TotalTime>
  <Words>101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Century Schoolbook</vt:lpstr>
      <vt:lpstr>Corbel</vt:lpstr>
      <vt:lpstr>Mangal</vt:lpstr>
      <vt:lpstr>Arial</vt:lpstr>
      <vt:lpstr>Headlines</vt:lpstr>
      <vt:lpstr>Methods</vt:lpstr>
      <vt:lpstr>Activity 1: Battle Tactics information sheet.</vt:lpstr>
      <vt:lpstr>Activity 2: Questions</vt:lpstr>
      <vt:lpstr>Activity 3: Video</vt:lpstr>
      <vt:lpstr>Summary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BARRIE Lauren [Byford Secondary College]</dc:creator>
  <cp:lastModifiedBy/>
  <cp:revision>1</cp:revision>
  <dcterms:created xsi:type="dcterms:W3CDTF">2020-06-11T03:43:09Z</dcterms:created>
  <dcterms:modified xsi:type="dcterms:W3CDTF">2020-06-15T04:29:21Z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